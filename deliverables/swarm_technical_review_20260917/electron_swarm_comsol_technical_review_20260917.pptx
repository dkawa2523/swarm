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slides/charts/chart1.xml" ContentType="application/vnd.openxmlformats-officedocument.drawingml.chart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slides/charts/chart6.xml" ContentType="application/vnd.openxmlformats-officedocument.drawingml.chart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9.xml" ContentType="application/vnd.openxmlformats-officedocument.drawingml.chart+xml"/>
  <Override PartName="/ppt/slides/charts/chart10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charts/chart11.xml" ContentType="application/vnd.openxmlformats-officedocument.drawingml.chart+xml"/>
  <Override PartName="/ppt/slides/charts/chart12.xml" ContentType="application/vnd.openxmlformats-officedocument.drawingml.chart+xml"/>
  <Override PartName="/ppt/slides/charts/chart13.xml" ContentType="application/vnd.openxmlformats-officedocument.drawingml.chart+xml"/>
  <Override PartName="/ppt/slides/charts/chart14.xml" ContentType="application/vnd.openxmlformats-officedocument.drawingml.char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charts/chart15.xml" ContentType="application/vnd.openxmlformats-officedocument.drawingml.chart+xml"/>
  <Override PartName="/ppt/slides/charts/chart16.xml" ContentType="application/vnd.openxmlformats-officedocument.drawingml.chart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charts/chart17.xml" ContentType="application/vnd.openxmlformats-officedocument.drawingml.chart+xml"/>
  <Override PartName="/ppt/slides/charts/chart18.xml" ContentType="application/vnd.openxmlformats-officedocument.drawingml.chart+xml"/>
  <Override PartName="/ppt/slides/charts/chart19.xml" ContentType="application/vnd.openxmlformats-officedocument.drawingml.chart+xml"/>
  <Override PartName="/ppt/slides/charts/chart20.xml" ContentType="application/vnd.openxmlformats-officedocument.drawingml.chart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charts/chart21.xml" ContentType="application/vnd.openxmlformats-officedocument.drawingml.chart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charts/chart22.xml" ContentType="application/vnd.openxmlformats-officedocument.drawingml.chart+xml"/>
  <Override PartName="/ppt/slides/charts/chart23.xml" ContentType="application/vnd.openxmlformats-officedocument.drawingml.chart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slides/charts/chart24.xml" ContentType="application/vnd.openxmlformats-officedocument.drawingml.chart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slides/charts/chart25.xml" ContentType="application/vnd.openxmlformats-officedocument.drawingml.chart+xml"/>
  <Override PartName="/ppt/slides/charts/chart26.xml" ContentType="application/vnd.openxmlformats-officedocument.drawingml.chart+xml"/>
  <Override PartName="/ppt/slides/charts/chart27.xml" ContentType="application/vnd.openxmlformats-officedocument.drawingml.chart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slides/charts/chart28.xml" ContentType="application/vnd.openxmlformats-officedocument.drawingml.chart+xml"/>
  <Override PartName="/ppt/slides/charts/chart29.xml" ContentType="application/vnd.openxmlformats-officedocument.drawingml.chart+xml"/>
  <Override PartName="/ppt/slides/charts/chart30.xml" ContentType="application/vnd.openxmlformats-officedocument.drawingml.chart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slides/charts/chart31.xml" ContentType="application/vnd.openxmlformats-officedocument.drawingml.chart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slides/charts/chart32.xml" ContentType="application/vnd.openxmlformats-officedocument.drawingml.chart+xml"/>
  <Override PartName="/ppt/slides/charts/chart33.xml" ContentType="application/vnd.openxmlformats-officedocument.drawingml.chart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slides/charts/chart34.xml" ContentType="application/vnd.openxmlformats-officedocument.drawingml.chart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  <Override PartName="/ppt/slides/slide68.xml" ContentType="application/vnd.openxmlformats-officedocument.presentationml.slide+xml"/>
  <Override PartName="/ppt/notesSlides/notesSlide68.xml" ContentType="application/vnd.openxmlformats-officedocument.presentationml.notesSlide+xml"/>
  <Override PartName="/ppt/slides/slide69.xml" ContentType="application/vnd.openxmlformats-officedocument.presentationml.slide+xml"/>
  <Override PartName="/ppt/notesSlides/notesSlide69.xml" ContentType="application/vnd.openxmlformats-officedocument.presentationml.notesSlide+xml"/>
  <Override PartName="/ppt/slides/slide70.xml" ContentType="application/vnd.openxmlformats-officedocument.presentationml.slide+xml"/>
  <Override PartName="/ppt/notesSlides/notesSlide7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9fc82632144f65" /><Relationship Type="http://schemas.openxmlformats.org/officeDocument/2006/relationships/extended-properties" Target="/docProps/app.xml" Id="R2af79e92cc3844fd" /><Relationship Type="http://schemas.openxmlformats.org/officeDocument/2006/relationships/officeDocument" Target="/ppt/presentation.xml" Id="Rc8b8644cd30c41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9623655cdc4e22"/>
  </p:sldMasterIdLst>
  <p:notesMasterIdLst>
    <p:notesMasterId xmlns:r="http://schemas.openxmlformats.org/officeDocument/2006/relationships" r:id="R61075ccf52764911"/>
  </p:notesMasterIdLst>
  <p:sldIdLst>
    <p:sldId xmlns:r="http://schemas.openxmlformats.org/officeDocument/2006/relationships" id="256" r:id="Rcf769179a6044ac3"/>
    <p:sldId xmlns:r="http://schemas.openxmlformats.org/officeDocument/2006/relationships" id="257" r:id="Rf9b368ca6e314216"/>
    <p:sldId xmlns:r="http://schemas.openxmlformats.org/officeDocument/2006/relationships" id="258" r:id="Readdbc1d8e2c43c3"/>
    <p:sldId xmlns:r="http://schemas.openxmlformats.org/officeDocument/2006/relationships" id="259" r:id="Rd782a0a539ba4f08"/>
    <p:sldId xmlns:r="http://schemas.openxmlformats.org/officeDocument/2006/relationships" id="260" r:id="R029e6756e8fe4f00"/>
    <p:sldId xmlns:r="http://schemas.openxmlformats.org/officeDocument/2006/relationships" id="261" r:id="R0fb84805e58944a3"/>
    <p:sldId xmlns:r="http://schemas.openxmlformats.org/officeDocument/2006/relationships" id="262" r:id="Rd736dcb3e35b4734"/>
    <p:sldId xmlns:r="http://schemas.openxmlformats.org/officeDocument/2006/relationships" id="263" r:id="R1563a0f892b6483c"/>
    <p:sldId xmlns:r="http://schemas.openxmlformats.org/officeDocument/2006/relationships" id="264" r:id="R06ca105931004797"/>
    <p:sldId xmlns:r="http://schemas.openxmlformats.org/officeDocument/2006/relationships" id="265" r:id="Re217a34f8aa64a6f"/>
    <p:sldId xmlns:r="http://schemas.openxmlformats.org/officeDocument/2006/relationships" id="266" r:id="Rda67bc545beb499e"/>
    <p:sldId xmlns:r="http://schemas.openxmlformats.org/officeDocument/2006/relationships" id="267" r:id="R98b0265d5fed4c7a"/>
    <p:sldId xmlns:r="http://schemas.openxmlformats.org/officeDocument/2006/relationships" id="268" r:id="R377cba254c85472a"/>
    <p:sldId xmlns:r="http://schemas.openxmlformats.org/officeDocument/2006/relationships" id="269" r:id="Rf00d7a35f7424a4f"/>
    <p:sldId xmlns:r="http://schemas.openxmlformats.org/officeDocument/2006/relationships" id="270" r:id="R2f89120b14094678"/>
    <p:sldId xmlns:r="http://schemas.openxmlformats.org/officeDocument/2006/relationships" id="271" r:id="R3b776e63615048f2"/>
    <p:sldId xmlns:r="http://schemas.openxmlformats.org/officeDocument/2006/relationships" id="272" r:id="R5d5b0fb255bc4b0b"/>
    <p:sldId xmlns:r="http://schemas.openxmlformats.org/officeDocument/2006/relationships" id="273" r:id="R6ead38f8256a4890"/>
    <p:sldId xmlns:r="http://schemas.openxmlformats.org/officeDocument/2006/relationships" id="274" r:id="Ra16100fc805e4ed4"/>
    <p:sldId xmlns:r="http://schemas.openxmlformats.org/officeDocument/2006/relationships" id="275" r:id="R6e59e5ec9edf46b8"/>
    <p:sldId xmlns:r="http://schemas.openxmlformats.org/officeDocument/2006/relationships" id="276" r:id="R5f07dc49f4084d5b"/>
    <p:sldId xmlns:r="http://schemas.openxmlformats.org/officeDocument/2006/relationships" id="277" r:id="R34b6e3178ca344f6"/>
    <p:sldId xmlns:r="http://schemas.openxmlformats.org/officeDocument/2006/relationships" id="278" r:id="R46a32eb7d3574f7a"/>
    <p:sldId xmlns:r="http://schemas.openxmlformats.org/officeDocument/2006/relationships" id="279" r:id="Re0ab412247164f39"/>
    <p:sldId xmlns:r="http://schemas.openxmlformats.org/officeDocument/2006/relationships" id="280" r:id="R65d6dfa6d5fc49f2"/>
    <p:sldId xmlns:r="http://schemas.openxmlformats.org/officeDocument/2006/relationships" id="281" r:id="R6ff89da93e6a4b13"/>
    <p:sldId xmlns:r="http://schemas.openxmlformats.org/officeDocument/2006/relationships" id="282" r:id="Rf36c686104284579"/>
    <p:sldId xmlns:r="http://schemas.openxmlformats.org/officeDocument/2006/relationships" id="283" r:id="Rd326ade8b8cc4582"/>
    <p:sldId xmlns:r="http://schemas.openxmlformats.org/officeDocument/2006/relationships" id="284" r:id="R89abccb7a9324667"/>
    <p:sldId xmlns:r="http://schemas.openxmlformats.org/officeDocument/2006/relationships" id="285" r:id="R6d942f4c93dd4942"/>
    <p:sldId xmlns:r="http://schemas.openxmlformats.org/officeDocument/2006/relationships" id="286" r:id="R9522cb63ed6a4631"/>
    <p:sldId xmlns:r="http://schemas.openxmlformats.org/officeDocument/2006/relationships" id="287" r:id="Rf3722bbc231f46ec"/>
    <p:sldId xmlns:r="http://schemas.openxmlformats.org/officeDocument/2006/relationships" id="288" r:id="Rfa4b1d89da014c82"/>
    <p:sldId xmlns:r="http://schemas.openxmlformats.org/officeDocument/2006/relationships" id="289" r:id="Rbc642bb719b4479e"/>
    <p:sldId xmlns:r="http://schemas.openxmlformats.org/officeDocument/2006/relationships" id="290" r:id="Re4a484d13b92456a"/>
    <p:sldId xmlns:r="http://schemas.openxmlformats.org/officeDocument/2006/relationships" id="291" r:id="R5ad1b8dab7674307"/>
    <p:sldId xmlns:r="http://schemas.openxmlformats.org/officeDocument/2006/relationships" id="292" r:id="R1e245ccf43824032"/>
    <p:sldId xmlns:r="http://schemas.openxmlformats.org/officeDocument/2006/relationships" id="293" r:id="R21b09b03df924549"/>
    <p:sldId xmlns:r="http://schemas.openxmlformats.org/officeDocument/2006/relationships" id="294" r:id="Rc004973d9eb844db"/>
    <p:sldId xmlns:r="http://schemas.openxmlformats.org/officeDocument/2006/relationships" id="295" r:id="R69e939d0473c4796"/>
    <p:sldId xmlns:r="http://schemas.openxmlformats.org/officeDocument/2006/relationships" id="296" r:id="R6c23fa67312a48e5"/>
    <p:sldId xmlns:r="http://schemas.openxmlformats.org/officeDocument/2006/relationships" id="297" r:id="Rc4caf09410da4ac1"/>
    <p:sldId xmlns:r="http://schemas.openxmlformats.org/officeDocument/2006/relationships" id="298" r:id="Rcef537eb0a8d474d"/>
    <p:sldId xmlns:r="http://schemas.openxmlformats.org/officeDocument/2006/relationships" id="299" r:id="R657adec5c3f04f81"/>
    <p:sldId xmlns:r="http://schemas.openxmlformats.org/officeDocument/2006/relationships" id="300" r:id="R33317780047e444f"/>
    <p:sldId xmlns:r="http://schemas.openxmlformats.org/officeDocument/2006/relationships" id="301" r:id="R605a2a749d4a4bbc"/>
    <p:sldId xmlns:r="http://schemas.openxmlformats.org/officeDocument/2006/relationships" id="302" r:id="Raa5bdf46a7a14fbc"/>
    <p:sldId xmlns:r="http://schemas.openxmlformats.org/officeDocument/2006/relationships" id="303" r:id="R29bd5b9d1c2a4ae6"/>
    <p:sldId xmlns:r="http://schemas.openxmlformats.org/officeDocument/2006/relationships" id="304" r:id="R06ecc125640f4bae"/>
    <p:sldId xmlns:r="http://schemas.openxmlformats.org/officeDocument/2006/relationships" id="305" r:id="R11571bb9d58c420b"/>
    <p:sldId xmlns:r="http://schemas.openxmlformats.org/officeDocument/2006/relationships" id="306" r:id="R49fda5084a814a9c"/>
    <p:sldId xmlns:r="http://schemas.openxmlformats.org/officeDocument/2006/relationships" id="307" r:id="R2386b072abc04209"/>
    <p:sldId xmlns:r="http://schemas.openxmlformats.org/officeDocument/2006/relationships" id="308" r:id="R83a39f5ae52a443f"/>
    <p:sldId xmlns:r="http://schemas.openxmlformats.org/officeDocument/2006/relationships" id="309" r:id="Rde34b858fa994cf0"/>
    <p:sldId xmlns:r="http://schemas.openxmlformats.org/officeDocument/2006/relationships" id="310" r:id="R713d8fbb85914b40"/>
    <p:sldId xmlns:r="http://schemas.openxmlformats.org/officeDocument/2006/relationships" id="311" r:id="R6f02d5f02bf84b2f"/>
    <p:sldId xmlns:r="http://schemas.openxmlformats.org/officeDocument/2006/relationships" id="312" r:id="R71dcd40f3e404a42"/>
    <p:sldId xmlns:r="http://schemas.openxmlformats.org/officeDocument/2006/relationships" id="313" r:id="Rb5f163139f284b98"/>
    <p:sldId xmlns:r="http://schemas.openxmlformats.org/officeDocument/2006/relationships" id="314" r:id="R016308b526a84976"/>
    <p:sldId xmlns:r="http://schemas.openxmlformats.org/officeDocument/2006/relationships" id="315" r:id="Rcdefb1463ade4dea"/>
    <p:sldId xmlns:r="http://schemas.openxmlformats.org/officeDocument/2006/relationships" id="316" r:id="R3f772b1fd59542a3"/>
    <p:sldId xmlns:r="http://schemas.openxmlformats.org/officeDocument/2006/relationships" id="317" r:id="Ra63914af5f404347"/>
    <p:sldId xmlns:r="http://schemas.openxmlformats.org/officeDocument/2006/relationships" id="318" r:id="R5a1606e8af394f43"/>
    <p:sldId xmlns:r="http://schemas.openxmlformats.org/officeDocument/2006/relationships" id="319" r:id="Rb50b5152053e4d50"/>
    <p:sldId xmlns:r="http://schemas.openxmlformats.org/officeDocument/2006/relationships" id="320" r:id="R77ea95ea3923498e"/>
    <p:sldId xmlns:r="http://schemas.openxmlformats.org/officeDocument/2006/relationships" id="321" r:id="R0243aa376ca44b38"/>
    <p:sldId xmlns:r="http://schemas.openxmlformats.org/officeDocument/2006/relationships" id="322" r:id="R5a4d95f2be434f99"/>
    <p:sldId xmlns:r="http://schemas.openxmlformats.org/officeDocument/2006/relationships" id="323" r:id="R7b5ddf13f08e4f7d"/>
    <p:sldId xmlns:r="http://schemas.openxmlformats.org/officeDocument/2006/relationships" id="324" r:id="R8abae9c5032d4a5d"/>
    <p:sldId xmlns:r="http://schemas.openxmlformats.org/officeDocument/2006/relationships" id="325" r:id="R56eb22b6bf7647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21f4152f7148c6" /><Relationship Type="http://schemas.openxmlformats.org/officeDocument/2006/relationships/slideMaster" Target="/ppt/slideMasters/slideMaster1.xml" Id="R389623655cdc4e22" /><Relationship Type="http://schemas.openxmlformats.org/officeDocument/2006/relationships/notesMaster" Target="/ppt/notesMasters/notesMaster1.xml" Id="R61075ccf52764911" /><Relationship Type="http://schemas.openxmlformats.org/officeDocument/2006/relationships/presProps" Target="/ppt/presProps.xml" Id="R835e1fae089c4795" /><Relationship Type="http://schemas.openxmlformats.org/officeDocument/2006/relationships/tableStyles" Target="/ppt/tableStyles.xml" Id="R1c9142c9a3bb4183" /><Relationship Type="http://schemas.openxmlformats.org/officeDocument/2006/relationships/slide" Target="/ppt/slides/slide1.xml" Id="Rcf769179a6044ac3" /><Relationship Type="http://schemas.openxmlformats.org/officeDocument/2006/relationships/slide" Target="/ppt/slides/slide2.xml" Id="Rf9b368ca6e314216" /><Relationship Type="http://schemas.openxmlformats.org/officeDocument/2006/relationships/slide" Target="/ppt/slides/slide3.xml" Id="Readdbc1d8e2c43c3" /><Relationship Type="http://schemas.openxmlformats.org/officeDocument/2006/relationships/slide" Target="/ppt/slides/slide4.xml" Id="Rd782a0a539ba4f08" /><Relationship Type="http://schemas.openxmlformats.org/officeDocument/2006/relationships/slide" Target="/ppt/slides/slide5.xml" Id="R029e6756e8fe4f00" /><Relationship Type="http://schemas.openxmlformats.org/officeDocument/2006/relationships/slide" Target="/ppt/slides/slide6.xml" Id="R0fb84805e58944a3" /><Relationship Type="http://schemas.openxmlformats.org/officeDocument/2006/relationships/slide" Target="/ppt/slides/slide7.xml" Id="Rd736dcb3e35b4734" /><Relationship Type="http://schemas.openxmlformats.org/officeDocument/2006/relationships/slide" Target="/ppt/slides/slide8.xml" Id="R1563a0f892b6483c" /><Relationship Type="http://schemas.openxmlformats.org/officeDocument/2006/relationships/slide" Target="/ppt/slides/slide9.xml" Id="R06ca105931004797" /><Relationship Type="http://schemas.openxmlformats.org/officeDocument/2006/relationships/slide" Target="/ppt/slides/slide10.xml" Id="Re217a34f8aa64a6f" /><Relationship Type="http://schemas.openxmlformats.org/officeDocument/2006/relationships/slide" Target="/ppt/slides/slide11.xml" Id="Rda67bc545beb499e" /><Relationship Type="http://schemas.openxmlformats.org/officeDocument/2006/relationships/slide" Target="/ppt/slides/slide12.xml" Id="R98b0265d5fed4c7a" /><Relationship Type="http://schemas.openxmlformats.org/officeDocument/2006/relationships/slide" Target="/ppt/slides/slide13.xml" Id="R377cba254c85472a" /><Relationship Type="http://schemas.openxmlformats.org/officeDocument/2006/relationships/slide" Target="/ppt/slides/slide14.xml" Id="Rf00d7a35f7424a4f" /><Relationship Type="http://schemas.openxmlformats.org/officeDocument/2006/relationships/slide" Target="/ppt/slides/slide15.xml" Id="R2f89120b14094678" /><Relationship Type="http://schemas.openxmlformats.org/officeDocument/2006/relationships/slide" Target="/ppt/slides/slide16.xml" Id="R3b776e63615048f2" /><Relationship Type="http://schemas.openxmlformats.org/officeDocument/2006/relationships/slide" Target="/ppt/slides/slide17.xml" Id="R5d5b0fb255bc4b0b" /><Relationship Type="http://schemas.openxmlformats.org/officeDocument/2006/relationships/slide" Target="/ppt/slides/slide18.xml" Id="R6ead38f8256a4890" /><Relationship Type="http://schemas.openxmlformats.org/officeDocument/2006/relationships/slide" Target="/ppt/slides/slide19.xml" Id="Ra16100fc805e4ed4" /><Relationship Type="http://schemas.openxmlformats.org/officeDocument/2006/relationships/slide" Target="/ppt/slides/slide20.xml" Id="R6e59e5ec9edf46b8" /><Relationship Type="http://schemas.openxmlformats.org/officeDocument/2006/relationships/slide" Target="/ppt/slides/slide21.xml" Id="R5f07dc49f4084d5b" /><Relationship Type="http://schemas.openxmlformats.org/officeDocument/2006/relationships/slide" Target="/ppt/slides/slide22.xml" Id="R34b6e3178ca344f6" /><Relationship Type="http://schemas.openxmlformats.org/officeDocument/2006/relationships/slide" Target="/ppt/slides/slide23.xml" Id="R46a32eb7d3574f7a" /><Relationship Type="http://schemas.openxmlformats.org/officeDocument/2006/relationships/slide" Target="/ppt/slides/slide24.xml" Id="Re0ab412247164f39" /><Relationship Type="http://schemas.openxmlformats.org/officeDocument/2006/relationships/slide" Target="/ppt/slides/slide25.xml" Id="R65d6dfa6d5fc49f2" /><Relationship Type="http://schemas.openxmlformats.org/officeDocument/2006/relationships/slide" Target="/ppt/slides/slide26.xml" Id="R6ff89da93e6a4b13" /><Relationship Type="http://schemas.openxmlformats.org/officeDocument/2006/relationships/slide" Target="/ppt/slides/slide27.xml" Id="Rf36c686104284579" /><Relationship Type="http://schemas.openxmlformats.org/officeDocument/2006/relationships/slide" Target="/ppt/slides/slide28.xml" Id="Rd326ade8b8cc4582" /><Relationship Type="http://schemas.openxmlformats.org/officeDocument/2006/relationships/slide" Target="/ppt/slides/slide29.xml" Id="R89abccb7a9324667" /><Relationship Type="http://schemas.openxmlformats.org/officeDocument/2006/relationships/slide" Target="/ppt/slides/slide30.xml" Id="R6d942f4c93dd4942" /><Relationship Type="http://schemas.openxmlformats.org/officeDocument/2006/relationships/slide" Target="/ppt/slides/slide31.xml" Id="R9522cb63ed6a4631" /><Relationship Type="http://schemas.openxmlformats.org/officeDocument/2006/relationships/slide" Target="/ppt/slides/slide32.xml" Id="Rf3722bbc231f46ec" /><Relationship Type="http://schemas.openxmlformats.org/officeDocument/2006/relationships/slide" Target="/ppt/slides/slide33.xml" Id="Rfa4b1d89da014c82" /><Relationship Type="http://schemas.openxmlformats.org/officeDocument/2006/relationships/slide" Target="/ppt/slides/slide34.xml" Id="Rbc642bb719b4479e" /><Relationship Type="http://schemas.openxmlformats.org/officeDocument/2006/relationships/slide" Target="/ppt/slides/slide35.xml" Id="Re4a484d13b92456a" /><Relationship Type="http://schemas.openxmlformats.org/officeDocument/2006/relationships/slide" Target="/ppt/slides/slide36.xml" Id="R5ad1b8dab7674307" /><Relationship Type="http://schemas.openxmlformats.org/officeDocument/2006/relationships/slide" Target="/ppt/slides/slide37.xml" Id="R1e245ccf43824032" /><Relationship Type="http://schemas.openxmlformats.org/officeDocument/2006/relationships/slide" Target="/ppt/slides/slide38.xml" Id="R21b09b03df924549" /><Relationship Type="http://schemas.openxmlformats.org/officeDocument/2006/relationships/slide" Target="/ppt/slides/slide39.xml" Id="Rc004973d9eb844db" /><Relationship Type="http://schemas.openxmlformats.org/officeDocument/2006/relationships/slide" Target="/ppt/slides/slide40.xml" Id="R69e939d0473c4796" /><Relationship Type="http://schemas.openxmlformats.org/officeDocument/2006/relationships/slide" Target="/ppt/slides/slide41.xml" Id="R6c23fa67312a48e5" /><Relationship Type="http://schemas.openxmlformats.org/officeDocument/2006/relationships/slide" Target="/ppt/slides/slide42.xml" Id="Rc4caf09410da4ac1" /><Relationship Type="http://schemas.openxmlformats.org/officeDocument/2006/relationships/slide" Target="/ppt/slides/slide43.xml" Id="Rcef537eb0a8d474d" /><Relationship Type="http://schemas.openxmlformats.org/officeDocument/2006/relationships/slide" Target="/ppt/slides/slide44.xml" Id="R657adec5c3f04f81" /><Relationship Type="http://schemas.openxmlformats.org/officeDocument/2006/relationships/slide" Target="/ppt/slides/slide45.xml" Id="R33317780047e444f" /><Relationship Type="http://schemas.openxmlformats.org/officeDocument/2006/relationships/slide" Target="/ppt/slides/slide46.xml" Id="R605a2a749d4a4bbc" /><Relationship Type="http://schemas.openxmlformats.org/officeDocument/2006/relationships/slide" Target="/ppt/slides/slide47.xml" Id="Raa5bdf46a7a14fbc" /><Relationship Type="http://schemas.openxmlformats.org/officeDocument/2006/relationships/slide" Target="/ppt/slides/slide48.xml" Id="R29bd5b9d1c2a4ae6" /><Relationship Type="http://schemas.openxmlformats.org/officeDocument/2006/relationships/slide" Target="/ppt/slides/slide49.xml" Id="R06ecc125640f4bae" /><Relationship Type="http://schemas.openxmlformats.org/officeDocument/2006/relationships/slide" Target="/ppt/slides/slide50.xml" Id="R11571bb9d58c420b" /><Relationship Type="http://schemas.openxmlformats.org/officeDocument/2006/relationships/slide" Target="/ppt/slides/slide51.xml" Id="R49fda5084a814a9c" /><Relationship Type="http://schemas.openxmlformats.org/officeDocument/2006/relationships/slide" Target="/ppt/slides/slide52.xml" Id="R2386b072abc04209" /><Relationship Type="http://schemas.openxmlformats.org/officeDocument/2006/relationships/slide" Target="/ppt/slides/slide53.xml" Id="R83a39f5ae52a443f" /><Relationship Type="http://schemas.openxmlformats.org/officeDocument/2006/relationships/slide" Target="/ppt/slides/slide54.xml" Id="Rde34b858fa994cf0" /><Relationship Type="http://schemas.openxmlformats.org/officeDocument/2006/relationships/slide" Target="/ppt/slides/slide55.xml" Id="R713d8fbb85914b40" /><Relationship Type="http://schemas.openxmlformats.org/officeDocument/2006/relationships/slide" Target="/ppt/slides/slide56.xml" Id="R6f02d5f02bf84b2f" /><Relationship Type="http://schemas.openxmlformats.org/officeDocument/2006/relationships/slide" Target="/ppt/slides/slide57.xml" Id="R71dcd40f3e404a42" /><Relationship Type="http://schemas.openxmlformats.org/officeDocument/2006/relationships/slide" Target="/ppt/slides/slide58.xml" Id="Rb5f163139f284b98" /><Relationship Type="http://schemas.openxmlformats.org/officeDocument/2006/relationships/slide" Target="/ppt/slides/slide59.xml" Id="R016308b526a84976" /><Relationship Type="http://schemas.openxmlformats.org/officeDocument/2006/relationships/slide" Target="/ppt/slides/slide60.xml" Id="Rcdefb1463ade4dea" /><Relationship Type="http://schemas.openxmlformats.org/officeDocument/2006/relationships/slide" Target="/ppt/slides/slide61.xml" Id="R3f772b1fd59542a3" /><Relationship Type="http://schemas.openxmlformats.org/officeDocument/2006/relationships/slide" Target="/ppt/slides/slide62.xml" Id="Ra63914af5f404347" /><Relationship Type="http://schemas.openxmlformats.org/officeDocument/2006/relationships/slide" Target="/ppt/slides/slide63.xml" Id="R5a1606e8af394f43" /><Relationship Type="http://schemas.openxmlformats.org/officeDocument/2006/relationships/slide" Target="/ppt/slides/slide64.xml" Id="Rb50b5152053e4d50" /><Relationship Type="http://schemas.openxmlformats.org/officeDocument/2006/relationships/slide" Target="/ppt/slides/slide65.xml" Id="R77ea95ea3923498e" /><Relationship Type="http://schemas.openxmlformats.org/officeDocument/2006/relationships/slide" Target="/ppt/slides/slide66.xml" Id="R0243aa376ca44b38" /><Relationship Type="http://schemas.openxmlformats.org/officeDocument/2006/relationships/slide" Target="/ppt/slides/slide67.xml" Id="R5a4d95f2be434f99" /><Relationship Type="http://schemas.openxmlformats.org/officeDocument/2006/relationships/slide" Target="/ppt/slides/slide68.xml" Id="R7b5ddf13f08e4f7d" /><Relationship Type="http://schemas.openxmlformats.org/officeDocument/2006/relationships/slide" Target="/ppt/slides/slide69.xml" Id="R8abae9c5032d4a5d" /><Relationship Type="http://schemas.openxmlformats.org/officeDocument/2006/relationships/slide" Target="/ppt/slides/slide70.xml" Id="R56eb22b6bf7647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b6eec6c4c944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c949b5d7a04ddc" /><Relationship Type="http://schemas.openxmlformats.org/officeDocument/2006/relationships/notesMaster" Target="/ppt/notesMasters/notesMaster1.xml" Id="R1b50570347e94c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be7417571954ee8" /><Relationship Type="http://schemas.openxmlformats.org/officeDocument/2006/relationships/notesMaster" Target="/ppt/notesMasters/notesMaster1.xml" Id="R25ba2a94f20a459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e0ab55fd6045fc" /><Relationship Type="http://schemas.openxmlformats.org/officeDocument/2006/relationships/notesMaster" Target="/ppt/notesMasters/notesMaster1.xml" Id="R76cd0a0c2188460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b93ca2554a4ddc" /><Relationship Type="http://schemas.openxmlformats.org/officeDocument/2006/relationships/notesMaster" Target="/ppt/notesMasters/notesMaster1.xml" Id="R7cbe4009b7bd4e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9bca8f1a154e4f" /><Relationship Type="http://schemas.openxmlformats.org/officeDocument/2006/relationships/notesMaster" Target="/ppt/notesMasters/notesMaster1.xml" Id="R4dcc27712791442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c56f62125b94976" /><Relationship Type="http://schemas.openxmlformats.org/officeDocument/2006/relationships/notesMaster" Target="/ppt/notesMasters/notesMaster1.xml" Id="R1e9473d2974744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efc538a1b94010" /><Relationship Type="http://schemas.openxmlformats.org/officeDocument/2006/relationships/notesMaster" Target="/ppt/notesMasters/notesMaster1.xml" Id="Re03f08c120e648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f62f1930364071" /><Relationship Type="http://schemas.openxmlformats.org/officeDocument/2006/relationships/notesMaster" Target="/ppt/notesMasters/notesMaster1.xml" Id="Rb04cb3153df347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da4b08aaf14f0a" /><Relationship Type="http://schemas.openxmlformats.org/officeDocument/2006/relationships/notesMaster" Target="/ppt/notesMasters/notesMaster1.xml" Id="R70789ebe309449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47c96c604c4951" /><Relationship Type="http://schemas.openxmlformats.org/officeDocument/2006/relationships/notesMaster" Target="/ppt/notesMasters/notesMaster1.xml" Id="R25b9711c5886412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c31bb264b564884" /><Relationship Type="http://schemas.openxmlformats.org/officeDocument/2006/relationships/notesMaster" Target="/ppt/notesMasters/notesMaster1.xml" Id="Rcdca7b1500fa4d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34089a975c74ffe" /><Relationship Type="http://schemas.openxmlformats.org/officeDocument/2006/relationships/notesMaster" Target="/ppt/notesMasters/notesMaster1.xml" Id="Rea19fab703db457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b6d508a57d430f" /><Relationship Type="http://schemas.openxmlformats.org/officeDocument/2006/relationships/notesMaster" Target="/ppt/notesMasters/notesMaster1.xml" Id="R7acb2606812b447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0ebee1e1444c75" /><Relationship Type="http://schemas.openxmlformats.org/officeDocument/2006/relationships/notesMaster" Target="/ppt/notesMasters/notesMaster1.xml" Id="R4518cb75cf5049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98658eeff474788" /><Relationship Type="http://schemas.openxmlformats.org/officeDocument/2006/relationships/notesMaster" Target="/ppt/notesMasters/notesMaster1.xml" Id="Rf9cea91faf8846d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c289a2f56d4ba4" /><Relationship Type="http://schemas.openxmlformats.org/officeDocument/2006/relationships/notesMaster" Target="/ppt/notesMasters/notesMaster1.xml" Id="Rf7a10851f74643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52baa2ff2cd4d70" /><Relationship Type="http://schemas.openxmlformats.org/officeDocument/2006/relationships/notesMaster" Target="/ppt/notesMasters/notesMaster1.xml" Id="Rc21f9529138348e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76167cbd76642a5" /><Relationship Type="http://schemas.openxmlformats.org/officeDocument/2006/relationships/notesMaster" Target="/ppt/notesMasters/notesMaster1.xml" Id="R92a5bad187604be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415c95ddec4550" /><Relationship Type="http://schemas.openxmlformats.org/officeDocument/2006/relationships/notesMaster" Target="/ppt/notesMasters/notesMaster1.xml" Id="R749f46ae636d466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65d5b1c872cb46cd" /><Relationship Type="http://schemas.openxmlformats.org/officeDocument/2006/relationships/notesMaster" Target="/ppt/notesMasters/notesMaster1.xml" Id="R662214281c10418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ffb4573c9f549e7" /><Relationship Type="http://schemas.openxmlformats.org/officeDocument/2006/relationships/notesMaster" Target="/ppt/notesMasters/notesMaster1.xml" Id="R51710d549134497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8ef35beef754076" /><Relationship Type="http://schemas.openxmlformats.org/officeDocument/2006/relationships/notesMaster" Target="/ppt/notesMasters/notesMaster1.xml" Id="Rf3e71d2b36c04ca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437e280d54c434f" /><Relationship Type="http://schemas.openxmlformats.org/officeDocument/2006/relationships/notesMaster" Target="/ppt/notesMasters/notesMaster1.xml" Id="Rdcc1cf78b7d3491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1dc2a9c3fe947ab" /><Relationship Type="http://schemas.openxmlformats.org/officeDocument/2006/relationships/notesMaster" Target="/ppt/notesMasters/notesMaster1.xml" Id="R6c552cdd53354c2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09dc35920184e6f" /><Relationship Type="http://schemas.openxmlformats.org/officeDocument/2006/relationships/notesMaster" Target="/ppt/notesMasters/notesMaster1.xml" Id="Ra9999f346bea44a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6d1982e8598455e" /><Relationship Type="http://schemas.openxmlformats.org/officeDocument/2006/relationships/notesMaster" Target="/ppt/notesMasters/notesMaster1.xml" Id="Rf348c1ed3e724d5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7ebbf32dcc584c65" /><Relationship Type="http://schemas.openxmlformats.org/officeDocument/2006/relationships/notesMaster" Target="/ppt/notesMasters/notesMaster1.xml" Id="R205744f840ef466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c31591e7024b4252" /><Relationship Type="http://schemas.openxmlformats.org/officeDocument/2006/relationships/notesMaster" Target="/ppt/notesMasters/notesMaster1.xml" Id="Raa0f7c7c65564702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36361a1d8614eab" /><Relationship Type="http://schemas.openxmlformats.org/officeDocument/2006/relationships/notesMaster" Target="/ppt/notesMasters/notesMaster1.xml" Id="R8a32d496240440b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9987bc2b49a4069" /><Relationship Type="http://schemas.openxmlformats.org/officeDocument/2006/relationships/notesMaster" Target="/ppt/notesMasters/notesMaster1.xml" Id="Rdd10f19b62494404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b625e0c8aa04fbc" /><Relationship Type="http://schemas.openxmlformats.org/officeDocument/2006/relationships/notesMaster" Target="/ppt/notesMasters/notesMaster1.xml" Id="R9794dfb061e54b0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28508663f214e3f" /><Relationship Type="http://schemas.openxmlformats.org/officeDocument/2006/relationships/notesMaster" Target="/ppt/notesMasters/notesMaster1.xml" Id="Rfed94629251a4457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b695eeaa9854a6e" /><Relationship Type="http://schemas.openxmlformats.org/officeDocument/2006/relationships/notesMaster" Target="/ppt/notesMasters/notesMaster1.xml" Id="R261245ce66034f2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acc3a62cfdcd46fe" /><Relationship Type="http://schemas.openxmlformats.org/officeDocument/2006/relationships/notesMaster" Target="/ppt/notesMasters/notesMaster1.xml" Id="Re3972b251f184fc1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e36ec16c33042cb" /><Relationship Type="http://schemas.openxmlformats.org/officeDocument/2006/relationships/notesMaster" Target="/ppt/notesMasters/notesMaster1.xml" Id="Re24b4f6bc396440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075386df42dc4b8e" /><Relationship Type="http://schemas.openxmlformats.org/officeDocument/2006/relationships/notesMaster" Target="/ppt/notesMasters/notesMaster1.xml" Id="R09935189c7824cc8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9e9f82f928242a9" /><Relationship Type="http://schemas.openxmlformats.org/officeDocument/2006/relationships/notesMaster" Target="/ppt/notesMasters/notesMaster1.xml" Id="R284bfbb851234b87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80658c9752c74b4c" /><Relationship Type="http://schemas.openxmlformats.org/officeDocument/2006/relationships/notesMaster" Target="/ppt/notesMasters/notesMaster1.xml" Id="R5029e1327d354b79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799b9cf8054246c8" /><Relationship Type="http://schemas.openxmlformats.org/officeDocument/2006/relationships/notesMaster" Target="/ppt/notesMasters/notesMaster1.xml" Id="Rf1309cad74364a60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90e0aa0f96574f6d" /><Relationship Type="http://schemas.openxmlformats.org/officeDocument/2006/relationships/notesMaster" Target="/ppt/notesMasters/notesMaster1.xml" Id="R2eb12067ebf54df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868d68e65fa64739" /><Relationship Type="http://schemas.openxmlformats.org/officeDocument/2006/relationships/notesMaster" Target="/ppt/notesMasters/notesMaster1.xml" Id="R7f79f164170d4e84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3b5e44897c0a4275" /><Relationship Type="http://schemas.openxmlformats.org/officeDocument/2006/relationships/notesMaster" Target="/ppt/notesMasters/notesMaster1.xml" Id="Refe1e7a15c0145a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6779b0c8877f45b6" /><Relationship Type="http://schemas.openxmlformats.org/officeDocument/2006/relationships/notesMaster" Target="/ppt/notesMasters/notesMaster1.xml" Id="Rc7a5a39cd5644eac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8dde095cd6d491b" /><Relationship Type="http://schemas.openxmlformats.org/officeDocument/2006/relationships/notesMaster" Target="/ppt/notesMasters/notesMaster1.xml" Id="R7ab29cc5e2644a7d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1f141b227cc4aa9" /><Relationship Type="http://schemas.openxmlformats.org/officeDocument/2006/relationships/notesMaster" Target="/ppt/notesMasters/notesMaster1.xml" Id="R183537688b2c423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c85b3f09f76a4697" /><Relationship Type="http://schemas.openxmlformats.org/officeDocument/2006/relationships/notesMaster" Target="/ppt/notesMasters/notesMaster1.xml" Id="R9e38fdfa78154c8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daa9f4d88c4941d7" /><Relationship Type="http://schemas.openxmlformats.org/officeDocument/2006/relationships/notesMaster" Target="/ppt/notesMasters/notesMaster1.xml" Id="Re486883f362440a8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123413d4a5d46a9" /><Relationship Type="http://schemas.openxmlformats.org/officeDocument/2006/relationships/notesMaster" Target="/ppt/notesMasters/notesMaster1.xml" Id="R0fe19714a1f14a02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a67f506b665c40cd" /><Relationship Type="http://schemas.openxmlformats.org/officeDocument/2006/relationships/notesMaster" Target="/ppt/notesMasters/notesMaster1.xml" Id="R51c122b7e2ce42dc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8e0f4d9cdec749b8" /><Relationship Type="http://schemas.openxmlformats.org/officeDocument/2006/relationships/notesMaster" Target="/ppt/notesMasters/notesMaster1.xml" Id="R6acdcbf074924b73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28f3013d105140c9" /><Relationship Type="http://schemas.openxmlformats.org/officeDocument/2006/relationships/notesMaster" Target="/ppt/notesMasters/notesMaster1.xml" Id="Rb3006f90105e439d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aa739d7afc014cc4" /><Relationship Type="http://schemas.openxmlformats.org/officeDocument/2006/relationships/notesMaster" Target="/ppt/notesMasters/notesMaster1.xml" Id="Rb5eda6fa0e9d4aed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abb2d78d42140ba" /><Relationship Type="http://schemas.openxmlformats.org/officeDocument/2006/relationships/notesMaster" Target="/ppt/notesMasters/notesMaster1.xml" Id="R5f9b6fe291224de5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f907dc90a14f4da5" /><Relationship Type="http://schemas.openxmlformats.org/officeDocument/2006/relationships/notesMaster" Target="/ppt/notesMasters/notesMaster1.xml" Id="R0e4e09c00a0349fb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e783bd17c204543" /><Relationship Type="http://schemas.openxmlformats.org/officeDocument/2006/relationships/notesMaster" Target="/ppt/notesMasters/notesMaster1.xml" Id="R0d32b449af7049a2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5422038fe7b44130" /><Relationship Type="http://schemas.openxmlformats.org/officeDocument/2006/relationships/notesMaster" Target="/ppt/notesMasters/notesMaster1.xml" Id="Re723a209c8794188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6ab4e3d4c09b483d" /><Relationship Type="http://schemas.openxmlformats.org/officeDocument/2006/relationships/notesMaster" Target="/ppt/notesMasters/notesMaster1.xml" Id="R56280651713e402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493956afb12c4447" /><Relationship Type="http://schemas.openxmlformats.org/officeDocument/2006/relationships/notesMaster" Target="/ppt/notesMasters/notesMaster1.xml" Id="R797712a3afb146bf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7a39282d5c414126" /><Relationship Type="http://schemas.openxmlformats.org/officeDocument/2006/relationships/notesMaster" Target="/ppt/notesMasters/notesMaster1.xml" Id="R253623854a5a4495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d6681693e73641df" /><Relationship Type="http://schemas.openxmlformats.org/officeDocument/2006/relationships/notesMaster" Target="/ppt/notesMasters/notesMaster1.xml" Id="R158333944fc54065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d0bfaf4130634b85" /><Relationship Type="http://schemas.openxmlformats.org/officeDocument/2006/relationships/notesMaster" Target="/ppt/notesMasters/notesMaster1.xml" Id="Rb806d8f77290440e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1f93273d20c844d9" /><Relationship Type="http://schemas.openxmlformats.org/officeDocument/2006/relationships/notesMaster" Target="/ppt/notesMasters/notesMaster1.xml" Id="Rc6b08891ef864bf0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917e4e5c7e1146f1" /><Relationship Type="http://schemas.openxmlformats.org/officeDocument/2006/relationships/notesMaster" Target="/ppt/notesMasters/notesMaster1.xml" Id="R0334e20251ae4300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87569173c59541ee" /><Relationship Type="http://schemas.openxmlformats.org/officeDocument/2006/relationships/notesMaster" Target="/ppt/notesMasters/notesMaster1.xml" Id="Rc4f831eb689f4fcb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a32303b1579e416c" /><Relationship Type="http://schemas.openxmlformats.org/officeDocument/2006/relationships/notesMaster" Target="/ppt/notesMasters/notesMaster1.xml" Id="R4b4995c1f9a64ff1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d06579f9f91d4034" /><Relationship Type="http://schemas.openxmlformats.org/officeDocument/2006/relationships/notesMaster" Target="/ppt/notesMasters/notesMaster1.xml" Id="R0995772beb27479f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c1fbba49318248ea" /><Relationship Type="http://schemas.openxmlformats.org/officeDocument/2006/relationships/notesMaster" Target="/ppt/notesMasters/notesMaster1.xml" Id="R2c53769f4b7c4302" /></Relationships>
</file>

<file path=ppt/notesSlides/_rels/notesSlide68.xml.rels>&#65279;<?xml version="1.0" encoding="utf-8"?><Relationships xmlns="http://schemas.openxmlformats.org/package/2006/relationships"><Relationship Type="http://schemas.openxmlformats.org/officeDocument/2006/relationships/slide" Target="/ppt/slides/slide68.xml" Id="Rbd83f21b18ca4e3b" /><Relationship Type="http://schemas.openxmlformats.org/officeDocument/2006/relationships/notesMaster" Target="/ppt/notesMasters/notesMaster1.xml" Id="R0c31860f949743d8" /></Relationships>
</file>

<file path=ppt/notesSlides/_rels/notesSlide69.xml.rels>&#65279;<?xml version="1.0" encoding="utf-8"?><Relationships xmlns="http://schemas.openxmlformats.org/package/2006/relationships"><Relationship Type="http://schemas.openxmlformats.org/officeDocument/2006/relationships/slide" Target="/ppt/slides/slide69.xml" Id="R1a19c94be18d42ec" /><Relationship Type="http://schemas.openxmlformats.org/officeDocument/2006/relationships/notesMaster" Target="/ppt/notesMasters/notesMaster1.xml" Id="R1bd13b852e9448a5" /></Relationships>
</file>

<file path=ppt/notesSlides/_rels/notesSlide70.xml.rels>&#65279;<?xml version="1.0" encoding="utf-8"?><Relationships xmlns="http://schemas.openxmlformats.org/package/2006/relationships"><Relationship Type="http://schemas.openxmlformats.org/officeDocument/2006/relationships/slide" Target="/ppt/slides/slide70.xml" Id="R9bb025f7237842ad" /><Relationship Type="http://schemas.openxmlformats.org/officeDocument/2006/relationships/notesMaster" Target="/ppt/notesMasters/notesMaster1.xml" Id="R8fbca0119d2648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目的はソルバーの宣伝ではなく、どの仮定がどの装置量へ伝播するかを定量的に示すことである。表紙の図は本資料で評価するEEDF応答曲面とGEC ICP平均エネルギー分布。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Repository data and source code listed throughout the deck</a:t>
            </a:r>
          </a:p>
          <a:p xmlns:a="http://schemas.openxmlformats.org/drawingml/2006/main">
            <a:r>
              <a:t>- Design reference: Tokyo Electron Q1 FY2027 Financial Announcement, https://www.tel.com/ir/library/report/i242su0000000goz-att/fy27q1presentations-e.pdf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主要結果。TVは total variation distance。ICPはoriginal COMSOLを含む全4ケースを同時刻1 msで比較した。混合MCの採否はv7最終campaignへv8のAr/N2・Ar/Cl2 100 Td再評価を反映。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outputs/argon_gec_icp/comsol_model_comparison/icp_comparison_summary.csv</a:t>
            </a:r>
          </a:p>
          <a:p xmlns:a="http://schemas.openxmlformats.org/drawingml/2006/main">
            <a:r>
              <a:t>- outputs/lxcat_swarm_validation/mc_refinement_v7/evaluation/README_ja.md</a:t>
            </a:r>
          </a:p>
          <a:p xmlns:a="http://schemas.openxmlformats.org/drawingml/2006/main">
            <a:r>
              <a:t>- outputs/lxcat_swarm_validation/mc_core_v8/evaluation/README_ja.md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三者の評価軸。物理モデルの高度さではなく、仮定・数値品質・装置KPIの証拠鎖が成立することを採用条件とする。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Hagelaar &amp; Pitchford, Plasma Sources Sci. Technol. 14 (2005) 722–733. DOI:10.1088/0963-0252/14/4/011</a:t>
            </a:r>
          </a:p>
          <a:p xmlns:a="http://schemas.openxmlformats.org/drawingml/2006/main">
            <a:r>
              <a:t>- Pitchford et al., Plasma Process. Polym. 14 (2017) 1600098. DOI:10.1002/ppap.201600098</a:t>
            </a:r>
          </a:p>
          <a:p xmlns:a="http://schemas.openxmlformats.org/drawingml/2006/main">
            <a:r>
              <a:t>- Godyak, Piejak &amp; Alexandrovich, Plasma Sources Sci. Technol. 11 (2002) 525–543. DOI:10.1088/0963-0252/11/4/320</a:t>
            </a:r>
          </a:p>
          <a:p xmlns:a="http://schemas.openxmlformats.org/drawingml/2006/main">
            <a:r>
              <a:t>- docs/physics_limitations.md</a:t>
            </a:r>
          </a:p>
          <a:p xmlns:a="http://schemas.openxmlformats.org/drawingml/2006/main">
            <a:r>
              <a:t>- docs/comsol_workflow.md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エビデンス階層。実験比較を行っていないためL5の妥当性は主張しない。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Pitchford et al., Plasma Process. Polym. 14 (2017) 1600098. DOI:10.1002/ppap.201600098</a:t>
            </a:r>
          </a:p>
          <a:p xmlns:a="http://schemas.openxmlformats.org/drawingml/2006/main">
            <a:r>
              <a:t>- docs/testing_and_benchmarks.md</a:t>
            </a:r>
          </a:p>
          <a:p xmlns:a="http://schemas.openxmlformats.org/drawingml/2006/main">
            <a:r>
              <a:t>- docs/comsol_workflow.md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共通の支配方程式。p(ε)はエネルギー確率密度として定義し、rate式の正規化を明示する。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Hagelaar &amp; Pitchford, Plasma Sources Sci. Technol. 14 (2005) 722–733. DOI:10.1088/0963-0252/14/4/011</a:t>
            </a:r>
          </a:p>
          <a:p xmlns:a="http://schemas.openxmlformats.org/drawingml/2006/main">
            <a:r>
              <a:t>- Leyh, Loffhagen &amp; Winkler, Comput. Phys. Commun. 113 (1998) 33–48. DOI:10.1016/S0010-4655(98)00062-9</a:t>
            </a:r>
          </a:p>
          <a:p xmlns:a="http://schemas.openxmlformats.org/drawingml/2006/main">
            <a:r>
              <a:t>- Longo, Plasma Sources Sci. Technol. 15 (2006) S181–S188. DOI:10.1088/0963-0252/15/4/S04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以降で使う記号。リポジトリのCOMSOL bundleはflux輸送量を契約する。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Hagelaar &amp; Pitchford, Plasma Sources Sci. Technol. 14 (2005) 722–733. DOI:10.1088/0963-0252/14/4/011</a:t>
            </a:r>
          </a:p>
          <a:p xmlns:a="http://schemas.openxmlformats.org/drawingml/2006/main">
            <a:r>
              <a:t>- White, Robson &amp; Ness, Phys. Rev. E 60 (1999) 7457. DOI:10.1103/PhysRevE.60.7457</a:t>
            </a:r>
          </a:p>
          <a:p xmlns:a="http://schemas.openxmlformats.org/drawingml/2006/main">
            <a:r>
              <a:t>- electron_swarm/core/product.py</a:t>
            </a:r>
          </a:p>
          <a:p xmlns:a="http://schemas.openxmlformats.org/drawingml/2006/main">
            <a:r>
              <a:t>- docs/comsol_workflow.md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現行アーキテクチャ。設定、能力判定、実行、データ製品、COMSOLモデル固有部を分離する。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docs/dev/architecture.md</a:t>
            </a:r>
          </a:p>
          <a:p xmlns:a="http://schemas.openxmlformats.org/drawingml/2006/main">
            <a:r>
              <a:t>- electron_swarm/orchestration/plan.py</a:t>
            </a:r>
          </a:p>
          <a:p xmlns:a="http://schemas.openxmlformats.org/drawingml/2006/main">
            <a:r>
              <a:t>- electron_swarm/core/solver_registry.py</a:t>
            </a:r>
          </a:p>
          <a:p xmlns:a="http://schemas.openxmlformats.org/drawingml/2006/main">
            <a:r>
              <a:t>- swarm_workflow/comsol/input/export/bundle.py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schema v2の公開仕様。canonical solver IDのみを許す。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docs/product_schema_v2.md</a:t>
            </a:r>
          </a:p>
          <a:p xmlns:a="http://schemas.openxmlformats.org/drawingml/2006/main">
            <a:r>
              <a:t>- electron_swarm/core/capabilities.py</a:t>
            </a:r>
          </a:p>
          <a:p xmlns:a="http://schemas.openxmlformats.org/drawingml/2006/main">
            <a:r>
              <a:t>- electron_swarm/core/feature_resolution.py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現行実装の能力行列。機能の不足を隠さない。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Leyh, Loffhagen &amp; Winkler, Comput. Phys. Commun. 113 (1998) 33–48. DOI:10.1016/S0010-4655(98)00062-9</a:t>
            </a:r>
          </a:p>
          <a:p xmlns:a="http://schemas.openxmlformats.org/drawingml/2006/main">
            <a:r>
              <a:t>- White, Robson &amp; Ness, Phys. Rev. E 60 (1999) 7457. DOI:10.1103/PhysRevE.60.7457</a:t>
            </a:r>
          </a:p>
          <a:p xmlns:a="http://schemas.openxmlformats.org/drawingml/2006/main">
            <a:r>
              <a:t>- docs/physics_limitations.md</a:t>
            </a:r>
          </a:p>
          <a:p xmlns:a="http://schemas.openxmlformats.org/drawingml/2006/main">
            <a:r>
              <a:t>- docs/theory/multiterm_closure.md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比較プロトコル。TVはEEDFの形状差、RSE/ESSはMC統計品質を表す。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Pitchford et al., Plasma Process. Polym. 14 (2017) 1600098. DOI:10.1002/ppap.201600098</a:t>
            </a:r>
          </a:p>
          <a:p xmlns:a="http://schemas.openxmlformats.org/drawingml/2006/main">
            <a:r>
              <a:t>- White, Robson &amp; Ness, Phys. Rev. E 60 (1999) 7457. DOI:10.1103/PhysRevE.60.7457</a:t>
            </a:r>
          </a:p>
          <a:p xmlns:a="http://schemas.openxmlformats.org/drawingml/2006/main">
            <a:r>
              <a:t>- docs/testing_and_benchmarks.md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P1切断の幾何学的意味。左は等方成分、中央はP1により電界方向へ歪んだ分布。図は数値データではなく基底の定義図。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Hagelaar &amp; Pitchford, Plasma Sources Sci. Technol. 14 (2005) 722–733. DOI:10.1088/0963-0252/14/4/011</a:t>
            </a:r>
          </a:p>
          <a:p xmlns:a="http://schemas.openxmlformats.org/drawingml/2006/main">
            <a:r>
              <a:t>- electron_swarm/solvers/two_term/steady.py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two-termエネルギー方程式の離散化。Scharfetter–Gummelは局所定係数の厳密指数解からface fluxを作る。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Hagelaar &amp; Pitchford, Plasma Sources Sci. Technol. 14 (2005) 722–733. DOI:10.1088/0963-0252/14/4/011</a:t>
            </a:r>
          </a:p>
          <a:p xmlns:a="http://schemas.openxmlformats.org/drawingml/2006/main">
            <a:r>
              <a:t>- Scharfetter &amp; Gummel, IEEE Trans. Electron Devices 16 (1969) 64–77. DOI:10.1109/T-ED.1969.16566</a:t>
            </a:r>
          </a:p>
          <a:p xmlns:a="http://schemas.openxmlformats.org/drawingml/2006/main">
            <a:r>
              <a:t>- electron_swarm/solvers/kinetic.py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two-termの出力と限界。gammaは速度変換係数。現行COMSOL連携で使用するのはflux輸送量。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Hagelaar &amp; Pitchford, Plasma Sources Sci. Technol. 14 (2005) 722–733. DOI:10.1088/0963-0252/14/4/011</a:t>
            </a:r>
          </a:p>
          <a:p xmlns:a="http://schemas.openxmlformats.org/drawingml/2006/main">
            <a:r>
              <a:t>- electron_swarm/solvers/two_term/observables.py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multi-termのLegendre階層。実線は上向き、破線は下向きの隣接moment couplingを表す。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Leyh, Loffhagen &amp; Winkler, Comput. Phys. Commun. 113 (1998) 33–48. DOI:10.1016/S0010-4655(98)00062-9</a:t>
            </a:r>
          </a:p>
          <a:p xmlns:a="http://schemas.openxmlformats.org/drawingml/2006/main">
            <a:r>
              <a:t>- White, Robson &amp; Ness, Phys. Rev. E 60 (1999) 7457. DOI:10.1103/PhysRevE.60.7457</a:t>
            </a:r>
          </a:p>
          <a:p xmlns:a="http://schemas.openxmlformats.org/drawingml/2006/main">
            <a:r>
              <a:t>- electron_swarm/solvers/multi_term/operator.py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角度断面積の情報論的制約。ordinary integral cross sectionsからfull DCSは決まらない。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Leyh, Loffhagen &amp; Winkler, Comput. Phys. Commun. 113 (1998) 33–48. DOI:10.1016/S0010-4655(98)00062-9</a:t>
            </a:r>
          </a:p>
          <a:p xmlns:a="http://schemas.openxmlformats.org/drawingml/2006/main">
            <a:r>
              <a:t>- White, Robson &amp; Ness, Phys. Rev. E 60 (1999) 7457. DOI:10.1103/PhysRevE.60.7457</a:t>
            </a:r>
          </a:p>
          <a:p xmlns:a="http://schemas.openxmlformats.org/drawingml/2006/main">
            <a:r>
              <a:t>- docs/theory/multiterm_closure.md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multi-termのstaggered discretizationとAr 50 Tdの回帰基準。電離率差はtail感度を示す。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Leyh, Loffhagen &amp; Winkler, Comput. Phys. Commun. 113 (1998) 33–48. DOI:10.1016/S0010-4655(98)00062-9</a:t>
            </a:r>
          </a:p>
          <a:p xmlns:a="http://schemas.openxmlformats.org/drawingml/2006/main">
            <a:r>
              <a:t>- electron_swarm/solvers/multi_term/operator.py</a:t>
            </a:r>
          </a:p>
          <a:p xmlns:a="http://schemas.openxmlformats.org/drawingml/2006/main">
            <a:r>
              <a:t>- tests/regression_baselines/argon_two_term_multi_term.json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MC軌道とnull collision。v8はB=0自由飛行のenergy-bin境界時刻を解析的に求め、従来の飛行区間代表点評価を除いた。白抜き点は候補イベントだが実衝突しないnull event。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Longo, Plasma Sources Sci. Technol. 15 (2006) S181–S188. DOI:10.1088/0963-0252/15/4/S04</a:t>
            </a:r>
          </a:p>
          <a:p xmlns:a="http://schemas.openxmlformats.org/drawingml/2006/main">
            <a:r>
              <a:t>- Longo &amp; Diomede, Eur. Phys. J. Appl. Phys. 26 (2004). DOI:10.1051/epjap:2004030</a:t>
            </a:r>
          </a:p>
          <a:p xmlns:a="http://schemas.openxmlformats.org/drawingml/2006/main">
            <a:r>
              <a:t>- outputs/lxcat_swarm_validation/mc_core_v8/evaluation/README_ja.md</a:t>
            </a:r>
          </a:p>
          <a:p xmlns:a="http://schemas.openxmlformats.org/drawingml/2006/main">
            <a:r>
              <a:t>- electron_swarm/solvers/monte_carlo/orbit.py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MCのEEDF・rate推定と衝突モデル。v8は区分線形断面積と速度の積を軌道上で積分し、断面積knotと物理閾値で飛行を分割する。weighted-growthではNeff=(Σw)^2/Σw^2を別途lineage gateに使う。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Longo, Plasma Sources Sci. Technol. 15 (2006) S181–S188. DOI:10.1088/0963-0252/15/4/S04</a:t>
            </a:r>
          </a:p>
          <a:p xmlns:a="http://schemas.openxmlformats.org/drawingml/2006/main">
            <a:r>
              <a:t>- Longo &amp; Diomede, Eur. Phys. J. Appl. Phys. 26 (2004). DOI:10.1051/epjap:2004030</a:t>
            </a:r>
          </a:p>
          <a:p xmlns:a="http://schemas.openxmlformats.org/drawingml/2006/main">
            <a:r>
              <a:t>- outputs/lxcat_swarm_validation/mc_core_v8/evaluation/README_ja.md</a:t>
            </a:r>
          </a:p>
          <a:p xmlns:a="http://schemas.openxmlformats.org/drawingml/2006/main">
            <a:r>
              <a:t>- electron_swarm/solvers/monte_carlo/histogram.py</a:t>
            </a:r>
          </a:p>
          <a:p xmlns:a="http://schemas.openxmlformats.org/drawingml/2006/main">
            <a:r>
              <a:t>- electron_swarm/solvers/monte_carlo/population.py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MCの輸送推定量とquality gate。ICP campaignは4独立replicasを使用。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White, Robson &amp; Ness, Phys. Rev. E 60 (1999) 7457. DOI:10.1103/PhysRevE.60.7457</a:t>
            </a:r>
          </a:p>
          <a:p xmlns:a="http://schemas.openxmlformats.org/drawingml/2006/main">
            <a:r>
              <a:t>- Longo, Plasma Sources Sci. Technol. 15 (2006) S181–S188. DOI:10.1088/0963-0252/15/4/S04</a:t>
            </a:r>
          </a:p>
          <a:p xmlns:a="http://schemas.openxmlformats.org/drawingml/2006/main">
            <a:r>
              <a:t>- docs/dev/internal_monte_carlo.md</a:t>
            </a:r>
          </a:p>
          <a:p xmlns:a="http://schemas.openxmlformats.org/drawingml/2006/main">
            <a:r>
              <a:t>- electron_swarm/solvers/monte_carlo/weighted_transport.py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propagatorの位相空間有限体積。図の矢印は電界characteristic、格子は概念配置だがセル質量と流束の関係を明示。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Leyh, Loffhagen &amp; Winkler, Comput. Phys. Commun. 113 (1998) 33–48. DOI:10.1016/S0010-4655(98)00062-9</a:t>
            </a:r>
          </a:p>
          <a:p xmlns:a="http://schemas.openxmlformats.org/drawingml/2006/main">
            <a:r>
              <a:t>- electron_swarm/solvers/propagator/grid.py</a:t>
            </a:r>
          </a:p>
          <a:p xmlns:a="http://schemas.openxmlformats.org/drawingml/2006/main">
            <a:r>
              <a:t>- electron_swarm/solvers/propagator/operator.py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左は実データのenergy-angle density。色はlog density。右はresponse operatorの構築手順。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Leyh, Loffhagen &amp; Winkler, Comput. Phys. Commun. 113 (1998) 33–48. DOI:10.1016/S0010-4655(98)00062-9</a:t>
            </a:r>
          </a:p>
          <a:p xmlns:a="http://schemas.openxmlformats.org/drawingml/2006/main">
            <a:r>
              <a:t>- electron_swarm/solvers/propagator/shell_response.py</a:t>
            </a:r>
          </a:p>
          <a:p xmlns:a="http://schemas.openxmlformats.org/drawingml/2006/main">
            <a:r>
              <a:t>- electron_swarm/solvers/propagator/steady.py</a:t>
            </a:r>
          </a:p>
          <a:p xmlns:a="http://schemas.openxmlformats.org/drawingml/2006/main">
            <a:r>
              <a:t>- outputs/argon_gec_icp/propagator_function_eedf_mean_energy_guarded.sqlite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propagatorの観測量とrefinement結果。growthがほぼゼロの場合、相対誤差は不安定なのでEEDF/mean energy/driftを主要gateとする。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docs/testing_and_benchmarks.md</a:t>
            </a:r>
          </a:p>
          <a:p xmlns:a="http://schemas.openxmlformats.org/drawingml/2006/main">
            <a:r>
              <a:t>- outputs/argon_gec_icp/propagator_tables/mixture_0000/propagator_gec_target_qualification.json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四手法の使い分け。単純な精度順位ではなく、異なる誤差構造を組み合わせる。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Hagelaar &amp; Pitchford, Plasma Sources Sci. Technol. 14 (2005) 722–733. DOI:10.1088/0963-0252/14/4/011</a:t>
            </a:r>
          </a:p>
          <a:p xmlns:a="http://schemas.openxmlformats.org/drawingml/2006/main">
            <a:r>
              <a:t>- Leyh, Loffhagen &amp; Winkler, Comput. Phys. Commun. 113 (1998) 33–48. DOI:10.1016/S0010-4655(98)00062-9</a:t>
            </a:r>
          </a:p>
          <a:p xmlns:a="http://schemas.openxmlformats.org/drawingml/2006/main">
            <a:r>
              <a:t>- Longo, Plasma Sources Sci. Technol. 15 (2006) S181–S188. DOI:10.1088/0963-0252/15/4/S04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断面積の出所と比較条件。O2の主比較はattachmentを落とした共通閉包であり、電気陰性プラズマの完全モデルではない。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Pitchford et al., Plasma Process. Polym. 14 (2017) 1600098. DOI:10.1002/ppap.201600098</a:t>
            </a:r>
          </a:p>
          <a:p xmlns:a="http://schemas.openxmlformats.org/drawingml/2006/main">
            <a:r>
              <a:t>- outputs/lxcat_swarm_validation/evaluation/README_ja.md</a:t>
            </a:r>
          </a:p>
          <a:p xmlns:a="http://schemas.openxmlformats.org/drawingml/2006/main">
            <a:r>
              <a:t>- outputs/lxcat_swarm_validation/raw_lxcat/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純Arの実EEDF。比較の見やすさのためlog-energy共通格子へ対数補間した。元CSVは各solverの規格化済みEEDF。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Hagelaar &amp; Pitchford, Plasma Sources Sci. Technol. 14 (2005) 722–733. DOI:10.1088/0963-0252/14/4/011</a:t>
            </a:r>
          </a:p>
          <a:p xmlns:a="http://schemas.openxmlformats.org/drawingml/2006/main">
            <a:r>
              <a:t>- Pitchford et al., Plasma Process. Polym. 14 (2017) 1600098. DOI:10.1002/ppap.201600098</a:t>
            </a:r>
          </a:p>
          <a:p xmlns:a="http://schemas.openxmlformats.org/drawingml/2006/main">
            <a:r>
              <a:t>- outputs/argon_gec_icp/two_term_tables_tail_converged/mixture_0000/eedf.csv</a:t>
            </a:r>
          </a:p>
          <a:p xmlns:a="http://schemas.openxmlformats.org/drawingml/2006/main">
            <a:r>
              <a:t>- outputs/argon_gec_icp/monte_carlo_tables/mixture_0000/eedf.csv</a:t>
            </a:r>
          </a:p>
          <a:p xmlns:a="http://schemas.openxmlformats.org/drawingml/2006/main">
            <a:r>
              <a:t>- outputs/argon_gec_icp/propagator_tables/mixture_0000/eedf.csv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純ArのEEDF距離。selected closureはqualified MCがある点ではMCを使用する。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outputs/argon_gec_icp/eedf_comparison/eedf_comparison_metrics.csv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純Arの輸送比較。横軸はcampaign anchorであり、category spacingは対数間隔ではない。数値は元表のflux definitions。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outputs/argon_gec_icp/two_term_tables_tail_converged/mixture_0000/transport_vs_en.csv</a:t>
            </a:r>
          </a:p>
          <a:p xmlns:a="http://schemas.openxmlformats.org/drawingml/2006/main">
            <a:r>
              <a:t>- outputs/argon_gec_icp/monte_carlo_tables/mixture_0000/transport_vs_en.csv</a:t>
            </a:r>
          </a:p>
          <a:p xmlns:a="http://schemas.openxmlformats.org/drawingml/2006/main">
            <a:r>
              <a:t>- outputs/argon_gec_icp/propagator_tables/mixture_0000/transport_vs_en.csv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Ar励起・電離rate。縦軸はlog10。rateの大きな変化はtail確率の増加と断面積kernelの重なりによる。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outputs/argon_gec_icp/two_term_tables_tail_converged/mixture_0000/rates_vs_en.csv</a:t>
            </a:r>
          </a:p>
          <a:p xmlns:a="http://schemas.openxmlformats.org/drawingml/2006/main">
            <a:r>
              <a:t>- outputs/argon_gec_icp/monte_carlo_tables/mixture_0000/rates_vs_en.csv</a:t>
            </a:r>
          </a:p>
          <a:p xmlns:a="http://schemas.openxmlformats.org/drawingml/2006/main">
            <a:r>
              <a:t>- outputs/argon_gec_icp/propagator_tables/mixture_0000/rates_vs_en.csv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純Ar campaignのquality。MC active-closure profileはCOMSOLで必要なEEDF/rate/transport subsetに対する適格性。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outputs/argon_gec_icp/monte_carlo_tables/mixture_0000/quality.csv</a:t>
            </a:r>
          </a:p>
          <a:p xmlns:a="http://schemas.openxmlformats.org/drawingml/2006/main">
            <a:r>
              <a:t>- outputs/argon_gec_icp/propagator_tables/mixture_0000/quality.csv</a:t>
            </a:r>
          </a:p>
          <a:p xmlns:a="http://schemas.openxmlformats.org/drawingml/2006/main">
            <a:r>
              <a:t>- outputs/argon_gec_icp/comsol_monte_carlo_function_eedf/run_status.json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混合条件と物理的期待。O2 attachment sensitivityはtwo-termとpropagatorで別途評価する。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Pitchford et al., Plasma Process. Polym. 14 (2017) 1600098. DOI:10.1002/ppap.201600098</a:t>
            </a:r>
          </a:p>
          <a:p xmlns:a="http://schemas.openxmlformats.org/drawingml/2006/main">
            <a:r>
              <a:t>- outputs/lxcat_swarm_validation/evaluation/README_ja.md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Ar/N2実EEDF。MCは1/10/1000 Tdにv7最終DB、100 Tdにv8独立再計算を使用した。raw分布を平滑化・splice・two-term置換していない。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Pitchford et al., Plasma Process. Polym. 14 (2017) 1600098. DOI:10.1002/ppap.201600098</a:t>
            </a:r>
          </a:p>
          <a:p xmlns:a="http://schemas.openxmlformats.org/drawingml/2006/main">
            <a:r>
              <a:t>- outputs/lxcat_swarm_validation/tables/two_term/mixture_0001/eedf.csv</a:t>
            </a:r>
          </a:p>
          <a:p xmlns:a="http://schemas.openxmlformats.org/drawingml/2006/main">
            <a:r>
              <a:t>- outputs/lxcat_swarm_validation/mc_refinement_v7/ar_n2/p2048/monte_carlo.sqlite</a:t>
            </a:r>
          </a:p>
          <a:p xmlns:a="http://schemas.openxmlformats.org/drawingml/2006/main">
            <a:r>
              <a:t>- outputs/lxcat_swarm_validation/mc_core_v8/ar_n2/monte_carlo.sqlite</a:t>
            </a:r>
          </a:p>
          <a:p xmlns:a="http://schemas.openxmlformats.org/drawingml/2006/main">
            <a:r>
              <a:t>- outputs/lxcat_swarm_validation/tables/propagator/mixture_0001/eedf.csv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Ar/N2のmean energy、TV、MC qualification。100 Tdはv8のexact-bin residence / piecewise-linear rate積分でactive closureを通過した。full transport failureはtime-horizonで、EEDF/rate閉包の不合格ではない。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outputs/lxcat_swarm_validation/mc_refinement_v7/evaluation/ar_n2/eedf_comparison/eedf_comparison_metrics.csv</a:t>
            </a:r>
          </a:p>
          <a:p xmlns:a="http://schemas.openxmlformats.org/drawingml/2006/main">
            <a:r>
              <a:t>- outputs/lxcat_swarm_validation/mc_core_v8/evaluation/README_ja.md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Ar/O2 no-attachmentの実EEDF。MCはv7最終DB（1000 Tdはp2048）を使用。電気陰性粒子損失は主比較から除外し、次スライドで感度を示す。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Pitchford et al., Plasma Process. Polym. 14 (2017) 1600098. DOI:10.1002/ppap.201600098</a:t>
            </a:r>
          </a:p>
          <a:p xmlns:a="http://schemas.openxmlformats.org/drawingml/2006/main">
            <a:r>
              <a:t>- outputs/lxcat_swarm_validation/tables/two_term/mixture_0000/eedf.csv</a:t>
            </a:r>
          </a:p>
          <a:p xmlns:a="http://schemas.openxmlformats.org/drawingml/2006/main">
            <a:r>
              <a:t>- outputs/lxcat_swarm_validation/mc_refinement_v7/ar_o2/p2048/monte_carlo.sqlite</a:t>
            </a:r>
          </a:p>
          <a:p xmlns:a="http://schemas.openxmlformats.org/drawingml/2006/main">
            <a:r>
              <a:t>- outputs/lxcat_swarm_validation/tables/propagator/mixture_0000/eedf.csv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O2のbinary dissociative attachment感度。three-body attachmentは誤用していない。MC attachment trajectory lossは未実装。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outputs/lxcat_swarm_validation/evaluation/attachment_sensitivity.csv</a:t>
            </a:r>
          </a:p>
          <a:p xmlns:a="http://schemas.openxmlformats.org/drawingml/2006/main">
            <a:r>
              <a:t>- docs/physics_limitations.md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v7最終campaignへv8のAr/N2・Ar/Cl2 100 Td結果を反映した資格表。Ar/N2のactive closureはPASS。Ar/Cl2はgrowth整合にはPASSしたが、高閾値二重電離の未観測によりrare_tail軸が残る。full transportはdiffusion lagのtime_horizonを含む。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outputs/lxcat_swarm_validation/mc_refinement_v7/evaluation/refinement/qualification_status.csv</a:t>
            </a:r>
          </a:p>
          <a:p xmlns:a="http://schemas.openxmlformats.org/drawingml/2006/main">
            <a:r>
              <a:t>- outputs/lxcat_swarm_validation/mc_core_v8/evaluation/metrics.csv</a:t>
            </a:r>
          </a:p>
          <a:p xmlns:a="http://schemas.openxmlformats.org/drawingml/2006/main">
            <a:r>
              <a:t>- outputs/lxcat_swarm_validation/mc_core_v8/evaluation/README_ja.md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100 Tdのmean energyとflux driftを、同一衝突集合を使う3 solverで比較。Ar/N2 MCはv8、Ar/O2 MCはv7 p2048 DBの100 Td scalar。O2はattachmentを除いた共通物理であり、電気陰性輸送の完全モデルではない。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outputs/argon_gec_icp/*_tables/mixture_0000/transport_vs_en.csv</a:t>
            </a:r>
          </a:p>
          <a:p xmlns:a="http://schemas.openxmlformats.org/drawingml/2006/main">
            <a:r>
              <a:t>- outputs/lxcat_swarm_validation/tables/{two_term,propagator}/mixture_000{0,1}/transport_vs_en.csv</a:t>
            </a:r>
          </a:p>
          <a:p xmlns:a="http://schemas.openxmlformats.org/drawingml/2006/main">
            <a:r>
              <a:t>- outputs/lxcat_swarm_validation/mc_core_v8/ar_n2/aggregate/aggregate_scalars.csv</a:t>
            </a:r>
          </a:p>
          <a:p xmlns:a="http://schemas.openxmlformats.org/drawingml/2006/main">
            <a:r>
              <a:t>- outputs/lxcat_swarm_validation/mc_refinement_v7/ar_o2/p2048/monte_carlo.sqlite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Ar、Ar/N2、Ar/O2の共通E/N 1/10/100/1000 Tdについて、two_term、raw/selected MC、propagatorの全pairから最大TVを抽出した。O2はno-attachment共通物理。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.tmp/swarm_physics_conference_20260914/build/conference_data.json</a:t>
            </a:r>
          </a:p>
          <a:p xmlns:a="http://schemas.openxmlformats.org/drawingml/2006/main">
            <a:r>
              <a:t>- outputs/lxcat_swarm_validation/evaluation/</a:t>
            </a:r>
          </a:p>
          <a:p xmlns:a="http://schemas.openxmlformats.org/drawingml/2006/main">
            <a:r>
              <a:t>- outputs/argon_gec_icp/eedf_comparison/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左のCOMSOL時間は同一モデルで比較可能。右のMC時間はAr/N2とAr/Cl2 campaignを同じホスト上で同時実行した実運用証拠であり、solver速度順位ではない。N2の低throughputは大きなunion-knot表の全process走査が支配する。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outputs/argon_gec_icp/comsol_two_term_function_eedf/run_status.json</a:t>
            </a:r>
          </a:p>
          <a:p xmlns:a="http://schemas.openxmlformats.org/drawingml/2006/main">
            <a:r>
              <a:t>- outputs/argon_gec_icp/comsol_monte_carlo_function_eedf/run_status.json</a:t>
            </a:r>
          </a:p>
          <a:p xmlns:a="http://schemas.openxmlformats.org/drawingml/2006/main">
            <a:r>
              <a:t>- outputs/argon_gec_icp/comsol_propagator_function_eedf/run_status.json</a:t>
            </a:r>
          </a:p>
          <a:p xmlns:a="http://schemas.openxmlformats.org/drawingml/2006/main">
            <a:r>
              <a:t>- outputs/lxcat_swarm_validation/mc_core_v8/evaluation/metrics.csv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誤差予算の分類。最後の式は線形誤差伝播の概念式で、独立性がない場合は共分散項を含める。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Pitchford et al., Plasma Process. Polym. 14 (2017) 1600098. DOI:10.1002/ppap.201600098</a:t>
            </a:r>
          </a:p>
          <a:p xmlns:a="http://schemas.openxmlformats.org/drawingml/2006/main">
            <a:r>
              <a:t>- Godyak, Piejak &amp; Alexandrovich, Plasma Sources Sci. Technol. 11 (2002) 525–543. DOI:10.1088/0963-0252/11/4/320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COMSOL Plasma Moduleのelectron continuityとmean energy式。符号は電子fluxのCOMSOL表記に合わせる。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COMSOL 6.4 Application Library: Argon GEC ICP, argon_gec_icp.html</a:t>
            </a:r>
          </a:p>
          <a:p xmlns:a="http://schemas.openxmlformats.org/drawingml/2006/main">
            <a:r>
              <a:t>- COMSOL 6.4 Application Library: GEC CCP Reactor, argon_gec_ccp.html</a:t>
            </a:r>
          </a:p>
          <a:p xmlns:a="http://schemas.openxmlformats.org/drawingml/2006/main">
            <a:r>
              <a:t>- docs/comsol_workflow.md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COMSOL bundleはモデル非依存。モデルタグやstudyはadapter mapが所有する。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docs/comsol_workflow.md</a:t>
            </a:r>
          </a:p>
          <a:p xmlns:a="http://schemas.openxmlformats.org/drawingml/2006/main">
            <a:r>
              <a:t>- docs/comsol_model_adapters.md</a:t>
            </a:r>
          </a:p>
          <a:p xmlns:a="http://schemas.openxmlformats.org/drawingml/2006/main">
            <a:r>
              <a:t>- swarm_workflow/comsol/input/export/bundle.py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Function EEDF tableの実サイズとmean-axis refinement。EEDF TVと主要rate errorの上限を0.5%付近に制御。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docs/comsol_gec_icp.md</a:t>
            </a:r>
          </a:p>
          <a:p xmlns:a="http://schemas.openxmlformats.org/drawingml/2006/main">
            <a:r>
              <a:t>- outputs/argon_gec_icp/two_term_bundle/manifest.json</a:t>
            </a:r>
          </a:p>
          <a:p xmlns:a="http://schemas.openxmlformats.org/drawingml/2006/main">
            <a:r>
              <a:t>- outputs/argon_gec_icp/propagator_bundle/manifest.json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純Arのsolver-native EEDFを共通13 E/N anchorとlog-energy格子へ表示用に補間した3D曲面。縦軸下限10^-8は描画クリップであり、数値積分やrate計算のfloorではない。各E/N断面は既存のEEDF比較図と同じ確率密度p(ε), ∫p dε=1。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Hagelaar &amp; Pitchford, Plasma Sources Sci. Technol. 14 (2005) 722–733. DOI:10.1088/0963-0252/14/4/011</a:t>
            </a:r>
          </a:p>
          <a:p xmlns:a="http://schemas.openxmlformats.org/drawingml/2006/main">
            <a:r>
              <a:t>- Pitchford et al., Plasma Process. Polym. 14 (2017) 1600098. DOI:10.1002/ppap.201600098</a:t>
            </a:r>
          </a:p>
          <a:p xmlns:a="http://schemas.openxmlformats.org/drawingml/2006/main">
            <a:r>
              <a:t>- outputs/argon_gec_icp/two_term_tables_tail_converged/mixture_0000/eedf.csv</a:t>
            </a:r>
          </a:p>
          <a:p xmlns:a="http://schemas.openxmlformats.org/drawingml/2006/main">
            <a:r>
              <a:t>- outputs/argon_gec_icp/monte_carlo_tables/mixture_0000/eedf.csv</a:t>
            </a:r>
          </a:p>
          <a:p xmlns:a="http://schemas.openxmlformats.org/drawingml/2006/main">
            <a:r>
              <a:t>- outputs/argon_gec_icp/propagator_tables/mixture_0000/eedf.csv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COMSOLへ実際に渡すEEPF f0の2D lookup tableを3D表示した。p(ε)=sqrt(ε)f0(ε)で、f0の単位はeV^-3/2。図はε=10^-3–150 eV、ū=2.5–39 eVを表示し、log-density interpolationは可視化のみ。COMSOL adapterの入力は元CSVである。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outputs/argon_gec_icp/two_term_bundle/mixture_0000/eedf_f0_comsol_2d.csv</a:t>
            </a:r>
          </a:p>
          <a:p xmlns:a="http://schemas.openxmlformats.org/drawingml/2006/main">
            <a:r>
              <a:t>- outputs/argon_gec_icp/monte_carlo_bundle/mixture_0000/eedf_f0_comsol_2d.csv</a:t>
            </a:r>
          </a:p>
          <a:p xmlns:a="http://schemas.openxmlformats.org/drawingml/2006/main">
            <a:r>
              <a:t>- outputs/argon_gec_icp/propagator_bundle/mixture_0000/eedf_f0_comsol_2d.csv</a:t>
            </a:r>
          </a:p>
          <a:p xmlns:a="http://schemas.openxmlformats.org/drawingml/2006/main">
            <a:r>
              <a:t>- tests/test_solver_smoke.py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GEC ICPの軸対称計算領域と運転条件。Qrhはoriginal COMSOLの1 ms result。originalは保存解が1 msまでで、Swarm閉包ケースは10 msまであるため、空間比較はすべてexact transient interpolationの1 msに統一した。図示には4545節点からmodified Shepard法で補間したが、ピーク値・積分値・差分統計は元節点またはCOMSOL積分演算子から得た。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Hargis et al., Rev. Sci. Instrum. 65 (1994) 140–154. DOI:10.1063/1.1144770</a:t>
            </a:r>
          </a:p>
          <a:p xmlns:a="http://schemas.openxmlformats.org/drawingml/2006/main">
            <a:r>
              <a:t>- Miller et al., J. Res. NIST 100 (1995) 427–439. DOI:10.6028/jres.100.032</a:t>
            </a:r>
          </a:p>
          <a:p xmlns:a="http://schemas.openxmlformats.org/drawingml/2006/main">
            <a:r>
              <a:t>- COMSOL 6.4 Application Library: Argon GEC ICP, argon_gec_icp.html</a:t>
            </a:r>
          </a:p>
          <a:p xmlns:a="http://schemas.openxmlformats.org/drawingml/2006/main">
            <a:r>
              <a:t>- outputs/argon_gec_icp/comparison_exports/original/fields_common_time.csv</a:t>
            </a:r>
          </a:p>
          <a:p xmlns:a="http://schemas.openxmlformats.org/drawingml/2006/main">
            <a:r>
              <a:t>- outputs/argon_gec_icp/comsol_model_comparison/icp_stationarity_summary.csv</a:t>
            </a:r>
          </a:p>
          <a:p xmlns:a="http://schemas.openxmlformats.org/drawingml/2006/main">
            <a:r>
              <a:t>- docs/comsol_gec_icp.md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ICP closure ownership。originalはCOMSOLモデル既定のMaxwellian familyとtransport、3つのSwarmケースはEEDFとreduced mobilityを外部bundleが所有する。Swarm列ではCOMSOLがEinstein particle diffusion、energy transport、cross-section rate integrals、elastic energy loss、chemistry、walls、RF fieldを所有する。originalとの差は単一solver差ではなくclosure family差であり、nonlocal RF kineticsの検証でもない。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Godyak, Piejak &amp; Alexandrovich, Plasma Sources Sci. Technol. 11 (2002) 525–543. DOI:10.1088/0963-0252/11/4/320</a:t>
            </a:r>
          </a:p>
          <a:p xmlns:a="http://schemas.openxmlformats.org/drawingml/2006/main">
            <a:r>
              <a:t>- Godyak &amp; Kolobov, Phys. Rev. Lett. 81 (1998) 369. DOI:10.1103/PhysRevLett.81.369</a:t>
            </a:r>
          </a:p>
          <a:p xmlns:a="http://schemas.openxmlformats.org/drawingml/2006/main">
            <a:r>
              <a:t>- COMSOL 6.4 Application Library: Argon GEC ICP, argon_gec_icp.html</a:t>
            </a:r>
          </a:p>
          <a:p xmlns:a="http://schemas.openxmlformats.org/drawingml/2006/main">
            <a:r>
              <a:t>- outputs/argon_gec_icp/comparison_exports/original/comparison_export_manifest.json</a:t>
            </a:r>
          </a:p>
          <a:p xmlns:a="http://schemas.openxmlformats.org/drawingml/2006/main">
            <a:r>
              <a:t>- comsol_modes/maps/argon_gec_icp_two_term_function_eedf.yaml</a:t>
            </a:r>
          </a:p>
          <a:p xmlns:a="http://schemas.openxmlformats.org/drawingml/2006/main">
            <a:r>
              <a:t>- comsol_modes/maps/argon_gec_icp_monte_carlo_function_eedf_restricted_lmea.yaml</a:t>
            </a:r>
          </a:p>
          <a:p xmlns:a="http://schemas.openxmlformats.org/drawingml/2006/main">
            <a:r>
              <a:t>- comsol_modes/maps/argon_gec_icp_propagator_function_eedf.yaml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電子密度 nₑ：originalは高密度、3つのkinetic閉包は相互に近い。各カラーマップは全4545共通節点をmodified Shepard inverse-distance法で可視化補間した。global rangeは4ケース間で固定。ピークと差分統計は元の節点値から計算し、補間画像から再計測していない。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outputs/argon_gec_icp/comparison_exports/original/fields_common_time.csv</a:t>
            </a:r>
          </a:p>
          <a:p xmlns:a="http://schemas.openxmlformats.org/drawingml/2006/main">
            <a:r>
              <a:t>- outputs/argon_gec_icp/comparison_exports/two_term/fields_common_time.csv</a:t>
            </a:r>
          </a:p>
          <a:p xmlns:a="http://schemas.openxmlformats.org/drawingml/2006/main">
            <a:r>
              <a:t>- outputs/argon_gec_icp/comparison_exports/monte_carlo/fields_common_time.csv</a:t>
            </a:r>
          </a:p>
          <a:p xmlns:a="http://schemas.openxmlformats.org/drawingml/2006/main">
            <a:r>
              <a:t>- outputs/argon_gec_icp/comparison_exports/propagator/fields_common_time.csv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電子平均エネルギー：kinetic EEDFで高エネルギー領域が拡大。各カラーマップは全4545共通節点をmodified Shepard inverse-distance法で可視化補間した。global rangeは4ケース間で固定。ピークと差分統計は元の節点値から計算し、補間画像から再計測していない。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outputs/argon_gec_icp/comparison_exports/original/fields_common_time.csv</a:t>
            </a:r>
          </a:p>
          <a:p xmlns:a="http://schemas.openxmlformats.org/drawingml/2006/main">
            <a:r>
              <a:t>- outputs/argon_gec_icp/comparison_exports/two_term/fields_common_time.csv</a:t>
            </a:r>
          </a:p>
          <a:p xmlns:a="http://schemas.openxmlformats.org/drawingml/2006/main">
            <a:r>
              <a:t>- outputs/argon_gec_icp/comparison_exports/monte_carlo/fields_common_time.csv</a:t>
            </a:r>
          </a:p>
          <a:p xmlns:a="http://schemas.openxmlformats.org/drawingml/2006/main">
            <a:r>
              <a:t>- outputs/argon_gec_icp/comparison_exports/propagator/fields_common_time.csv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Ar* metastable：tail積分と過渡蓄積が空間差を増幅。各カラーマップは全4545共通節点をmodified Shepard inverse-distance法で可視化補間した。global rangeは4ケース間で固定。ピークと差分統計は元の節点値から計算し、補間画像から再計測していない。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outputs/argon_gec_icp/comparison_exports/original/fields_common_time.csv</a:t>
            </a:r>
          </a:p>
          <a:p xmlns:a="http://schemas.openxmlformats.org/drawingml/2006/main">
            <a:r>
              <a:t>- outputs/argon_gec_icp/comparison_exports/two_term/fields_common_time.csv</a:t>
            </a:r>
          </a:p>
          <a:p xmlns:a="http://schemas.openxmlformats.org/drawingml/2006/main">
            <a:r>
              <a:t>- outputs/argon_gec_icp/comparison_exports/monte_carlo/fields_common_time.csv</a:t>
            </a:r>
          </a:p>
          <a:p xmlns:a="http://schemas.openxmlformats.org/drawingml/2006/main">
            <a:r>
              <a:t>- outputs/argon_gec_icp/comparison_exports/propagator/fields_common_time.csv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Ar⁺：電子密度応答を追随し、壁近傍で準中性から外れる。各カラーマップは全4545共通節点をmodified Shepard inverse-distance法で可視化補間した。global rangeは4ケース間で固定。ピークと差分統計は元の節点値から計算し、補間画像から再計測していない。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outputs/argon_gec_icp/comparison_exports/original/fields_common_time.csv</a:t>
            </a:r>
          </a:p>
          <a:p xmlns:a="http://schemas.openxmlformats.org/drawingml/2006/main">
            <a:r>
              <a:t>- outputs/argon_gec_icp/comparison_exports/two_term/fields_common_time.csv</a:t>
            </a:r>
          </a:p>
          <a:p xmlns:a="http://schemas.openxmlformats.org/drawingml/2006/main">
            <a:r>
              <a:t>- outputs/argon_gec_icp/comparison_exports/monte_carlo/fields_common_time.csv</a:t>
            </a:r>
          </a:p>
          <a:p xmlns:a="http://schemas.openxmlformats.org/drawingml/2006/main">
            <a:r>
              <a:t>- outputs/argon_gec_icp/comparison_exports/propagator/fields_common_time.csv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RF吸収 Qrh：kinetic transportがconductivityと場を自己整合に変更。各カラーマップは全4545共通節点をmodified Shepard inverse-distance法で可視化補間した。global rangeは4ケース間で固定。ピークと差分統計は元の節点値から計算し、補間画像から再計測していない。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outputs/argon_gec_icp/comparison_exports/original/fields_common_time.csv</a:t>
            </a:r>
          </a:p>
          <a:p xmlns:a="http://schemas.openxmlformats.org/drawingml/2006/main">
            <a:r>
              <a:t>- outputs/argon_gec_icp/comparison_exports/two_term/fields_common_time.csv</a:t>
            </a:r>
          </a:p>
          <a:p xmlns:a="http://schemas.openxmlformats.org/drawingml/2006/main">
            <a:r>
              <a:t>- outputs/argon_gec_icp/comparison_exports/monte_carlo/fields_common_time.csv</a:t>
            </a:r>
          </a:p>
          <a:p xmlns:a="http://schemas.openxmlformats.org/drawingml/2006/main">
            <a:r>
              <a:t>- outputs/argon_gec_icp/comparison_exports/propagator/fields_common_time.csv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2Dカラーマップの読みを定量化するwafer面line-out。z=0の保存節点だけを使用し、画像補間値は使っていない。geometry corner側の最外点r=8.28 cmは除外し、r≤8.0 cmを比較した。densityとAr*はshape comparisonのためcaseごとにr=0値で規格化し、mean energyは絶対値を示す。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.tmp/swarm_physics_conference_20260914/build/conference_data.json</a:t>
            </a:r>
          </a:p>
          <a:p xmlns:a="http://schemas.openxmlformats.org/drawingml/2006/main">
            <a:r>
              <a:t>- outputs/argon_gec_icp/comparison_exports/*/fields_common_time.csv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r=0のaxis line-out。電子密度、Ar*、RF吸収密度を同じz座標で比較する。Qrh=0近傍のみ表示上10^-6 W/m3へfloorし、元データと積分値は変更していない。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.tmp/swarm_physics_conference_20260914/build/conference_data.json</a:t>
            </a:r>
          </a:p>
          <a:p xmlns:a="http://schemas.openxmlformats.org/drawingml/2006/main">
            <a:r>
              <a:t>- outputs/argon_gec_icp/comparison_exports/*/fields_common_time.csv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original基準差 I：電子密度。差分画像は1 ms・4545節点上のsigned symmetric differenceを計算した後、absolute mapと同じmodified Shepard法で可視化した。median、p95、correlationは補間前の節点値。ゼロ近傍のQrhでは局所相対差が100%へ近づくため、COMSOL積分Pabsも併記した。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outputs/argon_gec_icp/comparison_exports/*/fields_common_time.csv</a:t>
            </a:r>
          </a:p>
          <a:p xmlns:a="http://schemas.openxmlformats.org/drawingml/2006/main">
            <a:r>
              <a:t>- outputs/argon_gec_icp/comsol_model_comparison/icp_comparison_summary.csv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original基準差 II：電子平均エネルギー。差分画像は1 ms・4545節点上のsigned symmetric differenceを計算した後、absolute mapと同じmodified Shepard法で可視化した。median、p95、correlationは補間前の節点値。ゼロ近傍のQrhでは局所相対差が100%へ近づくため、COMSOL積分Pabsも併記した。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outputs/argon_gec_icp/comparison_exports/*/fields_common_time.csv</a:t>
            </a:r>
          </a:p>
          <a:p xmlns:a="http://schemas.openxmlformats.org/drawingml/2006/main">
            <a:r>
              <a:t>- outputs/argon_gec_icp/comsol_model_comparison/icp_comparison_summary.csv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original基準差 III：Ar* metastable。差分画像は1 ms・4545節点上のsigned symmetric differenceを計算した後、absolute mapと同じmodified Shepard法で可視化した。median、p95、correlationは補間前の節点値。ゼロ近傍のQrhでは局所相対差が100%へ近づくため、COMSOL積分Pabsも併記した。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outputs/argon_gec_icp/comparison_exports/*/fields_common_time.csv</a:t>
            </a:r>
          </a:p>
          <a:p xmlns:a="http://schemas.openxmlformats.org/drawingml/2006/main">
            <a:r>
              <a:t>- outputs/argon_gec_icp/comsol_model_comparison/icp_comparison_summary.csv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original基準差 IV：Ar⁺。差分画像は1 ms・4545節点上のsigned symmetric differenceを計算した後、absolute mapと同じmodified Shepard法で可視化した。median、p95、correlationは補間前の節点値。ゼロ近傍のQrhでは局所相対差が100%へ近づくため、COMSOL積分Pabsも併記した。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outputs/argon_gec_icp/comparison_exports/*/fields_common_time.csv</a:t>
            </a:r>
          </a:p>
          <a:p xmlns:a="http://schemas.openxmlformats.org/drawingml/2006/main">
            <a:r>
              <a:t>- outputs/argon_gec_icp/comsol_model_comparison/icp_comparison_summary.csv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original基準差 V：RF吸収密度。差分画像は1 ms・4545節点上のsigned symmetric differenceを計算した後、absolute mapと同じmodified Shepard法で可視化した。median、p95、correlationは補間前の節点値。ゼロ近傍のQrhでは局所相対差が100%へ近づくため、COMSOL積分Pabsも併記した。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outputs/argon_gec_icp/comparison_exports/*/fields_common_time.csv</a:t>
            </a:r>
          </a:p>
          <a:p xmlns:a="http://schemas.openxmlformats.org/drawingml/2006/main">
            <a:r>
              <a:t>- outputs/argon_gec_icp/comsol_model_comparison/icp_comparison_summary.csv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COMSOL基準の空間差。対称相対差は±100%に有界だが、双方が小さい領域では物理的重要度を表さない。したがってCOMSOL積分演算子によるinventory/Pabsのsigned changeを併記する。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outputs/argon_gec_icp/comparison_exports/*/fields_common_time.csv</a:t>
            </a:r>
          </a:p>
          <a:p xmlns:a="http://schemas.openxmlformats.org/drawingml/2006/main">
            <a:r>
              <a:t>- outputs/argon_gec_icp/comsol_model_comparison/icp_comparison_summary.csv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 msの同時刻積分量。3つのFunction EEDF casesは10 ms terminalでstationarity acceptedだが、originalは1 msまでしか保存されず、metastable inventoryがこの時刻でstationarity gate未通過。この表は厳密な同時刻比較であり、全ケース定常比較ではない。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outputs/argon_gec_icp/comsol_model_comparison/icp_comparison_summary.csv</a:t>
            </a:r>
          </a:p>
          <a:p xmlns:a="http://schemas.openxmlformats.org/drawingml/2006/main">
            <a:r>
              <a:t>- outputs/argon_gec_icp/comsol_model_comparison/icp_stationarity_summary.csv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time histories。originalは1 msまで、Function EEDF casesは10 msまで。Ar* gate failureによりoriginalをstationary baselineとは扱わない。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outputs/argon_gec_icp/comparison_exports/*/volume_time_series.csv</a:t>
            </a:r>
          </a:p>
          <a:p xmlns:a="http://schemas.openxmlformats.org/drawingml/2006/main">
            <a:r>
              <a:t>- outputs/argon_gec_icp/comsol_model_comparison/icp_stationarity_summary.csv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同時刻1 ms比較。originalはstationarity未達なので、モデルfamily差の瞬時比較としてのみ解釈する。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outputs/argon_gec_icp/comsol_model_comparison/icp_comparison_summary.csv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CCPの入力契約。two-term/propagatorとMCではreaction/elastic-loss materializationが異なる。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COMSOL 6.4 Application Library: GEC CCP Reactor, argon_gec_ccp.html</a:t>
            </a:r>
          </a:p>
          <a:p xmlns:a="http://schemas.openxmlformats.org/drawingml/2006/main">
            <a:r>
              <a:t>- docs/comsol_gec_ccp.md</a:t>
            </a:r>
          </a:p>
          <a:p xmlns:a="http://schemas.openxmlformats.org/drawingml/2006/main">
            <a:r>
              <a:t>- config/comsol/argon_gec_ccp_two_term_map.yaml</a:t>
            </a:r>
          </a:p>
          <a:p xmlns:a="http://schemas.openxmlformats.org/drawingml/2006/main">
            <a:r>
              <a:t>- config/comsol/argon_gec_ccp_monte_carlo_map.yaml</a:t>
            </a:r>
          </a:p>
          <a:p xmlns:a="http://schemas.openxmlformats.org/drawingml/2006/main">
            <a:r>
              <a:t>- config/comsol/argon_gec_ccp_propagator_map.yaml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CCPの証跡状態。propagator SQLiteは54ケース0.05–4000 Td、aggregate quality 54/54。COMSOL空間出力は存在しない。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COMSOL 6.4 Application Library: GEC CCP Reactor, argon_gec_ccp.html</a:t>
            </a:r>
          </a:p>
          <a:p xmlns:a="http://schemas.openxmlformats.org/drawingml/2006/main">
            <a:r>
              <a:t>- outputs/argon_gec_ccp/propagator_function_eedf_restricted_lmea.sqlite</a:t>
            </a:r>
          </a:p>
          <a:p xmlns:a="http://schemas.openxmlformats.org/drawingml/2006/main">
            <a:r>
              <a:t>- docs/comsol_gec_ccp.md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半導体プラズマ開発での使用場面。装置KPIは例示であり、実プロセスのchemistry/wall validationが必要。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Godyak, Piejak &amp; Alexandrovich, Plasma Sources Sci. Technol. 11 (2002) 525–543. DOI:10.1088/0963-0252/11/4/320</a:t>
            </a:r>
          </a:p>
          <a:p xmlns:a="http://schemas.openxmlformats.org/drawingml/2006/main">
            <a:r>
              <a:t>- Godyak &amp; Kolobov, Phys. Rev. Lett. 81 (1998) 369. DOI:10.1103/PhysRevLett.81.369</a:t>
            </a:r>
          </a:p>
          <a:p xmlns:a="http://schemas.openxmlformats.org/drawingml/2006/main">
            <a:r>
              <a:t>- Godyak et al., Phys. Rev. E 64 (2001) 026406. DOI:10.1103/PhysRevE.64.026406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適用判定の無次元量。閾値は系依存なので本スライドは定性的なscreening rule。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Godyak, Piejak &amp; Alexandrovich, Plasma Sources Sci. Technol. 11 (2002) 525–543. DOI:10.1088/0963-0252/11/4/320</a:t>
            </a:r>
          </a:p>
          <a:p xmlns:a="http://schemas.openxmlformats.org/drawingml/2006/main">
            <a:r>
              <a:t>- Godyak &amp; Kolobov, Phys. Rev. Lett. 81 (1998) 369. DOI:10.1103/PhysRevLett.81.369</a:t>
            </a:r>
          </a:p>
          <a:p xmlns:a="http://schemas.openxmlformats.org/drawingml/2006/main">
            <a:r>
              <a:t>- Godyak et al., Phys. Rev. E 64 (2001) 026406. DOI:10.1103/PhysRevE.64.026406</a:t>
            </a:r>
          </a:p>
          <a:p xmlns:a="http://schemas.openxmlformats.org/drawingml/2006/main">
            <a:r>
              <a:t>- docs/physics_limitations.md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推奨開発フロー。独立solver差が小さくても実験差が残る場合、XS/chemistry/nonlocalityを再検討する。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Pitchford et al., Plasma Process. Polym. 14 (2017) 1600098. DOI:10.1002/ppap.201600098</a:t>
            </a:r>
          </a:p>
          <a:p xmlns:a="http://schemas.openxmlformats.org/drawingml/2006/main">
            <a:r>
              <a:t>- Hargis et al., Rev. Sci. Instrum. 65 (1994) 140–154. DOI:10.1063/1.1144770</a:t>
            </a:r>
          </a:p>
          <a:p xmlns:a="http://schemas.openxmlformats.org/drawingml/2006/main">
            <a:r>
              <a:t>- Miller et al., J. Res. NIST 100 (1995) 427–439. DOI:10.6028/jres.100.032</a:t>
            </a:r>
          </a:p>
          <a:p xmlns:a="http://schemas.openxmlformats.org/drawingml/2006/main">
            <a:r>
              <a:t>- docs/comsol_workflow.md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結論。値は本deckの各データスライドと同じsourceから引用。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outputs/argon_gec_icp/eedf_comparison/eedf_comparison_metrics.csv</a:t>
            </a:r>
          </a:p>
          <a:p xmlns:a="http://schemas.openxmlformats.org/drawingml/2006/main">
            <a:r>
              <a:t>- outputs/argon_gec_icp/comsol_model_comparison/icp_comparison_summary.csv</a:t>
            </a:r>
          </a:p>
          <a:p xmlns:a="http://schemas.openxmlformats.org/drawingml/2006/main">
            <a:r>
              <a:t>- outputs/lxcat_swarm_validation/mc_refinement_v7/evaluation/refinement/qualification_status.csv</a:t>
            </a:r>
          </a:p>
          <a:p xmlns:a="http://schemas.openxmlformats.org/drawingml/2006/main">
            <a:r>
              <a:t>- outputs/lxcat_swarm_validation/mc_core_v8/evaluation/metrics.csv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電子Swarm理論・数値法の主要文献。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Hagelaar &amp; Pitchford, Plasma Sources Sci. Technol. 14 (2005) 722–733. DOI:10.1088/0963-0252/14/4/011</a:t>
            </a:r>
          </a:p>
          <a:p xmlns:a="http://schemas.openxmlformats.org/drawingml/2006/main">
            <a:r>
              <a:t>- Pitchford et al., Plasma Process. Polym. 14 (2017) 1600098. DOI:10.1002/ppap.201600098</a:t>
            </a:r>
          </a:p>
          <a:p xmlns:a="http://schemas.openxmlformats.org/drawingml/2006/main">
            <a:r>
              <a:t>- Leyh, Loffhagen &amp; Winkler, Comput. Phys. Commun. 113 (1998) 33–48. DOI:10.1016/S0010-4655(98)00062-9</a:t>
            </a:r>
          </a:p>
          <a:p xmlns:a="http://schemas.openxmlformats.org/drawingml/2006/main">
            <a:r>
              <a:t>- White, Robson &amp; Ness, Phys. Rev. E 60 (1999) 7457. DOI:10.1103/PhysRevE.60.7457</a:t>
            </a:r>
          </a:p>
          <a:p xmlns:a="http://schemas.openxmlformats.org/drawingml/2006/main">
            <a:r>
              <a:t>- Longo, Plasma Sources Sci. Technol. 15 (2006) S181–S188. DOI:10.1088/0963-0252/15/4/S04</a:t>
            </a:r>
          </a:p>
          <a:p xmlns:a="http://schemas.openxmlformats.org/drawingml/2006/main">
            <a:r>
              <a:t>- Longo &amp; Diomede, Eur. Phys. J. Appl. Phys. 26 (2004). DOI:10.1051/epjap:2004030</a:t>
            </a:r>
          </a:p>
          <a:p xmlns:a="http://schemas.openxmlformats.org/drawingml/2006/main">
            <a:r>
              <a:t>- Scharfetter &amp; Gummel, IEEE Trans. Electron Devices 16 (1969) 64–77. DOI:10.1109/T-ED.1969.16566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GEC reactor、nonlocal kinetics、COMSOL公式資料およびリポジトリ内一次データ。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Hargis et al., Rev. Sci. Instrum. 65 (1994) 140–154. DOI:10.1063/1.1144770</a:t>
            </a:r>
          </a:p>
          <a:p xmlns:a="http://schemas.openxmlformats.org/drawingml/2006/main">
            <a:r>
              <a:t>- Miller et al., J. Res. NIST 100 (1995) 427–439. DOI:10.6028/jres.100.032</a:t>
            </a:r>
          </a:p>
          <a:p xmlns:a="http://schemas.openxmlformats.org/drawingml/2006/main">
            <a:r>
              <a:t>- Godyak, Piejak &amp; Alexandrovich, Plasma Sources Sci. Technol. 11 (2002) 525–543. DOI:10.1088/0963-0252/11/4/320</a:t>
            </a:r>
          </a:p>
          <a:p xmlns:a="http://schemas.openxmlformats.org/drawingml/2006/main">
            <a:r>
              <a:t>- Godyak &amp; Kolobov, Phys. Rev. Lett. 81 (1998) 369. DOI:10.1103/PhysRevLett.81.369</a:t>
            </a:r>
          </a:p>
          <a:p xmlns:a="http://schemas.openxmlformats.org/drawingml/2006/main">
            <a:r>
              <a:t>- Godyak et al., Phys. Rev. E 64 (2001) 026406. DOI:10.1103/PhysRevE.64.026406</a:t>
            </a:r>
          </a:p>
          <a:p xmlns:a="http://schemas.openxmlformats.org/drawingml/2006/main">
            <a:r>
              <a:t>- COMSOL 6.4 Application Library: Argon GEC ICP, argon_gec_icp.html</a:t>
            </a:r>
          </a:p>
          <a:p xmlns:a="http://schemas.openxmlformats.org/drawingml/2006/main">
            <a:r>
              <a:t>- COMSOL 6.4 Application Library: GEC CCP Reactor, argon_gec_ccp.html</a:t>
            </a:r>
          </a:p>
          <a:p xmlns:a="http://schemas.openxmlformats.org/drawingml/2006/main">
            <a:r>
              <a:t>- docs/comsol_workflow.md</a:t>
            </a:r>
          </a:p>
          <a:p xmlns:a="http://schemas.openxmlformats.org/drawingml/2006/main">
            <a:r>
              <a:t>- outputs/argon_gec_icp/</a:t>
            </a:r>
          </a:p>
          <a:p xmlns:a="http://schemas.openxmlformats.org/drawingml/2006/main">
            <a:r>
              <a:t>- outputs/lxcat_swarm_validation/evaluation/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1d97955e946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a9d25f4d6b4d8d" /><Relationship Type="http://schemas.openxmlformats.org/officeDocument/2006/relationships/slideLayout" Target="/ppt/slideLayouts/slideLayout1.xml" Id="R51ef9fc58bcf4d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1ef9fc58bcf4d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b6eb9b3cc4190" /><Relationship Type="http://schemas.openxmlformats.org/officeDocument/2006/relationships/image" Target="/ppt/media/image.png" Id="R028cd7ee380e4894" /><Relationship Type="http://schemas.openxmlformats.org/officeDocument/2006/relationships/image" Target="/ppt/media/image2.png" Id="Rb053c36f62e34ba6" /><Relationship Type="http://schemas.openxmlformats.org/officeDocument/2006/relationships/image" Target="/ppt/media/image3.png" Id="R80cbe176a1044f8b" /><Relationship Type="http://schemas.openxmlformats.org/officeDocument/2006/relationships/notesSlide" Target="/ppt/notesSlides/notesSlide1.xml" Id="R2c9b260f04334b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cef2977dd14728" /><Relationship Type="http://schemas.openxmlformats.org/officeDocument/2006/relationships/notesSlide" Target="/ppt/notesSlides/notesSlide2.xml" Id="R43aa2a6d05864c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66256b56f4436" /><Relationship Type="http://schemas.openxmlformats.org/officeDocument/2006/relationships/notesSlide" Target="/ppt/notesSlides/notesSlide3.xml" Id="Rd9c2f086151042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a172bcc3bc43ea" /><Relationship Type="http://schemas.openxmlformats.org/officeDocument/2006/relationships/notesSlide" Target="/ppt/notesSlides/notesSlide4.xml" Id="R123ef00202c842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cbff89d854afb" /><Relationship Type="http://schemas.openxmlformats.org/officeDocument/2006/relationships/notesSlide" Target="/ppt/notesSlides/notesSlide5.xml" Id="R57646e736a9547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2816619e9b4f8a" /><Relationship Type="http://schemas.openxmlformats.org/officeDocument/2006/relationships/notesSlide" Target="/ppt/notesSlides/notesSlide6.xml" Id="R8282eb510eaa49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1f78fe0d72449d" /><Relationship Type="http://schemas.openxmlformats.org/officeDocument/2006/relationships/notesSlide" Target="/ppt/notesSlides/notesSlide7.xml" Id="R1c99785b87964e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7e41baee694be8" /><Relationship Type="http://schemas.openxmlformats.org/officeDocument/2006/relationships/notesSlide" Target="/ppt/notesSlides/notesSlide8.xml" Id="R5621fce5ae5545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ebc671f8384a09" /><Relationship Type="http://schemas.openxmlformats.org/officeDocument/2006/relationships/notesSlide" Target="/ppt/notesSlides/notesSlide9.xml" Id="Raed75a352a1943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9bc6fc95244920" /><Relationship Type="http://schemas.openxmlformats.org/officeDocument/2006/relationships/notesSlide" Target="/ppt/notesSlides/notesSlide10.xml" Id="Raade4082c9704e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9c33954b04259" /><Relationship Type="http://schemas.openxmlformats.org/officeDocument/2006/relationships/notesSlide" Target="/ppt/notesSlides/notesSlide11.xml" Id="R72f8b8cd6cfe459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2ea5c9aa84e11" /><Relationship Type="http://schemas.openxmlformats.org/officeDocument/2006/relationships/notesSlide" Target="/ppt/notesSlides/notesSlide12.xml" Id="Rd78758a7fee04f6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1423d6e9e4366" /><Relationship Type="http://schemas.openxmlformats.org/officeDocument/2006/relationships/notesSlide" Target="/ppt/notesSlides/notesSlide13.xml" Id="R697e57da8f71442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1331b3c0d7424e" /><Relationship Type="http://schemas.openxmlformats.org/officeDocument/2006/relationships/notesSlide" Target="/ppt/notesSlides/notesSlide14.xml" Id="R18e4ff69663b4dc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85a87ca6e5476b" /><Relationship Type="http://schemas.openxmlformats.org/officeDocument/2006/relationships/notesSlide" Target="/ppt/notesSlides/notesSlide15.xml" Id="R053662f04ae44fd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352bf1e7540cd" /><Relationship Type="http://schemas.openxmlformats.org/officeDocument/2006/relationships/notesSlide" Target="/ppt/notesSlides/notesSlide16.xml" Id="Rbcf5409646754e8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ec427d5fc429b" /><Relationship Type="http://schemas.openxmlformats.org/officeDocument/2006/relationships/notesSlide" Target="/ppt/notesSlides/notesSlide17.xml" Id="R6102fc5b622e47b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cdb649ef842bb" /><Relationship Type="http://schemas.openxmlformats.org/officeDocument/2006/relationships/notesSlide" Target="/ppt/notesSlides/notesSlide18.xml" Id="Rd024b35544c44d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d07a42ffc4ee7" /><Relationship Type="http://schemas.openxmlformats.org/officeDocument/2006/relationships/notesSlide" Target="/ppt/notesSlides/notesSlide19.xml" Id="Re07f4c900c6948a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a82b3e14e7441f" /><Relationship Type="http://schemas.openxmlformats.org/officeDocument/2006/relationships/notesSlide" Target="/ppt/notesSlides/notesSlide20.xml" Id="R06e1a47c4d1f469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487db7e9c4f6e" /><Relationship Type="http://schemas.openxmlformats.org/officeDocument/2006/relationships/chart" Target="/ppt/slides/charts/chart1.xml" Id="Rfa7c1867d60e472f" /><Relationship Type="http://schemas.openxmlformats.org/officeDocument/2006/relationships/notesSlide" Target="/ppt/notesSlides/notesSlide21.xml" Id="R9c4363fea8fe42c6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ed5e430cc430c" /><Relationship Type="http://schemas.openxmlformats.org/officeDocument/2006/relationships/notesSlide" Target="/ppt/notesSlides/notesSlide22.xml" Id="R4644b94608b64c1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81d7479054c8a" /><Relationship Type="http://schemas.openxmlformats.org/officeDocument/2006/relationships/notesSlide" Target="/ppt/notesSlides/notesSlide23.xml" Id="R579bb13a3d9f4e32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e64370f1fe4f4e" /><Relationship Type="http://schemas.openxmlformats.org/officeDocument/2006/relationships/notesSlide" Target="/ppt/notesSlides/notesSlide24.xml" Id="Rfd557d2e2c884e3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0336fa61de44f1" /><Relationship Type="http://schemas.openxmlformats.org/officeDocument/2006/relationships/chart" Target="/ppt/slides/charts/chart2.xml" Id="Ra47f84c7c70745a0" /><Relationship Type="http://schemas.openxmlformats.org/officeDocument/2006/relationships/chart" Target="/ppt/slides/charts/chart3.xml" Id="Rc74d6a493d224eed" /><Relationship Type="http://schemas.openxmlformats.org/officeDocument/2006/relationships/chart" Target="/ppt/slides/charts/chart4.xml" Id="Rd177a5e08a21404c" /><Relationship Type="http://schemas.openxmlformats.org/officeDocument/2006/relationships/chart" Target="/ppt/slides/charts/chart5.xml" Id="R09da087244944dba" /><Relationship Type="http://schemas.openxmlformats.org/officeDocument/2006/relationships/notesSlide" Target="/ppt/notesSlides/notesSlide25.xml" Id="Rac58cc0650ae47a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ae10d2c2447a8" /><Relationship Type="http://schemas.openxmlformats.org/officeDocument/2006/relationships/chart" Target="/ppt/slides/charts/chart6.xml" Id="R1c390a7c5acb43cc" /><Relationship Type="http://schemas.openxmlformats.org/officeDocument/2006/relationships/notesSlide" Target="/ppt/notesSlides/notesSlide26.xml" Id="Rf2cc0766d98746d0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5befa22053498d" /><Relationship Type="http://schemas.openxmlformats.org/officeDocument/2006/relationships/chart" Target="/ppt/slides/charts/chart7.xml" Id="Rbf93e46f9ec84fa1" /><Relationship Type="http://schemas.openxmlformats.org/officeDocument/2006/relationships/chart" Target="/ppt/slides/charts/chart8.xml" Id="Rd9046b22865e4000" /><Relationship Type="http://schemas.openxmlformats.org/officeDocument/2006/relationships/notesSlide" Target="/ppt/notesSlides/notesSlide27.xml" Id="R83154a74db464ee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ed1e06e8b34c50" /><Relationship Type="http://schemas.openxmlformats.org/officeDocument/2006/relationships/chart" Target="/ppt/slides/charts/chart9.xml" Id="R7df5ecc272f641fb" /><Relationship Type="http://schemas.openxmlformats.org/officeDocument/2006/relationships/chart" Target="/ppt/slides/charts/chart10.xml" Id="R2d3c5bf643c54c53" /><Relationship Type="http://schemas.openxmlformats.org/officeDocument/2006/relationships/notesSlide" Target="/ppt/notesSlides/notesSlide28.xml" Id="Rbfb6fbfc4a17446a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ab6ea5765498d" /><Relationship Type="http://schemas.openxmlformats.org/officeDocument/2006/relationships/notesSlide" Target="/ppt/notesSlides/notesSlide29.xml" Id="R82675358164c452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b7cef101c4f41" /><Relationship Type="http://schemas.openxmlformats.org/officeDocument/2006/relationships/notesSlide" Target="/ppt/notesSlides/notesSlide30.xml" Id="Re6d9690f49194b2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6a0a3fa28e43d7" /><Relationship Type="http://schemas.openxmlformats.org/officeDocument/2006/relationships/chart" Target="/ppt/slides/charts/chart11.xml" Id="R8ed9e13a269340e1" /><Relationship Type="http://schemas.openxmlformats.org/officeDocument/2006/relationships/chart" Target="/ppt/slides/charts/chart12.xml" Id="R65f5936c8c644807" /><Relationship Type="http://schemas.openxmlformats.org/officeDocument/2006/relationships/chart" Target="/ppt/slides/charts/chart13.xml" Id="Rb4d669b25d804395" /><Relationship Type="http://schemas.openxmlformats.org/officeDocument/2006/relationships/chart" Target="/ppt/slides/charts/chart14.xml" Id="Rba22e995b8ae4b3b" /><Relationship Type="http://schemas.openxmlformats.org/officeDocument/2006/relationships/notesSlide" Target="/ppt/notesSlides/notesSlide31.xml" Id="Re66fd2fdf89245b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b8358d7dd447ed" /><Relationship Type="http://schemas.openxmlformats.org/officeDocument/2006/relationships/chart" Target="/ppt/slides/charts/chart15.xml" Id="R6d72f1bd45614389" /><Relationship Type="http://schemas.openxmlformats.org/officeDocument/2006/relationships/chart" Target="/ppt/slides/charts/chart16.xml" Id="R7f82d3b67faf478f" /><Relationship Type="http://schemas.openxmlformats.org/officeDocument/2006/relationships/notesSlide" Target="/ppt/notesSlides/notesSlide32.xml" Id="R381b41e4b6fe4d5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5722aad5846e8" /><Relationship Type="http://schemas.openxmlformats.org/officeDocument/2006/relationships/chart" Target="/ppt/slides/charts/chart17.xml" Id="Rbb89fc4e9e6b4b9a" /><Relationship Type="http://schemas.openxmlformats.org/officeDocument/2006/relationships/chart" Target="/ppt/slides/charts/chart18.xml" Id="Rbd868731fa7d4d92" /><Relationship Type="http://schemas.openxmlformats.org/officeDocument/2006/relationships/chart" Target="/ppt/slides/charts/chart19.xml" Id="R86ae87b3219d41cf" /><Relationship Type="http://schemas.openxmlformats.org/officeDocument/2006/relationships/chart" Target="/ppt/slides/charts/chart20.xml" Id="R1e396f3509bc4ce0" /><Relationship Type="http://schemas.openxmlformats.org/officeDocument/2006/relationships/notesSlide" Target="/ppt/notesSlides/notesSlide33.xml" Id="R547ec36d0b714831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39de9c98c4047" /><Relationship Type="http://schemas.openxmlformats.org/officeDocument/2006/relationships/chart" Target="/ppt/slides/charts/chart21.xml" Id="R3044d385dc584524" /><Relationship Type="http://schemas.openxmlformats.org/officeDocument/2006/relationships/notesSlide" Target="/ppt/notesSlides/notesSlide34.xml" Id="Rf3add166345a456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2f57e150d24961" /><Relationship Type="http://schemas.openxmlformats.org/officeDocument/2006/relationships/notesSlide" Target="/ppt/notesSlides/notesSlide35.xml" Id="R4e2f854443a94ea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1767f475124357" /><Relationship Type="http://schemas.openxmlformats.org/officeDocument/2006/relationships/chart" Target="/ppt/slides/charts/chart22.xml" Id="R6f3533ce2b7b44b5" /><Relationship Type="http://schemas.openxmlformats.org/officeDocument/2006/relationships/chart" Target="/ppt/slides/charts/chart23.xml" Id="Rafd39485e1ad488f" /><Relationship Type="http://schemas.openxmlformats.org/officeDocument/2006/relationships/notesSlide" Target="/ppt/notesSlides/notesSlide36.xml" Id="Ra80769ce997d49e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592f1396854287" /><Relationship Type="http://schemas.openxmlformats.org/officeDocument/2006/relationships/notesSlide" Target="/ppt/notesSlides/notesSlide37.xml" Id="R37db53b60cdf487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f05af0743404a" /><Relationship Type="http://schemas.openxmlformats.org/officeDocument/2006/relationships/chart" Target="/ppt/slides/charts/chart24.xml" Id="R66d329afb32749fc" /><Relationship Type="http://schemas.openxmlformats.org/officeDocument/2006/relationships/notesSlide" Target="/ppt/notesSlides/notesSlide38.xml" Id="R1a93d6407ae54eda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a79f19ece94d9e" /><Relationship Type="http://schemas.openxmlformats.org/officeDocument/2006/relationships/notesSlide" Target="/ppt/notesSlides/notesSlide39.xml" Id="R1ddc21e4e4e148e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1b84c31034104" /><Relationship Type="http://schemas.openxmlformats.org/officeDocument/2006/relationships/notesSlide" Target="/ppt/notesSlides/notesSlide40.xml" Id="R04bcbd0ff22746a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0ee7dd36b4858" /><Relationship Type="http://schemas.openxmlformats.org/officeDocument/2006/relationships/notesSlide" Target="/ppt/notesSlides/notesSlide41.xml" Id="R4ad38137973d454a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ca9f50bd447e3" /><Relationship Type="http://schemas.openxmlformats.org/officeDocument/2006/relationships/notesSlide" Target="/ppt/notesSlides/notesSlide42.xml" Id="R4770a0bb14a24f0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56117fbf24a30" /><Relationship Type="http://schemas.openxmlformats.org/officeDocument/2006/relationships/image" Target="/ppt/media/image4.png" Id="Reb8be25e95a740f2" /><Relationship Type="http://schemas.openxmlformats.org/officeDocument/2006/relationships/notesSlide" Target="/ppt/notesSlides/notesSlide43.xml" Id="R8920cc91c3364ab0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02551f994a4805" /><Relationship Type="http://schemas.openxmlformats.org/officeDocument/2006/relationships/image" Target="/ppt/media/image5.png" Id="Rec5045a3a4264255" /><Relationship Type="http://schemas.openxmlformats.org/officeDocument/2006/relationships/notesSlide" Target="/ppt/notesSlides/notesSlide44.xml" Id="Rdc435cee38d040fb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7e653dea542fd" /><Relationship Type="http://schemas.openxmlformats.org/officeDocument/2006/relationships/image" Target="/ppt/media/image6.png" Id="R1963dce384184a0e" /><Relationship Type="http://schemas.openxmlformats.org/officeDocument/2006/relationships/notesSlide" Target="/ppt/notesSlides/notesSlide45.xml" Id="R3d18a634c79b482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c42bddf4b4cf9" /><Relationship Type="http://schemas.openxmlformats.org/officeDocument/2006/relationships/notesSlide" Target="/ppt/notesSlides/notesSlide46.xml" Id="R5c473b64012c4c46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cbe9f63e94470" /><Relationship Type="http://schemas.openxmlformats.org/officeDocument/2006/relationships/image" Target="/ppt/media/image7.png" Id="R683cc52a7f974b7c" /><Relationship Type="http://schemas.openxmlformats.org/officeDocument/2006/relationships/image" Target="/ppt/media/image8.png" Id="R72ce569e1bf44fd0" /><Relationship Type="http://schemas.openxmlformats.org/officeDocument/2006/relationships/image" Target="/ppt/media/image9.png" Id="R1fef837a250e4a21" /><Relationship Type="http://schemas.openxmlformats.org/officeDocument/2006/relationships/image" Target="/ppt/media/image10.png" Id="R4c5c64fb13cc4f30" /><Relationship Type="http://schemas.openxmlformats.org/officeDocument/2006/relationships/notesSlide" Target="/ppt/notesSlides/notesSlide47.xml" Id="R496a2384184646e6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d2049763984ce4" /><Relationship Type="http://schemas.openxmlformats.org/officeDocument/2006/relationships/image" Target="/ppt/media/image11.png" Id="R8e6313cc50f94917" /><Relationship Type="http://schemas.openxmlformats.org/officeDocument/2006/relationships/image" Target="/ppt/media/image12.png" Id="R2829801de9754f70" /><Relationship Type="http://schemas.openxmlformats.org/officeDocument/2006/relationships/image" Target="/ppt/media/image13.png" Id="R385f1b883e504b39" /><Relationship Type="http://schemas.openxmlformats.org/officeDocument/2006/relationships/image" Target="/ppt/media/image14.png" Id="R26b9d3b759e14ebe" /><Relationship Type="http://schemas.openxmlformats.org/officeDocument/2006/relationships/notesSlide" Target="/ppt/notesSlides/notesSlide48.xml" Id="Rb84236f0f8fb4502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18d828c019402a" /><Relationship Type="http://schemas.openxmlformats.org/officeDocument/2006/relationships/image" Target="/ppt/media/image15.png" Id="R900f5b748c974de9" /><Relationship Type="http://schemas.openxmlformats.org/officeDocument/2006/relationships/image" Target="/ppt/media/image16.png" Id="R326ce40e60854bab" /><Relationship Type="http://schemas.openxmlformats.org/officeDocument/2006/relationships/image" Target="/ppt/media/image17.png" Id="R466e279b049749ba" /><Relationship Type="http://schemas.openxmlformats.org/officeDocument/2006/relationships/image" Target="/ppt/media/image18.png" Id="R0108cdeb1ae54b01" /><Relationship Type="http://schemas.openxmlformats.org/officeDocument/2006/relationships/notesSlide" Target="/ppt/notesSlides/notesSlide49.xml" Id="R996bae8061394caf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f64d53e12b4c49" /><Relationship Type="http://schemas.openxmlformats.org/officeDocument/2006/relationships/image" Target="/ppt/media/image19.png" Id="R6e8e6a5ec25c47d6" /><Relationship Type="http://schemas.openxmlformats.org/officeDocument/2006/relationships/image" Target="/ppt/media/image20.png" Id="R161194e3d72541e2" /><Relationship Type="http://schemas.openxmlformats.org/officeDocument/2006/relationships/image" Target="/ppt/media/image21.png" Id="R1b6181c1ccbb4431" /><Relationship Type="http://schemas.openxmlformats.org/officeDocument/2006/relationships/image" Target="/ppt/media/image22.png" Id="R88d0b2ad43a34618" /><Relationship Type="http://schemas.openxmlformats.org/officeDocument/2006/relationships/notesSlide" Target="/ppt/notesSlides/notesSlide50.xml" Id="Rcaf64f56bfed4c99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c054c1e48a480a" /><Relationship Type="http://schemas.openxmlformats.org/officeDocument/2006/relationships/image" Target="/ppt/media/image23.png" Id="R7044b162b39a43b8" /><Relationship Type="http://schemas.openxmlformats.org/officeDocument/2006/relationships/image" Target="/ppt/media/image24.png" Id="R7a66eda5d1fb4546" /><Relationship Type="http://schemas.openxmlformats.org/officeDocument/2006/relationships/image" Target="/ppt/media/image25.png" Id="Rc9e37e9ab0f84c77" /><Relationship Type="http://schemas.openxmlformats.org/officeDocument/2006/relationships/image" Target="/ppt/media/image26.png" Id="R989b69092920426b" /><Relationship Type="http://schemas.openxmlformats.org/officeDocument/2006/relationships/notesSlide" Target="/ppt/notesSlides/notesSlide51.xml" Id="R331df8c589464cb7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2c8424c524e50" /><Relationship Type="http://schemas.openxmlformats.org/officeDocument/2006/relationships/chart" Target="/ppt/slides/charts/chart25.xml" Id="Rdb6ec76e700d4d1c" /><Relationship Type="http://schemas.openxmlformats.org/officeDocument/2006/relationships/chart" Target="/ppt/slides/charts/chart26.xml" Id="Rbcc64d6c3c384864" /><Relationship Type="http://schemas.openxmlformats.org/officeDocument/2006/relationships/chart" Target="/ppt/slides/charts/chart27.xml" Id="Rb0063e945fee40ac" /><Relationship Type="http://schemas.openxmlformats.org/officeDocument/2006/relationships/notesSlide" Target="/ppt/notesSlides/notesSlide52.xml" Id="R2052c0dcee5c4dc6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c7c3c91f845cf" /><Relationship Type="http://schemas.openxmlformats.org/officeDocument/2006/relationships/chart" Target="/ppt/slides/charts/chart28.xml" Id="Rff14306bee0448ae" /><Relationship Type="http://schemas.openxmlformats.org/officeDocument/2006/relationships/chart" Target="/ppt/slides/charts/chart29.xml" Id="R7e7f5974af984d3a" /><Relationship Type="http://schemas.openxmlformats.org/officeDocument/2006/relationships/chart" Target="/ppt/slides/charts/chart30.xml" Id="Rbeca9acbb2b34e24" /><Relationship Type="http://schemas.openxmlformats.org/officeDocument/2006/relationships/notesSlide" Target="/ppt/notesSlides/notesSlide53.xml" Id="R52c27fc1b08d4002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71f27fdcb499e" /><Relationship Type="http://schemas.openxmlformats.org/officeDocument/2006/relationships/image" Target="/ppt/media/image27.png" Id="R80dfb6ac88374dfb" /><Relationship Type="http://schemas.openxmlformats.org/officeDocument/2006/relationships/image" Target="/ppt/media/image28.png" Id="R75cddeb65b604242" /><Relationship Type="http://schemas.openxmlformats.org/officeDocument/2006/relationships/image" Target="/ppt/media/image29.png" Id="Rec9219786bb54f28" /><Relationship Type="http://schemas.openxmlformats.org/officeDocument/2006/relationships/notesSlide" Target="/ppt/notesSlides/notesSlide54.xml" Id="R797140330fc944d9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25c9b81014c78" /><Relationship Type="http://schemas.openxmlformats.org/officeDocument/2006/relationships/image" Target="/ppt/media/image30.png" Id="Rabd061d7af9746f4" /><Relationship Type="http://schemas.openxmlformats.org/officeDocument/2006/relationships/image" Target="/ppt/media/image31.png" Id="R4cc273a5a8cc4ddc" /><Relationship Type="http://schemas.openxmlformats.org/officeDocument/2006/relationships/image" Target="/ppt/media/image32.png" Id="R823a2331627b4533" /><Relationship Type="http://schemas.openxmlformats.org/officeDocument/2006/relationships/notesSlide" Target="/ppt/notesSlides/notesSlide55.xml" Id="R661ed905668346cb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3e70860cea4181" /><Relationship Type="http://schemas.openxmlformats.org/officeDocument/2006/relationships/image" Target="/ppt/media/image33.png" Id="R9cc9b482aeb64e41" /><Relationship Type="http://schemas.openxmlformats.org/officeDocument/2006/relationships/image" Target="/ppt/media/image34.png" Id="R646ca84fd8c74de8" /><Relationship Type="http://schemas.openxmlformats.org/officeDocument/2006/relationships/image" Target="/ppt/media/image35.png" Id="Rd9512b41000a4ab3" /><Relationship Type="http://schemas.openxmlformats.org/officeDocument/2006/relationships/notesSlide" Target="/ppt/notesSlides/notesSlide56.xml" Id="R1c223f99d7ad4e7a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f4930f04d54636" /><Relationship Type="http://schemas.openxmlformats.org/officeDocument/2006/relationships/image" Target="/ppt/media/image36.png" Id="R4914616fdc7641e7" /><Relationship Type="http://schemas.openxmlformats.org/officeDocument/2006/relationships/image" Target="/ppt/media/image37.png" Id="R1a6fe7076ff946f1" /><Relationship Type="http://schemas.openxmlformats.org/officeDocument/2006/relationships/image" Target="/ppt/media/image38.png" Id="R98e41a9378c34128" /><Relationship Type="http://schemas.openxmlformats.org/officeDocument/2006/relationships/notesSlide" Target="/ppt/notesSlides/notesSlide57.xml" Id="R9fb28d8db6b6452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47a2bc1474cb1" /><Relationship Type="http://schemas.openxmlformats.org/officeDocument/2006/relationships/image" Target="/ppt/media/image39.png" Id="R480e60742d5d4728" /><Relationship Type="http://schemas.openxmlformats.org/officeDocument/2006/relationships/image" Target="/ppt/media/image40.png" Id="R3355498868804b86" /><Relationship Type="http://schemas.openxmlformats.org/officeDocument/2006/relationships/image" Target="/ppt/media/image41.png" Id="R9c16721a27c04eaa" /><Relationship Type="http://schemas.openxmlformats.org/officeDocument/2006/relationships/notesSlide" Target="/ppt/notesSlides/notesSlide58.xml" Id="R7fe54910c4cf4c8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edffd9b84a458a" /><Relationship Type="http://schemas.openxmlformats.org/officeDocument/2006/relationships/notesSlide" Target="/ppt/notesSlides/notesSlide59.xml" Id="R43eb0f9bdc2d4802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00274954b4575" /><Relationship Type="http://schemas.openxmlformats.org/officeDocument/2006/relationships/chart" Target="/ppt/slides/charts/chart31.xml" Id="R1db9d3020fcb404e" /><Relationship Type="http://schemas.openxmlformats.org/officeDocument/2006/relationships/notesSlide" Target="/ppt/notesSlides/notesSlide60.xml" Id="R884660c71b734a4e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0e18a2e39d4cf9" /><Relationship Type="http://schemas.openxmlformats.org/officeDocument/2006/relationships/chart" Target="/ppt/slides/charts/chart32.xml" Id="Rc8edf23134644e6d" /><Relationship Type="http://schemas.openxmlformats.org/officeDocument/2006/relationships/chart" Target="/ppt/slides/charts/chart33.xml" Id="R57319c62a18a4fd7" /><Relationship Type="http://schemas.openxmlformats.org/officeDocument/2006/relationships/notesSlide" Target="/ppt/notesSlides/notesSlide61.xml" Id="R16c3f38c7e2142b8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5cbf8b7b4464c" /><Relationship Type="http://schemas.openxmlformats.org/officeDocument/2006/relationships/chart" Target="/ppt/slides/charts/chart34.xml" Id="R25e41b1e18ff4e9d" /><Relationship Type="http://schemas.openxmlformats.org/officeDocument/2006/relationships/notesSlide" Target="/ppt/notesSlides/notesSlide62.xml" Id="R97a39611aa644f88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b166e09a44ec8" /><Relationship Type="http://schemas.openxmlformats.org/officeDocument/2006/relationships/notesSlide" Target="/ppt/notesSlides/notesSlide63.xml" Id="R8fda896bee3646fa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92795ade84488a" /><Relationship Type="http://schemas.openxmlformats.org/officeDocument/2006/relationships/notesSlide" Target="/ppt/notesSlides/notesSlide64.xml" Id="R0cfd12a60db74c66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fd10da24b4c5c" /><Relationship Type="http://schemas.openxmlformats.org/officeDocument/2006/relationships/notesSlide" Target="/ppt/notesSlides/notesSlide65.xml" Id="R5ea0f28b478c489c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5e35fca794e87" /><Relationship Type="http://schemas.openxmlformats.org/officeDocument/2006/relationships/notesSlide" Target="/ppt/notesSlides/notesSlide66.xml" Id="Rf42503f8d5f2414e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d87d89eca74684" /><Relationship Type="http://schemas.openxmlformats.org/officeDocument/2006/relationships/notesSlide" Target="/ppt/notesSlides/notesSlide67.xml" Id="Rff23a9a815b348d6" /></Relationships>
</file>

<file path=ppt/slides/_rels/slide6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020e670dce4c0a" /><Relationship Type="http://schemas.openxmlformats.org/officeDocument/2006/relationships/notesSlide" Target="/ppt/notesSlides/notesSlide68.xml" Id="R6f3b788373c54aaa" /></Relationships>
</file>

<file path=ppt/slides/_rels/slide6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22f01a9a3b4cad" /><Relationship Type="http://schemas.openxmlformats.org/officeDocument/2006/relationships/notesSlide" Target="/ppt/notesSlides/notesSlide69.xml" Id="R483a1fd28c8d4a13" /></Relationships>
</file>

<file path=ppt/slides/_rels/slide7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ed9cc5d16b4791" /><Relationship Type="http://schemas.openxmlformats.org/officeDocument/2006/relationships/notesSlide" Target="/ppt/notesSlides/notesSlide70.xml" Id="R44c21dd6bfac4768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実計算: Ar, 100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marker"/>
        <c:ser>
          <c:idx val="0"/>
          <c:order val="0"/>
          <c:tx>
            <c:v>1</c:v>
          </c:tx>
          <c:spPr>
            <a:solidFill xmlns:a="http://schemas.openxmlformats.org/drawingml/2006/main">
              <a:srgbClr val="172554"/>
            </a:solidFill>
            <a:ln xmlns:a="http://schemas.openxmlformats.org/drawingml/2006/main" w="0">
              <a:solidFill>
                <a:srgbClr val="172554"/>
              </a:solidFill>
            </a:ln>
          </c:spPr>
          <c:marker>
            <c:symbol val="square"/>
            <c:size val="6"/>
            <c:spPr>
              <a:solidFill xmlns:a="http://schemas.openxmlformats.org/drawingml/2006/main">
                <a:srgbClr val="172554"/>
              </a:solidFill>
            </c:spPr>
          </c:marker>
          <c:xVal>
            <c:numLit>
              <c:formatCode>General</c:formatCode>
              <c:ptCount val="120"/>
              <c:pt idx="0">
                <c:v>2.2159322397380072</c:v>
              </c:pt>
              <c:pt idx="1">
                <c:v>2.2159322397380072</c:v>
              </c:pt>
              <c:pt idx="2">
                <c:v>2.2159322397380072</c:v>
              </c:pt>
              <c:pt idx="3">
                <c:v>2.2159322397380072</c:v>
              </c:pt>
              <c:pt idx="4">
                <c:v>2.2159322397380072</c:v>
              </c:pt>
              <c:pt idx="5">
                <c:v>2.2159322397380072</c:v>
              </c:pt>
              <c:pt idx="6">
                <c:v>2.2159322397380072</c:v>
              </c:pt>
              <c:pt idx="7">
                <c:v>2.2159322397380072</c:v>
              </c:pt>
              <c:pt idx="8">
                <c:v>2.2159322397380072</c:v>
              </c:pt>
              <c:pt idx="9">
                <c:v>2.2159322397380072</c:v>
              </c:pt>
              <c:pt idx="10">
                <c:v>2.2159322397380072</c:v>
              </c:pt>
              <c:pt idx="11">
                <c:v>2.2159322397380072</c:v>
              </c:pt>
              <c:pt idx="12">
                <c:v>2.2159322397380072</c:v>
              </c:pt>
              <c:pt idx="13">
                <c:v>2.2159322397380072</c:v>
              </c:pt>
              <c:pt idx="14">
                <c:v>2.2159322397380072</c:v>
              </c:pt>
              <c:pt idx="15">
                <c:v>2.2159322397380072</c:v>
              </c:pt>
              <c:pt idx="16">
                <c:v>2.2159322397380072</c:v>
              </c:pt>
              <c:pt idx="17">
                <c:v>2.2159322397380072</c:v>
              </c:pt>
              <c:pt idx="18">
                <c:v>2.2159322397380072</c:v>
              </c:pt>
              <c:pt idx="19">
                <c:v>2.2159322397380072</c:v>
              </c:pt>
              <c:pt idx="20">
                <c:v>2.2159322397380072</c:v>
              </c:pt>
              <c:pt idx="21">
                <c:v>2.2159322397380072</c:v>
              </c:pt>
              <c:pt idx="22">
                <c:v>2.2159322397380072</c:v>
              </c:pt>
              <c:pt idx="23">
                <c:v>2.2159322397380072</c:v>
              </c:pt>
              <c:pt idx="24">
                <c:v>2.44762479361797</c:v>
              </c:pt>
              <c:pt idx="25">
                <c:v>2.44762479361797</c:v>
              </c:pt>
              <c:pt idx="26">
                <c:v>2.44762479361797</c:v>
              </c:pt>
              <c:pt idx="27">
                <c:v>2.44762479361797</c:v>
              </c:pt>
              <c:pt idx="28">
                <c:v>2.44762479361797</c:v>
              </c:pt>
              <c:pt idx="29">
                <c:v>2.44762479361797</c:v>
              </c:pt>
              <c:pt idx="30">
                <c:v>2.44762479361797</c:v>
              </c:pt>
              <c:pt idx="31">
                <c:v>2.44762479361797</c:v>
              </c:pt>
              <c:pt idx="32">
                <c:v>2.44762479361797</c:v>
              </c:pt>
              <c:pt idx="33">
                <c:v>2.44762479361797</c:v>
              </c:pt>
              <c:pt idx="34">
                <c:v>2.44762479361797</c:v>
              </c:pt>
              <c:pt idx="35">
                <c:v>2.44762479361797</c:v>
              </c:pt>
              <c:pt idx="36">
                <c:v>2.44762479361797</c:v>
              </c:pt>
              <c:pt idx="37">
                <c:v>2.44762479361797</c:v>
              </c:pt>
              <c:pt idx="38">
                <c:v>2.44762479361797</c:v>
              </c:pt>
              <c:pt idx="39">
                <c:v>2.44762479361797</c:v>
              </c:pt>
              <c:pt idx="40">
                <c:v>2.44762479361797</c:v>
              </c:pt>
              <c:pt idx="41">
                <c:v>2.44762479361797</c:v>
              </c:pt>
              <c:pt idx="42">
                <c:v>2.44762479361797</c:v>
              </c:pt>
              <c:pt idx="43">
                <c:v>2.44762479361797</c:v>
              </c:pt>
              <c:pt idx="44">
                <c:v>2.44762479361797</c:v>
              </c:pt>
              <c:pt idx="45">
                <c:v>2.44762479361797</c:v>
              </c:pt>
              <c:pt idx="46">
                <c:v>2.44762479361797</c:v>
              </c:pt>
              <c:pt idx="47">
                <c:v>2.44762479361797</c:v>
              </c:pt>
              <c:pt idx="48">
                <c:v>2.740768170695563</c:v>
              </c:pt>
              <c:pt idx="49">
                <c:v>2.740768170695563</c:v>
              </c:pt>
              <c:pt idx="50">
                <c:v>2.740768170695563</c:v>
              </c:pt>
              <c:pt idx="51">
                <c:v>2.740768170695563</c:v>
              </c:pt>
              <c:pt idx="52">
                <c:v>2.740768170695563</c:v>
              </c:pt>
              <c:pt idx="53">
                <c:v>2.740768170695563</c:v>
              </c:pt>
              <c:pt idx="54">
                <c:v>2.740768170695563</c:v>
              </c:pt>
              <c:pt idx="55">
                <c:v>2.740768170695563</c:v>
              </c:pt>
              <c:pt idx="56">
                <c:v>2.740768170695563</c:v>
              </c:pt>
              <c:pt idx="57">
                <c:v>2.740768170695563</c:v>
              </c:pt>
              <c:pt idx="58">
                <c:v>2.740768170695563</c:v>
              </c:pt>
              <c:pt idx="59">
                <c:v>2.740768170695563</c:v>
              </c:pt>
              <c:pt idx="60">
                <c:v>2.740768170695563</c:v>
              </c:pt>
              <c:pt idx="61">
                <c:v>2.740768170695563</c:v>
              </c:pt>
              <c:pt idx="62">
                <c:v>2.740768170695563</c:v>
              </c:pt>
              <c:pt idx="63">
                <c:v>2.740768170695563</c:v>
              </c:pt>
              <c:pt idx="64">
                <c:v>2.740768170695563</c:v>
              </c:pt>
              <c:pt idx="65">
                <c:v>2.740768170695563</c:v>
              </c:pt>
              <c:pt idx="66">
                <c:v>2.740768170695563</c:v>
              </c:pt>
              <c:pt idx="67">
                <c:v>2.740768170695563</c:v>
              </c:pt>
              <c:pt idx="68">
                <c:v>2.740768170695563</c:v>
              </c:pt>
              <c:pt idx="69">
                <c:v>2.740768170695563</c:v>
              </c:pt>
              <c:pt idx="70">
                <c:v>2.740768170695563</c:v>
              </c:pt>
              <c:pt idx="71">
                <c:v>2.740768170695563</c:v>
              </c:pt>
              <c:pt idx="72">
                <c:v>3.0720851636227837</c:v>
              </c:pt>
              <c:pt idx="73">
                <c:v>3.0720851636227837</c:v>
              </c:pt>
              <c:pt idx="74">
                <c:v>3.0720851636227837</c:v>
              </c:pt>
              <c:pt idx="75">
                <c:v>3.0720851636227837</c:v>
              </c:pt>
              <c:pt idx="76">
                <c:v>3.0720851636227837</c:v>
              </c:pt>
              <c:pt idx="77">
                <c:v>3.0720851636227837</c:v>
              </c:pt>
              <c:pt idx="78">
                <c:v>3.0720851636227837</c:v>
              </c:pt>
              <c:pt idx="79">
                <c:v>3.0720851636227837</c:v>
              </c:pt>
              <c:pt idx="80">
                <c:v>3.0720851636227837</c:v>
              </c:pt>
              <c:pt idx="81">
                <c:v>3.0720851636227837</c:v>
              </c:pt>
              <c:pt idx="82">
                <c:v>3.0720851636227837</c:v>
              </c:pt>
              <c:pt idx="83">
                <c:v>3.0720851636227837</c:v>
              </c:pt>
              <c:pt idx="84">
                <c:v>3.0720851636227837</c:v>
              </c:pt>
              <c:pt idx="85">
                <c:v>3.0720851636227837</c:v>
              </c:pt>
              <c:pt idx="86">
                <c:v>3.0720851636227837</c:v>
              </c:pt>
              <c:pt idx="87">
                <c:v>3.0720851636227837</c:v>
              </c:pt>
              <c:pt idx="88">
                <c:v>3.0720851636227837</c:v>
              </c:pt>
              <c:pt idx="89">
                <c:v>3.0720851636227837</c:v>
              </c:pt>
              <c:pt idx="90">
                <c:v>3.0720851636227837</c:v>
              </c:pt>
              <c:pt idx="91">
                <c:v>3.0720851636227837</c:v>
              </c:pt>
              <c:pt idx="92">
                <c:v>3.0720851636227837</c:v>
              </c:pt>
              <c:pt idx="93">
                <c:v>3.0720851636227837</c:v>
              </c:pt>
              <c:pt idx="94">
                <c:v>3.0720851636227837</c:v>
              </c:pt>
              <c:pt idx="95">
                <c:v>3.0720851636227837</c:v>
              </c:pt>
              <c:pt idx="96">
                <c:v>3.4231760758399474</c:v>
              </c:pt>
              <c:pt idx="97">
                <c:v>3.4231760758399474</c:v>
              </c:pt>
              <c:pt idx="98">
                <c:v>3.4231760758399474</c:v>
              </c:pt>
              <c:pt idx="99">
                <c:v>3.4231760758399474</c:v>
              </c:pt>
              <c:pt idx="100">
                <c:v>3.4231760758399474</c:v>
              </c:pt>
              <c:pt idx="101">
                <c:v>3.4231760758399474</c:v>
              </c:pt>
              <c:pt idx="102">
                <c:v>3.4231760758399474</c:v>
              </c:pt>
              <c:pt idx="103">
                <c:v>3.4231760758399474</c:v>
              </c:pt>
              <c:pt idx="104">
                <c:v>3.4231760758399474</c:v>
              </c:pt>
              <c:pt idx="105">
                <c:v>3.4231760758399474</c:v>
              </c:pt>
              <c:pt idx="106">
                <c:v>3.4231760758399474</c:v>
              </c:pt>
              <c:pt idx="107">
                <c:v>3.4231760758399474</c:v>
              </c:pt>
              <c:pt idx="108">
                <c:v>3.4231760758399474</c:v>
              </c:pt>
              <c:pt idx="109">
                <c:v>3.4231760758399474</c:v>
              </c:pt>
              <c:pt idx="110">
                <c:v>3.4231760758399474</c:v>
              </c:pt>
              <c:pt idx="111">
                <c:v>3.4231760758399474</c:v>
              </c:pt>
              <c:pt idx="112">
                <c:v>3.4231760758399474</c:v>
              </c:pt>
              <c:pt idx="113">
                <c:v>3.4231760758399474</c:v>
              </c:pt>
              <c:pt idx="114">
                <c:v>3.4231760758399474</c:v>
              </c:pt>
              <c:pt idx="115">
                <c:v>3.4231760758399474</c:v>
              </c:pt>
              <c:pt idx="116">
                <c:v>3.4231760758399474</c:v>
              </c:pt>
              <c:pt idx="117">
                <c:v>3.4231760758399474</c:v>
              </c:pt>
              <c:pt idx="118">
                <c:v>3.4231760758399474</c:v>
              </c:pt>
              <c:pt idx="119">
                <c:v>3.4231760758399474</c:v>
              </c:pt>
            </c:numLit>
          </c:xVal>
          <c:yVal>
            <c:numLit>
              <c:formatCode>General</c:formatCode>
              <c:ptCount val="120"/>
              <c:pt idx="0">
                <c:v>0.9989294616193017</c:v>
              </c:pt>
              <c:pt idx="1">
                <c:v>0.9861150708885205</c:v>
              </c:pt>
              <c:pt idx="2">
                <c:v>0.956427977892087</c:v>
              </c:pt>
              <c:pt idx="3">
                <c:v>0.9103761370219876</c:v>
              </c:pt>
              <c:pt idx="4">
                <c:v>0.848747508043492</c:v>
              </c:pt>
              <c:pt idx="5">
                <c:v>0.7725965738851064</c:v>
              </c:pt>
              <c:pt idx="6">
                <c:v>0.6832262981433083</c:v>
              </c:pt>
              <c:pt idx="7">
                <c:v>0.5821658310141615</c:v>
              </c:pt>
              <c:pt idx="8">
                <c:v>0.47114434510950076</c:v>
              </c:pt>
              <c:pt idx="9">
                <c:v>0.35206144883412577</c:v>
              </c:pt>
              <c:pt idx="10">
                <c:v>0.22695468355932463</c:v>
              </c:pt>
              <c:pt idx="11">
                <c:v>0.09796466072509749</c:v>
              </c:pt>
              <c:pt idx="12">
                <c:v>-0.032701564615071434</c:v>
              </c:pt>
              <c:pt idx="13">
                <c:v>-0.16280825711808966</c:v>
              </c:pt>
              <c:pt idx="14">
                <c:v>-0.290129255202841</c:v>
              </c:pt>
              <c:pt idx="15">
                <c:v>-0.41248606129204535</c:v>
              </c:pt>
              <c:pt idx="16">
                <c:v>-0.5277851165098009</c:v>
              </c:pt>
              <c:pt idx="17">
                <c:v>-0.6340536220543944</c:v>
              </c:pt>
              <c:pt idx="18">
                <c:v>-0.7294732943327624</c:v>
              </c:pt>
              <c:pt idx="19">
                <c:v>-0.81241147629689</c:v>
              </c:pt>
              <c:pt idx="20">
                <c:v>-0.8814490726585633</c:v>
              </c:pt>
              <c:pt idx="21">
                <c:v>-0.9354048310031962</c:v>
              </c:pt>
              <c:pt idx="22">
                <c:v>-0.9733555533461493</c:v>
              </c:pt>
              <c:pt idx="23">
                <c:v>-0.9946518923062069</c:v>
              </c:pt>
              <c:pt idx="24">
                <c:v>0.9989294616193017</c:v>
              </c:pt>
              <c:pt idx="25">
                <c:v>0.9861150708885205</c:v>
              </c:pt>
              <c:pt idx="26">
                <c:v>0.956427977892087</c:v>
              </c:pt>
              <c:pt idx="27">
                <c:v>0.9103761370219876</c:v>
              </c:pt>
              <c:pt idx="28">
                <c:v>0.848747508043492</c:v>
              </c:pt>
              <c:pt idx="29">
                <c:v>0.7725965738851064</c:v>
              </c:pt>
              <c:pt idx="30">
                <c:v>0.6832262981433083</c:v>
              </c:pt>
              <c:pt idx="31">
                <c:v>0.5821658310141615</c:v>
              </c:pt>
              <c:pt idx="32">
                <c:v>0.47114434510950076</c:v>
              </c:pt>
              <c:pt idx="33">
                <c:v>0.35206144883412577</c:v>
              </c:pt>
              <c:pt idx="34">
                <c:v>0.22695468355932463</c:v>
              </c:pt>
              <c:pt idx="35">
                <c:v>0.09796466072509749</c:v>
              </c:pt>
              <c:pt idx="36">
                <c:v>-0.032701564615071434</c:v>
              </c:pt>
              <c:pt idx="37">
                <c:v>-0.16280825711808966</c:v>
              </c:pt>
              <c:pt idx="38">
                <c:v>-0.290129255202841</c:v>
              </c:pt>
              <c:pt idx="39">
                <c:v>-0.41248606129204535</c:v>
              </c:pt>
              <c:pt idx="40">
                <c:v>-0.5277851165098009</c:v>
              </c:pt>
              <c:pt idx="41">
                <c:v>-0.6340536220543944</c:v>
              </c:pt>
              <c:pt idx="42">
                <c:v>-0.7294732943327624</c:v>
              </c:pt>
              <c:pt idx="43">
                <c:v>-0.81241147629689</c:v>
              </c:pt>
              <c:pt idx="44">
                <c:v>-0.8814490726585633</c:v>
              </c:pt>
              <c:pt idx="45">
                <c:v>-0.9354048310031962</c:v>
              </c:pt>
              <c:pt idx="46">
                <c:v>-0.9733555533461493</c:v>
              </c:pt>
              <c:pt idx="47">
                <c:v>-0.9946518923062069</c:v>
              </c:pt>
              <c:pt idx="48">
                <c:v>0.9989294616193017</c:v>
              </c:pt>
              <c:pt idx="49">
                <c:v>0.9861150708885205</c:v>
              </c:pt>
              <c:pt idx="50">
                <c:v>0.956427977892087</c:v>
              </c:pt>
              <c:pt idx="51">
                <c:v>0.9103761370219876</c:v>
              </c:pt>
              <c:pt idx="52">
                <c:v>0.848747508043492</c:v>
              </c:pt>
              <c:pt idx="53">
                <c:v>0.7725965738851064</c:v>
              </c:pt>
              <c:pt idx="54">
                <c:v>0.6832262981433083</c:v>
              </c:pt>
              <c:pt idx="55">
                <c:v>0.5821658310141615</c:v>
              </c:pt>
              <c:pt idx="56">
                <c:v>0.47114434510950076</c:v>
              </c:pt>
              <c:pt idx="57">
                <c:v>0.35206144883412577</c:v>
              </c:pt>
              <c:pt idx="58">
                <c:v>0.22695468355932463</c:v>
              </c:pt>
              <c:pt idx="59">
                <c:v>0.09796466072509749</c:v>
              </c:pt>
              <c:pt idx="60">
                <c:v>-0.032701564615071434</c:v>
              </c:pt>
              <c:pt idx="61">
                <c:v>-0.16280825711808966</c:v>
              </c:pt>
              <c:pt idx="62">
                <c:v>-0.290129255202841</c:v>
              </c:pt>
              <c:pt idx="63">
                <c:v>-0.41248606129204535</c:v>
              </c:pt>
              <c:pt idx="64">
                <c:v>-0.5277851165098009</c:v>
              </c:pt>
              <c:pt idx="65">
                <c:v>-0.6340536220543944</c:v>
              </c:pt>
              <c:pt idx="66">
                <c:v>-0.7294732943327624</c:v>
              </c:pt>
              <c:pt idx="67">
                <c:v>-0.81241147629689</c:v>
              </c:pt>
              <c:pt idx="68">
                <c:v>-0.8814490726585633</c:v>
              </c:pt>
              <c:pt idx="69">
                <c:v>-0.9354048310031962</c:v>
              </c:pt>
              <c:pt idx="70">
                <c:v>-0.9733555533461493</c:v>
              </c:pt>
              <c:pt idx="71">
                <c:v>-0.9946518923062069</c:v>
              </c:pt>
              <c:pt idx="72">
                <c:v>0.9989294616193017</c:v>
              </c:pt>
              <c:pt idx="73">
                <c:v>0.9861150708885205</c:v>
              </c:pt>
              <c:pt idx="74">
                <c:v>0.956427977892087</c:v>
              </c:pt>
              <c:pt idx="75">
                <c:v>0.9103761370219876</c:v>
              </c:pt>
              <c:pt idx="76">
                <c:v>0.848747508043492</c:v>
              </c:pt>
              <c:pt idx="77">
                <c:v>0.7725965738851064</c:v>
              </c:pt>
              <c:pt idx="78">
                <c:v>0.6832262981433083</c:v>
              </c:pt>
              <c:pt idx="79">
                <c:v>0.5821658310141615</c:v>
              </c:pt>
              <c:pt idx="80">
                <c:v>0.47114434510950076</c:v>
              </c:pt>
              <c:pt idx="81">
                <c:v>0.35206144883412577</c:v>
              </c:pt>
              <c:pt idx="82">
                <c:v>0.22695468355932463</c:v>
              </c:pt>
              <c:pt idx="83">
                <c:v>0.09796466072509749</c:v>
              </c:pt>
              <c:pt idx="84">
                <c:v>-0.032701564615071434</c:v>
              </c:pt>
              <c:pt idx="85">
                <c:v>-0.16280825711808966</c:v>
              </c:pt>
              <c:pt idx="86">
                <c:v>-0.290129255202841</c:v>
              </c:pt>
              <c:pt idx="87">
                <c:v>-0.41248606129204535</c:v>
              </c:pt>
              <c:pt idx="88">
                <c:v>-0.5277851165098009</c:v>
              </c:pt>
              <c:pt idx="89">
                <c:v>-0.6340536220543944</c:v>
              </c:pt>
              <c:pt idx="90">
                <c:v>-0.7294732943327624</c:v>
              </c:pt>
              <c:pt idx="91">
                <c:v>-0.81241147629689</c:v>
              </c:pt>
              <c:pt idx="92">
                <c:v>-0.8814490726585633</c:v>
              </c:pt>
              <c:pt idx="93">
                <c:v>-0.9354048310031962</c:v>
              </c:pt>
              <c:pt idx="94">
                <c:v>-0.9733555533461493</c:v>
              </c:pt>
              <c:pt idx="95">
                <c:v>-0.9946518923062069</c:v>
              </c:pt>
              <c:pt idx="96">
                <c:v>0.9989294616193017</c:v>
              </c:pt>
              <c:pt idx="97">
                <c:v>0.9861150708885205</c:v>
              </c:pt>
              <c:pt idx="98">
                <c:v>0.956427977892087</c:v>
              </c:pt>
              <c:pt idx="99">
                <c:v>0.9103761370219876</c:v>
              </c:pt>
              <c:pt idx="100">
                <c:v>0.848747508043492</c:v>
              </c:pt>
              <c:pt idx="101">
                <c:v>0.7725965738851064</c:v>
              </c:pt>
              <c:pt idx="102">
                <c:v>0.6832262981433083</c:v>
              </c:pt>
              <c:pt idx="103">
                <c:v>0.5821658310141615</c:v>
              </c:pt>
              <c:pt idx="104">
                <c:v>0.47114434510950076</c:v>
              </c:pt>
              <c:pt idx="105">
                <c:v>0.35206144883412577</c:v>
              </c:pt>
              <c:pt idx="106">
                <c:v>0.22695468355932463</c:v>
              </c:pt>
              <c:pt idx="107">
                <c:v>0.09796466072509749</c:v>
              </c:pt>
              <c:pt idx="108">
                <c:v>-0.032701564615071434</c:v>
              </c:pt>
              <c:pt idx="109">
                <c:v>-0.16280825711808966</c:v>
              </c:pt>
              <c:pt idx="110">
                <c:v>-0.290129255202841</c:v>
              </c:pt>
              <c:pt idx="111">
                <c:v>-0.41248606129204535</c:v>
              </c:pt>
              <c:pt idx="112">
                <c:v>-0.5277851165098009</c:v>
              </c:pt>
              <c:pt idx="113">
                <c:v>-0.6340536220543944</c:v>
              </c:pt>
              <c:pt idx="114">
                <c:v>-0.7294732943327624</c:v>
              </c:pt>
              <c:pt idx="115">
                <c:v>-0.81241147629689</c:v>
              </c:pt>
              <c:pt idx="116">
                <c:v>-0.8814490726585633</c:v>
              </c:pt>
              <c:pt idx="117">
                <c:v>-0.9354048310031962</c:v>
              </c:pt>
              <c:pt idx="118">
                <c:v>-0.9733555533461493</c:v>
              </c:pt>
              <c:pt idx="119">
                <c:v>-0.9946518923062069</c:v>
              </c:pt>
            </c:numLit>
          </c:yVal>
        </c:ser>
        <c:ser>
          <c:idx val="1"/>
          <c:order val="1"/>
          <c:tx>
            <c:v>2</c:v>
          </c:tx>
          <c:spPr>
            <a:solidFill xmlns:a="http://schemas.openxmlformats.org/drawingml/2006/main">
              <a:srgbClr val="1D4ED8"/>
            </a:solidFill>
            <a:ln xmlns:a="http://schemas.openxmlformats.org/drawingml/2006/main" w="0">
              <a:solidFill>
                <a:srgbClr val="1D4ED8"/>
              </a:solidFill>
            </a:ln>
          </c:spPr>
          <c:marker>
            <c:symbol val="square"/>
            <c:size val="6"/>
            <c:spPr>
              <a:solidFill xmlns:a="http://schemas.openxmlformats.org/drawingml/2006/main">
                <a:srgbClr val="1D4ED8"/>
              </a:solidFill>
            </c:spPr>
          </c:marker>
          <c:xVal>
            <c:numLit>
              <c:formatCode>General</c:formatCode>
              <c:ptCount val="21"/>
              <c:pt idx="0">
                <c:v>2.0595954695321876</c:v>
              </c:pt>
              <c:pt idx="1">
                <c:v>2.0595954695321876</c:v>
              </c:pt>
              <c:pt idx="2">
                <c:v>2.0595954695321876</c:v>
              </c:pt>
              <c:pt idx="3">
                <c:v>2.0595954695321876</c:v>
              </c:pt>
              <c:pt idx="4">
                <c:v>2.0595954695321876</c:v>
              </c:pt>
              <c:pt idx="5">
                <c:v>2.0595954695321876</c:v>
              </c:pt>
              <c:pt idx="6">
                <c:v>2.0595954695321876</c:v>
              </c:pt>
              <c:pt idx="7">
                <c:v>2.0595954695321876</c:v>
              </c:pt>
              <c:pt idx="8">
                <c:v>2.0595954695321876</c:v>
              </c:pt>
              <c:pt idx="9">
                <c:v>2.0595954695321876</c:v>
              </c:pt>
              <c:pt idx="10">
                <c:v>2.0595954695321876</c:v>
              </c:pt>
              <c:pt idx="11">
                <c:v>2.0595954695321876</c:v>
              </c:pt>
              <c:pt idx="12">
                <c:v>2.0595954695321876</c:v>
              </c:pt>
              <c:pt idx="13">
                <c:v>2.0595954695321876</c:v>
              </c:pt>
              <c:pt idx="14">
                <c:v>2.0595954695321876</c:v>
              </c:pt>
              <c:pt idx="15">
                <c:v>2.0595954695321876</c:v>
              </c:pt>
              <c:pt idx="16">
                <c:v>2.0595954695321876</c:v>
              </c:pt>
              <c:pt idx="17">
                <c:v>2.0595954695321876</c:v>
              </c:pt>
              <c:pt idx="18">
                <c:v>2.0595954695321876</c:v>
              </c:pt>
              <c:pt idx="19">
                <c:v>2.0595954695321876</c:v>
              </c:pt>
              <c:pt idx="20">
                <c:v>2.0595954695321876</c:v>
              </c:pt>
            </c:numLit>
          </c:xVal>
          <c:yVal>
            <c:numLit>
              <c:formatCode>General</c:formatCode>
              <c:ptCount val="21"/>
              <c:pt idx="0">
                <c:v>0.9103761370219876</c:v>
              </c:pt>
              <c:pt idx="1">
                <c:v>0.848747508043492</c:v>
              </c:pt>
              <c:pt idx="2">
                <c:v>0.7725965738851064</c:v>
              </c:pt>
              <c:pt idx="3">
                <c:v>0.6832262981433083</c:v>
              </c:pt>
              <c:pt idx="4">
                <c:v>0.5821658310141615</c:v>
              </c:pt>
              <c:pt idx="5">
                <c:v>0.47114434510950076</c:v>
              </c:pt>
              <c:pt idx="6">
                <c:v>0.35206144883412577</c:v>
              </c:pt>
              <c:pt idx="7">
                <c:v>0.22695468355932463</c:v>
              </c:pt>
              <c:pt idx="8">
                <c:v>0.09796466072509749</c:v>
              </c:pt>
              <c:pt idx="9">
                <c:v>-0.032701564615071434</c:v>
              </c:pt>
              <c:pt idx="10">
                <c:v>-0.16280825711808966</c:v>
              </c:pt>
              <c:pt idx="11">
                <c:v>-0.290129255202841</c:v>
              </c:pt>
              <c:pt idx="12">
                <c:v>-0.41248606129204535</c:v>
              </c:pt>
              <c:pt idx="13">
                <c:v>-0.5277851165098009</c:v>
              </c:pt>
              <c:pt idx="14">
                <c:v>-0.6340536220543944</c:v>
              </c:pt>
              <c:pt idx="15">
                <c:v>-0.7294732943327624</c:v>
              </c:pt>
              <c:pt idx="16">
                <c:v>-0.81241147629689</c:v>
              </c:pt>
              <c:pt idx="17">
                <c:v>-0.8814490726585633</c:v>
              </c:pt>
              <c:pt idx="18">
                <c:v>-0.9354048310031962</c:v>
              </c:pt>
              <c:pt idx="19">
                <c:v>-0.9733555533461493</c:v>
              </c:pt>
              <c:pt idx="20">
                <c:v>-0.9946518923062069</c:v>
              </c:pt>
            </c:numLit>
          </c:yVal>
        </c:ser>
        <c:ser>
          <c:idx val="2"/>
          <c:order val="2"/>
          <c:tx>
            <c:v>3</c:v>
          </c:tx>
          <c:spPr>
            <a:solidFill xmlns:a="http://schemas.openxmlformats.org/drawingml/2006/main">
              <a:srgbClr val="0891B2"/>
            </a:solidFill>
            <a:ln xmlns:a="http://schemas.openxmlformats.org/drawingml/2006/main" w="0">
              <a:solidFill>
                <a:srgbClr val="0891B2"/>
              </a:solidFill>
            </a:ln>
          </c:spPr>
          <c:marker>
            <c:symbol val="square"/>
            <c:size val="6"/>
            <c:spPr>
              <a:solidFill xmlns:a="http://schemas.openxmlformats.org/drawingml/2006/main">
                <a:srgbClr val="0891B2"/>
              </a:solidFill>
            </c:spPr>
          </c:marker>
          <c:xVal>
            <c:numLit>
              <c:formatCode>General</c:formatCode>
              <c:ptCount val="26"/>
              <c:pt idx="0">
                <c:v>1.9669841847284908</c:v>
              </c:pt>
              <c:pt idx="1">
                <c:v>1.9669841847284908</c:v>
              </c:pt>
              <c:pt idx="2">
                <c:v>1.9669841847284908</c:v>
              </c:pt>
              <c:pt idx="3">
                <c:v>1.9669841847284908</c:v>
              </c:pt>
              <c:pt idx="4">
                <c:v>1.9669841847284908</c:v>
              </c:pt>
              <c:pt idx="5">
                <c:v>1.9669841847284908</c:v>
              </c:pt>
              <c:pt idx="6">
                <c:v>1.9669841847284908</c:v>
              </c:pt>
              <c:pt idx="7">
                <c:v>1.9669841847284908</c:v>
              </c:pt>
              <c:pt idx="8">
                <c:v>1.9669841847284908</c:v>
              </c:pt>
              <c:pt idx="9">
                <c:v>1.9669841847284908</c:v>
              </c:pt>
              <c:pt idx="10">
                <c:v>1.9669841847284908</c:v>
              </c:pt>
              <c:pt idx="11">
                <c:v>1.9669841847284908</c:v>
              </c:pt>
              <c:pt idx="12">
                <c:v>1.9669841847284908</c:v>
              </c:pt>
              <c:pt idx="13">
                <c:v>1.9669841847284908</c:v>
              </c:pt>
              <c:pt idx="14">
                <c:v>1.9669841847284908</c:v>
              </c:pt>
              <c:pt idx="15">
                <c:v>1.9669841847284908</c:v>
              </c:pt>
              <c:pt idx="16">
                <c:v>1.9669841847284908</c:v>
              </c:pt>
              <c:pt idx="17">
                <c:v>1.9669841847284908</c:v>
              </c:pt>
              <c:pt idx="18">
                <c:v>1.9669841847284908</c:v>
              </c:pt>
              <c:pt idx="19">
                <c:v>1.9669841847284908</c:v>
              </c:pt>
              <c:pt idx="20">
                <c:v>1.9669841847284908</c:v>
              </c:pt>
              <c:pt idx="21">
                <c:v>1.9669841847284908</c:v>
              </c:pt>
              <c:pt idx="22">
                <c:v>1.9669841847284908</c:v>
              </c:pt>
              <c:pt idx="23">
                <c:v>2.0595954695321876</c:v>
              </c:pt>
              <c:pt idx="24">
                <c:v>2.0595954695321876</c:v>
              </c:pt>
              <c:pt idx="25">
                <c:v>2.0595954695321876</c:v>
              </c:pt>
            </c:numLit>
          </c:xVal>
          <c:yVal>
            <c:numLit>
              <c:formatCode>General</c:formatCode>
              <c:ptCount val="26"/>
              <c:pt idx="0">
                <c:v>0.9861150708885205</c:v>
              </c:pt>
              <c:pt idx="1">
                <c:v>0.956427977892087</c:v>
              </c:pt>
              <c:pt idx="2">
                <c:v>0.9103761370219876</c:v>
              </c:pt>
              <c:pt idx="3">
                <c:v>0.848747508043492</c:v>
              </c:pt>
              <c:pt idx="4">
                <c:v>0.7725965738851064</c:v>
              </c:pt>
              <c:pt idx="5">
                <c:v>0.6832262981433083</c:v>
              </c:pt>
              <c:pt idx="6">
                <c:v>0.5821658310141615</c:v>
              </c:pt>
              <c:pt idx="7">
                <c:v>0.47114434510950076</c:v>
              </c:pt>
              <c:pt idx="8">
                <c:v>0.35206144883412577</c:v>
              </c:pt>
              <c:pt idx="9">
                <c:v>0.22695468355932463</c:v>
              </c:pt>
              <c:pt idx="10">
                <c:v>0.09796466072509749</c:v>
              </c:pt>
              <c:pt idx="11">
                <c:v>-0.032701564615071434</c:v>
              </c:pt>
              <c:pt idx="12">
                <c:v>-0.16280825711808966</c:v>
              </c:pt>
              <c:pt idx="13">
                <c:v>-0.290129255202841</c:v>
              </c:pt>
              <c:pt idx="14">
                <c:v>-0.41248606129204535</c:v>
              </c:pt>
              <c:pt idx="15">
                <c:v>-0.5277851165098009</c:v>
              </c:pt>
              <c:pt idx="16">
                <c:v>-0.6340536220543944</c:v>
              </c:pt>
              <c:pt idx="17">
                <c:v>-0.7294732943327624</c:v>
              </c:pt>
              <c:pt idx="18">
                <c:v>-0.81241147629689</c:v>
              </c:pt>
              <c:pt idx="19">
                <c:v>-0.8814490726585633</c:v>
              </c:pt>
              <c:pt idx="20">
                <c:v>-0.9354048310031962</c:v>
              </c:pt>
              <c:pt idx="21">
                <c:v>-0.9733555533461493</c:v>
              </c:pt>
              <c:pt idx="22">
                <c:v>-0.9946518923062069</c:v>
              </c:pt>
              <c:pt idx="23">
                <c:v>0.9989294616193017</c:v>
              </c:pt>
              <c:pt idx="24">
                <c:v>0.9861150708885205</c:v>
              </c:pt>
              <c:pt idx="25">
                <c:v>0.956427977892087</c:v>
              </c:pt>
            </c:numLit>
          </c:yVal>
        </c:ser>
        <c:ser>
          <c:idx val="3"/>
          <c:order val="3"/>
          <c:tx>
            <c:v>4</c:v>
          </c:tx>
          <c:spPr>
            <a:solidFill xmlns:a="http://schemas.openxmlformats.org/drawingml/2006/main">
              <a:srgbClr val="10B981"/>
            </a:solidFill>
            <a:ln xmlns:a="http://schemas.openxmlformats.org/drawingml/2006/main" w="0">
              <a:solidFill>
                <a:srgbClr val="10B981"/>
              </a:solidFill>
            </a:ln>
          </c:spPr>
          <c:marker>
            <c:symbol val="square"/>
            <c:size val="6"/>
            <c:spPr>
              <a:solidFill xmlns:a="http://schemas.openxmlformats.org/drawingml/2006/main">
                <a:srgbClr val="10B981"/>
              </a:solidFill>
            </c:spPr>
          </c:marker>
          <c:xVal>
            <c:numLit>
              <c:formatCode>General</c:formatCode>
              <c:ptCount val="36"/>
              <c:pt idx="0">
                <c:v>1.8049239013805598</c:v>
              </c:pt>
              <c:pt idx="1">
                <c:v>1.8049239013805598</c:v>
              </c:pt>
              <c:pt idx="2">
                <c:v>1.8049239013805598</c:v>
              </c:pt>
              <c:pt idx="3">
                <c:v>1.8049239013805598</c:v>
              </c:pt>
              <c:pt idx="4">
                <c:v>1.8049239013805598</c:v>
              </c:pt>
              <c:pt idx="5">
                <c:v>1.8049239013805598</c:v>
              </c:pt>
              <c:pt idx="6">
                <c:v>1.8049239013805598</c:v>
              </c:pt>
              <c:pt idx="7">
                <c:v>1.8049239013805598</c:v>
              </c:pt>
              <c:pt idx="8">
                <c:v>1.8049239013805598</c:v>
              </c:pt>
              <c:pt idx="9">
                <c:v>1.8049239013805598</c:v>
              </c:pt>
              <c:pt idx="10">
                <c:v>1.8049239013805598</c:v>
              </c:pt>
              <c:pt idx="11">
                <c:v>1.886084019183048</c:v>
              </c:pt>
              <c:pt idx="12">
                <c:v>1.886084019183048</c:v>
              </c:pt>
              <c:pt idx="13">
                <c:v>1.886084019183048</c:v>
              </c:pt>
              <c:pt idx="14">
                <c:v>1.886084019183048</c:v>
              </c:pt>
              <c:pt idx="15">
                <c:v>1.886084019183048</c:v>
              </c:pt>
              <c:pt idx="16">
                <c:v>1.886084019183048</c:v>
              </c:pt>
              <c:pt idx="17">
                <c:v>1.886084019183048</c:v>
              </c:pt>
              <c:pt idx="18">
                <c:v>1.886084019183048</c:v>
              </c:pt>
              <c:pt idx="19">
                <c:v>1.886084019183048</c:v>
              </c:pt>
              <c:pt idx="20">
                <c:v>1.886084019183048</c:v>
              </c:pt>
              <c:pt idx="21">
                <c:v>1.886084019183048</c:v>
              </c:pt>
              <c:pt idx="22">
                <c:v>1.886084019183048</c:v>
              </c:pt>
              <c:pt idx="23">
                <c:v>1.886084019183048</c:v>
              </c:pt>
              <c:pt idx="24">
                <c:v>1.886084019183048</c:v>
              </c:pt>
              <c:pt idx="25">
                <c:v>1.886084019183048</c:v>
              </c:pt>
              <c:pt idx="26">
                <c:v>1.886084019183048</c:v>
              </c:pt>
              <c:pt idx="27">
                <c:v>1.886084019183048</c:v>
              </c:pt>
              <c:pt idx="28">
                <c:v>1.886084019183048</c:v>
              </c:pt>
              <c:pt idx="29">
                <c:v>1.886084019183048</c:v>
              </c:pt>
              <c:pt idx="30">
                <c:v>1.886084019183048</c:v>
              </c:pt>
              <c:pt idx="31">
                <c:v>1.886084019183048</c:v>
              </c:pt>
              <c:pt idx="32">
                <c:v>1.886084019183048</c:v>
              </c:pt>
              <c:pt idx="33">
                <c:v>1.886084019183048</c:v>
              </c:pt>
              <c:pt idx="34">
                <c:v>1.886084019183048</c:v>
              </c:pt>
              <c:pt idx="35">
                <c:v>1.9669841847284908</c:v>
              </c:pt>
            </c:numLit>
          </c:xVal>
          <c:yVal>
            <c:numLit>
              <c:formatCode>General</c:formatCode>
              <c:ptCount val="36"/>
              <c:pt idx="0">
                <c:v>-0.16280825711808966</c:v>
              </c:pt>
              <c:pt idx="1">
                <c:v>-0.290129255202841</c:v>
              </c:pt>
              <c:pt idx="2">
                <c:v>-0.41248606129204535</c:v>
              </c:pt>
              <c:pt idx="3">
                <c:v>-0.5277851165098009</c:v>
              </c:pt>
              <c:pt idx="4">
                <c:v>-0.6340536220543944</c:v>
              </c:pt>
              <c:pt idx="5">
                <c:v>-0.7294732943327624</c:v>
              </c:pt>
              <c:pt idx="6">
                <c:v>-0.81241147629689</c:v>
              </c:pt>
              <c:pt idx="7">
                <c:v>-0.8814490726585633</c:v>
              </c:pt>
              <c:pt idx="8">
                <c:v>-0.9354048310031962</c:v>
              </c:pt>
              <c:pt idx="9">
                <c:v>-0.9733555533461493</c:v>
              </c:pt>
              <c:pt idx="10">
                <c:v>-0.9946518923062069</c:v>
              </c:pt>
              <c:pt idx="11">
                <c:v>0.9989294616193017</c:v>
              </c:pt>
              <c:pt idx="12">
                <c:v>0.9861150708885205</c:v>
              </c:pt>
              <c:pt idx="13">
                <c:v>0.956427977892087</c:v>
              </c:pt>
              <c:pt idx="14">
                <c:v>0.9103761370219876</c:v>
              </c:pt>
              <c:pt idx="15">
                <c:v>0.848747508043492</c:v>
              </c:pt>
              <c:pt idx="16">
                <c:v>0.7725965738851064</c:v>
              </c:pt>
              <c:pt idx="17">
                <c:v>0.6832262981433083</c:v>
              </c:pt>
              <c:pt idx="18">
                <c:v>0.5821658310141615</c:v>
              </c:pt>
              <c:pt idx="19">
                <c:v>0.47114434510950076</c:v>
              </c:pt>
              <c:pt idx="20">
                <c:v>0.35206144883412577</c:v>
              </c:pt>
              <c:pt idx="21">
                <c:v>0.22695468355932463</c:v>
              </c:pt>
              <c:pt idx="22">
                <c:v>0.09796466072509749</c:v>
              </c:pt>
              <c:pt idx="23">
                <c:v>-0.032701564615071434</c:v>
              </c:pt>
              <c:pt idx="24">
                <c:v>-0.16280825711808966</c:v>
              </c:pt>
              <c:pt idx="25">
                <c:v>-0.290129255202841</c:v>
              </c:pt>
              <c:pt idx="26">
                <c:v>-0.41248606129204535</c:v>
              </c:pt>
              <c:pt idx="27">
                <c:v>-0.5277851165098009</c:v>
              </c:pt>
              <c:pt idx="28">
                <c:v>-0.6340536220543944</c:v>
              </c:pt>
              <c:pt idx="29">
                <c:v>-0.7294732943327624</c:v>
              </c:pt>
              <c:pt idx="30">
                <c:v>-0.81241147629689</c:v>
              </c:pt>
              <c:pt idx="31">
                <c:v>-0.8814490726585633</c:v>
              </c:pt>
              <c:pt idx="32">
                <c:v>-0.9354048310031962</c:v>
              </c:pt>
              <c:pt idx="33">
                <c:v>-0.9733555533461493</c:v>
              </c:pt>
              <c:pt idx="34">
                <c:v>-0.9946518923062069</c:v>
              </c:pt>
              <c:pt idx="35">
                <c:v>0.9989294616193017</c:v>
              </c:pt>
            </c:numLit>
          </c:yVal>
        </c:ser>
        <c:ser>
          <c:idx val="4"/>
          <c:order val="4"/>
          <c:tx>
            <c:v>5</c:v>
          </c:tx>
          <c:spPr>
            <a:solidFill xmlns:a="http://schemas.openxmlformats.org/drawingml/2006/main">
              <a:srgbClr val="84CC16"/>
            </a:solidFill>
            <a:ln xmlns:a="http://schemas.openxmlformats.org/drawingml/2006/main" w="0">
              <a:solidFill>
                <a:srgbClr val="84CC16"/>
              </a:solidFill>
            </a:ln>
          </c:spPr>
          <c:marker>
            <c:symbol val="square"/>
            <c:size val="6"/>
            <c:spPr>
              <a:solidFill xmlns:a="http://schemas.openxmlformats.org/drawingml/2006/main">
                <a:srgbClr val="84CC16"/>
              </a:solidFill>
            </c:spPr>
          </c:marker>
          <c:xVal>
            <c:numLit>
              <c:formatCode>General</c:formatCode>
              <c:ptCount val="37"/>
              <c:pt idx="0">
                <c:v>1.7234504066963634</c:v>
              </c:pt>
              <c:pt idx="1">
                <c:v>1.7234504066963634</c:v>
              </c:pt>
              <c:pt idx="2">
                <c:v>1.7234504066963634</c:v>
              </c:pt>
              <c:pt idx="3">
                <c:v>1.7234504066963634</c:v>
              </c:pt>
              <c:pt idx="4">
                <c:v>1.7234504066963634</c:v>
              </c:pt>
              <c:pt idx="5">
                <c:v>1.7234504066963634</c:v>
              </c:pt>
              <c:pt idx="6">
                <c:v>1.7234504066963634</c:v>
              </c:pt>
              <c:pt idx="7">
                <c:v>1.7234504066963634</c:v>
              </c:pt>
              <c:pt idx="8">
                <c:v>1.7234504066963634</c:v>
              </c:pt>
              <c:pt idx="9">
                <c:v>1.7234504066963634</c:v>
              </c:pt>
              <c:pt idx="10">
                <c:v>1.7234504066963634</c:v>
              </c:pt>
              <c:pt idx="11">
                <c:v>1.7234504066963634</c:v>
              </c:pt>
              <c:pt idx="12">
                <c:v>1.7234504066963634</c:v>
              </c:pt>
              <c:pt idx="13">
                <c:v>1.7234504066963634</c:v>
              </c:pt>
              <c:pt idx="14">
                <c:v>1.7234504066963634</c:v>
              </c:pt>
              <c:pt idx="15">
                <c:v>1.7234504066963634</c:v>
              </c:pt>
              <c:pt idx="16">
                <c:v>1.7234504066963634</c:v>
              </c:pt>
              <c:pt idx="17">
                <c:v>1.7234504066963634</c:v>
              </c:pt>
              <c:pt idx="18">
                <c:v>1.7234504066963634</c:v>
              </c:pt>
              <c:pt idx="19">
                <c:v>1.7234504066963634</c:v>
              </c:pt>
              <c:pt idx="20">
                <c:v>1.7234504066963634</c:v>
              </c:pt>
              <c:pt idx="21">
                <c:v>1.7234504066963634</c:v>
              </c:pt>
              <c:pt idx="22">
                <c:v>1.7234504066963634</c:v>
              </c:pt>
              <c:pt idx="23">
                <c:v>1.7234504066963634</c:v>
              </c:pt>
              <c:pt idx="24">
                <c:v>1.8049239013805598</c:v>
              </c:pt>
              <c:pt idx="25">
                <c:v>1.8049239013805598</c:v>
              </c:pt>
              <c:pt idx="26">
                <c:v>1.8049239013805598</c:v>
              </c:pt>
              <c:pt idx="27">
                <c:v>1.8049239013805598</c:v>
              </c:pt>
              <c:pt idx="28">
                <c:v>1.8049239013805598</c:v>
              </c:pt>
              <c:pt idx="29">
                <c:v>1.8049239013805598</c:v>
              </c:pt>
              <c:pt idx="30">
                <c:v>1.8049239013805598</c:v>
              </c:pt>
              <c:pt idx="31">
                <c:v>1.8049239013805598</c:v>
              </c:pt>
              <c:pt idx="32">
                <c:v>1.8049239013805598</c:v>
              </c:pt>
              <c:pt idx="33">
                <c:v>1.8049239013805598</c:v>
              </c:pt>
              <c:pt idx="34">
                <c:v>1.8049239013805598</c:v>
              </c:pt>
              <c:pt idx="35">
                <c:v>1.8049239013805598</c:v>
              </c:pt>
              <c:pt idx="36">
                <c:v>1.8049239013805598</c:v>
              </c:pt>
            </c:numLit>
          </c:xVal>
          <c:yVal>
            <c:numLit>
              <c:formatCode>General</c:formatCode>
              <c:ptCount val="37"/>
              <c:pt idx="0">
                <c:v>0.9989294616193017</c:v>
              </c:pt>
              <c:pt idx="1">
                <c:v>0.9861150708885205</c:v>
              </c:pt>
              <c:pt idx="2">
                <c:v>0.956427977892087</c:v>
              </c:pt>
              <c:pt idx="3">
                <c:v>0.9103761370219876</c:v>
              </c:pt>
              <c:pt idx="4">
                <c:v>0.848747508043492</c:v>
              </c:pt>
              <c:pt idx="5">
                <c:v>0.7725965738851064</c:v>
              </c:pt>
              <c:pt idx="6">
                <c:v>0.6832262981433083</c:v>
              </c:pt>
              <c:pt idx="7">
                <c:v>0.5821658310141615</c:v>
              </c:pt>
              <c:pt idx="8">
                <c:v>0.47114434510950076</c:v>
              </c:pt>
              <c:pt idx="9">
                <c:v>0.35206144883412577</c:v>
              </c:pt>
              <c:pt idx="10">
                <c:v>0.22695468355932463</c:v>
              </c:pt>
              <c:pt idx="11">
                <c:v>0.09796466072509749</c:v>
              </c:pt>
              <c:pt idx="12">
                <c:v>-0.032701564615071434</c:v>
              </c:pt>
              <c:pt idx="13">
                <c:v>-0.16280825711808966</c:v>
              </c:pt>
              <c:pt idx="14">
                <c:v>-0.290129255202841</c:v>
              </c:pt>
              <c:pt idx="15">
                <c:v>-0.41248606129204535</c:v>
              </c:pt>
              <c:pt idx="16">
                <c:v>-0.5277851165098009</c:v>
              </c:pt>
              <c:pt idx="17">
                <c:v>-0.6340536220543944</c:v>
              </c:pt>
              <c:pt idx="18">
                <c:v>-0.7294732943327624</c:v>
              </c:pt>
              <c:pt idx="19">
                <c:v>-0.81241147629689</c:v>
              </c:pt>
              <c:pt idx="20">
                <c:v>-0.8814490726585633</c:v>
              </c:pt>
              <c:pt idx="21">
                <c:v>-0.9354048310031962</c:v>
              </c:pt>
              <c:pt idx="22">
                <c:v>-0.9733555533461493</c:v>
              </c:pt>
              <c:pt idx="23">
                <c:v>-0.9946518923062069</c:v>
              </c:pt>
              <c:pt idx="24">
                <c:v>0.9989294616193017</c:v>
              </c:pt>
              <c:pt idx="25">
                <c:v>0.9861150708885205</c:v>
              </c:pt>
              <c:pt idx="26">
                <c:v>0.956427977892087</c:v>
              </c:pt>
              <c:pt idx="27">
                <c:v>0.9103761370219876</c:v>
              </c:pt>
              <c:pt idx="28">
                <c:v>0.848747508043492</c:v>
              </c:pt>
              <c:pt idx="29">
                <c:v>0.7725965738851064</c:v>
              </c:pt>
              <c:pt idx="30">
                <c:v>0.6832262981433083</c:v>
              </c:pt>
              <c:pt idx="31">
                <c:v>0.5821658310141615</c:v>
              </c:pt>
              <c:pt idx="32">
                <c:v>0.47114434510950076</c:v>
              </c:pt>
              <c:pt idx="33">
                <c:v>0.35206144883412577</c:v>
              </c:pt>
              <c:pt idx="34">
                <c:v>0.22695468355932463</c:v>
              </c:pt>
              <c:pt idx="35">
                <c:v>0.09796466072509749</c:v>
              </c:pt>
              <c:pt idx="36">
                <c:v>-0.032701564615071434</c:v>
              </c:pt>
            </c:numLit>
          </c:yVal>
        </c:ser>
        <c:ser>
          <c:idx val="5"/>
          <c:order val="5"/>
          <c:tx>
            <c:v>6</c:v>
          </c:tx>
          <c:spPr>
            <a:solidFill xmlns:a="http://schemas.openxmlformats.org/drawingml/2006/main">
              <a:srgbClr val="F59E0B"/>
            </a:solidFill>
            <a:ln xmlns:a="http://schemas.openxmlformats.org/drawingml/2006/main" w="0">
              <a:solidFill>
                <a:srgbClr val="F59E0B"/>
              </a:solidFill>
            </a:ln>
          </c:spPr>
          <c:marker>
            <c:symbol val="square"/>
            <c:size val="6"/>
            <c:spPr>
              <a:solidFill xmlns:a="http://schemas.openxmlformats.org/drawingml/2006/main">
                <a:srgbClr val="F59E0B"/>
              </a:solidFill>
            </c:spPr>
          </c:marker>
          <c:xVal>
            <c:numLit>
              <c:formatCode>General</c:formatCode>
              <c:ptCount val="64"/>
              <c:pt idx="0">
                <c:v>1.4764310103656133</c:v>
              </c:pt>
              <c:pt idx="1">
                <c:v>1.4764310103656133</c:v>
              </c:pt>
              <c:pt idx="2">
                <c:v>1.4764310103656133</c:v>
              </c:pt>
              <c:pt idx="3">
                <c:v>1.4764310103656133</c:v>
              </c:pt>
              <c:pt idx="4">
                <c:v>1.4764310103656133</c:v>
              </c:pt>
              <c:pt idx="5">
                <c:v>1.4764310103656133</c:v>
              </c:pt>
              <c:pt idx="6">
                <c:v>1.4764310103656133</c:v>
              </c:pt>
              <c:pt idx="7">
                <c:v>1.4764310103656133</c:v>
              </c:pt>
              <c:pt idx="8">
                <c:v>1.4764310103656133</c:v>
              </c:pt>
              <c:pt idx="9">
                <c:v>1.4764310103656133</c:v>
              </c:pt>
              <c:pt idx="10">
                <c:v>1.4764310103656133</c:v>
              </c:pt>
              <c:pt idx="11">
                <c:v>1.4764310103656133</c:v>
              </c:pt>
              <c:pt idx="12">
                <c:v>1.4764310103656133</c:v>
              </c:pt>
              <c:pt idx="13">
                <c:v>1.4764310103656133</c:v>
              </c:pt>
              <c:pt idx="14">
                <c:v>1.4764310103656133</c:v>
              </c:pt>
              <c:pt idx="15">
                <c:v>1.4764310103656133</c:v>
              </c:pt>
              <c:pt idx="16">
                <c:v>1.5592908187050676</c:v>
              </c:pt>
              <c:pt idx="17">
                <c:v>1.5592908187050676</c:v>
              </c:pt>
              <c:pt idx="18">
                <c:v>1.5592908187050676</c:v>
              </c:pt>
              <c:pt idx="19">
                <c:v>1.5592908187050676</c:v>
              </c:pt>
              <c:pt idx="20">
                <c:v>1.5592908187050676</c:v>
              </c:pt>
              <c:pt idx="21">
                <c:v>1.5592908187050676</c:v>
              </c:pt>
              <c:pt idx="22">
                <c:v>1.5592908187050676</c:v>
              </c:pt>
              <c:pt idx="23">
                <c:v>1.5592908187050676</c:v>
              </c:pt>
              <c:pt idx="24">
                <c:v>1.5592908187050676</c:v>
              </c:pt>
              <c:pt idx="25">
                <c:v>1.5592908187050676</c:v>
              </c:pt>
              <c:pt idx="26">
                <c:v>1.5592908187050676</c:v>
              </c:pt>
              <c:pt idx="27">
                <c:v>1.5592908187050676</c:v>
              </c:pt>
              <c:pt idx="28">
                <c:v>1.5592908187050676</c:v>
              </c:pt>
              <c:pt idx="29">
                <c:v>1.5592908187050676</c:v>
              </c:pt>
              <c:pt idx="30">
                <c:v>1.5592908187050676</c:v>
              </c:pt>
              <c:pt idx="31">
                <c:v>1.5592908187050676</c:v>
              </c:pt>
              <c:pt idx="32">
                <c:v>1.5592908187050676</c:v>
              </c:pt>
              <c:pt idx="33">
                <c:v>1.5592908187050676</c:v>
              </c:pt>
              <c:pt idx="34">
                <c:v>1.5592908187050676</c:v>
              </c:pt>
              <c:pt idx="35">
                <c:v>1.5592908187050676</c:v>
              </c:pt>
              <c:pt idx="36">
                <c:v>1.5592908187050676</c:v>
              </c:pt>
              <c:pt idx="37">
                <c:v>1.5592908187050676</c:v>
              </c:pt>
              <c:pt idx="38">
                <c:v>1.5592908187050676</c:v>
              </c:pt>
              <c:pt idx="39">
                <c:v>1.5592908187050676</c:v>
              </c:pt>
              <c:pt idx="40">
                <c:v>1.6415988557085537</c:v>
              </c:pt>
              <c:pt idx="41">
                <c:v>1.6415988557085537</c:v>
              </c:pt>
              <c:pt idx="42">
                <c:v>1.6415988557085537</c:v>
              </c:pt>
              <c:pt idx="43">
                <c:v>1.6415988557085537</c:v>
              </c:pt>
              <c:pt idx="44">
                <c:v>1.6415988557085537</c:v>
              </c:pt>
              <c:pt idx="45">
                <c:v>1.6415988557085537</c:v>
              </c:pt>
              <c:pt idx="46">
                <c:v>1.6415988557085537</c:v>
              </c:pt>
              <c:pt idx="47">
                <c:v>1.6415988557085537</c:v>
              </c:pt>
              <c:pt idx="48">
                <c:v>1.6415988557085537</c:v>
              </c:pt>
              <c:pt idx="49">
                <c:v>1.6415988557085537</c:v>
              </c:pt>
              <c:pt idx="50">
                <c:v>1.6415988557085537</c:v>
              </c:pt>
              <c:pt idx="51">
                <c:v>1.6415988557085537</c:v>
              </c:pt>
              <c:pt idx="52">
                <c:v>1.6415988557085537</c:v>
              </c:pt>
              <c:pt idx="53">
                <c:v>1.6415988557085537</c:v>
              </c:pt>
              <c:pt idx="54">
                <c:v>1.6415988557085537</c:v>
              </c:pt>
              <c:pt idx="55">
                <c:v>1.6415988557085537</c:v>
              </c:pt>
              <c:pt idx="56">
                <c:v>1.6415988557085537</c:v>
              </c:pt>
              <c:pt idx="57">
                <c:v>1.6415988557085537</c:v>
              </c:pt>
              <c:pt idx="58">
                <c:v>1.6415988557085537</c:v>
              </c:pt>
              <c:pt idx="59">
                <c:v>1.6415988557085537</c:v>
              </c:pt>
              <c:pt idx="60">
                <c:v>1.6415988557085537</c:v>
              </c:pt>
              <c:pt idx="61">
                <c:v>1.6415988557085537</c:v>
              </c:pt>
              <c:pt idx="62">
                <c:v>1.6415988557085537</c:v>
              </c:pt>
              <c:pt idx="63">
                <c:v>1.6415988557085537</c:v>
              </c:pt>
            </c:numLit>
          </c:xVal>
          <c:yVal>
            <c:numLit>
              <c:formatCode>General</c:formatCode>
              <c:ptCount val="64"/>
              <c:pt idx="0">
                <c:v>0.47114434510950076</c:v>
              </c:pt>
              <c:pt idx="1">
                <c:v>0.35206144883412577</c:v>
              </c:pt>
              <c:pt idx="2">
                <c:v>0.22695468355932463</c:v>
              </c:pt>
              <c:pt idx="3">
                <c:v>0.09796466072509749</c:v>
              </c:pt>
              <c:pt idx="4">
                <c:v>-0.032701564615071434</c:v>
              </c:pt>
              <c:pt idx="5">
                <c:v>-0.16280825711808966</c:v>
              </c:pt>
              <c:pt idx="6">
                <c:v>-0.290129255202841</c:v>
              </c:pt>
              <c:pt idx="7">
                <c:v>-0.41248606129204535</c:v>
              </c:pt>
              <c:pt idx="8">
                <c:v>-0.5277851165098009</c:v>
              </c:pt>
              <c:pt idx="9">
                <c:v>-0.6340536220543944</c:v>
              </c:pt>
              <c:pt idx="10">
                <c:v>-0.7294732943327624</c:v>
              </c:pt>
              <c:pt idx="11">
                <c:v>-0.81241147629689</c:v>
              </c:pt>
              <c:pt idx="12">
                <c:v>-0.8814490726585633</c:v>
              </c:pt>
              <c:pt idx="13">
                <c:v>-0.9354048310031962</c:v>
              </c:pt>
              <c:pt idx="14">
                <c:v>-0.9733555533461493</c:v>
              </c:pt>
              <c:pt idx="15">
                <c:v>-0.9946518923062069</c:v>
              </c:pt>
              <c:pt idx="16">
                <c:v>0.9989294616193017</c:v>
              </c:pt>
              <c:pt idx="17">
                <c:v>0.9861150708885205</c:v>
              </c:pt>
              <c:pt idx="18">
                <c:v>0.956427977892087</c:v>
              </c:pt>
              <c:pt idx="19">
                <c:v>0.9103761370219876</c:v>
              </c:pt>
              <c:pt idx="20">
                <c:v>0.848747508043492</c:v>
              </c:pt>
              <c:pt idx="21">
                <c:v>0.7725965738851064</c:v>
              </c:pt>
              <c:pt idx="22">
                <c:v>0.6832262981433083</c:v>
              </c:pt>
              <c:pt idx="23">
                <c:v>0.5821658310141615</c:v>
              </c:pt>
              <c:pt idx="24">
                <c:v>0.47114434510950076</c:v>
              </c:pt>
              <c:pt idx="25">
                <c:v>0.35206144883412577</c:v>
              </c:pt>
              <c:pt idx="26">
                <c:v>0.22695468355932463</c:v>
              </c:pt>
              <c:pt idx="27">
                <c:v>0.09796466072509749</c:v>
              </c:pt>
              <c:pt idx="28">
                <c:v>-0.032701564615071434</c:v>
              </c:pt>
              <c:pt idx="29">
                <c:v>-0.16280825711808966</c:v>
              </c:pt>
              <c:pt idx="30">
                <c:v>-0.290129255202841</c:v>
              </c:pt>
              <c:pt idx="31">
                <c:v>-0.41248606129204535</c:v>
              </c:pt>
              <c:pt idx="32">
                <c:v>-0.5277851165098009</c:v>
              </c:pt>
              <c:pt idx="33">
                <c:v>-0.6340536220543944</c:v>
              </c:pt>
              <c:pt idx="34">
                <c:v>-0.7294732943327624</c:v>
              </c:pt>
              <c:pt idx="35">
                <c:v>-0.81241147629689</c:v>
              </c:pt>
              <c:pt idx="36">
                <c:v>-0.8814490726585633</c:v>
              </c:pt>
              <c:pt idx="37">
                <c:v>-0.9354048310031962</c:v>
              </c:pt>
              <c:pt idx="38">
                <c:v>-0.9733555533461493</c:v>
              </c:pt>
              <c:pt idx="39">
                <c:v>-0.9946518923062069</c:v>
              </c:pt>
              <c:pt idx="40">
                <c:v>0.9989294616193017</c:v>
              </c:pt>
              <c:pt idx="41">
                <c:v>0.9861150708885205</c:v>
              </c:pt>
              <c:pt idx="42">
                <c:v>0.956427977892087</c:v>
              </c:pt>
              <c:pt idx="43">
                <c:v>0.9103761370219876</c:v>
              </c:pt>
              <c:pt idx="44">
                <c:v>0.848747508043492</c:v>
              </c:pt>
              <c:pt idx="45">
                <c:v>0.7725965738851064</c:v>
              </c:pt>
              <c:pt idx="46">
                <c:v>0.6832262981433083</c:v>
              </c:pt>
              <c:pt idx="47">
                <c:v>0.5821658310141615</c:v>
              </c:pt>
              <c:pt idx="48">
                <c:v>0.47114434510950076</c:v>
              </c:pt>
              <c:pt idx="49">
                <c:v>0.35206144883412577</c:v>
              </c:pt>
              <c:pt idx="50">
                <c:v>0.22695468355932463</c:v>
              </c:pt>
              <c:pt idx="51">
                <c:v>0.09796466072509749</c:v>
              </c:pt>
              <c:pt idx="52">
                <c:v>-0.032701564615071434</c:v>
              </c:pt>
              <c:pt idx="53">
                <c:v>-0.16280825711808966</c:v>
              </c:pt>
              <c:pt idx="54">
                <c:v>-0.290129255202841</c:v>
              </c:pt>
              <c:pt idx="55">
                <c:v>-0.41248606129204535</c:v>
              </c:pt>
              <c:pt idx="56">
                <c:v>-0.5277851165098009</c:v>
              </c:pt>
              <c:pt idx="57">
                <c:v>-0.6340536220543944</c:v>
              </c:pt>
              <c:pt idx="58">
                <c:v>-0.7294732943327624</c:v>
              </c:pt>
              <c:pt idx="59">
                <c:v>-0.81241147629689</c:v>
              </c:pt>
              <c:pt idx="60">
                <c:v>-0.8814490726585633</c:v>
              </c:pt>
              <c:pt idx="61">
                <c:v>-0.9354048310031962</c:v>
              </c:pt>
              <c:pt idx="62">
                <c:v>-0.9733555533461493</c:v>
              </c:pt>
              <c:pt idx="63">
                <c:v>-0.9946518923062069</c:v>
              </c:pt>
            </c:numLit>
          </c:yVal>
        </c:ser>
        <c:ser>
          <c:idx val="6"/>
          <c:order val="6"/>
          <c:tx>
            <c:v>7</c:v>
          </c:tx>
          <c:spPr>
            <a:solidFill xmlns:a="http://schemas.openxmlformats.org/drawingml/2006/main">
              <a:srgbClr val="DC2626"/>
            </a:solidFill>
            <a:ln xmlns:a="http://schemas.openxmlformats.org/drawingml/2006/main" w="0">
              <a:solidFill>
                <a:srgbClr val="DC2626"/>
              </a:solidFill>
            </a:ln>
          </c:spPr>
          <c:marker>
            <c:symbol val="square"/>
            <c:size val="6"/>
            <c:spPr>
              <a:solidFill xmlns:a="http://schemas.openxmlformats.org/drawingml/2006/main">
                <a:srgbClr val="DC2626"/>
              </a:solidFill>
            </c:spPr>
          </c:marker>
          <c:xVal>
            <c:numLit>
              <c:formatCode>General</c:formatCode>
              <c:ptCount val="512"/>
              <c:pt idx="0">
                <c:v>-4.022922540498905</c:v>
              </c:pt>
              <c:pt idx="1">
                <c:v>-4.022922540498905</c:v>
              </c:pt>
              <c:pt idx="2">
                <c:v>-4.022922540498905</c:v>
              </c:pt>
              <c:pt idx="3">
                <c:v>-4.022922540498905</c:v>
              </c:pt>
              <c:pt idx="4">
                <c:v>-4.022922540498905</c:v>
              </c:pt>
              <c:pt idx="5">
                <c:v>-4.022922540498905</c:v>
              </c:pt>
              <c:pt idx="6">
                <c:v>-4.022922540498905</c:v>
              </c:pt>
              <c:pt idx="7">
                <c:v>-4.022922540498905</c:v>
              </c:pt>
              <c:pt idx="8">
                <c:v>-4.022922540498905</c:v>
              </c:pt>
              <c:pt idx="9">
                <c:v>-4.022922540498905</c:v>
              </c:pt>
              <c:pt idx="10">
                <c:v>-4.022922540498905</c:v>
              </c:pt>
              <c:pt idx="11">
                <c:v>-4.022922540498905</c:v>
              </c:pt>
              <c:pt idx="12">
                <c:v>-4.022922540498905</c:v>
              </c:pt>
              <c:pt idx="13">
                <c:v>-4.022922540498905</c:v>
              </c:pt>
              <c:pt idx="14">
                <c:v>-4.022922540498905</c:v>
              </c:pt>
              <c:pt idx="15">
                <c:v>-4.022922540498905</c:v>
              </c:pt>
              <c:pt idx="16">
                <c:v>-4.022922540498905</c:v>
              </c:pt>
              <c:pt idx="17">
                <c:v>-4.022922540498905</c:v>
              </c:pt>
              <c:pt idx="18">
                <c:v>-4.022922540498905</c:v>
              </c:pt>
              <c:pt idx="19">
                <c:v>-4.022922540498905</c:v>
              </c:pt>
              <c:pt idx="20">
                <c:v>-4.022922540498905</c:v>
              </c:pt>
              <c:pt idx="21">
                <c:v>-4.022922540498905</c:v>
              </c:pt>
              <c:pt idx="22">
                <c:v>-4.022922540498905</c:v>
              </c:pt>
              <c:pt idx="23">
                <c:v>-4.022922540498905</c:v>
              </c:pt>
              <c:pt idx="24">
                <c:v>-1.5983450503170482</c:v>
              </c:pt>
              <c:pt idx="25">
                <c:v>-1.5983450503170482</c:v>
              </c:pt>
              <c:pt idx="26">
                <c:v>-1.5983450503170482</c:v>
              </c:pt>
              <c:pt idx="27">
                <c:v>-1.5983450503170482</c:v>
              </c:pt>
              <c:pt idx="28">
                <c:v>-1.5983450503170482</c:v>
              </c:pt>
              <c:pt idx="29">
                <c:v>-1.5983450503170482</c:v>
              </c:pt>
              <c:pt idx="30">
                <c:v>-1.5983450503170482</c:v>
              </c:pt>
              <c:pt idx="31">
                <c:v>-1.5983450503170482</c:v>
              </c:pt>
              <c:pt idx="32">
                <c:v>-1.5983450503170482</c:v>
              </c:pt>
              <c:pt idx="33">
                <c:v>-1.5983450503170482</c:v>
              </c:pt>
              <c:pt idx="34">
                <c:v>-1.5983450503170482</c:v>
              </c:pt>
              <c:pt idx="35">
                <c:v>-1.5983450503170482</c:v>
              </c:pt>
              <c:pt idx="36">
                <c:v>-1.5983450503170482</c:v>
              </c:pt>
              <c:pt idx="37">
                <c:v>-1.5983450503170482</c:v>
              </c:pt>
              <c:pt idx="38">
                <c:v>-1.5983450503170482</c:v>
              </c:pt>
              <c:pt idx="39">
                <c:v>-1.5983450503170482</c:v>
              </c:pt>
              <c:pt idx="40">
                <c:v>-1.5983450503170482</c:v>
              </c:pt>
              <c:pt idx="41">
                <c:v>-1.5983450503170482</c:v>
              </c:pt>
              <c:pt idx="42">
                <c:v>-1.5983450503170482</c:v>
              </c:pt>
              <c:pt idx="43">
                <c:v>-1.5983450503170482</c:v>
              </c:pt>
              <c:pt idx="44">
                <c:v>-1.5983450503170482</c:v>
              </c:pt>
              <c:pt idx="45">
                <c:v>-1.5983450503170482</c:v>
              </c:pt>
              <c:pt idx="46">
                <c:v>-1.5983450503170482</c:v>
              </c:pt>
              <c:pt idx="47">
                <c:v>-1.5983450503170482</c:v>
              </c:pt>
              <c:pt idx="48">
                <c:v>-1.0122271317333622</c:v>
              </c:pt>
              <c:pt idx="49">
                <c:v>-1.0122271317333622</c:v>
              </c:pt>
              <c:pt idx="50">
                <c:v>-1.0122271317333622</c:v>
              </c:pt>
              <c:pt idx="51">
                <c:v>-1.0122271317333622</c:v>
              </c:pt>
              <c:pt idx="52">
                <c:v>-1.0122271317333622</c:v>
              </c:pt>
              <c:pt idx="53">
                <c:v>-1.0122271317333622</c:v>
              </c:pt>
              <c:pt idx="54">
                <c:v>-1.0122271317333622</c:v>
              </c:pt>
              <c:pt idx="55">
                <c:v>-1.0122271317333622</c:v>
              </c:pt>
              <c:pt idx="56">
                <c:v>-1.0122271317333622</c:v>
              </c:pt>
              <c:pt idx="57">
                <c:v>-1.0122271317333622</c:v>
              </c:pt>
              <c:pt idx="58">
                <c:v>-1.0122271317333622</c:v>
              </c:pt>
              <c:pt idx="59">
                <c:v>-1.0122271317333622</c:v>
              </c:pt>
              <c:pt idx="60">
                <c:v>-1.0122271317333622</c:v>
              </c:pt>
              <c:pt idx="61">
                <c:v>-1.0122271317333622</c:v>
              </c:pt>
              <c:pt idx="62">
                <c:v>-1.0122271317333622</c:v>
              </c:pt>
              <c:pt idx="63">
                <c:v>-1.0122271317333622</c:v>
              </c:pt>
              <c:pt idx="64">
                <c:v>-1.0122271317333622</c:v>
              </c:pt>
              <c:pt idx="65">
                <c:v>-1.0122271317333622</c:v>
              </c:pt>
              <c:pt idx="66">
                <c:v>-1.0122271317333622</c:v>
              </c:pt>
              <c:pt idx="67">
                <c:v>-1.0122271317333622</c:v>
              </c:pt>
              <c:pt idx="68">
                <c:v>-1.0122271317333622</c:v>
              </c:pt>
              <c:pt idx="69">
                <c:v>-1.0122271317333622</c:v>
              </c:pt>
              <c:pt idx="70">
                <c:v>-1.0122271317333622</c:v>
              </c:pt>
              <c:pt idx="71">
                <c:v>-1.0122271317333622</c:v>
              </c:pt>
              <c:pt idx="72">
                <c:v>-0.6604507039319104</c:v>
              </c:pt>
              <c:pt idx="73">
                <c:v>-0.6604507039319104</c:v>
              </c:pt>
              <c:pt idx="74">
                <c:v>-0.6604507039319104</c:v>
              </c:pt>
              <c:pt idx="75">
                <c:v>-0.6604507039319104</c:v>
              </c:pt>
              <c:pt idx="76">
                <c:v>-0.6604507039319104</c:v>
              </c:pt>
              <c:pt idx="77">
                <c:v>-0.6604507039319104</c:v>
              </c:pt>
              <c:pt idx="78">
                <c:v>-0.6604507039319104</c:v>
              </c:pt>
              <c:pt idx="79">
                <c:v>-0.6604507039319104</c:v>
              </c:pt>
              <c:pt idx="80">
                <c:v>-0.6604507039319104</c:v>
              </c:pt>
              <c:pt idx="81">
                <c:v>-0.6604507039319104</c:v>
              </c:pt>
              <c:pt idx="82">
                <c:v>-0.6604507039319104</c:v>
              </c:pt>
              <c:pt idx="83">
                <c:v>-0.6604507039319104</c:v>
              </c:pt>
              <c:pt idx="84">
                <c:v>-0.6604507039319104</c:v>
              </c:pt>
              <c:pt idx="85">
                <c:v>-0.6604507039319104</c:v>
              </c:pt>
              <c:pt idx="86">
                <c:v>-0.6604507039319104</c:v>
              </c:pt>
              <c:pt idx="87">
                <c:v>-0.6604507039319104</c:v>
              </c:pt>
              <c:pt idx="88">
                <c:v>-0.6604507039319104</c:v>
              </c:pt>
              <c:pt idx="89">
                <c:v>-0.6604507039319104</c:v>
              </c:pt>
              <c:pt idx="90">
                <c:v>-0.6604507039319104</c:v>
              </c:pt>
              <c:pt idx="91">
                <c:v>-0.6604507039319104</c:v>
              </c:pt>
              <c:pt idx="92">
                <c:v>-0.6604507039319104</c:v>
              </c:pt>
              <c:pt idx="93">
                <c:v>-0.6604507039319104</c:v>
              </c:pt>
              <c:pt idx="94">
                <c:v>-0.6604507039319104</c:v>
              </c:pt>
              <c:pt idx="95">
                <c:v>-0.6604507039319104</c:v>
              </c:pt>
              <c:pt idx="96">
                <c:v>-0.4052979079018138</c:v>
              </c:pt>
              <c:pt idx="97">
                <c:v>-0.4052979079018138</c:v>
              </c:pt>
              <c:pt idx="98">
                <c:v>-0.4052979079018138</c:v>
              </c:pt>
              <c:pt idx="99">
                <c:v>-0.4052979079018138</c:v>
              </c:pt>
              <c:pt idx="100">
                <c:v>-0.4052979079018138</c:v>
              </c:pt>
              <c:pt idx="101">
                <c:v>-0.4052979079018138</c:v>
              </c:pt>
              <c:pt idx="102">
                <c:v>-0.4052979079018138</c:v>
              </c:pt>
              <c:pt idx="103">
                <c:v>-0.4052979079018138</c:v>
              </c:pt>
              <c:pt idx="104">
                <c:v>-0.4052979079018138</c:v>
              </c:pt>
              <c:pt idx="105">
                <c:v>-0.4052979079018138</c:v>
              </c:pt>
              <c:pt idx="106">
                <c:v>-0.4052979079018138</c:v>
              </c:pt>
              <c:pt idx="107">
                <c:v>-0.4052979079018138</c:v>
              </c:pt>
              <c:pt idx="108">
                <c:v>-0.4052979079018138</c:v>
              </c:pt>
              <c:pt idx="109">
                <c:v>-0.4052979079018138</c:v>
              </c:pt>
              <c:pt idx="110">
                <c:v>-0.4052979079018138</c:v>
              </c:pt>
              <c:pt idx="111">
                <c:v>-0.4052979079018138</c:v>
              </c:pt>
              <c:pt idx="112">
                <c:v>-0.4052979079018138</c:v>
              </c:pt>
              <c:pt idx="113">
                <c:v>-0.4052979079018138</c:v>
              </c:pt>
              <c:pt idx="114">
                <c:v>-0.4052979079018138</c:v>
              </c:pt>
              <c:pt idx="115">
                <c:v>-0.4052979079018138</c:v>
              </c:pt>
              <c:pt idx="116">
                <c:v>-0.4052979079018138</c:v>
              </c:pt>
              <c:pt idx="117">
                <c:v>-0.4052979079018138</c:v>
              </c:pt>
              <c:pt idx="118">
                <c:v>-0.4052979079018138</c:v>
              </c:pt>
              <c:pt idx="119">
                <c:v>-0.4052979079018138</c:v>
              </c:pt>
              <c:pt idx="120">
                <c:v>-0.20252045737728325</c:v>
              </c:pt>
              <c:pt idx="121">
                <c:v>-0.20252045737728325</c:v>
              </c:pt>
              <c:pt idx="122">
                <c:v>-0.20252045737728325</c:v>
              </c:pt>
              <c:pt idx="123">
                <c:v>-0.20252045737728325</c:v>
              </c:pt>
              <c:pt idx="124">
                <c:v>-0.20252045737728325</c:v>
              </c:pt>
              <c:pt idx="125">
                <c:v>-0.20252045737728325</c:v>
              </c:pt>
              <c:pt idx="126">
                <c:v>-0.20252045737728325</c:v>
              </c:pt>
              <c:pt idx="127">
                <c:v>-0.20252045737728325</c:v>
              </c:pt>
              <c:pt idx="128">
                <c:v>-0.20252045737728325</c:v>
              </c:pt>
              <c:pt idx="129">
                <c:v>-0.20252045737728325</c:v>
              </c:pt>
              <c:pt idx="130">
                <c:v>-0.20252045737728325</c:v>
              </c:pt>
              <c:pt idx="131">
                <c:v>-0.20252045737728325</c:v>
              </c:pt>
              <c:pt idx="132">
                <c:v>-0.20252045737728325</c:v>
              </c:pt>
              <c:pt idx="133">
                <c:v>-0.20252045737728325</c:v>
              </c:pt>
              <c:pt idx="134">
                <c:v>-0.20252045737728325</c:v>
              </c:pt>
              <c:pt idx="135">
                <c:v>-0.20252045737728325</c:v>
              </c:pt>
              <c:pt idx="136">
                <c:v>-0.20252045737728325</c:v>
              </c:pt>
              <c:pt idx="137">
                <c:v>-0.20252045737728325</c:v>
              </c:pt>
              <c:pt idx="138">
                <c:v>-0.20252045737728325</c:v>
              </c:pt>
              <c:pt idx="139">
                <c:v>-0.20252045737728325</c:v>
              </c:pt>
              <c:pt idx="140">
                <c:v>-0.20252045737728325</c:v>
              </c:pt>
              <c:pt idx="141">
                <c:v>-0.20252045737728325</c:v>
              </c:pt>
              <c:pt idx="142">
                <c:v>-0.20252045737728325</c:v>
              </c:pt>
              <c:pt idx="143">
                <c:v>-0.20252045737728325</c:v>
              </c:pt>
              <c:pt idx="144">
                <c:v>-0.03221108665392179</c:v>
              </c:pt>
              <c:pt idx="145">
                <c:v>-0.03221108665392179</c:v>
              </c:pt>
              <c:pt idx="146">
                <c:v>-0.03221108665392179</c:v>
              </c:pt>
              <c:pt idx="147">
                <c:v>-0.03221108665392179</c:v>
              </c:pt>
              <c:pt idx="148">
                <c:v>-0.03221108665392179</c:v>
              </c:pt>
              <c:pt idx="149">
                <c:v>-0.03221108665392179</c:v>
              </c:pt>
              <c:pt idx="150">
                <c:v>-0.03221108665392179</c:v>
              </c:pt>
              <c:pt idx="151">
                <c:v>-0.03221108665392179</c:v>
              </c:pt>
              <c:pt idx="152">
                <c:v>-0.03221108665392179</c:v>
              </c:pt>
              <c:pt idx="153">
                <c:v>-0.03221108665392179</c:v>
              </c:pt>
              <c:pt idx="154">
                <c:v>-0.03221108665392179</c:v>
              </c:pt>
              <c:pt idx="155">
                <c:v>-0.03221108665392179</c:v>
              </c:pt>
              <c:pt idx="156">
                <c:v>-0.03221108665392179</c:v>
              </c:pt>
              <c:pt idx="157">
                <c:v>-0.03221108665392179</c:v>
              </c:pt>
              <c:pt idx="158">
                <c:v>-0.03221108665392179</c:v>
              </c:pt>
              <c:pt idx="159">
                <c:v>-0.03221108665392179</c:v>
              </c:pt>
              <c:pt idx="160">
                <c:v>-0.03221108665392179</c:v>
              </c:pt>
              <c:pt idx="161">
                <c:v>-0.03221108665392179</c:v>
              </c:pt>
              <c:pt idx="162">
                <c:v>-0.03221108665392179</c:v>
              </c:pt>
              <c:pt idx="163">
                <c:v>-0.03221108665392179</c:v>
              </c:pt>
              <c:pt idx="164">
                <c:v>-0.03221108665392179</c:v>
              </c:pt>
              <c:pt idx="165">
                <c:v>-0.03221108665392179</c:v>
              </c:pt>
              <c:pt idx="166">
                <c:v>-0.03221108665392179</c:v>
              </c:pt>
              <c:pt idx="167">
                <c:v>-0.03221108665392179</c:v>
              </c:pt>
              <c:pt idx="168">
                <c:v>0.11629520966400839</c:v>
              </c:pt>
              <c:pt idx="169">
                <c:v>0.11629520966400839</c:v>
              </c:pt>
              <c:pt idx="170">
                <c:v>0.11629520966400839</c:v>
              </c:pt>
              <c:pt idx="171">
                <c:v>0.11629520966400839</c:v>
              </c:pt>
              <c:pt idx="172">
                <c:v>0.11629520966400839</c:v>
              </c:pt>
              <c:pt idx="173">
                <c:v>0.11629520966400839</c:v>
              </c:pt>
              <c:pt idx="174">
                <c:v>0.11629520966400839</c:v>
              </c:pt>
              <c:pt idx="175">
                <c:v>0.11629520966400839</c:v>
              </c:pt>
              <c:pt idx="176">
                <c:v>0.11629520966400839</c:v>
              </c:pt>
              <c:pt idx="177">
                <c:v>0.11629520966400839</c:v>
              </c:pt>
              <c:pt idx="178">
                <c:v>0.11629520966400839</c:v>
              </c:pt>
              <c:pt idx="179">
                <c:v>0.11629520966400839</c:v>
              </c:pt>
              <c:pt idx="180">
                <c:v>0.11629520966400839</c:v>
              </c:pt>
              <c:pt idx="181">
                <c:v>0.11629520966400839</c:v>
              </c:pt>
              <c:pt idx="182">
                <c:v>0.11629520966400839</c:v>
              </c:pt>
              <c:pt idx="183">
                <c:v>0.11629520966400839</c:v>
              </c:pt>
              <c:pt idx="184">
                <c:v>0.11629520966400839</c:v>
              </c:pt>
              <c:pt idx="185">
                <c:v>0.11629520966400839</c:v>
              </c:pt>
              <c:pt idx="186">
                <c:v>0.11629520966400839</c:v>
              </c:pt>
              <c:pt idx="187">
                <c:v>0.11629520966400839</c:v>
              </c:pt>
              <c:pt idx="188">
                <c:v>0.11629520966400839</c:v>
              </c:pt>
              <c:pt idx="189">
                <c:v>0.11629520966400839</c:v>
              </c:pt>
              <c:pt idx="190">
                <c:v>0.11629520966400839</c:v>
              </c:pt>
              <c:pt idx="191">
                <c:v>0.11629520966400839</c:v>
              </c:pt>
              <c:pt idx="192">
                <c:v>0.2493689440407916</c:v>
              </c:pt>
              <c:pt idx="193">
                <c:v>0.2493689440407916</c:v>
              </c:pt>
              <c:pt idx="194">
                <c:v>0.2493689440407916</c:v>
              </c:pt>
              <c:pt idx="195">
                <c:v>0.2493689440407916</c:v>
              </c:pt>
              <c:pt idx="196">
                <c:v>0.2493689440407916</c:v>
              </c:pt>
              <c:pt idx="197">
                <c:v>0.2493689440407916</c:v>
              </c:pt>
              <c:pt idx="198">
                <c:v>0.2493689440407916</c:v>
              </c:pt>
              <c:pt idx="199">
                <c:v>0.2493689440407916</c:v>
              </c:pt>
              <c:pt idx="200">
                <c:v>0.2493689440407916</c:v>
              </c:pt>
              <c:pt idx="201">
                <c:v>0.2493689440407916</c:v>
              </c:pt>
              <c:pt idx="202">
                <c:v>0.2493689440407916</c:v>
              </c:pt>
              <c:pt idx="203">
                <c:v>0.2493689440407916</c:v>
              </c:pt>
              <c:pt idx="204">
                <c:v>0.2493689440407916</c:v>
              </c:pt>
              <c:pt idx="205">
                <c:v>0.2493689440407916</c:v>
              </c:pt>
              <c:pt idx="206">
                <c:v>0.2493689440407916</c:v>
              </c:pt>
              <c:pt idx="207">
                <c:v>0.2493689440407916</c:v>
              </c:pt>
              <c:pt idx="208">
                <c:v>0.2493689440407916</c:v>
              </c:pt>
              <c:pt idx="209">
                <c:v>0.2493689440407916</c:v>
              </c:pt>
              <c:pt idx="210">
                <c:v>0.2493689440407916</c:v>
              </c:pt>
              <c:pt idx="211">
                <c:v>0.2493689440407916</c:v>
              </c:pt>
              <c:pt idx="212">
                <c:v>0.2493689440407916</c:v>
              </c:pt>
              <c:pt idx="213">
                <c:v>0.2493689440407916</c:v>
              </c:pt>
              <c:pt idx="214">
                <c:v>0.2493689440407916</c:v>
              </c:pt>
              <c:pt idx="215">
                <c:v>0.2493689440407916</c:v>
              </c:pt>
              <c:pt idx="216">
                <c:v>0.37110952611385317</c:v>
              </c:pt>
              <c:pt idx="217">
                <c:v>0.37110952611385317</c:v>
              </c:pt>
              <c:pt idx="218">
                <c:v>0.37110952611385317</c:v>
              </c:pt>
              <c:pt idx="219">
                <c:v>0.37110952611385317</c:v>
              </c:pt>
              <c:pt idx="220">
                <c:v>0.37110952611385317</c:v>
              </c:pt>
              <c:pt idx="221">
                <c:v>0.37110952611385317</c:v>
              </c:pt>
              <c:pt idx="222">
                <c:v>0.37110952611385317</c:v>
              </c:pt>
              <c:pt idx="223">
                <c:v>0.37110952611385317</c:v>
              </c:pt>
              <c:pt idx="224">
                <c:v>0.37110952611385317</c:v>
              </c:pt>
              <c:pt idx="225">
                <c:v>0.37110952611385317</c:v>
              </c:pt>
              <c:pt idx="226">
                <c:v>0.37110952611385317</c:v>
              </c:pt>
              <c:pt idx="227">
                <c:v>0.37110952611385317</c:v>
              </c:pt>
              <c:pt idx="228">
                <c:v>0.37110952611385317</c:v>
              </c:pt>
              <c:pt idx="229">
                <c:v>0.37110952611385317</c:v>
              </c:pt>
              <c:pt idx="230">
                <c:v>0.37110952611385317</c:v>
              </c:pt>
              <c:pt idx="231">
                <c:v>0.37110952611385317</c:v>
              </c:pt>
              <c:pt idx="232">
                <c:v>0.37110952611385317</c:v>
              </c:pt>
              <c:pt idx="233">
                <c:v>0.37110952611385317</c:v>
              </c:pt>
              <c:pt idx="234">
                <c:v>0.37110952611385317</c:v>
              </c:pt>
              <c:pt idx="235">
                <c:v>0.37110952611385317</c:v>
              </c:pt>
              <c:pt idx="236">
                <c:v>0.37110952611385317</c:v>
              </c:pt>
              <c:pt idx="237">
                <c:v>0.37110952611385317</c:v>
              </c:pt>
              <c:pt idx="238">
                <c:v>0.37110952611385317</c:v>
              </c:pt>
              <c:pt idx="239">
                <c:v>0.37110952611385317</c:v>
              </c:pt>
              <c:pt idx="240">
                <c:v>0.4843009901347596</c:v>
              </c:pt>
              <c:pt idx="241">
                <c:v>0.4843009901347596</c:v>
              </c:pt>
              <c:pt idx="242">
                <c:v>0.4843009901347596</c:v>
              </c:pt>
              <c:pt idx="243">
                <c:v>0.4843009901347596</c:v>
              </c:pt>
              <c:pt idx="244">
                <c:v>0.4843009901347596</c:v>
              </c:pt>
              <c:pt idx="245">
                <c:v>0.4843009901347596</c:v>
              </c:pt>
              <c:pt idx="246">
                <c:v>0.4843009901347596</c:v>
              </c:pt>
              <c:pt idx="247">
                <c:v>0.4843009901347596</c:v>
              </c:pt>
              <c:pt idx="248">
                <c:v>0.4843009901347596</c:v>
              </c:pt>
              <c:pt idx="249">
                <c:v>0.4843009901347596</c:v>
              </c:pt>
              <c:pt idx="250">
                <c:v>0.4843009901347596</c:v>
              </c:pt>
              <c:pt idx="251">
                <c:v>0.4843009901347596</c:v>
              </c:pt>
              <c:pt idx="252">
                <c:v>0.4843009901347596</c:v>
              </c:pt>
              <c:pt idx="253">
                <c:v>0.4843009901347596</c:v>
              </c:pt>
              <c:pt idx="254">
                <c:v>0.4843009901347596</c:v>
              </c:pt>
              <c:pt idx="255">
                <c:v>0.4843009901347596</c:v>
              </c:pt>
              <c:pt idx="256">
                <c:v>0.4843009901347596</c:v>
              </c:pt>
              <c:pt idx="257">
                <c:v>0.4843009901347596</c:v>
              </c:pt>
              <c:pt idx="258">
                <c:v>0.4843009901347596</c:v>
              </c:pt>
              <c:pt idx="259">
                <c:v>0.4843009901347596</c:v>
              </c:pt>
              <c:pt idx="260">
                <c:v>0.4843009901347596</c:v>
              </c:pt>
              <c:pt idx="261">
                <c:v>0.4843009901347596</c:v>
              </c:pt>
              <c:pt idx="262">
                <c:v>0.4843009901347596</c:v>
              </c:pt>
              <c:pt idx="263">
                <c:v>0.4843009901347596</c:v>
              </c:pt>
              <c:pt idx="264">
                <c:v>0.5909122029269592</c:v>
              </c:pt>
              <c:pt idx="265">
                <c:v>0.5909122029269592</c:v>
              </c:pt>
              <c:pt idx="266">
                <c:v>0.5909122029269592</c:v>
              </c:pt>
              <c:pt idx="267">
                <c:v>0.5909122029269592</c:v>
              </c:pt>
              <c:pt idx="268">
                <c:v>0.5909122029269592</c:v>
              </c:pt>
              <c:pt idx="269">
                <c:v>0.5909122029269592</c:v>
              </c:pt>
              <c:pt idx="270">
                <c:v>0.5909122029269592</c:v>
              </c:pt>
              <c:pt idx="271">
                <c:v>0.5909122029269592</c:v>
              </c:pt>
              <c:pt idx="272">
                <c:v>0.5909122029269592</c:v>
              </c:pt>
              <c:pt idx="273">
                <c:v>0.5909122029269592</c:v>
              </c:pt>
              <c:pt idx="274">
                <c:v>0.5909122029269592</c:v>
              </c:pt>
              <c:pt idx="275">
                <c:v>0.5909122029269592</c:v>
              </c:pt>
              <c:pt idx="276">
                <c:v>0.5909122029269592</c:v>
              </c:pt>
              <c:pt idx="277">
                <c:v>0.5909122029269592</c:v>
              </c:pt>
              <c:pt idx="278">
                <c:v>0.5909122029269592</c:v>
              </c:pt>
              <c:pt idx="279">
                <c:v>0.5909122029269592</c:v>
              </c:pt>
              <c:pt idx="280">
                <c:v>0.5909122029269592</c:v>
              </c:pt>
              <c:pt idx="281">
                <c:v>0.5909122029269592</c:v>
              </c:pt>
              <c:pt idx="282">
                <c:v>0.5909122029269592</c:v>
              </c:pt>
              <c:pt idx="283">
                <c:v>0.5909122029269592</c:v>
              </c:pt>
              <c:pt idx="284">
                <c:v>0.5909122029269592</c:v>
              </c:pt>
              <c:pt idx="285">
                <c:v>0.5909122029269592</c:v>
              </c:pt>
              <c:pt idx="286">
                <c:v>0.5909122029269592</c:v>
              </c:pt>
              <c:pt idx="287">
                <c:v>0.5909122029269592</c:v>
              </c:pt>
              <c:pt idx="288">
                <c:v>0.6923797168761041</c:v>
              </c:pt>
              <c:pt idx="289">
                <c:v>0.6923797168761041</c:v>
              </c:pt>
              <c:pt idx="290">
                <c:v>0.6923797168761041</c:v>
              </c:pt>
              <c:pt idx="291">
                <c:v>0.6923797168761041</c:v>
              </c:pt>
              <c:pt idx="292">
                <c:v>0.6923797168761041</c:v>
              </c:pt>
              <c:pt idx="293">
                <c:v>0.6923797168761041</c:v>
              </c:pt>
              <c:pt idx="294">
                <c:v>0.6923797168761041</c:v>
              </c:pt>
              <c:pt idx="295">
                <c:v>0.6923797168761041</c:v>
              </c:pt>
              <c:pt idx="296">
                <c:v>0.6923797168761041</c:v>
              </c:pt>
              <c:pt idx="297">
                <c:v>0.6923797168761041</c:v>
              </c:pt>
              <c:pt idx="298">
                <c:v>0.6923797168761041</c:v>
              </c:pt>
              <c:pt idx="299">
                <c:v>0.6923797168761041</c:v>
              </c:pt>
              <c:pt idx="300">
                <c:v>0.6923797168761041</c:v>
              </c:pt>
              <c:pt idx="301">
                <c:v>0.6923797168761041</c:v>
              </c:pt>
              <c:pt idx="302">
                <c:v>0.6923797168761041</c:v>
              </c:pt>
              <c:pt idx="303">
                <c:v>0.6923797168761041</c:v>
              </c:pt>
              <c:pt idx="304">
                <c:v>0.6923797168761041</c:v>
              </c:pt>
              <c:pt idx="305">
                <c:v>0.6923797168761041</c:v>
              </c:pt>
              <c:pt idx="306">
                <c:v>0.6923797168761041</c:v>
              </c:pt>
              <c:pt idx="307">
                <c:v>0.6923797168761041</c:v>
              </c:pt>
              <c:pt idx="308">
                <c:v>0.6923797168761041</c:v>
              </c:pt>
              <c:pt idx="309">
                <c:v>0.6923797168761041</c:v>
              </c:pt>
              <c:pt idx="310">
                <c:v>0.6923797168761041</c:v>
              </c:pt>
              <c:pt idx="311">
                <c:v>0.6923797168761041</c:v>
              </c:pt>
              <c:pt idx="312">
                <c:v>0.7897777223900397</c:v>
              </c:pt>
              <c:pt idx="313">
                <c:v>0.7897777223900397</c:v>
              </c:pt>
              <c:pt idx="314">
                <c:v>0.7897777223900397</c:v>
              </c:pt>
              <c:pt idx="315">
                <c:v>0.7897777223900397</c:v>
              </c:pt>
              <c:pt idx="316">
                <c:v>0.7897777223900397</c:v>
              </c:pt>
              <c:pt idx="317">
                <c:v>0.7897777223900397</c:v>
              </c:pt>
              <c:pt idx="318">
                <c:v>0.7897777223900397</c:v>
              </c:pt>
              <c:pt idx="319">
                <c:v>0.7897777223900397</c:v>
              </c:pt>
              <c:pt idx="320">
                <c:v>0.7897777223900397</c:v>
              </c:pt>
              <c:pt idx="321">
                <c:v>0.7897777223900397</c:v>
              </c:pt>
              <c:pt idx="322">
                <c:v>0.7897777223900397</c:v>
              </c:pt>
              <c:pt idx="323">
                <c:v>0.7897777223900397</c:v>
              </c:pt>
              <c:pt idx="324">
                <c:v>0.7897777223900397</c:v>
              </c:pt>
              <c:pt idx="325">
                <c:v>0.7897777223900397</c:v>
              </c:pt>
              <c:pt idx="326">
                <c:v>0.7897777223900397</c:v>
              </c:pt>
              <c:pt idx="327">
                <c:v>0.7897777223900397</c:v>
              </c:pt>
              <c:pt idx="328">
                <c:v>0.7897777223900397</c:v>
              </c:pt>
              <c:pt idx="329">
                <c:v>0.7897777223900397</c:v>
              </c:pt>
              <c:pt idx="330">
                <c:v>0.7897777223900397</c:v>
              </c:pt>
              <c:pt idx="331">
                <c:v>0.7897777223900397</c:v>
              </c:pt>
              <c:pt idx="332">
                <c:v>0.7897777223900397</c:v>
              </c:pt>
              <c:pt idx="333">
                <c:v>0.7897777223900397</c:v>
              </c:pt>
              <c:pt idx="334">
                <c:v>0.7897777223900397</c:v>
              </c:pt>
              <c:pt idx="335">
                <c:v>0.7897777223900397</c:v>
              </c:pt>
              <c:pt idx="336">
                <c:v>0.8839252963058188</c:v>
              </c:pt>
              <c:pt idx="337">
                <c:v>0.8839252963058188</c:v>
              </c:pt>
              <c:pt idx="338">
                <c:v>0.8839252963058188</c:v>
              </c:pt>
              <c:pt idx="339">
                <c:v>0.8839252963058188</c:v>
              </c:pt>
              <c:pt idx="340">
                <c:v>0.8839252963058188</c:v>
              </c:pt>
              <c:pt idx="341">
                <c:v>0.8839252963058188</c:v>
              </c:pt>
              <c:pt idx="342">
                <c:v>0.8839252963058188</c:v>
              </c:pt>
              <c:pt idx="343">
                <c:v>0.8839252963058188</c:v>
              </c:pt>
              <c:pt idx="344">
                <c:v>0.8839252963058188</c:v>
              </c:pt>
              <c:pt idx="345">
                <c:v>0.8839252963058188</c:v>
              </c:pt>
              <c:pt idx="346">
                <c:v>0.8839252963058188</c:v>
              </c:pt>
              <c:pt idx="347">
                <c:v>0.8839252963058188</c:v>
              </c:pt>
              <c:pt idx="348">
                <c:v>0.8839252963058188</c:v>
              </c:pt>
              <c:pt idx="349">
                <c:v>0.8839252963058188</c:v>
              </c:pt>
              <c:pt idx="350">
                <c:v>0.8839252963058188</c:v>
              </c:pt>
              <c:pt idx="351">
                <c:v>0.8839252963058188</c:v>
              </c:pt>
              <c:pt idx="352">
                <c:v>0.8839252963058188</c:v>
              </c:pt>
              <c:pt idx="353">
                <c:v>0.8839252963058188</c:v>
              </c:pt>
              <c:pt idx="354">
                <c:v>0.8839252963058188</c:v>
              </c:pt>
              <c:pt idx="355">
                <c:v>0.8839252963058188</c:v>
              </c:pt>
              <c:pt idx="356">
                <c:v>0.8839252963058188</c:v>
              </c:pt>
              <c:pt idx="357">
                <c:v>0.8839252963058188</c:v>
              </c:pt>
              <c:pt idx="358">
                <c:v>0.8839252963058188</c:v>
              </c:pt>
              <c:pt idx="359">
                <c:v>0.8839252963058188</c:v>
              </c:pt>
              <c:pt idx="360">
                <c:v>0.9754568791394284</c:v>
              </c:pt>
              <c:pt idx="361">
                <c:v>0.9754568791394284</c:v>
              </c:pt>
              <c:pt idx="362">
                <c:v>0.9754568791394284</c:v>
              </c:pt>
              <c:pt idx="363">
                <c:v>0.9754568791394284</c:v>
              </c:pt>
              <c:pt idx="364">
                <c:v>0.9754568791394284</c:v>
              </c:pt>
              <c:pt idx="365">
                <c:v>0.9754568791394284</c:v>
              </c:pt>
              <c:pt idx="366">
                <c:v>0.9754568791394284</c:v>
              </c:pt>
              <c:pt idx="367">
                <c:v>0.9754568791394284</c:v>
              </c:pt>
              <c:pt idx="368">
                <c:v>0.9754568791394284</c:v>
              </c:pt>
              <c:pt idx="369">
                <c:v>0.9754568791394284</c:v>
              </c:pt>
              <c:pt idx="370">
                <c:v>0.9754568791394284</c:v>
              </c:pt>
              <c:pt idx="371">
                <c:v>0.9754568791394284</c:v>
              </c:pt>
              <c:pt idx="372">
                <c:v>0.9754568791394284</c:v>
              </c:pt>
              <c:pt idx="373">
                <c:v>0.9754568791394284</c:v>
              </c:pt>
              <c:pt idx="374">
                <c:v>0.9754568791394284</c:v>
              </c:pt>
              <c:pt idx="375">
                <c:v>0.9754568791394284</c:v>
              </c:pt>
              <c:pt idx="376">
                <c:v>0.9754568791394284</c:v>
              </c:pt>
              <c:pt idx="377">
                <c:v>0.9754568791394284</c:v>
              </c:pt>
              <c:pt idx="378">
                <c:v>0.9754568791394284</c:v>
              </c:pt>
              <c:pt idx="379">
                <c:v>0.9754568791394284</c:v>
              </c:pt>
              <c:pt idx="380">
                <c:v>0.9754568791394284</c:v>
              </c:pt>
              <c:pt idx="381">
                <c:v>0.9754568791394284</c:v>
              </c:pt>
              <c:pt idx="382">
                <c:v>0.9754568791394284</c:v>
              </c:pt>
              <c:pt idx="383">
                <c:v>0.9754568791394284</c:v>
              </c:pt>
              <c:pt idx="384">
                <c:v>1.060763492657321</c:v>
              </c:pt>
              <c:pt idx="385">
                <c:v>1.060763492657321</c:v>
              </c:pt>
              <c:pt idx="386">
                <c:v>1.060763492657321</c:v>
              </c:pt>
              <c:pt idx="387">
                <c:v>1.060763492657321</c:v>
              </c:pt>
              <c:pt idx="388">
                <c:v>1.060763492657321</c:v>
              </c:pt>
              <c:pt idx="389">
                <c:v>1.060763492657321</c:v>
              </c:pt>
              <c:pt idx="390">
                <c:v>1.060763492657321</c:v>
              </c:pt>
              <c:pt idx="391">
                <c:v>1.060763492657321</c:v>
              </c:pt>
              <c:pt idx="392">
                <c:v>1.060763492657321</c:v>
              </c:pt>
              <c:pt idx="393">
                <c:v>1.060763492657321</c:v>
              </c:pt>
              <c:pt idx="394">
                <c:v>1.060763492657321</c:v>
              </c:pt>
              <c:pt idx="395">
                <c:v>1.060763492657321</c:v>
              </c:pt>
              <c:pt idx="396">
                <c:v>1.060763492657321</c:v>
              </c:pt>
              <c:pt idx="397">
                <c:v>1.060763492657321</c:v>
              </c:pt>
              <c:pt idx="398">
                <c:v>1.060763492657321</c:v>
              </c:pt>
              <c:pt idx="399">
                <c:v>1.060763492657321</c:v>
              </c:pt>
              <c:pt idx="400">
                <c:v>1.060763492657321</c:v>
              </c:pt>
              <c:pt idx="401">
                <c:v>1.060763492657321</c:v>
              </c:pt>
              <c:pt idx="402">
                <c:v>1.060763492657321</c:v>
              </c:pt>
              <c:pt idx="403">
                <c:v>1.060763492657321</c:v>
              </c:pt>
              <c:pt idx="404">
                <c:v>1.060763492657321</c:v>
              </c:pt>
              <c:pt idx="405">
                <c:v>1.060763492657321</c:v>
              </c:pt>
              <c:pt idx="406">
                <c:v>1.060763492657321</c:v>
              </c:pt>
              <c:pt idx="407">
                <c:v>1.060763492657321</c:v>
              </c:pt>
              <c:pt idx="408">
                <c:v>1.1446504389395218</c:v>
              </c:pt>
              <c:pt idx="409">
                <c:v>1.1446504389395218</c:v>
              </c:pt>
              <c:pt idx="410">
                <c:v>1.1446504389395218</c:v>
              </c:pt>
              <c:pt idx="411">
                <c:v>1.1446504389395218</c:v>
              </c:pt>
              <c:pt idx="412">
                <c:v>1.1446504389395218</c:v>
              </c:pt>
              <c:pt idx="413">
                <c:v>1.1446504389395218</c:v>
              </c:pt>
              <c:pt idx="414">
                <c:v>1.1446504389395218</c:v>
              </c:pt>
              <c:pt idx="415">
                <c:v>1.1446504389395218</c:v>
              </c:pt>
              <c:pt idx="416">
                <c:v>1.1446504389395218</c:v>
              </c:pt>
              <c:pt idx="417">
                <c:v>1.1446504389395218</c:v>
              </c:pt>
              <c:pt idx="418">
                <c:v>1.1446504389395218</c:v>
              </c:pt>
              <c:pt idx="419">
                <c:v>1.1446504389395218</c:v>
              </c:pt>
              <c:pt idx="420">
                <c:v>1.1446504389395218</c:v>
              </c:pt>
              <c:pt idx="421">
                <c:v>1.1446504389395218</c:v>
              </c:pt>
              <c:pt idx="422">
                <c:v>1.1446504389395218</c:v>
              </c:pt>
              <c:pt idx="423">
                <c:v>1.1446504389395218</c:v>
              </c:pt>
              <c:pt idx="424">
                <c:v>1.1446504389395218</c:v>
              </c:pt>
              <c:pt idx="425">
                <c:v>1.1446504389395218</c:v>
              </c:pt>
              <c:pt idx="426">
                <c:v>1.1446504389395218</c:v>
              </c:pt>
              <c:pt idx="427">
                <c:v>1.1446504389395218</c:v>
              </c:pt>
              <c:pt idx="428">
                <c:v>1.1446504389395218</c:v>
              </c:pt>
              <c:pt idx="429">
                <c:v>1.1446504389395218</c:v>
              </c:pt>
              <c:pt idx="430">
                <c:v>1.1446504389395218</c:v>
              </c:pt>
              <c:pt idx="431">
                <c:v>1.1446504389395218</c:v>
              </c:pt>
              <c:pt idx="432">
                <c:v>1.2232461194330722</c:v>
              </c:pt>
              <c:pt idx="433">
                <c:v>1.2232461194330722</c:v>
              </c:pt>
              <c:pt idx="434">
                <c:v>1.2232461194330722</c:v>
              </c:pt>
              <c:pt idx="435">
                <c:v>1.2232461194330722</c:v>
              </c:pt>
              <c:pt idx="436">
                <c:v>1.2232461194330722</c:v>
              </c:pt>
              <c:pt idx="437">
                <c:v>1.2232461194330722</c:v>
              </c:pt>
              <c:pt idx="438">
                <c:v>1.2232461194330722</c:v>
              </c:pt>
              <c:pt idx="439">
                <c:v>1.2232461194330722</c:v>
              </c:pt>
              <c:pt idx="440">
                <c:v>1.2232461194330722</c:v>
              </c:pt>
              <c:pt idx="441">
                <c:v>1.2232461194330722</c:v>
              </c:pt>
              <c:pt idx="442">
                <c:v>1.2232461194330722</c:v>
              </c:pt>
              <c:pt idx="443">
                <c:v>1.2232461194330722</c:v>
              </c:pt>
              <c:pt idx="444">
                <c:v>1.2232461194330722</c:v>
              </c:pt>
              <c:pt idx="445">
                <c:v>1.2232461194330722</c:v>
              </c:pt>
              <c:pt idx="446">
                <c:v>1.2232461194330722</c:v>
              </c:pt>
              <c:pt idx="447">
                <c:v>1.2232461194330722</c:v>
              </c:pt>
              <c:pt idx="448">
                <c:v>1.2232461194330722</c:v>
              </c:pt>
              <c:pt idx="449">
                <c:v>1.2232461194330722</c:v>
              </c:pt>
              <c:pt idx="450">
                <c:v>1.2232461194330722</c:v>
              </c:pt>
              <c:pt idx="451">
                <c:v>1.2232461194330722</c:v>
              </c:pt>
              <c:pt idx="452">
                <c:v>1.2232461194330722</c:v>
              </c:pt>
              <c:pt idx="453">
                <c:v>1.2232461194330722</c:v>
              </c:pt>
              <c:pt idx="454">
                <c:v>1.2232461194330722</c:v>
              </c:pt>
              <c:pt idx="455">
                <c:v>1.2232461194330722</c:v>
              </c:pt>
              <c:pt idx="456">
                <c:v>1.3085663016682165</c:v>
              </c:pt>
              <c:pt idx="457">
                <c:v>1.3085663016682165</c:v>
              </c:pt>
              <c:pt idx="458">
                <c:v>1.3085663016682165</c:v>
              </c:pt>
              <c:pt idx="459">
                <c:v>1.3085663016682165</c:v>
              </c:pt>
              <c:pt idx="460">
                <c:v>1.3085663016682165</c:v>
              </c:pt>
              <c:pt idx="461">
                <c:v>1.3085663016682165</c:v>
              </c:pt>
              <c:pt idx="462">
                <c:v>1.3085663016682165</c:v>
              </c:pt>
              <c:pt idx="463">
                <c:v>1.3085663016682165</c:v>
              </c:pt>
              <c:pt idx="464">
                <c:v>1.3085663016682165</c:v>
              </c:pt>
              <c:pt idx="465">
                <c:v>1.3085663016682165</c:v>
              </c:pt>
              <c:pt idx="466">
                <c:v>1.3085663016682165</c:v>
              </c:pt>
              <c:pt idx="467">
                <c:v>1.3085663016682165</c:v>
              </c:pt>
              <c:pt idx="468">
                <c:v>1.3085663016682165</c:v>
              </c:pt>
              <c:pt idx="469">
                <c:v>1.3085663016682165</c:v>
              </c:pt>
              <c:pt idx="470">
                <c:v>1.3085663016682165</c:v>
              </c:pt>
              <c:pt idx="471">
                <c:v>1.3085663016682165</c:v>
              </c:pt>
              <c:pt idx="472">
                <c:v>1.3085663016682165</c:v>
              </c:pt>
              <c:pt idx="473">
                <c:v>1.3085663016682165</c:v>
              </c:pt>
              <c:pt idx="474">
                <c:v>1.3085663016682165</c:v>
              </c:pt>
              <c:pt idx="475">
                <c:v>1.3085663016682165</c:v>
              </c:pt>
              <c:pt idx="476">
                <c:v>1.3085663016682165</c:v>
              </c:pt>
              <c:pt idx="477">
                <c:v>1.3085663016682165</c:v>
              </c:pt>
              <c:pt idx="478">
                <c:v>1.3085663016682165</c:v>
              </c:pt>
              <c:pt idx="479">
                <c:v>1.3085663016682165</c:v>
              </c:pt>
              <c:pt idx="480">
                <c:v>1.3929034000392575</c:v>
              </c:pt>
              <c:pt idx="481">
                <c:v>1.3929034000392575</c:v>
              </c:pt>
              <c:pt idx="482">
                <c:v>1.3929034000392575</c:v>
              </c:pt>
              <c:pt idx="483">
                <c:v>1.3929034000392575</c:v>
              </c:pt>
              <c:pt idx="484">
                <c:v>1.3929034000392575</c:v>
              </c:pt>
              <c:pt idx="485">
                <c:v>1.3929034000392575</c:v>
              </c:pt>
              <c:pt idx="486">
                <c:v>1.3929034000392575</c:v>
              </c:pt>
              <c:pt idx="487">
                <c:v>1.3929034000392575</c:v>
              </c:pt>
              <c:pt idx="488">
                <c:v>1.3929034000392575</c:v>
              </c:pt>
              <c:pt idx="489">
                <c:v>1.3929034000392575</c:v>
              </c:pt>
              <c:pt idx="490">
                <c:v>1.3929034000392575</c:v>
              </c:pt>
              <c:pt idx="491">
                <c:v>1.3929034000392575</c:v>
              </c:pt>
              <c:pt idx="492">
                <c:v>1.3929034000392575</c:v>
              </c:pt>
              <c:pt idx="493">
                <c:v>1.3929034000392575</c:v>
              </c:pt>
              <c:pt idx="494">
                <c:v>1.3929034000392575</c:v>
              </c:pt>
              <c:pt idx="495">
                <c:v>1.3929034000392575</c:v>
              </c:pt>
              <c:pt idx="496">
                <c:v>1.3929034000392575</c:v>
              </c:pt>
              <c:pt idx="497">
                <c:v>1.3929034000392575</c:v>
              </c:pt>
              <c:pt idx="498">
                <c:v>1.3929034000392575</c:v>
              </c:pt>
              <c:pt idx="499">
                <c:v>1.3929034000392575</c:v>
              </c:pt>
              <c:pt idx="500">
                <c:v>1.3929034000392575</c:v>
              </c:pt>
              <c:pt idx="501">
                <c:v>1.3929034000392575</c:v>
              </c:pt>
              <c:pt idx="502">
                <c:v>1.3929034000392575</c:v>
              </c:pt>
              <c:pt idx="503">
                <c:v>1.3929034000392575</c:v>
              </c:pt>
              <c:pt idx="504">
                <c:v>1.4764310103656133</c:v>
              </c:pt>
              <c:pt idx="505">
                <c:v>1.4764310103656133</c:v>
              </c:pt>
              <c:pt idx="506">
                <c:v>1.4764310103656133</c:v>
              </c:pt>
              <c:pt idx="507">
                <c:v>1.4764310103656133</c:v>
              </c:pt>
              <c:pt idx="508">
                <c:v>1.4764310103656133</c:v>
              </c:pt>
              <c:pt idx="509">
                <c:v>1.4764310103656133</c:v>
              </c:pt>
              <c:pt idx="510">
                <c:v>1.4764310103656133</c:v>
              </c:pt>
              <c:pt idx="511">
                <c:v>1.4764310103656133</c:v>
              </c:pt>
            </c:numLit>
          </c:xVal>
          <c:yVal>
            <c:numLit>
              <c:formatCode>General</c:formatCode>
              <c:ptCount val="512"/>
              <c:pt idx="0">
                <c:v>0.9989294616193017</c:v>
              </c:pt>
              <c:pt idx="1">
                <c:v>0.9861150708885205</c:v>
              </c:pt>
              <c:pt idx="2">
                <c:v>0.956427977892087</c:v>
              </c:pt>
              <c:pt idx="3">
                <c:v>0.9103761370219876</c:v>
              </c:pt>
              <c:pt idx="4">
                <c:v>0.848747508043492</c:v>
              </c:pt>
              <c:pt idx="5">
                <c:v>0.7725965738851064</c:v>
              </c:pt>
              <c:pt idx="6">
                <c:v>0.6832262981433083</c:v>
              </c:pt>
              <c:pt idx="7">
                <c:v>0.5821658310141615</c:v>
              </c:pt>
              <c:pt idx="8">
                <c:v>0.47114434510950076</c:v>
              </c:pt>
              <c:pt idx="9">
                <c:v>0.35206144883412577</c:v>
              </c:pt>
              <c:pt idx="10">
                <c:v>0.22695468355932463</c:v>
              </c:pt>
              <c:pt idx="11">
                <c:v>0.09796466072509749</c:v>
              </c:pt>
              <c:pt idx="12">
                <c:v>-0.032701564615071434</c:v>
              </c:pt>
              <c:pt idx="13">
                <c:v>-0.16280825711808966</c:v>
              </c:pt>
              <c:pt idx="14">
                <c:v>-0.290129255202841</c:v>
              </c:pt>
              <c:pt idx="15">
                <c:v>-0.41248606129204535</c:v>
              </c:pt>
              <c:pt idx="16">
                <c:v>-0.5277851165098009</c:v>
              </c:pt>
              <c:pt idx="17">
                <c:v>-0.6340536220543944</c:v>
              </c:pt>
              <c:pt idx="18">
                <c:v>-0.7294732943327624</c:v>
              </c:pt>
              <c:pt idx="19">
                <c:v>-0.81241147629689</c:v>
              </c:pt>
              <c:pt idx="20">
                <c:v>-0.8814490726585633</c:v>
              </c:pt>
              <c:pt idx="21">
                <c:v>-0.9354048310031962</c:v>
              </c:pt>
              <c:pt idx="22">
                <c:v>-0.9733555533461493</c:v>
              </c:pt>
              <c:pt idx="23">
                <c:v>-0.9946518923062069</c:v>
              </c:pt>
              <c:pt idx="24">
                <c:v>0.9989294616193017</c:v>
              </c:pt>
              <c:pt idx="25">
                <c:v>0.9861150708885205</c:v>
              </c:pt>
              <c:pt idx="26">
                <c:v>0.956427977892087</c:v>
              </c:pt>
              <c:pt idx="27">
                <c:v>0.9103761370219876</c:v>
              </c:pt>
              <c:pt idx="28">
                <c:v>0.848747508043492</c:v>
              </c:pt>
              <c:pt idx="29">
                <c:v>0.7725965738851064</c:v>
              </c:pt>
              <c:pt idx="30">
                <c:v>0.6832262981433083</c:v>
              </c:pt>
              <c:pt idx="31">
                <c:v>0.5821658310141615</c:v>
              </c:pt>
              <c:pt idx="32">
                <c:v>0.47114434510950076</c:v>
              </c:pt>
              <c:pt idx="33">
                <c:v>0.35206144883412577</c:v>
              </c:pt>
              <c:pt idx="34">
                <c:v>0.22695468355932463</c:v>
              </c:pt>
              <c:pt idx="35">
                <c:v>0.09796466072509749</c:v>
              </c:pt>
              <c:pt idx="36">
                <c:v>-0.032701564615071434</c:v>
              </c:pt>
              <c:pt idx="37">
                <c:v>-0.16280825711808966</c:v>
              </c:pt>
              <c:pt idx="38">
                <c:v>-0.290129255202841</c:v>
              </c:pt>
              <c:pt idx="39">
                <c:v>-0.41248606129204535</c:v>
              </c:pt>
              <c:pt idx="40">
                <c:v>-0.5277851165098009</c:v>
              </c:pt>
              <c:pt idx="41">
                <c:v>-0.6340536220543944</c:v>
              </c:pt>
              <c:pt idx="42">
                <c:v>-0.7294732943327624</c:v>
              </c:pt>
              <c:pt idx="43">
                <c:v>-0.81241147629689</c:v>
              </c:pt>
              <c:pt idx="44">
                <c:v>-0.8814490726585633</c:v>
              </c:pt>
              <c:pt idx="45">
                <c:v>-0.9354048310031962</c:v>
              </c:pt>
              <c:pt idx="46">
                <c:v>-0.9733555533461493</c:v>
              </c:pt>
              <c:pt idx="47">
                <c:v>-0.9946518923062069</c:v>
              </c:pt>
              <c:pt idx="48">
                <c:v>0.9989294616193017</c:v>
              </c:pt>
              <c:pt idx="49">
                <c:v>0.9861150708885205</c:v>
              </c:pt>
              <c:pt idx="50">
                <c:v>0.956427977892087</c:v>
              </c:pt>
              <c:pt idx="51">
                <c:v>0.9103761370219876</c:v>
              </c:pt>
              <c:pt idx="52">
                <c:v>0.848747508043492</c:v>
              </c:pt>
              <c:pt idx="53">
                <c:v>0.7725965738851064</c:v>
              </c:pt>
              <c:pt idx="54">
                <c:v>0.6832262981433083</c:v>
              </c:pt>
              <c:pt idx="55">
                <c:v>0.5821658310141615</c:v>
              </c:pt>
              <c:pt idx="56">
                <c:v>0.47114434510950076</c:v>
              </c:pt>
              <c:pt idx="57">
                <c:v>0.35206144883412577</c:v>
              </c:pt>
              <c:pt idx="58">
                <c:v>0.22695468355932463</c:v>
              </c:pt>
              <c:pt idx="59">
                <c:v>0.09796466072509749</c:v>
              </c:pt>
              <c:pt idx="60">
                <c:v>-0.032701564615071434</c:v>
              </c:pt>
              <c:pt idx="61">
                <c:v>-0.16280825711808966</c:v>
              </c:pt>
              <c:pt idx="62">
                <c:v>-0.290129255202841</c:v>
              </c:pt>
              <c:pt idx="63">
                <c:v>-0.41248606129204535</c:v>
              </c:pt>
              <c:pt idx="64">
                <c:v>-0.5277851165098009</c:v>
              </c:pt>
              <c:pt idx="65">
                <c:v>-0.6340536220543944</c:v>
              </c:pt>
              <c:pt idx="66">
                <c:v>-0.7294732943327624</c:v>
              </c:pt>
              <c:pt idx="67">
                <c:v>-0.81241147629689</c:v>
              </c:pt>
              <c:pt idx="68">
                <c:v>-0.8814490726585633</c:v>
              </c:pt>
              <c:pt idx="69">
                <c:v>-0.9354048310031962</c:v>
              </c:pt>
              <c:pt idx="70">
                <c:v>-0.9733555533461493</c:v>
              </c:pt>
              <c:pt idx="71">
                <c:v>-0.9946518923062069</c:v>
              </c:pt>
              <c:pt idx="72">
                <c:v>0.9989294616193017</c:v>
              </c:pt>
              <c:pt idx="73">
                <c:v>0.9861150708885205</c:v>
              </c:pt>
              <c:pt idx="74">
                <c:v>0.956427977892087</c:v>
              </c:pt>
              <c:pt idx="75">
                <c:v>0.9103761370219876</c:v>
              </c:pt>
              <c:pt idx="76">
                <c:v>0.848747508043492</c:v>
              </c:pt>
              <c:pt idx="77">
                <c:v>0.7725965738851064</c:v>
              </c:pt>
              <c:pt idx="78">
                <c:v>0.6832262981433083</c:v>
              </c:pt>
              <c:pt idx="79">
                <c:v>0.5821658310141615</c:v>
              </c:pt>
              <c:pt idx="80">
                <c:v>0.47114434510950076</c:v>
              </c:pt>
              <c:pt idx="81">
                <c:v>0.35206144883412577</c:v>
              </c:pt>
              <c:pt idx="82">
                <c:v>0.22695468355932463</c:v>
              </c:pt>
              <c:pt idx="83">
                <c:v>0.09796466072509749</c:v>
              </c:pt>
              <c:pt idx="84">
                <c:v>-0.032701564615071434</c:v>
              </c:pt>
              <c:pt idx="85">
                <c:v>-0.16280825711808966</c:v>
              </c:pt>
              <c:pt idx="86">
                <c:v>-0.290129255202841</c:v>
              </c:pt>
              <c:pt idx="87">
                <c:v>-0.41248606129204535</c:v>
              </c:pt>
              <c:pt idx="88">
                <c:v>-0.5277851165098009</c:v>
              </c:pt>
              <c:pt idx="89">
                <c:v>-0.6340536220543944</c:v>
              </c:pt>
              <c:pt idx="90">
                <c:v>-0.7294732943327624</c:v>
              </c:pt>
              <c:pt idx="91">
                <c:v>-0.81241147629689</c:v>
              </c:pt>
              <c:pt idx="92">
                <c:v>-0.8814490726585633</c:v>
              </c:pt>
              <c:pt idx="93">
                <c:v>-0.9354048310031962</c:v>
              </c:pt>
              <c:pt idx="94">
                <c:v>-0.9733555533461493</c:v>
              </c:pt>
              <c:pt idx="95">
                <c:v>-0.9946518923062069</c:v>
              </c:pt>
              <c:pt idx="96">
                <c:v>0.9989294616193017</c:v>
              </c:pt>
              <c:pt idx="97">
                <c:v>0.9861150708885205</c:v>
              </c:pt>
              <c:pt idx="98">
                <c:v>0.956427977892087</c:v>
              </c:pt>
              <c:pt idx="99">
                <c:v>0.9103761370219876</c:v>
              </c:pt>
              <c:pt idx="100">
                <c:v>0.848747508043492</c:v>
              </c:pt>
              <c:pt idx="101">
                <c:v>0.7725965738851064</c:v>
              </c:pt>
              <c:pt idx="102">
                <c:v>0.6832262981433083</c:v>
              </c:pt>
              <c:pt idx="103">
                <c:v>0.5821658310141615</c:v>
              </c:pt>
              <c:pt idx="104">
                <c:v>0.47114434510950076</c:v>
              </c:pt>
              <c:pt idx="105">
                <c:v>0.35206144883412577</c:v>
              </c:pt>
              <c:pt idx="106">
                <c:v>0.22695468355932463</c:v>
              </c:pt>
              <c:pt idx="107">
                <c:v>0.09796466072509749</c:v>
              </c:pt>
              <c:pt idx="108">
                <c:v>-0.032701564615071434</c:v>
              </c:pt>
              <c:pt idx="109">
                <c:v>-0.16280825711808966</c:v>
              </c:pt>
              <c:pt idx="110">
                <c:v>-0.290129255202841</c:v>
              </c:pt>
              <c:pt idx="111">
                <c:v>-0.41248606129204535</c:v>
              </c:pt>
              <c:pt idx="112">
                <c:v>-0.5277851165098009</c:v>
              </c:pt>
              <c:pt idx="113">
                <c:v>-0.6340536220543944</c:v>
              </c:pt>
              <c:pt idx="114">
                <c:v>-0.7294732943327624</c:v>
              </c:pt>
              <c:pt idx="115">
                <c:v>-0.81241147629689</c:v>
              </c:pt>
              <c:pt idx="116">
                <c:v>-0.8814490726585633</c:v>
              </c:pt>
              <c:pt idx="117">
                <c:v>-0.9354048310031962</c:v>
              </c:pt>
              <c:pt idx="118">
                <c:v>-0.9733555533461493</c:v>
              </c:pt>
              <c:pt idx="119">
                <c:v>-0.9946518923062069</c:v>
              </c:pt>
              <c:pt idx="120">
                <c:v>0.9989294616193017</c:v>
              </c:pt>
              <c:pt idx="121">
                <c:v>0.9861150708885205</c:v>
              </c:pt>
              <c:pt idx="122">
                <c:v>0.956427977892087</c:v>
              </c:pt>
              <c:pt idx="123">
                <c:v>0.9103761370219876</c:v>
              </c:pt>
              <c:pt idx="124">
                <c:v>0.848747508043492</c:v>
              </c:pt>
              <c:pt idx="125">
                <c:v>0.7725965738851064</c:v>
              </c:pt>
              <c:pt idx="126">
                <c:v>0.6832262981433083</c:v>
              </c:pt>
              <c:pt idx="127">
                <c:v>0.5821658310141615</c:v>
              </c:pt>
              <c:pt idx="128">
                <c:v>0.47114434510950076</c:v>
              </c:pt>
              <c:pt idx="129">
                <c:v>0.35206144883412577</c:v>
              </c:pt>
              <c:pt idx="130">
                <c:v>0.22695468355932463</c:v>
              </c:pt>
              <c:pt idx="131">
                <c:v>0.09796466072509749</c:v>
              </c:pt>
              <c:pt idx="132">
                <c:v>-0.032701564615071434</c:v>
              </c:pt>
              <c:pt idx="133">
                <c:v>-0.16280825711808966</c:v>
              </c:pt>
              <c:pt idx="134">
                <c:v>-0.290129255202841</c:v>
              </c:pt>
              <c:pt idx="135">
                <c:v>-0.41248606129204535</c:v>
              </c:pt>
              <c:pt idx="136">
                <c:v>-0.5277851165098009</c:v>
              </c:pt>
              <c:pt idx="137">
                <c:v>-0.6340536220543944</c:v>
              </c:pt>
              <c:pt idx="138">
                <c:v>-0.7294732943327624</c:v>
              </c:pt>
              <c:pt idx="139">
                <c:v>-0.81241147629689</c:v>
              </c:pt>
              <c:pt idx="140">
                <c:v>-0.8814490726585633</c:v>
              </c:pt>
              <c:pt idx="141">
                <c:v>-0.9354048310031962</c:v>
              </c:pt>
              <c:pt idx="142">
                <c:v>-0.9733555533461493</c:v>
              </c:pt>
              <c:pt idx="143">
                <c:v>-0.9946518923062069</c:v>
              </c:pt>
              <c:pt idx="144">
                <c:v>0.9989294616193017</c:v>
              </c:pt>
              <c:pt idx="145">
                <c:v>0.9861150708885205</c:v>
              </c:pt>
              <c:pt idx="146">
                <c:v>0.956427977892087</c:v>
              </c:pt>
              <c:pt idx="147">
                <c:v>0.9103761370219876</c:v>
              </c:pt>
              <c:pt idx="148">
                <c:v>0.848747508043492</c:v>
              </c:pt>
              <c:pt idx="149">
                <c:v>0.7725965738851064</c:v>
              </c:pt>
              <c:pt idx="150">
                <c:v>0.6832262981433083</c:v>
              </c:pt>
              <c:pt idx="151">
                <c:v>0.5821658310141615</c:v>
              </c:pt>
              <c:pt idx="152">
                <c:v>0.47114434510950076</c:v>
              </c:pt>
              <c:pt idx="153">
                <c:v>0.35206144883412577</c:v>
              </c:pt>
              <c:pt idx="154">
                <c:v>0.22695468355932463</c:v>
              </c:pt>
              <c:pt idx="155">
                <c:v>0.09796466072509749</c:v>
              </c:pt>
              <c:pt idx="156">
                <c:v>-0.032701564615071434</c:v>
              </c:pt>
              <c:pt idx="157">
                <c:v>-0.16280825711808966</c:v>
              </c:pt>
              <c:pt idx="158">
                <c:v>-0.290129255202841</c:v>
              </c:pt>
              <c:pt idx="159">
                <c:v>-0.41248606129204535</c:v>
              </c:pt>
              <c:pt idx="160">
                <c:v>-0.5277851165098009</c:v>
              </c:pt>
              <c:pt idx="161">
                <c:v>-0.6340536220543944</c:v>
              </c:pt>
              <c:pt idx="162">
                <c:v>-0.7294732943327624</c:v>
              </c:pt>
              <c:pt idx="163">
                <c:v>-0.81241147629689</c:v>
              </c:pt>
              <c:pt idx="164">
                <c:v>-0.8814490726585633</c:v>
              </c:pt>
              <c:pt idx="165">
                <c:v>-0.9354048310031962</c:v>
              </c:pt>
              <c:pt idx="166">
                <c:v>-0.9733555533461493</c:v>
              </c:pt>
              <c:pt idx="167">
                <c:v>-0.9946518923062069</c:v>
              </c:pt>
              <c:pt idx="168">
                <c:v>0.9989294616193017</c:v>
              </c:pt>
              <c:pt idx="169">
                <c:v>0.9861150708885205</c:v>
              </c:pt>
              <c:pt idx="170">
                <c:v>0.956427977892087</c:v>
              </c:pt>
              <c:pt idx="171">
                <c:v>0.9103761370219876</c:v>
              </c:pt>
              <c:pt idx="172">
                <c:v>0.848747508043492</c:v>
              </c:pt>
              <c:pt idx="173">
                <c:v>0.7725965738851064</c:v>
              </c:pt>
              <c:pt idx="174">
                <c:v>0.6832262981433083</c:v>
              </c:pt>
              <c:pt idx="175">
                <c:v>0.5821658310141615</c:v>
              </c:pt>
              <c:pt idx="176">
                <c:v>0.47114434510950076</c:v>
              </c:pt>
              <c:pt idx="177">
                <c:v>0.35206144883412577</c:v>
              </c:pt>
              <c:pt idx="178">
                <c:v>0.22695468355932463</c:v>
              </c:pt>
              <c:pt idx="179">
                <c:v>0.09796466072509749</c:v>
              </c:pt>
              <c:pt idx="180">
                <c:v>-0.032701564615071434</c:v>
              </c:pt>
              <c:pt idx="181">
                <c:v>-0.16280825711808966</c:v>
              </c:pt>
              <c:pt idx="182">
                <c:v>-0.290129255202841</c:v>
              </c:pt>
              <c:pt idx="183">
                <c:v>-0.41248606129204535</c:v>
              </c:pt>
              <c:pt idx="184">
                <c:v>-0.5277851165098009</c:v>
              </c:pt>
              <c:pt idx="185">
                <c:v>-0.6340536220543944</c:v>
              </c:pt>
              <c:pt idx="186">
                <c:v>-0.7294732943327624</c:v>
              </c:pt>
              <c:pt idx="187">
                <c:v>-0.81241147629689</c:v>
              </c:pt>
              <c:pt idx="188">
                <c:v>-0.8814490726585633</c:v>
              </c:pt>
              <c:pt idx="189">
                <c:v>-0.9354048310031962</c:v>
              </c:pt>
              <c:pt idx="190">
                <c:v>-0.9733555533461493</c:v>
              </c:pt>
              <c:pt idx="191">
                <c:v>-0.9946518923062069</c:v>
              </c:pt>
              <c:pt idx="192">
                <c:v>0.9989294616193017</c:v>
              </c:pt>
              <c:pt idx="193">
                <c:v>0.9861150708885205</c:v>
              </c:pt>
              <c:pt idx="194">
                <c:v>0.956427977892087</c:v>
              </c:pt>
              <c:pt idx="195">
                <c:v>0.9103761370219876</c:v>
              </c:pt>
              <c:pt idx="196">
                <c:v>0.848747508043492</c:v>
              </c:pt>
              <c:pt idx="197">
                <c:v>0.7725965738851064</c:v>
              </c:pt>
              <c:pt idx="198">
                <c:v>0.6832262981433083</c:v>
              </c:pt>
              <c:pt idx="199">
                <c:v>0.5821658310141615</c:v>
              </c:pt>
              <c:pt idx="200">
                <c:v>0.47114434510950076</c:v>
              </c:pt>
              <c:pt idx="201">
                <c:v>0.35206144883412577</c:v>
              </c:pt>
              <c:pt idx="202">
                <c:v>0.22695468355932463</c:v>
              </c:pt>
              <c:pt idx="203">
                <c:v>0.09796466072509749</c:v>
              </c:pt>
              <c:pt idx="204">
                <c:v>-0.032701564615071434</c:v>
              </c:pt>
              <c:pt idx="205">
                <c:v>-0.16280825711808966</c:v>
              </c:pt>
              <c:pt idx="206">
                <c:v>-0.290129255202841</c:v>
              </c:pt>
              <c:pt idx="207">
                <c:v>-0.41248606129204535</c:v>
              </c:pt>
              <c:pt idx="208">
                <c:v>-0.5277851165098009</c:v>
              </c:pt>
              <c:pt idx="209">
                <c:v>-0.6340536220543944</c:v>
              </c:pt>
              <c:pt idx="210">
                <c:v>-0.7294732943327624</c:v>
              </c:pt>
              <c:pt idx="211">
                <c:v>-0.81241147629689</c:v>
              </c:pt>
              <c:pt idx="212">
                <c:v>-0.8814490726585633</c:v>
              </c:pt>
              <c:pt idx="213">
                <c:v>-0.9354048310031962</c:v>
              </c:pt>
              <c:pt idx="214">
                <c:v>-0.9733555533461493</c:v>
              </c:pt>
              <c:pt idx="215">
                <c:v>-0.9946518923062069</c:v>
              </c:pt>
              <c:pt idx="216">
                <c:v>0.9989294616193017</c:v>
              </c:pt>
              <c:pt idx="217">
                <c:v>0.9861150708885205</c:v>
              </c:pt>
              <c:pt idx="218">
                <c:v>0.956427977892087</c:v>
              </c:pt>
              <c:pt idx="219">
                <c:v>0.9103761370219876</c:v>
              </c:pt>
              <c:pt idx="220">
                <c:v>0.848747508043492</c:v>
              </c:pt>
              <c:pt idx="221">
                <c:v>0.7725965738851064</c:v>
              </c:pt>
              <c:pt idx="222">
                <c:v>0.6832262981433083</c:v>
              </c:pt>
              <c:pt idx="223">
                <c:v>0.5821658310141615</c:v>
              </c:pt>
              <c:pt idx="224">
                <c:v>0.47114434510950076</c:v>
              </c:pt>
              <c:pt idx="225">
                <c:v>0.35206144883412577</c:v>
              </c:pt>
              <c:pt idx="226">
                <c:v>0.22695468355932463</c:v>
              </c:pt>
              <c:pt idx="227">
                <c:v>0.09796466072509749</c:v>
              </c:pt>
              <c:pt idx="228">
                <c:v>-0.032701564615071434</c:v>
              </c:pt>
              <c:pt idx="229">
                <c:v>-0.16280825711808966</c:v>
              </c:pt>
              <c:pt idx="230">
                <c:v>-0.290129255202841</c:v>
              </c:pt>
              <c:pt idx="231">
                <c:v>-0.41248606129204535</c:v>
              </c:pt>
              <c:pt idx="232">
                <c:v>-0.5277851165098009</c:v>
              </c:pt>
              <c:pt idx="233">
                <c:v>-0.6340536220543944</c:v>
              </c:pt>
              <c:pt idx="234">
                <c:v>-0.7294732943327624</c:v>
              </c:pt>
              <c:pt idx="235">
                <c:v>-0.81241147629689</c:v>
              </c:pt>
              <c:pt idx="236">
                <c:v>-0.8814490726585633</c:v>
              </c:pt>
              <c:pt idx="237">
                <c:v>-0.9354048310031962</c:v>
              </c:pt>
              <c:pt idx="238">
                <c:v>-0.9733555533461493</c:v>
              </c:pt>
              <c:pt idx="239">
                <c:v>-0.9946518923062069</c:v>
              </c:pt>
              <c:pt idx="240">
                <c:v>0.9989294616193017</c:v>
              </c:pt>
              <c:pt idx="241">
                <c:v>0.9861150708885205</c:v>
              </c:pt>
              <c:pt idx="242">
                <c:v>0.956427977892087</c:v>
              </c:pt>
              <c:pt idx="243">
                <c:v>0.9103761370219876</c:v>
              </c:pt>
              <c:pt idx="244">
                <c:v>0.848747508043492</c:v>
              </c:pt>
              <c:pt idx="245">
                <c:v>0.7725965738851064</c:v>
              </c:pt>
              <c:pt idx="246">
                <c:v>0.6832262981433083</c:v>
              </c:pt>
              <c:pt idx="247">
                <c:v>0.5821658310141615</c:v>
              </c:pt>
              <c:pt idx="248">
                <c:v>0.47114434510950076</c:v>
              </c:pt>
              <c:pt idx="249">
                <c:v>0.35206144883412577</c:v>
              </c:pt>
              <c:pt idx="250">
                <c:v>0.22695468355932463</c:v>
              </c:pt>
              <c:pt idx="251">
                <c:v>0.09796466072509749</c:v>
              </c:pt>
              <c:pt idx="252">
                <c:v>-0.032701564615071434</c:v>
              </c:pt>
              <c:pt idx="253">
                <c:v>-0.16280825711808966</c:v>
              </c:pt>
              <c:pt idx="254">
                <c:v>-0.290129255202841</c:v>
              </c:pt>
              <c:pt idx="255">
                <c:v>-0.41248606129204535</c:v>
              </c:pt>
              <c:pt idx="256">
                <c:v>-0.5277851165098009</c:v>
              </c:pt>
              <c:pt idx="257">
                <c:v>-0.6340536220543944</c:v>
              </c:pt>
              <c:pt idx="258">
                <c:v>-0.7294732943327624</c:v>
              </c:pt>
              <c:pt idx="259">
                <c:v>-0.81241147629689</c:v>
              </c:pt>
              <c:pt idx="260">
                <c:v>-0.8814490726585633</c:v>
              </c:pt>
              <c:pt idx="261">
                <c:v>-0.9354048310031962</c:v>
              </c:pt>
              <c:pt idx="262">
                <c:v>-0.9733555533461493</c:v>
              </c:pt>
              <c:pt idx="263">
                <c:v>-0.9946518923062069</c:v>
              </c:pt>
              <c:pt idx="264">
                <c:v>0.9989294616193017</c:v>
              </c:pt>
              <c:pt idx="265">
                <c:v>0.9861150708885205</c:v>
              </c:pt>
              <c:pt idx="266">
                <c:v>0.956427977892087</c:v>
              </c:pt>
              <c:pt idx="267">
                <c:v>0.9103761370219876</c:v>
              </c:pt>
              <c:pt idx="268">
                <c:v>0.848747508043492</c:v>
              </c:pt>
              <c:pt idx="269">
                <c:v>0.7725965738851064</c:v>
              </c:pt>
              <c:pt idx="270">
                <c:v>0.6832262981433083</c:v>
              </c:pt>
              <c:pt idx="271">
                <c:v>0.5821658310141615</c:v>
              </c:pt>
              <c:pt idx="272">
                <c:v>0.47114434510950076</c:v>
              </c:pt>
              <c:pt idx="273">
                <c:v>0.35206144883412577</c:v>
              </c:pt>
              <c:pt idx="274">
                <c:v>0.22695468355932463</c:v>
              </c:pt>
              <c:pt idx="275">
                <c:v>0.09796466072509749</c:v>
              </c:pt>
              <c:pt idx="276">
                <c:v>-0.032701564615071434</c:v>
              </c:pt>
              <c:pt idx="277">
                <c:v>-0.16280825711808966</c:v>
              </c:pt>
              <c:pt idx="278">
                <c:v>-0.290129255202841</c:v>
              </c:pt>
              <c:pt idx="279">
                <c:v>-0.41248606129204535</c:v>
              </c:pt>
              <c:pt idx="280">
                <c:v>-0.5277851165098009</c:v>
              </c:pt>
              <c:pt idx="281">
                <c:v>-0.6340536220543944</c:v>
              </c:pt>
              <c:pt idx="282">
                <c:v>-0.7294732943327624</c:v>
              </c:pt>
              <c:pt idx="283">
                <c:v>-0.81241147629689</c:v>
              </c:pt>
              <c:pt idx="284">
                <c:v>-0.8814490726585633</c:v>
              </c:pt>
              <c:pt idx="285">
                <c:v>-0.9354048310031962</c:v>
              </c:pt>
              <c:pt idx="286">
                <c:v>-0.9733555533461493</c:v>
              </c:pt>
              <c:pt idx="287">
                <c:v>-0.9946518923062069</c:v>
              </c:pt>
              <c:pt idx="288">
                <c:v>0.9989294616193017</c:v>
              </c:pt>
              <c:pt idx="289">
                <c:v>0.9861150708885205</c:v>
              </c:pt>
              <c:pt idx="290">
                <c:v>0.956427977892087</c:v>
              </c:pt>
              <c:pt idx="291">
                <c:v>0.9103761370219876</c:v>
              </c:pt>
              <c:pt idx="292">
                <c:v>0.848747508043492</c:v>
              </c:pt>
              <c:pt idx="293">
                <c:v>0.7725965738851064</c:v>
              </c:pt>
              <c:pt idx="294">
                <c:v>0.6832262981433083</c:v>
              </c:pt>
              <c:pt idx="295">
                <c:v>0.5821658310141615</c:v>
              </c:pt>
              <c:pt idx="296">
                <c:v>0.47114434510950076</c:v>
              </c:pt>
              <c:pt idx="297">
                <c:v>0.35206144883412577</c:v>
              </c:pt>
              <c:pt idx="298">
                <c:v>0.22695468355932463</c:v>
              </c:pt>
              <c:pt idx="299">
                <c:v>0.09796466072509749</c:v>
              </c:pt>
              <c:pt idx="300">
                <c:v>-0.032701564615071434</c:v>
              </c:pt>
              <c:pt idx="301">
                <c:v>-0.16280825711808966</c:v>
              </c:pt>
              <c:pt idx="302">
                <c:v>-0.290129255202841</c:v>
              </c:pt>
              <c:pt idx="303">
                <c:v>-0.41248606129204535</c:v>
              </c:pt>
              <c:pt idx="304">
                <c:v>-0.5277851165098009</c:v>
              </c:pt>
              <c:pt idx="305">
                <c:v>-0.6340536220543944</c:v>
              </c:pt>
              <c:pt idx="306">
                <c:v>-0.7294732943327624</c:v>
              </c:pt>
              <c:pt idx="307">
                <c:v>-0.81241147629689</c:v>
              </c:pt>
              <c:pt idx="308">
                <c:v>-0.8814490726585633</c:v>
              </c:pt>
              <c:pt idx="309">
                <c:v>-0.9354048310031962</c:v>
              </c:pt>
              <c:pt idx="310">
                <c:v>-0.9733555533461493</c:v>
              </c:pt>
              <c:pt idx="311">
                <c:v>-0.9946518923062069</c:v>
              </c:pt>
              <c:pt idx="312">
                <c:v>0.9989294616193017</c:v>
              </c:pt>
              <c:pt idx="313">
                <c:v>0.9861150708885205</c:v>
              </c:pt>
              <c:pt idx="314">
                <c:v>0.956427977892087</c:v>
              </c:pt>
              <c:pt idx="315">
                <c:v>0.9103761370219876</c:v>
              </c:pt>
              <c:pt idx="316">
                <c:v>0.848747508043492</c:v>
              </c:pt>
              <c:pt idx="317">
                <c:v>0.7725965738851064</c:v>
              </c:pt>
              <c:pt idx="318">
                <c:v>0.6832262981433083</c:v>
              </c:pt>
              <c:pt idx="319">
                <c:v>0.5821658310141615</c:v>
              </c:pt>
              <c:pt idx="320">
                <c:v>0.47114434510950076</c:v>
              </c:pt>
              <c:pt idx="321">
                <c:v>0.35206144883412577</c:v>
              </c:pt>
              <c:pt idx="322">
                <c:v>0.22695468355932463</c:v>
              </c:pt>
              <c:pt idx="323">
                <c:v>0.09796466072509749</c:v>
              </c:pt>
              <c:pt idx="324">
                <c:v>-0.032701564615071434</c:v>
              </c:pt>
              <c:pt idx="325">
                <c:v>-0.16280825711808966</c:v>
              </c:pt>
              <c:pt idx="326">
                <c:v>-0.290129255202841</c:v>
              </c:pt>
              <c:pt idx="327">
                <c:v>-0.41248606129204535</c:v>
              </c:pt>
              <c:pt idx="328">
                <c:v>-0.5277851165098009</c:v>
              </c:pt>
              <c:pt idx="329">
                <c:v>-0.6340536220543944</c:v>
              </c:pt>
              <c:pt idx="330">
                <c:v>-0.7294732943327624</c:v>
              </c:pt>
              <c:pt idx="331">
                <c:v>-0.81241147629689</c:v>
              </c:pt>
              <c:pt idx="332">
                <c:v>-0.8814490726585633</c:v>
              </c:pt>
              <c:pt idx="333">
                <c:v>-0.9354048310031962</c:v>
              </c:pt>
              <c:pt idx="334">
                <c:v>-0.9733555533461493</c:v>
              </c:pt>
              <c:pt idx="335">
                <c:v>-0.9946518923062069</c:v>
              </c:pt>
              <c:pt idx="336">
                <c:v>0.9989294616193017</c:v>
              </c:pt>
              <c:pt idx="337">
                <c:v>0.9861150708885205</c:v>
              </c:pt>
              <c:pt idx="338">
                <c:v>0.956427977892087</c:v>
              </c:pt>
              <c:pt idx="339">
                <c:v>0.9103761370219876</c:v>
              </c:pt>
              <c:pt idx="340">
                <c:v>0.848747508043492</c:v>
              </c:pt>
              <c:pt idx="341">
                <c:v>0.7725965738851064</c:v>
              </c:pt>
              <c:pt idx="342">
                <c:v>0.6832262981433083</c:v>
              </c:pt>
              <c:pt idx="343">
                <c:v>0.5821658310141615</c:v>
              </c:pt>
              <c:pt idx="344">
                <c:v>0.47114434510950076</c:v>
              </c:pt>
              <c:pt idx="345">
                <c:v>0.35206144883412577</c:v>
              </c:pt>
              <c:pt idx="346">
                <c:v>0.22695468355932463</c:v>
              </c:pt>
              <c:pt idx="347">
                <c:v>0.09796466072509749</c:v>
              </c:pt>
              <c:pt idx="348">
                <c:v>-0.032701564615071434</c:v>
              </c:pt>
              <c:pt idx="349">
                <c:v>-0.16280825711808966</c:v>
              </c:pt>
              <c:pt idx="350">
                <c:v>-0.290129255202841</c:v>
              </c:pt>
              <c:pt idx="351">
                <c:v>-0.41248606129204535</c:v>
              </c:pt>
              <c:pt idx="352">
                <c:v>-0.5277851165098009</c:v>
              </c:pt>
              <c:pt idx="353">
                <c:v>-0.6340536220543944</c:v>
              </c:pt>
              <c:pt idx="354">
                <c:v>-0.7294732943327624</c:v>
              </c:pt>
              <c:pt idx="355">
                <c:v>-0.81241147629689</c:v>
              </c:pt>
              <c:pt idx="356">
                <c:v>-0.8814490726585633</c:v>
              </c:pt>
              <c:pt idx="357">
                <c:v>-0.9354048310031962</c:v>
              </c:pt>
              <c:pt idx="358">
                <c:v>-0.9733555533461493</c:v>
              </c:pt>
              <c:pt idx="359">
                <c:v>-0.9946518923062069</c:v>
              </c:pt>
              <c:pt idx="360">
                <c:v>0.9989294616193017</c:v>
              </c:pt>
              <c:pt idx="361">
                <c:v>0.9861150708885205</c:v>
              </c:pt>
              <c:pt idx="362">
                <c:v>0.956427977892087</c:v>
              </c:pt>
              <c:pt idx="363">
                <c:v>0.9103761370219876</c:v>
              </c:pt>
              <c:pt idx="364">
                <c:v>0.848747508043492</c:v>
              </c:pt>
              <c:pt idx="365">
                <c:v>0.7725965738851064</c:v>
              </c:pt>
              <c:pt idx="366">
                <c:v>0.6832262981433083</c:v>
              </c:pt>
              <c:pt idx="367">
                <c:v>0.5821658310141615</c:v>
              </c:pt>
              <c:pt idx="368">
                <c:v>0.47114434510950076</c:v>
              </c:pt>
              <c:pt idx="369">
                <c:v>0.35206144883412577</c:v>
              </c:pt>
              <c:pt idx="370">
                <c:v>0.22695468355932463</c:v>
              </c:pt>
              <c:pt idx="371">
                <c:v>0.09796466072509749</c:v>
              </c:pt>
              <c:pt idx="372">
                <c:v>-0.032701564615071434</c:v>
              </c:pt>
              <c:pt idx="373">
                <c:v>-0.16280825711808966</c:v>
              </c:pt>
              <c:pt idx="374">
                <c:v>-0.290129255202841</c:v>
              </c:pt>
              <c:pt idx="375">
                <c:v>-0.41248606129204535</c:v>
              </c:pt>
              <c:pt idx="376">
                <c:v>-0.5277851165098009</c:v>
              </c:pt>
              <c:pt idx="377">
                <c:v>-0.6340536220543944</c:v>
              </c:pt>
              <c:pt idx="378">
                <c:v>-0.7294732943327624</c:v>
              </c:pt>
              <c:pt idx="379">
                <c:v>-0.81241147629689</c:v>
              </c:pt>
              <c:pt idx="380">
                <c:v>-0.8814490726585633</c:v>
              </c:pt>
              <c:pt idx="381">
                <c:v>-0.9354048310031962</c:v>
              </c:pt>
              <c:pt idx="382">
                <c:v>-0.9733555533461493</c:v>
              </c:pt>
              <c:pt idx="383">
                <c:v>-0.9946518923062069</c:v>
              </c:pt>
              <c:pt idx="384">
                <c:v>0.9989294616193017</c:v>
              </c:pt>
              <c:pt idx="385">
                <c:v>0.9861150708885205</c:v>
              </c:pt>
              <c:pt idx="386">
                <c:v>0.956427977892087</c:v>
              </c:pt>
              <c:pt idx="387">
                <c:v>0.9103761370219876</c:v>
              </c:pt>
              <c:pt idx="388">
                <c:v>0.848747508043492</c:v>
              </c:pt>
              <c:pt idx="389">
                <c:v>0.7725965738851064</c:v>
              </c:pt>
              <c:pt idx="390">
                <c:v>0.6832262981433083</c:v>
              </c:pt>
              <c:pt idx="391">
                <c:v>0.5821658310141615</c:v>
              </c:pt>
              <c:pt idx="392">
                <c:v>0.47114434510950076</c:v>
              </c:pt>
              <c:pt idx="393">
                <c:v>0.35206144883412577</c:v>
              </c:pt>
              <c:pt idx="394">
                <c:v>0.22695468355932463</c:v>
              </c:pt>
              <c:pt idx="395">
                <c:v>0.09796466072509749</c:v>
              </c:pt>
              <c:pt idx="396">
                <c:v>-0.032701564615071434</c:v>
              </c:pt>
              <c:pt idx="397">
                <c:v>-0.16280825711808966</c:v>
              </c:pt>
              <c:pt idx="398">
                <c:v>-0.290129255202841</c:v>
              </c:pt>
              <c:pt idx="399">
                <c:v>-0.41248606129204535</c:v>
              </c:pt>
              <c:pt idx="400">
                <c:v>-0.5277851165098009</c:v>
              </c:pt>
              <c:pt idx="401">
                <c:v>-0.6340536220543944</c:v>
              </c:pt>
              <c:pt idx="402">
                <c:v>-0.7294732943327624</c:v>
              </c:pt>
              <c:pt idx="403">
                <c:v>-0.81241147629689</c:v>
              </c:pt>
              <c:pt idx="404">
                <c:v>-0.8814490726585633</c:v>
              </c:pt>
              <c:pt idx="405">
                <c:v>-0.9354048310031962</c:v>
              </c:pt>
              <c:pt idx="406">
                <c:v>-0.9733555533461493</c:v>
              </c:pt>
              <c:pt idx="407">
                <c:v>-0.9946518923062069</c:v>
              </c:pt>
              <c:pt idx="408">
                <c:v>0.9989294616193017</c:v>
              </c:pt>
              <c:pt idx="409">
                <c:v>0.9861150708885205</c:v>
              </c:pt>
              <c:pt idx="410">
                <c:v>0.956427977892087</c:v>
              </c:pt>
              <c:pt idx="411">
                <c:v>0.9103761370219876</c:v>
              </c:pt>
              <c:pt idx="412">
                <c:v>0.848747508043492</c:v>
              </c:pt>
              <c:pt idx="413">
                <c:v>0.7725965738851064</c:v>
              </c:pt>
              <c:pt idx="414">
                <c:v>0.6832262981433083</c:v>
              </c:pt>
              <c:pt idx="415">
                <c:v>0.5821658310141615</c:v>
              </c:pt>
              <c:pt idx="416">
                <c:v>0.47114434510950076</c:v>
              </c:pt>
              <c:pt idx="417">
                <c:v>0.35206144883412577</c:v>
              </c:pt>
              <c:pt idx="418">
                <c:v>0.22695468355932463</c:v>
              </c:pt>
              <c:pt idx="419">
                <c:v>0.09796466072509749</c:v>
              </c:pt>
              <c:pt idx="420">
                <c:v>-0.032701564615071434</c:v>
              </c:pt>
              <c:pt idx="421">
                <c:v>-0.16280825711808966</c:v>
              </c:pt>
              <c:pt idx="422">
                <c:v>-0.290129255202841</c:v>
              </c:pt>
              <c:pt idx="423">
                <c:v>-0.41248606129204535</c:v>
              </c:pt>
              <c:pt idx="424">
                <c:v>-0.5277851165098009</c:v>
              </c:pt>
              <c:pt idx="425">
                <c:v>-0.6340536220543944</c:v>
              </c:pt>
              <c:pt idx="426">
                <c:v>-0.7294732943327624</c:v>
              </c:pt>
              <c:pt idx="427">
                <c:v>-0.81241147629689</c:v>
              </c:pt>
              <c:pt idx="428">
                <c:v>-0.8814490726585633</c:v>
              </c:pt>
              <c:pt idx="429">
                <c:v>-0.9354048310031962</c:v>
              </c:pt>
              <c:pt idx="430">
                <c:v>-0.9733555533461493</c:v>
              </c:pt>
              <c:pt idx="431">
                <c:v>-0.9946518923062069</c:v>
              </c:pt>
              <c:pt idx="432">
                <c:v>0.9989294616193017</c:v>
              </c:pt>
              <c:pt idx="433">
                <c:v>0.9861150708885205</c:v>
              </c:pt>
              <c:pt idx="434">
                <c:v>0.956427977892087</c:v>
              </c:pt>
              <c:pt idx="435">
                <c:v>0.9103761370219876</c:v>
              </c:pt>
              <c:pt idx="436">
                <c:v>0.848747508043492</c:v>
              </c:pt>
              <c:pt idx="437">
                <c:v>0.7725965738851064</c:v>
              </c:pt>
              <c:pt idx="438">
                <c:v>0.6832262981433083</c:v>
              </c:pt>
              <c:pt idx="439">
                <c:v>0.5821658310141615</c:v>
              </c:pt>
              <c:pt idx="440">
                <c:v>0.47114434510950076</c:v>
              </c:pt>
              <c:pt idx="441">
                <c:v>0.35206144883412577</c:v>
              </c:pt>
              <c:pt idx="442">
                <c:v>0.22695468355932463</c:v>
              </c:pt>
              <c:pt idx="443">
                <c:v>0.09796466072509749</c:v>
              </c:pt>
              <c:pt idx="444">
                <c:v>-0.032701564615071434</c:v>
              </c:pt>
              <c:pt idx="445">
                <c:v>-0.16280825711808966</c:v>
              </c:pt>
              <c:pt idx="446">
                <c:v>-0.290129255202841</c:v>
              </c:pt>
              <c:pt idx="447">
                <c:v>-0.41248606129204535</c:v>
              </c:pt>
              <c:pt idx="448">
                <c:v>-0.5277851165098009</c:v>
              </c:pt>
              <c:pt idx="449">
                <c:v>-0.6340536220543944</c:v>
              </c:pt>
              <c:pt idx="450">
                <c:v>-0.7294732943327624</c:v>
              </c:pt>
              <c:pt idx="451">
                <c:v>-0.81241147629689</c:v>
              </c:pt>
              <c:pt idx="452">
                <c:v>-0.8814490726585633</c:v>
              </c:pt>
              <c:pt idx="453">
                <c:v>-0.9354048310031962</c:v>
              </c:pt>
              <c:pt idx="454">
                <c:v>-0.9733555533461493</c:v>
              </c:pt>
              <c:pt idx="455">
                <c:v>-0.9946518923062069</c:v>
              </c:pt>
              <c:pt idx="456">
                <c:v>0.9989294616193017</c:v>
              </c:pt>
              <c:pt idx="457">
                <c:v>0.9861150708885205</c:v>
              </c:pt>
              <c:pt idx="458">
                <c:v>0.956427977892087</c:v>
              </c:pt>
              <c:pt idx="459">
                <c:v>0.9103761370219876</c:v>
              </c:pt>
              <c:pt idx="460">
                <c:v>0.848747508043492</c:v>
              </c:pt>
              <c:pt idx="461">
                <c:v>0.7725965738851064</c:v>
              </c:pt>
              <c:pt idx="462">
                <c:v>0.6832262981433083</c:v>
              </c:pt>
              <c:pt idx="463">
                <c:v>0.5821658310141615</c:v>
              </c:pt>
              <c:pt idx="464">
                <c:v>0.47114434510950076</c:v>
              </c:pt>
              <c:pt idx="465">
                <c:v>0.35206144883412577</c:v>
              </c:pt>
              <c:pt idx="466">
                <c:v>0.22695468355932463</c:v>
              </c:pt>
              <c:pt idx="467">
                <c:v>0.09796466072509749</c:v>
              </c:pt>
              <c:pt idx="468">
                <c:v>-0.032701564615071434</c:v>
              </c:pt>
              <c:pt idx="469">
                <c:v>-0.16280825711808966</c:v>
              </c:pt>
              <c:pt idx="470">
                <c:v>-0.290129255202841</c:v>
              </c:pt>
              <c:pt idx="471">
                <c:v>-0.41248606129204535</c:v>
              </c:pt>
              <c:pt idx="472">
                <c:v>-0.5277851165098009</c:v>
              </c:pt>
              <c:pt idx="473">
                <c:v>-0.6340536220543944</c:v>
              </c:pt>
              <c:pt idx="474">
                <c:v>-0.7294732943327624</c:v>
              </c:pt>
              <c:pt idx="475">
                <c:v>-0.81241147629689</c:v>
              </c:pt>
              <c:pt idx="476">
                <c:v>-0.8814490726585633</c:v>
              </c:pt>
              <c:pt idx="477">
                <c:v>-0.9354048310031962</c:v>
              </c:pt>
              <c:pt idx="478">
                <c:v>-0.9733555533461493</c:v>
              </c:pt>
              <c:pt idx="479">
                <c:v>-0.9946518923062069</c:v>
              </c:pt>
              <c:pt idx="480">
                <c:v>0.9989294616193017</c:v>
              </c:pt>
              <c:pt idx="481">
                <c:v>0.9861150708885205</c:v>
              </c:pt>
              <c:pt idx="482">
                <c:v>0.956427977892087</c:v>
              </c:pt>
              <c:pt idx="483">
                <c:v>0.9103761370219876</c:v>
              </c:pt>
              <c:pt idx="484">
                <c:v>0.848747508043492</c:v>
              </c:pt>
              <c:pt idx="485">
                <c:v>0.7725965738851064</c:v>
              </c:pt>
              <c:pt idx="486">
                <c:v>0.6832262981433083</c:v>
              </c:pt>
              <c:pt idx="487">
                <c:v>0.5821658310141615</c:v>
              </c:pt>
              <c:pt idx="488">
                <c:v>0.47114434510950076</c:v>
              </c:pt>
              <c:pt idx="489">
                <c:v>0.35206144883412577</c:v>
              </c:pt>
              <c:pt idx="490">
                <c:v>0.22695468355932463</c:v>
              </c:pt>
              <c:pt idx="491">
                <c:v>0.09796466072509749</c:v>
              </c:pt>
              <c:pt idx="492">
                <c:v>-0.032701564615071434</c:v>
              </c:pt>
              <c:pt idx="493">
                <c:v>-0.16280825711808966</c:v>
              </c:pt>
              <c:pt idx="494">
                <c:v>-0.290129255202841</c:v>
              </c:pt>
              <c:pt idx="495">
                <c:v>-0.41248606129204535</c:v>
              </c:pt>
              <c:pt idx="496">
                <c:v>-0.5277851165098009</c:v>
              </c:pt>
              <c:pt idx="497">
                <c:v>-0.6340536220543944</c:v>
              </c:pt>
              <c:pt idx="498">
                <c:v>-0.7294732943327624</c:v>
              </c:pt>
              <c:pt idx="499">
                <c:v>-0.81241147629689</c:v>
              </c:pt>
              <c:pt idx="500">
                <c:v>-0.8814490726585633</c:v>
              </c:pt>
              <c:pt idx="501">
                <c:v>-0.9354048310031962</c:v>
              </c:pt>
              <c:pt idx="502">
                <c:v>-0.9733555533461493</c:v>
              </c:pt>
              <c:pt idx="503">
                <c:v>-0.9946518923062069</c:v>
              </c:pt>
              <c:pt idx="504">
                <c:v>0.9989294616193017</c:v>
              </c:pt>
              <c:pt idx="505">
                <c:v>0.9861150708885205</c:v>
              </c:pt>
              <c:pt idx="506">
                <c:v>0.956427977892087</c:v>
              </c:pt>
              <c:pt idx="507">
                <c:v>0.9103761370219876</c:v>
              </c:pt>
              <c:pt idx="508">
                <c:v>0.848747508043492</c:v>
              </c:pt>
              <c:pt idx="509">
                <c:v>0.7725965738851064</c:v>
              </c:pt>
              <c:pt idx="510">
                <c:v>0.6832262981433083</c:v>
              </c:pt>
              <c:pt idx="511">
                <c:v>0.5821658310141615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μ=cosθ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2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two_term</c:v>
          </c:tx>
          <c:spPr>
            <a:ln xmlns:a="http://schemas.openxmlformats.org/drawingml/2006/main" w="20955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-2.6693853526557647</c:v>
              </c:pt>
              <c:pt idx="1">
                <c:v>-2.625232092627511</c:v>
              </c:pt>
              <c:pt idx="2">
                <c:v>-2.581685971759862</c:v>
              </c:pt>
              <c:pt idx="3">
                <c:v>-2.5440430576972966</c:v>
              </c:pt>
              <c:pt idx="4">
                <c:v>-2.5064001436347314</c:v>
              </c:pt>
              <c:pt idx="5">
                <c:v>-2.4687572295721663</c:v>
              </c:pt>
              <c:pt idx="6">
                <c:v>-2.4311143155096007</c:v>
              </c:pt>
              <c:pt idx="7">
                <c:v>-2.394572896383905</c:v>
              </c:pt>
              <c:pt idx="8">
                <c:v>-2.358641913965163</c:v>
              </c:pt>
              <c:pt idx="9">
                <c:v>-2.322710931546421</c:v>
              </c:pt>
              <c:pt idx="10">
                <c:v>-2.2870030038988363</c:v>
              </c:pt>
              <c:pt idx="11">
                <c:v>-2.2519000204071076</c:v>
              </c:pt>
              <c:pt idx="12">
                <c:v>-2.2167970369153784</c:v>
              </c:pt>
              <c:pt idx="13">
                <c:v>-2.181880743924697</c:v>
              </c:pt>
              <c:pt idx="14">
                <c:v>-2.1471001142478827</c:v>
              </c:pt>
              <c:pt idx="15">
                <c:v>-2.1123511354853384</c:v>
              </c:pt>
              <c:pt idx="16">
                <c:v>-2.077660911591231</c:v>
              </c:pt>
              <c:pt idx="17">
                <c:v>-2.043000278877103</c:v>
              </c:pt>
              <c:pt idx="18">
                <c:v>-2.008375780133658</c:v>
              </c:pt>
              <c:pt idx="19">
                <c:v>-1.9737813066907761</c:v>
              </c:pt>
              <c:pt idx="20">
                <c:v>-1.939220324281925</c:v>
              </c:pt>
              <c:pt idx="21">
                <c:v>-1.9047113001730271</c:v>
              </c:pt>
              <c:pt idx="22">
                <c:v>-1.8702066945286502</c:v>
              </c:pt>
              <c:pt idx="23">
                <c:v>-1.8357140180468834</c:v>
              </c:pt>
              <c:pt idx="24">
                <c:v>-1.8012150686264476</c:v>
              </c:pt>
              <c:pt idx="25">
                <c:v>-1.7667378302400687</c:v>
              </c:pt>
              <c:pt idx="26">
                <c:v>-1.7323001585657483</c:v>
              </c:pt>
              <c:pt idx="27">
                <c:v>-1.6979173746030052</c:v>
              </c:pt>
              <c:pt idx="28">
                <c:v>-1.6635174952707539</c:v>
              </c:pt>
              <c:pt idx="29">
                <c:v>-1.6291744173041172</c:v>
              </c:pt>
              <c:pt idx="30">
                <c:v>-1.5947950168645664</c:v>
              </c:pt>
              <c:pt idx="31">
                <c:v>-1.5604109968818454</c:v>
              </c:pt>
              <c:pt idx="32">
                <c:v>-1.526042961259534</c:v>
              </c:pt>
              <c:pt idx="33">
                <c:v>-1.4916453626691886</c:v>
              </c:pt>
              <c:pt idx="34">
                <c:v>-1.457171770818637</c:v>
              </c:pt>
              <c:pt idx="35">
                <c:v>-1.4226278203007197</c:v>
              </c:pt>
              <c:pt idx="36">
                <c:v>-1.3880159617038412</c:v>
              </c:pt>
              <c:pt idx="37">
                <c:v>-1.3534731656189194</c:v>
              </c:pt>
              <c:pt idx="38">
                <c:v>-1.319024060753241</c:v>
              </c:pt>
              <c:pt idx="39">
                <c:v>-1.284741104198917</c:v>
              </c:pt>
              <c:pt idx="40">
                <c:v>-1.250655477176779</c:v>
              </c:pt>
              <c:pt idx="41">
                <c:v>-1.216890984280824</c:v>
              </c:pt>
              <c:pt idx="42">
                <c:v>-1.1836045811630402</c:v>
              </c:pt>
              <c:pt idx="43">
                <c:v>-1.1509863069425752</c:v>
              </c:pt>
              <c:pt idx="44">
                <c:v>-1.1192760667220376</c:v>
              </c:pt>
              <c:pt idx="45">
                <c:v>-1.0886545172639366</c:v>
              </c:pt>
              <c:pt idx="46">
                <c:v>-1.0594739303196499</c:v>
              </c:pt>
              <c:pt idx="47">
                <c:v>-1.0318455454314999</c:v>
              </c:pt>
              <c:pt idx="48">
                <c:v>-1.0059345869988257</c:v>
              </c:pt>
              <c:pt idx="49">
                <c:v>-0.9822744005260876</c:v>
              </c:pt>
              <c:pt idx="50">
                <c:v>-0.9615038665618594</c:v>
              </c:pt>
              <c:pt idx="51">
                <c:v>-0.9445672563078936</c:v>
              </c:pt>
              <c:pt idx="52">
                <c:v>-0.9322409757732864</c:v>
              </c:pt>
              <c:pt idx="53">
                <c:v>-0.9263251468190531</c:v>
              </c:pt>
              <c:pt idx="54">
                <c:v>-0.9298343723585427</c:v>
              </c:pt>
              <c:pt idx="55">
                <c:v>-0.9487083891407398</c:v>
              </c:pt>
              <c:pt idx="56">
                <c:v>-0.9952556751994589</c:v>
              </c:pt>
              <c:pt idx="57">
                <c:v>-1.102138038777596</c:v>
              </c:pt>
              <c:pt idx="58">
                <c:v>-1.342170694641132</c:v>
              </c:pt>
              <c:pt idx="59">
                <c:v>-1.9800317953618867</c:v>
              </c:pt>
              <c:pt idx="60">
                <c:v>-3.8972166351976845</c:v>
              </c:pt>
              <c:pt idx="61">
                <c:v>-7.662379480651983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1"/>
          <c:order val="1"/>
          <c:tx>
            <c:v>monte_carlo</c:v>
          </c:tx>
          <c:spPr>
            <a:ln xmlns:a="http://schemas.openxmlformats.org/drawingml/2006/main" w="20955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-1.8012868844628152</c:v>
              </c:pt>
              <c:pt idx="1">
                <c:v>-1.8012868844628152</c:v>
              </c:pt>
              <c:pt idx="2">
                <c:v>-1.8012868844628152</c:v>
              </c:pt>
              <c:pt idx="3">
                <c:v>-1.8012868844628152</c:v>
              </c:pt>
              <c:pt idx="4">
                <c:v>-1.8012868844628152</c:v>
              </c:pt>
              <c:pt idx="5">
                <c:v>-1.8012868844628152</c:v>
              </c:pt>
              <c:pt idx="6">
                <c:v>-1.8012868844628152</c:v>
              </c:pt>
              <c:pt idx="7">
                <c:v>-1.8012868844628152</c:v>
              </c:pt>
              <c:pt idx="8">
                <c:v>-1.8012868844628152</c:v>
              </c:pt>
              <c:pt idx="9">
                <c:v>-1.8012868844628152</c:v>
              </c:pt>
              <c:pt idx="10">
                <c:v>-1.8012868844628152</c:v>
              </c:pt>
              <c:pt idx="11">
                <c:v>-1.8012868844628152</c:v>
              </c:pt>
              <c:pt idx="12">
                <c:v>-1.8012868844628152</c:v>
              </c:pt>
              <c:pt idx="13">
                <c:v>-1.8012868844628152</c:v>
              </c:pt>
              <c:pt idx="14">
                <c:v>-1.8012868844628152</c:v>
              </c:pt>
              <c:pt idx="15">
                <c:v>-1.8012868844628152</c:v>
              </c:pt>
              <c:pt idx="16">
                <c:v>-1.8012868844628152</c:v>
              </c:pt>
              <c:pt idx="17">
                <c:v>-1.8012868844628152</c:v>
              </c:pt>
              <c:pt idx="18">
                <c:v>-1.8012868844628152</c:v>
              </c:pt>
              <c:pt idx="19">
                <c:v>-1.8012868844628152</c:v>
              </c:pt>
              <c:pt idx="20">
                <c:v>-1.8012868844628152</c:v>
              </c:pt>
              <c:pt idx="21">
                <c:v>-1.8012868844628152</c:v>
              </c:pt>
              <c:pt idx="22">
                <c:v>-1.8012868844628152</c:v>
              </c:pt>
              <c:pt idx="23">
                <c:v>-1.8012868844628152</c:v>
              </c:pt>
              <c:pt idx="24">
                <c:v>-1.8012868844628152</c:v>
              </c:pt>
              <c:pt idx="25">
                <c:v>-1.786439791339797</c:v>
              </c:pt>
              <c:pt idx="26">
                <c:v>-1.7491154456964297</c:v>
              </c:pt>
              <c:pt idx="27">
                <c:v>-1.7117911000530628</c:v>
              </c:pt>
              <c:pt idx="28">
                <c:v>-1.6744667544096956</c:v>
              </c:pt>
              <c:pt idx="29">
                <c:v>-1.6371424087663287</c:v>
              </c:pt>
              <c:pt idx="30">
                <c:v>-1.5998180631229613</c:v>
              </c:pt>
              <c:pt idx="31">
                <c:v>-1.562493717479594</c:v>
              </c:pt>
              <c:pt idx="32">
                <c:v>-1.5265379375209112</c:v>
              </c:pt>
              <c:pt idx="33">
                <c:v>-1.4920137087907823</c:v>
              </c:pt>
              <c:pt idx="34">
                <c:v>-1.4574894800606535</c:v>
              </c:pt>
              <c:pt idx="35">
                <c:v>-1.4239511180039892</c:v>
              </c:pt>
              <c:pt idx="36">
                <c:v>-1.392995821013501</c:v>
              </c:pt>
              <c:pt idx="37">
                <c:v>-1.361003125980404</c:v>
              </c:pt>
              <c:pt idx="38">
                <c:v>-1.3235723783071531</c:v>
              </c:pt>
              <c:pt idx="39">
                <c:v>-1.2853959134955135</c:v>
              </c:pt>
              <c:pt idx="40">
                <c:v>-1.249751974441175</c:v>
              </c:pt>
              <c:pt idx="41">
                <c:v>-1.2182648594093906</c:v>
              </c:pt>
              <c:pt idx="42">
                <c:v>-1.1821889651808746</c:v>
              </c:pt>
              <c:pt idx="43">
                <c:v>-1.1532328504363687</c:v>
              </c:pt>
              <c:pt idx="44">
                <c:v>-1.1200937390930394</c:v>
              </c:pt>
              <c:pt idx="45">
                <c:v>-1.085437826780193</c:v>
              </c:pt>
              <c:pt idx="46">
                <c:v>-1.0607494862464308</c:v>
              </c:pt>
              <c:pt idx="47">
                <c:v>-1.0336036120459338</c:v>
              </c:pt>
              <c:pt idx="48">
                <c:v>-1.0065424527237306</c:v>
              </c:pt>
              <c:pt idx="49">
                <c:v>-0.983433745268348</c:v>
              </c:pt>
              <c:pt idx="50">
                <c:v>-0.9608854694931895</c:v>
              </c:pt>
              <c:pt idx="51">
                <c:v>-0.9429910025992945</c:v>
              </c:pt>
              <c:pt idx="52">
                <c:v>-0.9345092165971896</c:v>
              </c:pt>
              <c:pt idx="53">
                <c:v>-0.9297311751008387</c:v>
              </c:pt>
              <c:pt idx="54">
                <c:v>-0.9234108944302803</c:v>
              </c:pt>
              <c:pt idx="55">
                <c:v>-0.9486314692995159</c:v>
              </c:pt>
              <c:pt idx="56">
                <c:v>-0.9930824390221726</c:v>
              </c:pt>
              <c:pt idx="57">
                <c:v>-1.1014849789212147</c:v>
              </c:pt>
              <c:pt idx="58">
                <c:v>-1.3438057309028166</c:v>
              </c:pt>
              <c:pt idx="59">
                <c:v>-1.989451619716236</c:v>
              </c:pt>
              <c:pt idx="60">
                <c:v>-3.8794091507678674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2"/>
          <c:order val="2"/>
          <c:tx>
            <c:v>propagator</c:v>
          </c:tx>
          <c:spPr>
            <a:ln xmlns:a="http://schemas.openxmlformats.org/drawingml/2006/main" w="20955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-2.6317724221538072</c:v>
              </c:pt>
              <c:pt idx="1">
                <c:v>-2.5965184349489405</c:v>
              </c:pt>
              <c:pt idx="2">
                <c:v>-2.5615311069086895</c:v>
              </c:pt>
              <c:pt idx="3">
                <c:v>-2.5266686796048825</c:v>
              </c:pt>
              <c:pt idx="4">
                <c:v>-2.491806252301076</c:v>
              </c:pt>
              <c:pt idx="5">
                <c:v>-2.456943824997269</c:v>
              </c:pt>
              <c:pt idx="6">
                <c:v>-2.422158453623395</c:v>
              </c:pt>
              <c:pt idx="7">
                <c:v>-2.38743176435168</c:v>
              </c:pt>
              <c:pt idx="8">
                <c:v>-2.352705075079965</c:v>
              </c:pt>
              <c:pt idx="9">
                <c:v>-2.3179983776737116</c:v>
              </c:pt>
              <c:pt idx="10">
                <c:v>-2.28331558470582</c:v>
              </c:pt>
              <c:pt idx="11">
                <c:v>-2.2486327917379287</c:v>
              </c:pt>
              <c:pt idx="12">
                <c:v>-2.213972436171338</c:v>
              </c:pt>
              <c:pt idx="13">
                <c:v>-2.179313128092905</c:v>
              </c:pt>
              <c:pt idx="14">
                <c:v>-2.1447473979197618</c:v>
              </c:pt>
              <c:pt idx="15">
                <c:v>-2.1101928925255513</c:v>
              </c:pt>
              <c:pt idx="16">
                <c:v>-2.0755996869817324</c:v>
              </c:pt>
              <c:pt idx="17">
                <c:v>-2.0409861061740235</c:v>
              </c:pt>
              <c:pt idx="18">
                <c:v>-2.006344417571039</c:v>
              </c:pt>
              <c:pt idx="19">
                <c:v>-1.9716353119481154</c:v>
              </c:pt>
              <c:pt idx="20">
                <c:v>-1.9368361969693435</c:v>
              </c:pt>
              <c:pt idx="21">
                <c:v>-1.9023531426665339</c:v>
              </c:pt>
              <c:pt idx="22">
                <c:v>-1.8679120665567028</c:v>
              </c:pt>
              <c:pt idx="23">
                <c:v>-1.8333326720766463</c:v>
              </c:pt>
              <c:pt idx="24">
                <c:v>-1.7985919227361442</c:v>
              </c:pt>
              <c:pt idx="25">
                <c:v>-1.7636951102044107</c:v>
              </c:pt>
              <c:pt idx="26">
                <c:v>-1.7293164271124275</c:v>
              </c:pt>
              <c:pt idx="27">
                <c:v>-1.6948240434378459</c:v>
              </c:pt>
              <c:pt idx="28">
                <c:v>-1.6598228034851168</c:v>
              </c:pt>
              <c:pt idx="29">
                <c:v>-1.6253525075390465</c:v>
              </c:pt>
              <c:pt idx="30">
                <c:v>-1.590749139945559</c:v>
              </c:pt>
              <c:pt idx="31">
                <c:v>-1.5559625953952567</c:v>
              </c:pt>
              <c:pt idx="32">
                <c:v>-1.5213262810820811</c:v>
              </c:pt>
              <c:pt idx="33">
                <c:v>-1.4867621370075388</c:v>
              </c:pt>
              <c:pt idx="34">
                <c:v>-1.4522507820058803</c:v>
              </c:pt>
              <c:pt idx="35">
                <c:v>-1.4177579588253932</c:v>
              </c:pt>
              <c:pt idx="36">
                <c:v>-1.3830661519456018</c:v>
              </c:pt>
              <c:pt idx="37">
                <c:v>-1.348745830053997</c:v>
              </c:pt>
              <c:pt idx="38">
                <c:v>-1.314470485366002</c:v>
              </c:pt>
              <c:pt idx="39">
                <c:v>-1.2804590224336132</c:v>
              </c:pt>
              <c:pt idx="40">
                <c:v>-1.246638432748973</c:v>
              </c:pt>
              <c:pt idx="41">
                <c:v>-1.2132500694673276</c:v>
              </c:pt>
              <c:pt idx="42">
                <c:v>-1.1802889089182456</c:v>
              </c:pt>
              <c:pt idx="43">
                <c:v>-1.1480702647262306</c:v>
              </c:pt>
              <c:pt idx="44">
                <c:v>-1.1166308081726815</c:v>
              </c:pt>
              <c:pt idx="45">
                <c:v>-1.0863287056220186</c:v>
              </c:pt>
              <c:pt idx="46">
                <c:v>-1.05738819657248</c:v>
              </c:pt>
              <c:pt idx="47">
                <c:v>-1.0299488870396154</c:v>
              </c:pt>
              <c:pt idx="48">
                <c:v>-1.0041848833286402</c:v>
              </c:pt>
              <c:pt idx="49">
                <c:v>-0.9806464085431886</c:v>
              </c:pt>
              <c:pt idx="50">
                <c:v>-0.9600106685477482</c:v>
              </c:pt>
              <c:pt idx="51">
                <c:v>-0.9432744505623804</c:v>
              </c:pt>
              <c:pt idx="52">
                <c:v>-0.93121671300305</c:v>
              </c:pt>
              <c:pt idx="53">
                <c:v>-0.9256913409300259</c:v>
              </c:pt>
              <c:pt idx="54">
                <c:v>-0.9296707120292828</c:v>
              </c:pt>
              <c:pt idx="55">
                <c:v>-0.9491988507486652</c:v>
              </c:pt>
              <c:pt idx="56">
                <c:v>-0.996619058327411</c:v>
              </c:pt>
              <c:pt idx="57">
                <c:v>-1.10479936155702</c:v>
              </c:pt>
              <c:pt idx="58">
                <c:v>-1.3455727897520544</c:v>
              </c:pt>
              <c:pt idx="59">
                <c:v>-1.9831963806653796</c:v>
              </c:pt>
              <c:pt idx="60">
                <c:v>-3.8766754716169083</c:v>
              </c:pt>
              <c:pt idx="61">
                <c:v>-7.589306994409211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p(ε) [eV⁻¹]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.9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100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two_term</c:v>
          </c:tx>
          <c:spPr>
            <a:ln xmlns:a="http://schemas.openxmlformats.org/drawingml/2006/main" w="20955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-2.8332464152248287</c:v>
              </c:pt>
              <c:pt idx="1">
                <c:v>-2.7895902707796454</c:v>
              </c:pt>
              <c:pt idx="2">
                <c:v>-2.746504127831717</c:v>
              </c:pt>
              <c:pt idx="3">
                <c:v>-2.7089601026317967</c:v>
              </c:pt>
              <c:pt idx="4">
                <c:v>-2.6714160774318767</c:v>
              </c:pt>
              <c:pt idx="5">
                <c:v>-2.6338720522319563</c:v>
              </c:pt>
              <c:pt idx="6">
                <c:v>-2.5963280270320364</c:v>
              </c:pt>
              <c:pt idx="7">
                <c:v>-2.559843170608526</c:v>
              </c:pt>
              <c:pt idx="8">
                <c:v>-2.523945294186773</c:v>
              </c:pt>
              <c:pt idx="9">
                <c:v>-2.4880474177650203</c:v>
              </c:pt>
              <c:pt idx="10">
                <c:v>-2.4523660591248353</c:v>
              </c:pt>
              <c:pt idx="11">
                <c:v>-2.4172719157498466</c:v>
              </c:pt>
              <c:pt idx="12">
                <c:v>-2.382177772374858</c:v>
              </c:pt>
              <c:pt idx="13">
                <c:v>-2.347266127440948</c:v>
              </c:pt>
              <c:pt idx="14">
                <c:v>-2.3124870995558626</c:v>
              </c:pt>
              <c:pt idx="15">
                <c:v>-2.27773969785315</c:v>
              </c:pt>
              <c:pt idx="16">
                <c:v>-2.2430510051080557</c:v>
              </c:pt>
              <c:pt idx="17">
                <c:v>-2.208391485915475</c:v>
              </c:pt>
              <c:pt idx="18">
                <c:v>-2.173767590726128</c:v>
              </c:pt>
              <c:pt idx="19">
                <c:v>-2.1391684254771004</c:v>
              </c:pt>
              <c:pt idx="20">
                <c:v>-2.1045960452448287</c:v>
              </c:pt>
              <c:pt idx="21">
                <c:v>-2.0700649307909025</c:v>
              </c:pt>
              <c:pt idx="22">
                <c:v>-2.0355413709598613</c:v>
              </c:pt>
              <c:pt idx="23">
                <c:v>-2.001032310612182</c:v>
              </c:pt>
              <c:pt idx="24">
                <c:v>-1.9665189734332242</c:v>
              </c:pt>
              <c:pt idx="25">
                <c:v>-1.9320281972481121</c:v>
              </c:pt>
              <c:pt idx="26">
                <c:v>-1.8975782620163704</c:v>
              </c:pt>
              <c:pt idx="27">
                <c:v>-1.8631644596551573</c:v>
              </c:pt>
              <c:pt idx="28">
                <c:v>-1.8287367211248218</c:v>
              </c:pt>
              <c:pt idx="29">
                <c:v>-1.7943651674775996</c:v>
              </c:pt>
              <c:pt idx="30">
                <c:v>-1.759949767169446</c:v>
              </c:pt>
              <c:pt idx="31">
                <c:v>-1.7255325576869918</c:v>
              </c:pt>
              <c:pt idx="32">
                <c:v>-1.6911267145367328</c:v>
              </c:pt>
              <c:pt idx="33">
                <c:v>-1.6566909028218706</c:v>
              </c:pt>
              <c:pt idx="34">
                <c:v>-1.6221941088265928</c:v>
              </c:pt>
              <c:pt idx="35">
                <c:v>-1.5876371505541949</c:v>
              </c:pt>
              <c:pt idx="36">
                <c:v>-1.5530191177655366</c:v>
              </c:pt>
              <c:pt idx="37">
                <c:v>-1.5184203020996199</c:v>
              </c:pt>
              <c:pt idx="38">
                <c:v>-1.4838562407466127</c:v>
              </c:pt>
              <c:pt idx="39">
                <c:v>-1.449340605463163</c:v>
              </c:pt>
              <c:pt idx="40">
                <c:v>-1.4148823921194476</c:v>
              </c:pt>
              <c:pt idx="41">
                <c:v>-1.3805063334883596</c:v>
              </c:pt>
              <c:pt idx="42">
                <c:v>-1.346259235735682</c:v>
              </c:pt>
              <c:pt idx="43">
                <c:v>-1.3122051521994096</c:v>
              </c:pt>
              <c:pt idx="44">
                <c:v>-1.2784429720311898</c:v>
              </c:pt>
              <c:pt idx="45">
                <c:v>-1.2450782905685416</c:v>
              </c:pt>
              <c:pt idx="46">
                <c:v>-1.212301594419286</c:v>
              </c:pt>
              <c:pt idx="47">
                <c:v>-1.1802789657950112</c:v>
              </c:pt>
              <c:pt idx="48">
                <c:v>-1.1492502064770402</c:v>
              </c:pt>
              <c:pt idx="49">
                <c:v>-1.119669017343785</c:v>
              </c:pt>
              <c:pt idx="50">
                <c:v>-1.0921554445943327</c:v>
              </c:pt>
              <c:pt idx="51">
                <c:v>-1.067596053955885</c:v>
              </c:pt>
              <c:pt idx="52">
                <c:v>-1.0468641828458065</c:v>
              </c:pt>
              <c:pt idx="53">
                <c:v>-1.0314948129483903</c:v>
              </c:pt>
              <c:pt idx="54">
                <c:v>-1.023671581154812</c:v>
              </c:pt>
              <c:pt idx="55">
                <c:v>-1.0268153933274438</c:v>
              </c:pt>
              <c:pt idx="56">
                <c:v>-1.0464181068020582</c:v>
              </c:pt>
              <c:pt idx="57">
                <c:v>-1.0943504375776423</c:v>
              </c:pt>
              <c:pt idx="58">
                <c:v>-1.1887029016261708</c:v>
              </c:pt>
              <c:pt idx="59">
                <c:v>-1.3523490619744025</c:v>
              </c:pt>
              <c:pt idx="60">
                <c:v>-1.6315758144311596</c:v>
              </c:pt>
              <c:pt idx="61">
                <c:v>-2.1144989938152796</c:v>
              </c:pt>
              <c:pt idx="62">
                <c:v>-2.8799833982857743</c:v>
              </c:pt>
              <c:pt idx="63">
                <c:v>-4.003083674480074</c:v>
              </c:pt>
              <c:pt idx="64">
                <c:v>-5.471877026094171</c:v>
              </c:pt>
              <c:pt idx="65">
                <c:v>-7.284280299159711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1"/>
          <c:order val="1"/>
          <c:tx>
            <c:v>monte_carlo</c:v>
          </c:tx>
          <c:spPr>
            <a:ln xmlns:a="http://schemas.openxmlformats.org/drawingml/2006/main" w="20955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-1.9639187361510058</c:v>
              </c:pt>
              <c:pt idx="1">
                <c:v>-1.9639187361510058</c:v>
              </c:pt>
              <c:pt idx="2">
                <c:v>-1.9639187361510058</c:v>
              </c:pt>
              <c:pt idx="3">
                <c:v>-1.9639187361510058</c:v>
              </c:pt>
              <c:pt idx="4">
                <c:v>-1.9639187361510058</c:v>
              </c:pt>
              <c:pt idx="5">
                <c:v>-1.9639187361510058</c:v>
              </c:pt>
              <c:pt idx="6">
                <c:v>-1.9639187361510058</c:v>
              </c:pt>
              <c:pt idx="7">
                <c:v>-1.9639187361510058</c:v>
              </c:pt>
              <c:pt idx="8">
                <c:v>-1.9639187361510058</c:v>
              </c:pt>
              <c:pt idx="9">
                <c:v>-1.9639187361510058</c:v>
              </c:pt>
              <c:pt idx="10">
                <c:v>-1.9639187361510058</c:v>
              </c:pt>
              <c:pt idx="11">
                <c:v>-1.9639187361510058</c:v>
              </c:pt>
              <c:pt idx="12">
                <c:v>-1.9639187361510058</c:v>
              </c:pt>
              <c:pt idx="13">
                <c:v>-1.9639187361510058</c:v>
              </c:pt>
              <c:pt idx="14">
                <c:v>-1.9639187361510058</c:v>
              </c:pt>
              <c:pt idx="15">
                <c:v>-1.9639187361510058</c:v>
              </c:pt>
              <c:pt idx="16">
                <c:v>-1.9639187361510058</c:v>
              </c:pt>
              <c:pt idx="17">
                <c:v>-1.9639187361510058</c:v>
              </c:pt>
              <c:pt idx="18">
                <c:v>-1.9639187361510058</c:v>
              </c:pt>
              <c:pt idx="19">
                <c:v>-1.9639187361510058</c:v>
              </c:pt>
              <c:pt idx="20">
                <c:v>-1.9639187361510058</c:v>
              </c:pt>
              <c:pt idx="21">
                <c:v>-1.9639187361510058</c:v>
              </c:pt>
              <c:pt idx="22">
                <c:v>-1.9639187361510058</c:v>
              </c:pt>
              <c:pt idx="23">
                <c:v>-1.9639187361510058</c:v>
              </c:pt>
              <c:pt idx="24">
                <c:v>-1.9639187361510058</c:v>
              </c:pt>
              <c:pt idx="25">
                <c:v>-1.9488279620349633</c:v>
              </c:pt>
              <c:pt idx="26">
                <c:v>-1.9108910228330458</c:v>
              </c:pt>
              <c:pt idx="27">
                <c:v>-1.8729540836311285</c:v>
              </c:pt>
              <c:pt idx="28">
                <c:v>-1.835017144429211</c:v>
              </c:pt>
              <c:pt idx="29">
                <c:v>-1.7970802052272936</c:v>
              </c:pt>
              <c:pt idx="30">
                <c:v>-1.759143266025376</c:v>
              </c:pt>
              <c:pt idx="31">
                <c:v>-1.7212063268234585</c:v>
              </c:pt>
              <c:pt idx="32">
                <c:v>-1.6847865342592558</c:v>
              </c:pt>
              <c:pt idx="33">
                <c:v>-1.6499537120227645</c:v>
              </c:pt>
              <c:pt idx="34">
                <c:v>-1.615120889786273</c:v>
              </c:pt>
              <c:pt idx="35">
                <c:v>-1.5800900359420722</c:v>
              </c:pt>
              <c:pt idx="36">
                <c:v>-1.5445403203271655</c:v>
              </c:pt>
              <c:pt idx="37">
                <c:v>-1.5090961321194554</c:v>
              </c:pt>
              <c:pt idx="38">
                <c:v>-1.4742051198112003</c:v>
              </c:pt>
              <c:pt idx="39">
                <c:v>-1.4394702935968116</c:v>
              </c:pt>
              <c:pt idx="40">
                <c:v>-1.4047411411039148</c:v>
              </c:pt>
              <c:pt idx="41">
                <c:v>-1.3702453644663415</c:v>
              </c:pt>
              <c:pt idx="42">
                <c:v>-1.336986295730516</c:v>
              </c:pt>
              <c:pt idx="43">
                <c:v>-1.3035279523586387</c:v>
              </c:pt>
              <c:pt idx="44">
                <c:v>-1.2710286168705014</c:v>
              </c:pt>
              <c:pt idx="45">
                <c:v>-1.2388751554879067</c:v>
              </c:pt>
              <c:pt idx="46">
                <c:v>-1.206919629414242</c:v>
              </c:pt>
              <c:pt idx="47">
                <c:v>-1.1765645110199217</c:v>
              </c:pt>
              <c:pt idx="48">
                <c:v>-1.1468040727727769</c:v>
              </c:pt>
              <c:pt idx="49">
                <c:v>-1.118475393992256</c:v>
              </c:pt>
              <c:pt idx="50">
                <c:v>-1.0915605300851179</c:v>
              </c:pt>
              <c:pt idx="51">
                <c:v>-1.0678288857192721</c:v>
              </c:pt>
              <c:pt idx="52">
                <c:v>-1.047865906740537</c:v>
              </c:pt>
              <c:pt idx="53">
                <c:v>-1.0325775670186765</c:v>
              </c:pt>
              <c:pt idx="54">
                <c:v>-1.024842985344917</c:v>
              </c:pt>
              <c:pt idx="55">
                <c:v>-1.028254083614507</c:v>
              </c:pt>
              <c:pt idx="56">
                <c:v>-1.0477227087840824</c:v>
              </c:pt>
              <c:pt idx="57">
                <c:v>-1.0945063855527344</c:v>
              </c:pt>
              <c:pt idx="58">
                <c:v>-1.1889413173705752</c:v>
              </c:pt>
              <c:pt idx="59">
                <c:v>-1.3525880473490577</c:v>
              </c:pt>
              <c:pt idx="60">
                <c:v>-1.6325542997370341</c:v>
              </c:pt>
              <c:pt idx="61">
                <c:v>-2.120687926160887</c:v>
              </c:pt>
              <c:pt idx="62">
                <c:v>-2.884330419897459</c:v>
              </c:pt>
              <c:pt idx="63">
                <c:v>-3.9681082640634844</c:v>
              </c:pt>
              <c:pt idx="64">
                <c:v>-5.337337060672975</c:v>
              </c:pt>
              <c:pt idx="65">
                <c:v>-6.880207465110665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2"/>
          <c:order val="2"/>
          <c:tx>
            <c:v>propagator</c:v>
          </c:tx>
          <c:spPr>
            <a:ln xmlns:a="http://schemas.openxmlformats.org/drawingml/2006/main" w="20955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-2.7960626304175675</c:v>
              </c:pt>
              <c:pt idx="1">
                <c:v>-2.7607902286268184</c:v>
              </c:pt>
              <c:pt idx="2">
                <c:v>-2.725791839790229</c:v>
              </c:pt>
              <c:pt idx="3">
                <c:v>-2.6909217961384724</c:v>
              </c:pt>
              <c:pt idx="4">
                <c:v>-2.6560517524867158</c:v>
              </c:pt>
              <c:pt idx="5">
                <c:v>-2.621181708834959</c:v>
              </c:pt>
              <c:pt idx="6">
                <c:v>-2.5863846989331853</c:v>
              </c:pt>
              <c:pt idx="7">
                <c:v>-2.5516433080341456</c:v>
              </c:pt>
              <c:pt idx="8">
                <c:v>-2.516901917135106</c:v>
              </c:pt>
              <c:pt idx="9">
                <c:v>-2.4821666980539576</c:v>
              </c:pt>
              <c:pt idx="10">
                <c:v>-2.447438858666348</c:v>
              </c:pt>
              <c:pt idx="11">
                <c:v>-2.4127110192787375</c:v>
              </c:pt>
              <c:pt idx="12">
                <c:v>-2.377959400172187</c:v>
              </c:pt>
              <c:pt idx="13">
                <c:v>-2.3432066709114956</c:v>
              </c:pt>
              <c:pt idx="14">
                <c:v>-2.30856945743988</c:v>
              </c:pt>
              <c:pt idx="15">
                <c:v>-2.273950277694094</c:v>
              </c:pt>
              <c:pt idx="16">
                <c:v>-2.2393352701915425</c:v>
              </c:pt>
              <c:pt idx="17">
                <c:v>-2.2046526308303247</c:v>
              </c:pt>
              <c:pt idx="18">
                <c:v>-2.169886087874164</c:v>
              </c:pt>
              <c:pt idx="19">
                <c:v>-2.134974388226843</c:v>
              </c:pt>
              <c:pt idx="20">
                <c:v>-2.1002672040996693</c:v>
              </c:pt>
              <c:pt idx="21">
                <c:v>-2.065670256512324</c:v>
              </c:pt>
              <c:pt idx="22">
                <c:v>-2.0309121677554214</c:v>
              </c:pt>
              <c:pt idx="23">
                <c:v>-1.9961236879075437</c:v>
              </c:pt>
              <c:pt idx="24">
                <c:v>-1.9613900145313188</c:v>
              </c:pt>
              <c:pt idx="25">
                <c:v>-1.9263188851521744</c:v>
              </c:pt>
              <c:pt idx="26">
                <c:v>-1.8916682282903794</c:v>
              </c:pt>
              <c:pt idx="27">
                <c:v>-1.8568403889657707</c:v>
              </c:pt>
              <c:pt idx="28">
                <c:v>-1.8218183214197348</c:v>
              </c:pt>
              <c:pt idx="29">
                <c:v>-1.7870289022814958</c:v>
              </c:pt>
              <c:pt idx="30">
                <c:v>-1.7520956992289431</c:v>
              </c:pt>
              <c:pt idx="31">
                <c:v>-1.7170659753715207</c:v>
              </c:pt>
              <c:pt idx="32">
                <c:v>-1.6820455289856269</c:v>
              </c:pt>
              <c:pt idx="33">
                <c:v>-1.6471284851104497</c:v>
              </c:pt>
              <c:pt idx="34">
                <c:v>-1.6121440400767035</c:v>
              </c:pt>
              <c:pt idx="35">
                <c:v>-1.577304117970994</c:v>
              </c:pt>
              <c:pt idx="36">
                <c:v>-1.5423062003362842</c:v>
              </c:pt>
              <c:pt idx="37">
                <c:v>-1.5074902214635069</c:v>
              </c:pt>
              <c:pt idx="38">
                <c:v>-1.4728515406997407</c:v>
              </c:pt>
              <c:pt idx="39">
                <c:v>-1.4381947286440522</c:v>
              </c:pt>
              <c:pt idx="40">
                <c:v>-1.403849759204653</c:v>
              </c:pt>
              <c:pt idx="41">
                <c:v>-1.3695603811704244</c:v>
              </c:pt>
              <c:pt idx="42">
                <c:v>-1.3356071872509132</c:v>
              </c:pt>
              <c:pt idx="43">
                <c:v>-1.3021526650959543</c:v>
              </c:pt>
              <c:pt idx="44">
                <c:v>-1.269209338821587</c:v>
              </c:pt>
              <c:pt idx="45">
                <c:v>-1.2369513339489355</c:v>
              </c:pt>
              <c:pt idx="46">
                <c:v>-1.2055008164539442</c:v>
              </c:pt>
              <c:pt idx="47">
                <c:v>-1.1749311731409153</c:v>
              </c:pt>
              <c:pt idx="48">
                <c:v>-1.1454390599842321</c:v>
              </c:pt>
              <c:pt idx="49">
                <c:v>-1.117261909497609</c:v>
              </c:pt>
              <c:pt idx="50">
                <c:v>-1.0908870434380062</c:v>
              </c:pt>
              <c:pt idx="51">
                <c:v>-1.0671936949685072</c:v>
              </c:pt>
              <c:pt idx="52">
                <c:v>-1.0470605726650488</c:v>
              </c:pt>
              <c:pt idx="53">
                <c:v>-1.0321932253537371</c:v>
              </c:pt>
              <c:pt idx="54">
                <c:v>-1.0247297071939092</c:v>
              </c:pt>
              <c:pt idx="55">
                <c:v>-1.0281728828893812</c:v>
              </c:pt>
              <c:pt idx="56">
                <c:v>-1.0478364488697043</c:v>
              </c:pt>
              <c:pt idx="57">
                <c:v>-1.0956310262767688</c:v>
              </c:pt>
              <c:pt idx="58">
                <c:v>-1.189569703925914</c:v>
              </c:pt>
              <c:pt idx="59">
                <c:v>-1.3532839355527153</c:v>
              </c:pt>
              <c:pt idx="60">
                <c:v>-1.634200791301144</c:v>
              </c:pt>
              <c:pt idx="61">
                <c:v>-2.1203840551722677</c:v>
              </c:pt>
              <c:pt idx="62">
                <c:v>-2.885065896720464</c:v>
              </c:pt>
              <c:pt idx="63">
                <c:v>-3.9655892316294463</c:v>
              </c:pt>
              <c:pt idx="64">
                <c:v>-5.3172676574044635</c:v>
              </c:pt>
              <c:pt idx="65">
                <c:v>-6.910508169259236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p(ε) [eV⁻¹]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.9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1000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two_term</c:v>
          </c:tx>
          <c:spPr>
            <a:ln xmlns:a="http://schemas.openxmlformats.org/drawingml/2006/main" w="20955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-3.1639969005925717</c:v>
              </c:pt>
              <c:pt idx="1">
                <c:v>-3.143510023642358</c:v>
              </c:pt>
              <c:pt idx="2">
                <c:v>-3.1230231466921445</c:v>
              </c:pt>
              <c:pt idx="3">
                <c:v>-3.1025362697419308</c:v>
              </c:pt>
              <c:pt idx="4">
                <c:v>-3.082049392791717</c:v>
              </c:pt>
              <c:pt idx="5">
                <c:v>-3.0475300179807148</c:v>
              </c:pt>
              <c:pt idx="6">
                <c:v>-3.009159045385416</c:v>
              </c:pt>
              <c:pt idx="7">
                <c:v>-2.970788072790117</c:v>
              </c:pt>
              <c:pt idx="8">
                <c:v>-2.932417100194818</c:v>
              </c:pt>
              <c:pt idx="9">
                <c:v>-2.8940461275995184</c:v>
              </c:pt>
              <c:pt idx="10">
                <c:v>-2.85567515500422</c:v>
              </c:pt>
              <c:pt idx="11">
                <c:v>-2.8175612205268368</c:v>
              </c:pt>
              <c:pt idx="12">
                <c:v>-2.781929901443376</c:v>
              </c:pt>
              <c:pt idx="13">
                <c:v>-2.7462985823599153</c:v>
              </c:pt>
              <c:pt idx="14">
                <c:v>-2.7106672632764544</c:v>
              </c:pt>
              <c:pt idx="15">
                <c:v>-2.6750359441929934</c:v>
              </c:pt>
              <c:pt idx="16">
                <c:v>-2.63968205936994</c:v>
              </c:pt>
              <c:pt idx="17">
                <c:v>-2.6046626480878</c:v>
              </c:pt>
              <c:pt idx="18">
                <c:v>-2.56964323680566</c:v>
              </c:pt>
              <c:pt idx="19">
                <c:v>-2.5346247595425884</c:v>
              </c:pt>
              <c:pt idx="20">
                <c:v>-2.4998351719745777</c:v>
              </c:pt>
              <c:pt idx="21">
                <c:v>-2.465045584406567</c:v>
              </c:pt>
              <c:pt idx="22">
                <c:v>-2.430282711156874</c:v>
              </c:pt>
              <c:pt idx="23">
                <c:v>-2.3955894819125843</c:v>
              </c:pt>
              <c:pt idx="24">
                <c:v>-2.3608982970961168</c:v>
              </c:pt>
              <c:pt idx="25">
                <c:v>-2.326278524971261</c:v>
              </c:pt>
              <c:pt idx="26">
                <c:v>-2.2916641572808363</c:v>
              </c:pt>
              <c:pt idx="27">
                <c:v>-2.257091171339038</c:v>
              </c:pt>
              <c:pt idx="28">
                <c:v>-2.222529420492224</c:v>
              </c:pt>
              <c:pt idx="29">
                <c:v>-2.1879812206712983</c:v>
              </c:pt>
              <c:pt idx="30">
                <c:v>-2.1534195991072167</c:v>
              </c:pt>
              <c:pt idx="31">
                <c:v>-2.118862233805649</c:v>
              </c:pt>
              <c:pt idx="32">
                <c:v>-2.0843070626535947</c:v>
              </c:pt>
              <c:pt idx="33">
                <c:v>-2.0497496609597956</c:v>
              </c:pt>
              <c:pt idx="34">
                <c:v>-2.015186333378662</c:v>
              </c:pt>
              <c:pt idx="35">
                <c:v>-1.9806151674310715</c:v>
              </c:pt>
              <c:pt idx="36">
                <c:v>-1.946047575896595</c:v>
              </c:pt>
              <c:pt idx="37">
                <c:v>-1.911480696997827</c:v>
              </c:pt>
              <c:pt idx="38">
                <c:v>-1.8769120036204519</c:v>
              </c:pt>
              <c:pt idx="39">
                <c:v>-1.8423566049910924</c:v>
              </c:pt>
              <c:pt idx="40">
                <c:v>-1.8078031037361886</c:v>
              </c:pt>
              <c:pt idx="41">
                <c:v>-1.7732650311013851</c:v>
              </c:pt>
              <c:pt idx="42">
                <c:v>-1.7387479778732358</c:v>
              </c:pt>
              <c:pt idx="43">
                <c:v>-1.7042598712571675</c:v>
              </c:pt>
              <c:pt idx="44">
                <c:v>-1.6698195389242534</c:v>
              </c:pt>
              <c:pt idx="45">
                <c:v>-1.6354530665895188</c:v>
              </c:pt>
              <c:pt idx="46">
                <c:v>-1.601198559104109</c:v>
              </c:pt>
              <c:pt idx="47">
                <c:v>-1.5671068187932484</c:v>
              </c:pt>
              <c:pt idx="48">
                <c:v>-1.5332501675093488</c:v>
              </c:pt>
              <c:pt idx="49">
                <c:v>-1.4997768616757834</c:v>
              </c:pt>
              <c:pt idx="50">
                <c:v>-1.4668898451016132</c:v>
              </c:pt>
              <c:pt idx="51">
                <c:v>-1.4349134635120944</c:v>
              </c:pt>
              <c:pt idx="52">
                <c:v>-1.4042482189610437</c:v>
              </c:pt>
              <c:pt idx="53">
                <c:v>-1.3755387600241156</c:v>
              </c:pt>
              <c:pt idx="54">
                <c:v>-1.3496839050102378</c:v>
              </c:pt>
              <c:pt idx="55">
                <c:v>-1.328126220007948</c:v>
              </c:pt>
              <c:pt idx="56">
                <c:v>-1.3132059740776818</c:v>
              </c:pt>
              <c:pt idx="57">
                <c:v>-1.309597559327074</c:v>
              </c:pt>
              <c:pt idx="58">
                <c:v>-1.3229738067442562</c:v>
              </c:pt>
              <c:pt idx="59">
                <c:v>-1.355360790674032</c:v>
              </c:pt>
              <c:pt idx="60">
                <c:v>-1.4092887392672844</c:v>
              </c:pt>
              <c:pt idx="61">
                <c:v>-1.4894580904330559</c:v>
              </c:pt>
              <c:pt idx="62">
                <c:v>-1.5899266432344865</c:v>
              </c:pt>
              <c:pt idx="63">
                <c:v>-1.7201328802906863</c:v>
              </c:pt>
              <c:pt idx="64">
                <c:v>-1.879377014846971</c:v>
              </c:pt>
              <c:pt idx="65">
                <c:v>-2.0688668344749304</c:v>
              </c:pt>
              <c:pt idx="66">
                <c:v>-2.2944590256504185</c:v>
              </c:pt>
              <c:pt idx="67">
                <c:v>-2.5584987401343655</c:v>
              </c:pt>
              <c:pt idx="68">
                <c:v>-2.8531830181770133</c:v>
              </c:pt>
              <c:pt idx="69">
                <c:v>-3.180899857450612</c:v>
              </c:pt>
              <c:pt idx="70">
                <c:v>-3.5527391843080722</c:v>
              </c:pt>
              <c:pt idx="71">
                <c:v>-3.9694821440773933</c:v>
              </c:pt>
            </c:numLit>
          </c:yVal>
        </c:ser>
        <c:ser>
          <c:idx val="1"/>
          <c:order val="1"/>
          <c:tx>
            <c:v>monte_carlo</c:v>
          </c:tx>
          <c:spPr>
            <a:ln xmlns:a="http://schemas.openxmlformats.org/drawingml/2006/main" w="20955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-2.387055552628007</c:v>
              </c:pt>
              <c:pt idx="1">
                <c:v>-2.387055552628007</c:v>
              </c:pt>
              <c:pt idx="2">
                <c:v>-2.387055552628007</c:v>
              </c:pt>
              <c:pt idx="3">
                <c:v>-2.387055552628007</c:v>
              </c:pt>
              <c:pt idx="4">
                <c:v>-2.387055552628007</c:v>
              </c:pt>
              <c:pt idx="5">
                <c:v>-2.387055552628007</c:v>
              </c:pt>
              <c:pt idx="6">
                <c:v>-2.387055552628007</c:v>
              </c:pt>
              <c:pt idx="7">
                <c:v>-2.387055552628007</c:v>
              </c:pt>
              <c:pt idx="8">
                <c:v>-2.387055552628007</c:v>
              </c:pt>
              <c:pt idx="9">
                <c:v>-2.387055552628007</c:v>
              </c:pt>
              <c:pt idx="10">
                <c:v>-2.387055552628007</c:v>
              </c:pt>
              <c:pt idx="11">
                <c:v>-2.387055552628007</c:v>
              </c:pt>
              <c:pt idx="12">
                <c:v>-2.387055552628007</c:v>
              </c:pt>
              <c:pt idx="13">
                <c:v>-2.387055552628007</c:v>
              </c:pt>
              <c:pt idx="14">
                <c:v>-2.387055552628007</c:v>
              </c:pt>
              <c:pt idx="15">
                <c:v>-2.387055552628007</c:v>
              </c:pt>
              <c:pt idx="16">
                <c:v>-2.387055552628007</c:v>
              </c:pt>
              <c:pt idx="17">
                <c:v>-2.387055552628007</c:v>
              </c:pt>
              <c:pt idx="18">
                <c:v>-2.387055552628007</c:v>
              </c:pt>
              <c:pt idx="19">
                <c:v>-2.387055552628007</c:v>
              </c:pt>
              <c:pt idx="20">
                <c:v>-2.387055552628007</c:v>
              </c:pt>
              <c:pt idx="21">
                <c:v>-2.387055552628007</c:v>
              </c:pt>
              <c:pt idx="22">
                <c:v>-2.387055552628007</c:v>
              </c:pt>
              <c:pt idx="23">
                <c:v>-2.387055552628007</c:v>
              </c:pt>
              <c:pt idx="24">
                <c:v>-2.387055552628007</c:v>
              </c:pt>
              <c:pt idx="25">
                <c:v>-2.3717584674867385</c:v>
              </c:pt>
              <c:pt idx="26">
                <c:v>-2.33330287968797</c:v>
              </c:pt>
              <c:pt idx="27">
                <c:v>-2.2948472918892007</c:v>
              </c:pt>
              <c:pt idx="28">
                <c:v>-2.256391704090432</c:v>
              </c:pt>
              <c:pt idx="29">
                <c:v>-2.217936116291663</c:v>
              </c:pt>
              <c:pt idx="30">
                <c:v>-2.1794805284928938</c:v>
              </c:pt>
              <c:pt idx="31">
                <c:v>-2.141024940694125</c:v>
              </c:pt>
              <c:pt idx="32">
                <c:v>-2.1037763856120972</c:v>
              </c:pt>
              <c:pt idx="33">
                <c:v>-2.067790414553542</c:v>
              </c:pt>
              <c:pt idx="34">
                <c:v>-2.0318044434949867</c:v>
              </c:pt>
              <c:pt idx="35">
                <c:v>-1.9957655717417273</c:v>
              </c:pt>
              <c:pt idx="36">
                <c:v>-1.9595880951039062</c:v>
              </c:pt>
              <c:pt idx="37">
                <c:v>-1.9233384111431466</c:v>
              </c:pt>
              <c:pt idx="38">
                <c:v>-1.8867102155532764</c:v>
              </c:pt>
              <c:pt idx="39">
                <c:v>-1.8497202693014498</c:v>
              </c:pt>
              <c:pt idx="40">
                <c:v>-1.812852954736933</c:v>
              </c:pt>
              <c:pt idx="41">
                <c:v>-1.7764172464485575</c:v>
              </c:pt>
              <c:pt idx="42">
                <c:v>-1.739005621914593</c:v>
              </c:pt>
              <c:pt idx="43">
                <c:v>-1.7012751144242015</c:v>
              </c:pt>
              <c:pt idx="44">
                <c:v>-1.664306471194317</c:v>
              </c:pt>
              <c:pt idx="45">
                <c:v>-1.6267741259276811</c:v>
              </c:pt>
              <c:pt idx="46">
                <c:v>-1.5899316151353777</c:v>
              </c:pt>
              <c:pt idx="47">
                <c:v>-1.5537067374052547</c:v>
              </c:pt>
              <c:pt idx="48">
                <c:v>-1.5170473447576234</c:v>
              </c:pt>
              <c:pt idx="49">
                <c:v>-1.48219577849916</c:v>
              </c:pt>
              <c:pt idx="50">
                <c:v>-1.4488344816226248</c:v>
              </c:pt>
              <c:pt idx="51">
                <c:v>-1.4170532992819749</c:v>
              </c:pt>
              <c:pt idx="52">
                <c:v>-1.3873481491828772</c:v>
              </c:pt>
              <c:pt idx="53">
                <c:v>-1.3603339451452177</c:v>
              </c:pt>
              <c:pt idx="54">
                <c:v>-1.3371573165810677</c:v>
              </c:pt>
              <c:pt idx="55">
                <c:v>-1.3175770582178676</c:v>
              </c:pt>
              <c:pt idx="56">
                <c:v>-1.3057017954839638</c:v>
              </c:pt>
              <c:pt idx="57">
                <c:v>-1.3042310977077034</c:v>
              </c:pt>
              <c:pt idx="58">
                <c:v>-1.317940789408682</c:v>
              </c:pt>
              <c:pt idx="59">
                <c:v>-1.3517447282382757</c:v>
              </c:pt>
              <c:pt idx="60">
                <c:v>-1.4068916762938484</c:v>
              </c:pt>
              <c:pt idx="61">
                <c:v>-1.4919073540366468</c:v>
              </c:pt>
              <c:pt idx="62">
                <c:v>-1.6037867730591169</c:v>
              </c:pt>
              <c:pt idx="63">
                <c:v>-1.7461110648091571</c:v>
              </c:pt>
              <c:pt idx="64">
                <c:v>-1.9137051730846741</c:v>
              </c:pt>
              <c:pt idx="65">
                <c:v>-2.10363265261988</c:v>
              </c:pt>
              <c:pt idx="66">
                <c:v>-2.3180785547465286</c:v>
              </c:pt>
              <c:pt idx="67">
                <c:v>-2.559076045775087</c:v>
              </c:pt>
              <c:pt idx="68">
                <c:v>-2.8215706117421773</c:v>
              </c:pt>
              <c:pt idx="69">
                <c:v>-3.1055326818579334</c:v>
              </c:pt>
              <c:pt idx="70">
                <c:v>-3.4173216777786504</c:v>
              </c:pt>
              <c:pt idx="71">
                <c:v>-3.7611245487205074</c:v>
              </c:pt>
            </c:numLit>
          </c:yVal>
        </c:ser>
        <c:ser>
          <c:idx val="2"/>
          <c:order val="2"/>
          <c:tx>
            <c:v>propagator</c:v>
          </c:tx>
          <c:spPr>
            <a:ln xmlns:a="http://schemas.openxmlformats.org/drawingml/2006/main" w="20955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-3.2162617477541002</c:v>
              </c:pt>
              <c:pt idx="1">
                <c:v>-3.1809840497202004</c:v>
              </c:pt>
              <c:pt idx="2">
                <c:v>-3.1459764795901357</c:v>
              </c:pt>
              <c:pt idx="3">
                <c:v>-3.111095434922535</c:v>
              </c:pt>
              <c:pt idx="4">
                <c:v>-3.076214390254935</c:v>
              </c:pt>
              <c:pt idx="5">
                <c:v>-3.041333345587334</c:v>
              </c:pt>
              <c:pt idx="6">
                <c:v>-3.0065225678121585</c:v>
              </c:pt>
              <c:pt idx="7">
                <c:v>-2.9717653019336443</c:v>
              </c:pt>
              <c:pt idx="8">
                <c:v>-2.9370080360551296</c:v>
              </c:pt>
              <c:pt idx="9">
                <c:v>-2.9022582397316063</c:v>
              </c:pt>
              <c:pt idx="10">
                <c:v>-2.8675173748165714</c:v>
              </c:pt>
              <c:pt idx="11">
                <c:v>-2.832776509901536</c:v>
              </c:pt>
              <c:pt idx="12">
                <c:v>-2.7980087108128697</c:v>
              </c:pt>
              <c:pt idx="13">
                <c:v>-2.7632396543046163</c:v>
              </c:pt>
              <c:pt idx="14">
                <c:v>-2.7285449936211967</c:v>
              </c:pt>
              <c:pt idx="15">
                <c:v>-2.6938624927161143</c:v>
              </c:pt>
              <c:pt idx="16">
                <c:v>-2.659189461773215</c:v>
              </c:pt>
              <c:pt idx="17">
                <c:v>-2.624455362632733</c:v>
              </c:pt>
              <c:pt idx="18">
                <c:v>-2.589646379870489</c:v>
              </c:pt>
              <c:pt idx="19">
                <c:v>-2.554713668201681</c:v>
              </c:pt>
              <c:pt idx="20">
                <c:v>-2.519986024728323</c:v>
              </c:pt>
              <c:pt idx="21">
                <c:v>-2.485246576993128</c:v>
              </c:pt>
              <c:pt idx="22">
                <c:v>-2.4503291346372844</c:v>
              </c:pt>
              <c:pt idx="23">
                <c:v>-2.4154083896860796</c:v>
              </c:pt>
              <c:pt idx="24">
                <c:v>-2.3805648609017505</c:v>
              </c:pt>
              <c:pt idx="25">
                <c:v>-2.3454291215032037</c:v>
              </c:pt>
              <c:pt idx="26">
                <c:v>-2.310483089166628</c:v>
              </c:pt>
              <c:pt idx="27">
                <c:v>-2.275370268134439</c:v>
              </c:pt>
              <c:pt idx="28">
                <c:v>-2.240177102700042</c:v>
              </c:pt>
              <c:pt idx="29">
                <c:v>-2.2049649916893372</c:v>
              </c:pt>
              <c:pt idx="30">
                <c:v>-2.169618794829044</c:v>
              </c:pt>
              <c:pt idx="31">
                <c:v>-2.1341863313032374</c:v>
              </c:pt>
              <c:pt idx="32">
                <c:v>-2.0986339703227728</c:v>
              </c:pt>
              <c:pt idx="33">
                <c:v>-2.063066093937682</c:v>
              </c:pt>
              <c:pt idx="34">
                <c:v>-2.027284254678892</c:v>
              </c:pt>
              <c:pt idx="35">
                <c:v>-1.9914375831756157</c:v>
              </c:pt>
              <c:pt idx="36">
                <c:v>-1.9554140560070576</c:v>
              </c:pt>
              <c:pt idx="37">
                <c:v>-1.9192178897520031</c:v>
              </c:pt>
              <c:pt idx="38">
                <c:v>-1.882922833962445</c:v>
              </c:pt>
              <c:pt idx="39">
                <c:v>-1.8464021707739107</c:v>
              </c:pt>
              <c:pt idx="40">
                <c:v>-1.8096823384826954</c:v>
              </c:pt>
              <c:pt idx="41">
                <c:v>-1.7726578701478402</c:v>
              </c:pt>
              <c:pt idx="42">
                <c:v>-1.735387187340297</c:v>
              </c:pt>
              <c:pt idx="43">
                <c:v>-1.6980847186454566</c:v>
              </c:pt>
              <c:pt idx="44">
                <c:v>-1.6607096525133462</c:v>
              </c:pt>
              <c:pt idx="45">
                <c:v>-1.6234408099118836</c:v>
              </c:pt>
              <c:pt idx="46">
                <c:v>-1.5863668087578495</c:v>
              </c:pt>
              <c:pt idx="47">
                <c:v>-1.5497549911457682</c:v>
              </c:pt>
              <c:pt idx="48">
                <c:v>-1.5138354370517684</c:v>
              </c:pt>
              <c:pt idx="49">
                <c:v>-1.4789623298345729</c:v>
              </c:pt>
              <c:pt idx="50">
                <c:v>-1.44542707693196</c:v>
              </c:pt>
              <c:pt idx="51">
                <c:v>-1.4137345700010993</c:v>
              </c:pt>
              <c:pt idx="52">
                <c:v>-1.3842164676730924</c:v>
              </c:pt>
              <c:pt idx="53">
                <c:v>-1.3574651921002558</c:v>
              </c:pt>
              <c:pt idx="54">
                <c:v>-1.3342793155915602</c:v>
              </c:pt>
              <c:pt idx="55">
                <c:v>-1.3157774369342923</c:v>
              </c:pt>
              <c:pt idx="56">
                <c:v>-1.3038466312299104</c:v>
              </c:pt>
              <c:pt idx="57">
                <c:v>-1.3026968505174117</c:v>
              </c:pt>
              <c:pt idx="58">
                <c:v>-1.317364429661383</c:v>
              </c:pt>
              <c:pt idx="59">
                <c:v>-1.351304365473322</c:v>
              </c:pt>
              <c:pt idx="60">
                <c:v>-1.4072558574005212</c:v>
              </c:pt>
              <c:pt idx="61">
                <c:v>-1.49302266520078</c:v>
              </c:pt>
              <c:pt idx="62">
                <c:v>-1.6049044872791538</c:v>
              </c:pt>
              <c:pt idx="63">
                <c:v>-1.7476662771071567</c:v>
              </c:pt>
              <c:pt idx="64">
                <c:v>-1.9164260310986327</c:v>
              </c:pt>
              <c:pt idx="65">
                <c:v>-2.1074621027461395</c:v>
              </c:pt>
              <c:pt idx="66">
                <c:v>-2.322596121638997</c:v>
              </c:pt>
              <c:pt idx="67">
                <c:v>-2.564879275215265</c:v>
              </c:pt>
              <c:pt idx="68">
                <c:v>-2.8293063402895404</c:v>
              </c:pt>
              <c:pt idx="69">
                <c:v>-3.1141253984464567</c:v>
              </c:pt>
              <c:pt idx="70">
                <c:v>-3.4285190273542288</c:v>
              </c:pt>
              <c:pt idx="71">
                <c:v>-3.7734462654854095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p(ε) [eV⁻¹]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.9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2500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two_term</c:v>
          </c:tx>
          <c:spPr>
            <a:ln xmlns:a="http://schemas.openxmlformats.org/drawingml/2006/main" w="20955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-3.3455750198403797</c:v>
              </c:pt>
              <c:pt idx="1">
                <c:v>-3.3455750198403797</c:v>
              </c:pt>
              <c:pt idx="2">
                <c:v>-3.3455750198403797</c:v>
              </c:pt>
              <c:pt idx="3">
                <c:v>-3.3432181447657143</c:v>
              </c:pt>
              <c:pt idx="4">
                <c:v>-3.323702271128843</c:v>
              </c:pt>
              <c:pt idx="5">
                <c:v>-3.3041863974919714</c:v>
              </c:pt>
              <c:pt idx="6">
                <c:v>-3.2846705238550995</c:v>
              </c:pt>
              <c:pt idx="7">
                <c:v>-3.265154650218228</c:v>
              </c:pt>
              <c:pt idx="8">
                <c:v>-3.2456387765813566</c:v>
              </c:pt>
              <c:pt idx="9">
                <c:v>-3.2261229029444847</c:v>
              </c:pt>
              <c:pt idx="10">
                <c:v>-3.206607029307613</c:v>
              </c:pt>
              <c:pt idx="11">
                <c:v>-3.1870911556707417</c:v>
              </c:pt>
              <c:pt idx="12">
                <c:v>-3.16757528203387</c:v>
              </c:pt>
              <c:pt idx="13">
                <c:v>-3.1480594083969984</c:v>
              </c:pt>
              <c:pt idx="14">
                <c:v>-3.128543534760127</c:v>
              </c:pt>
              <c:pt idx="15">
                <c:v>-3.0910560088453516</c:v>
              </c:pt>
              <c:pt idx="16">
                <c:v>-3.0533255252382285</c:v>
              </c:pt>
              <c:pt idx="17">
                <c:v>-3.015595041631105</c:v>
              </c:pt>
              <c:pt idx="18">
                <c:v>-2.977864558023982</c:v>
              </c:pt>
              <c:pt idx="19">
                <c:v>-2.940134074416859</c:v>
              </c:pt>
              <c:pt idx="20">
                <c:v>-2.902403590809736</c:v>
              </c:pt>
              <c:pt idx="21">
                <c:v>-2.864947950171649</c:v>
              </c:pt>
              <c:pt idx="22">
                <c:v>-2.8294528418174614</c:v>
              </c:pt>
              <c:pt idx="23">
                <c:v>-2.793957733463274</c:v>
              </c:pt>
              <c:pt idx="24">
                <c:v>-2.7584626251090865</c:v>
              </c:pt>
              <c:pt idx="25">
                <c:v>-2.722967516754899</c:v>
              </c:pt>
              <c:pt idx="26">
                <c:v>-2.6877126834120437</c:v>
              </c:pt>
              <c:pt idx="27">
                <c:v>-2.6527689212291072</c:v>
              </c:pt>
              <c:pt idx="28">
                <c:v>-2.6178251590461707</c:v>
              </c:pt>
              <c:pt idx="29">
                <c:v>-2.5828813968632343</c:v>
              </c:pt>
              <c:pt idx="30">
                <c:v>-2.5480843512031304</c:v>
              </c:pt>
              <c:pt idx="31">
                <c:v>-2.5132920791727575</c:v>
              </c:pt>
              <c:pt idx="32">
                <c:v>-2.4785126740183223</c:v>
              </c:pt>
              <c:pt idx="33">
                <c:v>-2.4437756188699655</c:v>
              </c:pt>
              <c:pt idx="34">
                <c:v>-2.4090385637216083</c:v>
              </c:pt>
              <c:pt idx="35">
                <c:v>-2.3743176806610533</c:v>
              </c:pt>
              <c:pt idx="36">
                <c:v>-2.3395978402350397</c:v>
              </c:pt>
              <c:pt idx="37">
                <c:v>-2.304888201775597</c:v>
              </c:pt>
              <c:pt idx="38">
                <c:v>-2.2701957368322</c:v>
              </c:pt>
              <c:pt idx="39">
                <c:v>-2.2355290893144146</c:v>
              </c:pt>
              <c:pt idx="40">
                <c:v>-2.2008463116032355</c:v>
              </c:pt>
              <c:pt idx="41">
                <c:v>-2.1661661342710246</c:v>
              </c:pt>
              <c:pt idx="42">
                <c:v>-2.1315000141549523</c:v>
              </c:pt>
              <c:pt idx="43">
                <c:v>-2.096842497153731</c:v>
              </c:pt>
              <c:pt idx="44">
                <c:v>-2.0621978823306124</c:v>
              </c:pt>
              <c:pt idx="45">
                <c:v>-2.0275964266532305</c:v>
              </c:pt>
              <c:pt idx="46">
                <c:v>-1.9930324565056103</c:v>
              </c:pt>
              <c:pt idx="47">
                <c:v>-1.9585385985768382</c:v>
              </c:pt>
              <c:pt idx="48">
                <c:v>-1.9241481157683125</c:v>
              </c:pt>
              <c:pt idx="49">
                <c:v>-1.8898966109180109</c:v>
              </c:pt>
              <c:pt idx="50">
                <c:v>-1.8558984265473675</c:v>
              </c:pt>
              <c:pt idx="51">
                <c:v>-1.8222461703303283</c:v>
              </c:pt>
              <c:pt idx="52">
                <c:v>-1.789118423185533</c:v>
              </c:pt>
              <c:pt idx="53">
                <c:v>-1.7568505319245205</c:v>
              </c:pt>
              <c:pt idx="54">
                <c:v>-1.7257646081242148</c:v>
              </c:pt>
              <c:pt idx="55">
                <c:v>-1.696469772102482</c:v>
              </c:pt>
              <c:pt idx="56">
                <c:v>-1.6702855282827571</c:v>
              </c:pt>
              <c:pt idx="57">
                <c:v>-1.6491157323746746</c:v>
              </c:pt>
              <c:pt idx="58">
                <c:v>-1.6356947156920163</c:v>
              </c:pt>
              <c:pt idx="59">
                <c:v>-1.631427812542012</c:v>
              </c:pt>
              <c:pt idx="60">
                <c:v>-1.6373965177942291</c:v>
              </c:pt>
              <c:pt idx="61">
                <c:v>-1.6541361859104955</c:v>
              </c:pt>
              <c:pt idx="62">
                <c:v>-1.6806203111490317</c:v>
              </c:pt>
              <c:pt idx="63">
                <c:v>-1.71899109223717</c:v>
              </c:pt>
              <c:pt idx="64">
                <c:v>-1.7697070747739811</c:v>
              </c:pt>
              <c:pt idx="65">
                <c:v>-1.833928814386308</c:v>
              </c:pt>
              <c:pt idx="66">
                <c:v>-1.9150040167958366</c:v>
              </c:pt>
              <c:pt idx="67">
                <c:v>-2.01444176184007</c:v>
              </c:pt>
              <c:pt idx="68">
                <c:v>-2.1295784762919228</c:v>
              </c:pt>
              <c:pt idx="69">
                <c:v>-2.2621168717858087</c:v>
              </c:pt>
              <c:pt idx="70">
                <c:v>-2.4164677327093633</c:v>
              </c:pt>
              <c:pt idx="71">
                <c:v>-2.592436881186987</c:v>
              </c:pt>
            </c:numLit>
          </c:yVal>
        </c:ser>
        <c:ser>
          <c:idx val="1"/>
          <c:order val="1"/>
          <c:tx>
            <c:v>monte_carlo</c:v>
          </c:tx>
          <c:spPr>
            <a:ln xmlns:a="http://schemas.openxmlformats.org/drawingml/2006/main" w="20955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-2.7821865423165377</c:v>
              </c:pt>
              <c:pt idx="1">
                <c:v>-2.7821865423165377</c:v>
              </c:pt>
              <c:pt idx="2">
                <c:v>-2.7821865423165377</c:v>
              </c:pt>
              <c:pt idx="3">
                <c:v>-2.7821865423165377</c:v>
              </c:pt>
              <c:pt idx="4">
                <c:v>-2.7821865423165377</c:v>
              </c:pt>
              <c:pt idx="5">
                <c:v>-2.7821865423165377</c:v>
              </c:pt>
              <c:pt idx="6">
                <c:v>-2.7821865423165377</c:v>
              </c:pt>
              <c:pt idx="7">
                <c:v>-2.7821865423165377</c:v>
              </c:pt>
              <c:pt idx="8">
                <c:v>-2.7821865423165377</c:v>
              </c:pt>
              <c:pt idx="9">
                <c:v>-2.7821865423165377</c:v>
              </c:pt>
              <c:pt idx="10">
                <c:v>-2.7821865423165377</c:v>
              </c:pt>
              <c:pt idx="11">
                <c:v>-2.7821865423165377</c:v>
              </c:pt>
              <c:pt idx="12">
                <c:v>-2.7821865423165377</c:v>
              </c:pt>
              <c:pt idx="13">
                <c:v>-2.7821865423165377</c:v>
              </c:pt>
              <c:pt idx="14">
                <c:v>-2.7821865423165377</c:v>
              </c:pt>
              <c:pt idx="15">
                <c:v>-2.7821865423165377</c:v>
              </c:pt>
              <c:pt idx="16">
                <c:v>-2.7821865423165377</c:v>
              </c:pt>
              <c:pt idx="17">
                <c:v>-2.7821865423165377</c:v>
              </c:pt>
              <c:pt idx="18">
                <c:v>-2.7821865423165377</c:v>
              </c:pt>
              <c:pt idx="19">
                <c:v>-2.7821865423165377</c:v>
              </c:pt>
              <c:pt idx="20">
                <c:v>-2.7821865423165377</c:v>
              </c:pt>
              <c:pt idx="21">
                <c:v>-2.7821865423165377</c:v>
              </c:pt>
              <c:pt idx="22">
                <c:v>-2.7821865423165377</c:v>
              </c:pt>
              <c:pt idx="23">
                <c:v>-2.7821865423165377</c:v>
              </c:pt>
              <c:pt idx="24">
                <c:v>-2.7821865423165377</c:v>
              </c:pt>
              <c:pt idx="25">
                <c:v>-2.7670833997417392</c:v>
              </c:pt>
              <c:pt idx="26">
                <c:v>-2.729115367272887</c:v>
              </c:pt>
              <c:pt idx="27">
                <c:v>-2.6911473348040347</c:v>
              </c:pt>
              <c:pt idx="28">
                <c:v>-2.6531793023351824</c:v>
              </c:pt>
              <c:pt idx="29">
                <c:v>-2.6152112698663297</c:v>
              </c:pt>
              <c:pt idx="30">
                <c:v>-2.5772432373974774</c:v>
              </c:pt>
              <c:pt idx="31">
                <c:v>-2.5392752049286247</c:v>
              </c:pt>
              <c:pt idx="32">
                <c:v>-2.502054857438947</c:v>
              </c:pt>
              <c:pt idx="33">
                <c:v>-2.465616605659024</c:v>
              </c:pt>
              <c:pt idx="34">
                <c:v>-2.429178353879101</c:v>
              </c:pt>
              <c:pt idx="35">
                <c:v>-2.3929699370834645</c:v>
              </c:pt>
              <c:pt idx="36">
                <c:v>-2.3573637099498512</c:v>
              </c:pt>
              <c:pt idx="37">
                <c:v>-2.3215211734492676</c:v>
              </c:pt>
              <c:pt idx="38">
                <c:v>-2.284439900490576</c:v>
              </c:pt>
              <c:pt idx="39">
                <c:v>-2.2484215899795887</c:v>
              </c:pt>
              <c:pt idx="40">
                <c:v>-2.2122104919405325</c:v>
              </c:pt>
              <c:pt idx="41">
                <c:v>-2.1741424800670504</c:v>
              </c:pt>
              <c:pt idx="42">
                <c:v>-2.1366443557895245</c:v>
              </c:pt>
              <c:pt idx="43">
                <c:v>-2.09972456348334</c:v>
              </c:pt>
              <c:pt idx="44">
                <c:v>-2.0608996147899843</c:v>
              </c:pt>
              <c:pt idx="45">
                <c:v>-2.022856314472051</c:v>
              </c:pt>
              <c:pt idx="46">
                <c:v>-1.983739971511706</c:v>
              </c:pt>
              <c:pt idx="47">
                <c:v>-1.9449660743498314</c:v>
              </c:pt>
              <c:pt idx="48">
                <c:v>-1.9069340770101226</c:v>
              </c:pt>
              <c:pt idx="49">
                <c:v>-1.868609840725952</c:v>
              </c:pt>
              <c:pt idx="50">
                <c:v>-1.830593670321419</c:v>
              </c:pt>
              <c:pt idx="51">
                <c:v>-1.7934990962357187</c:v>
              </c:pt>
              <c:pt idx="52">
                <c:v>-1.757284723884297</c:v>
              </c:pt>
              <c:pt idx="53">
                <c:v>-1.7232108999761855</c:v>
              </c:pt>
              <c:pt idx="54">
                <c:v>-1.690387757434671</c:v>
              </c:pt>
              <c:pt idx="55">
                <c:v>-1.660185857526863</c:v>
              </c:pt>
              <c:pt idx="56">
                <c:v>-1.6335331569747888</c:v>
              </c:pt>
              <c:pt idx="57">
                <c:v>-1.6133026316445631</c:v>
              </c:pt>
              <c:pt idx="58">
                <c:v>-1.6007398531705976</c:v>
              </c:pt>
              <c:pt idx="59">
                <c:v>-1.5990370845537731</c:v>
              </c:pt>
              <c:pt idx="60">
                <c:v>-1.6100237893663567</c:v>
              </c:pt>
              <c:pt idx="61">
                <c:v>-1.6353407302039795</c:v>
              </c:pt>
              <c:pt idx="62">
                <c:v>-1.6727775821120912</c:v>
              </c:pt>
              <c:pt idx="63">
                <c:v>-1.7252762456465007</c:v>
              </c:pt>
              <c:pt idx="64">
                <c:v>-1.7902041879929556</c:v>
              </c:pt>
              <c:pt idx="65">
                <c:v>-1.8665842486928006</c:v>
              </c:pt>
              <c:pt idx="66">
                <c:v>-1.9553430171876085</c:v>
              </c:pt>
              <c:pt idx="67">
                <c:v>-2.05822151073875</c:v>
              </c:pt>
              <c:pt idx="68">
                <c:v>-2.1750845206945604</c:v>
              </c:pt>
              <c:pt idx="69">
                <c:v>-2.3052611704186687</c:v>
              </c:pt>
              <c:pt idx="70">
                <c:v>-2.451042665223792</c:v>
              </c:pt>
              <c:pt idx="71">
                <c:v>-2.612263342547975</c:v>
              </c:pt>
            </c:numLit>
          </c:yVal>
        </c:ser>
        <c:ser>
          <c:idx val="2"/>
          <c:order val="2"/>
          <c:tx>
            <c:v>propagator</c:v>
          </c:tx>
          <c:spPr>
            <a:ln xmlns:a="http://schemas.openxmlformats.org/drawingml/2006/main" w="20955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-3.611817270347017</c:v>
              </c:pt>
              <c:pt idx="1">
                <c:v>-3.5765475089192926</c:v>
              </c:pt>
              <c:pt idx="2">
                <c:v>-3.541546302293475</c:v>
              </c:pt>
              <c:pt idx="3">
                <c:v>-3.506670884303433</c:v>
              </c:pt>
              <c:pt idx="4">
                <c:v>-3.4717954663133908</c:v>
              </c:pt>
              <c:pt idx="5">
                <c:v>-3.436920048323348</c:v>
              </c:pt>
              <c:pt idx="6">
                <c:v>-3.402116372821074</c:v>
              </c:pt>
              <c:pt idx="7">
                <c:v>-3.3673673329581346</c:v>
              </c:pt>
              <c:pt idx="8">
                <c:v>-3.332618293095195</c:v>
              </c:pt>
              <c:pt idx="9">
                <c:v>-3.2978823790578553</c:v>
              </c:pt>
              <c:pt idx="10">
                <c:v>-3.2631621596784064</c:v>
              </c:pt>
              <c:pt idx="11">
                <c:v>-3.228441940298957</c:v>
              </c:pt>
              <c:pt idx="12">
                <c:v>-3.193708132648827</c:v>
              </c:pt>
              <c:pt idx="13">
                <c:v>-3.1589736906314445</c:v>
              </c:pt>
              <c:pt idx="14">
                <c:v>-3.124291955557574</c:v>
              </c:pt>
              <c:pt idx="15">
                <c:v>-3.0896188378822815</c:v>
              </c:pt>
              <c:pt idx="16">
                <c:v>-3.0549524617365282</c:v>
              </c:pt>
              <c:pt idx="17">
                <c:v>-3.0202421993828614</c:v>
              </c:pt>
              <c:pt idx="18">
                <c:v>-2.9854780633160507</c:v>
              </c:pt>
              <c:pt idx="19">
                <c:v>-2.9506245153665183</c:v>
              </c:pt>
              <c:pt idx="20">
                <c:v>-2.9159125545241946</c:v>
              </c:pt>
              <c:pt idx="21">
                <c:v>-2.8811820068450014</c:v>
              </c:pt>
              <c:pt idx="22">
                <c:v>-2.8463203199856557</c:v>
              </c:pt>
              <c:pt idx="23">
                <c:v>-2.811450701878351</c:v>
              </c:pt>
              <c:pt idx="24">
                <c:v>-2.776628948923027</c:v>
              </c:pt>
              <c:pt idx="25">
                <c:v>-2.741592794467826</c:v>
              </c:pt>
              <c:pt idx="26">
                <c:v>-2.706668746467285</c:v>
              </c:pt>
              <c:pt idx="27">
                <c:v>-2.6716152064467287</c:v>
              </c:pt>
              <c:pt idx="28">
                <c:v>-2.6364938925794545</c:v>
              </c:pt>
              <c:pt idx="29">
                <c:v>-2.6013292399752044</c:v>
              </c:pt>
              <c:pt idx="30">
                <c:v>-2.566050713489938</c:v>
              </c:pt>
              <c:pt idx="31">
                <c:v>-2.5306883636059223</c:v>
              </c:pt>
              <c:pt idx="32">
                <c:v>-2.4952066664867445</c:v>
              </c:pt>
              <c:pt idx="33">
                <c:v>-2.4596759417462755</c:v>
              </c:pt>
              <c:pt idx="34">
                <c:v>-2.4239460999926683</c:v>
              </c:pt>
              <c:pt idx="35">
                <c:v>-2.3881114024562797</c:v>
              </c:pt>
              <c:pt idx="36">
                <c:v>-2.3521001522150344</c:v>
              </c:pt>
              <c:pt idx="37">
                <c:v>-2.315883985407231</c:v>
              </c:pt>
              <c:pt idx="38">
                <c:v>-2.2795035638403585</c:v>
              </c:pt>
              <c:pt idx="39">
                <c:v>-2.2428700219630913</c:v>
              </c:pt>
              <c:pt idx="40">
                <c:v>-2.205952753100549</c:v>
              </c:pt>
              <c:pt idx="41">
                <c:v>-2.168676390872734</c:v>
              </c:pt>
              <c:pt idx="42">
                <c:v>-2.1310348974973716</c:v>
              </c:pt>
              <c:pt idx="43">
                <c:v>-2.0931621135862595</c:v>
              </c:pt>
              <c:pt idx="44">
                <c:v>-2.0549878016892587</c:v>
              </c:pt>
              <c:pt idx="45">
                <c:v>-2.0166020346616524</c:v>
              </c:pt>
              <c:pt idx="46">
                <c:v>-1.9780145189612535</c:v>
              </c:pt>
              <c:pt idx="47">
                <c:v>-1.9393976124088383</c:v>
              </c:pt>
              <c:pt idx="48">
                <c:v>-1.900859222644995</c:v>
              </c:pt>
              <c:pt idx="49">
                <c:v>-1.8626375667575</c:v>
              </c:pt>
              <c:pt idx="50">
                <c:v>-1.8248954340634578</c:v>
              </c:pt>
              <c:pt idx="51">
                <c:v>-1.787969618695902</c:v>
              </c:pt>
              <c:pt idx="52">
                <c:v>-1.7520963360399227</c:v>
              </c:pt>
              <c:pt idx="53">
                <c:v>-1.7176569021723465</c:v>
              </c:pt>
              <c:pt idx="54">
                <c:v>-1.685224411836657</c:v>
              </c:pt>
              <c:pt idx="55">
                <c:v>-1.6553996290479023</c:v>
              </c:pt>
              <c:pt idx="56">
                <c:v>-1.6293184953119804</c:v>
              </c:pt>
              <c:pt idx="57">
                <c:v>-1.609268988247299</c:v>
              </c:pt>
              <c:pt idx="58">
                <c:v>-1.5975687530118532</c:v>
              </c:pt>
              <c:pt idx="59">
                <c:v>-1.5964620634155486</c:v>
              </c:pt>
              <c:pt idx="60">
                <c:v>-1.607390612667194</c:v>
              </c:pt>
              <c:pt idx="61">
                <c:v>-1.632882245310356</c:v>
              </c:pt>
              <c:pt idx="62">
                <c:v>-1.6710789210518784</c:v>
              </c:pt>
              <c:pt idx="63">
                <c:v>-1.7241816754039387</c:v>
              </c:pt>
              <c:pt idx="64">
                <c:v>-1.7898983208901649</c:v>
              </c:pt>
              <c:pt idx="65">
                <c:v>-1.8668837944845944</c:v>
              </c:pt>
              <c:pt idx="66">
                <c:v>-1.956390106154929</c:v>
              </c:pt>
              <c:pt idx="67">
                <c:v>-2.060221199917644</c:v>
              </c:pt>
              <c:pt idx="68">
                <c:v>-2.177943396652024</c:v>
              </c:pt>
              <c:pt idx="69">
                <c:v>-2.3088072767704997</c:v>
              </c:pt>
              <c:pt idx="70">
                <c:v>-2.4557516105800854</c:v>
              </c:pt>
              <c:pt idx="71">
                <c:v>-2.618510712132231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p(ε) [eV⁻¹]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.9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Total variation distance vs E/N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Marker"/>
        <c:ser>
          <c:idx val="0"/>
          <c:order val="0"/>
          <c:tx>
            <c:v>MC−2T</c:v>
          </c:tx>
          <c:spPr>
            <a:ln xmlns:a="http://schemas.openxmlformats.org/drawingml/2006/main" w="23813">
              <a:solidFill>
                <a:srgbClr val="B87900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B87900"/>
              </a:solidFill>
            </c:spPr>
          </c:marker>
          <c:xVal>
            <c:numLit>
              <c:formatCode>General</c:formatCode>
              <c:ptCount val="13"/>
              <c:pt idx="0">
                <c:v>0</c:v>
              </c:pt>
              <c:pt idx="1">
                <c:v>0.3010299956639812</c:v>
              </c:pt>
              <c:pt idx="2">
                <c:v>0.47712125471966244</c:v>
              </c:pt>
              <c:pt idx="3">
                <c:v>0.6989700043360189</c:v>
              </c:pt>
              <c:pt idx="4">
                <c:v>1</c:v>
              </c:pt>
              <c:pt idx="5">
                <c:v>1.3010299956639813</c:v>
              </c:pt>
              <c:pt idx="6">
                <c:v>1.4771212547196624</c:v>
              </c:pt>
              <c:pt idx="7">
                <c:v>1.6989700043360187</c:v>
              </c:pt>
              <c:pt idx="8">
                <c:v>2</c:v>
              </c:pt>
              <c:pt idx="9">
                <c:v>2.4771212547196626</c:v>
              </c:pt>
              <c:pt idx="10">
                <c:v>3</c:v>
              </c:pt>
              <c:pt idx="11">
                <c:v>3.1760912590556813</c:v>
              </c:pt>
              <c:pt idx="12">
                <c:v>3.3979400086720375</c:v>
              </c:pt>
            </c:numLit>
          </c:xVal>
          <c:yVal>
            <c:numLit>
              <c:formatCode>General</c:formatCode>
              <c:ptCount val="13"/>
              <c:pt idx="0">
                <c:v>1.0923891699801611</c:v>
              </c:pt>
              <c:pt idx="1">
                <c:v>1.4923336284255069</c:v>
              </c:pt>
              <c:pt idx="2">
                <c:v>1.0832731028323002</c:v>
              </c:pt>
              <c:pt idx="3">
                <c:v>0.6396028093352093</c:v>
              </c:pt>
              <c:pt idx="4">
                <c:v>0.47203241490027914</c:v>
              </c:pt>
              <c:pt idx="5">
                <c:v>0.3531246382100309</c:v>
              </c:pt>
              <c:pt idx="6">
                <c:v>0.3213762978263046</c:v>
              </c:pt>
              <c:pt idx="7">
                <c:v>0.30049719560364924</c:v>
              </c:pt>
              <c:pt idx="8">
                <c:v>0.3403891833211323</c:v>
              </c:pt>
              <c:pt idx="9">
                <c:v>0.6328299487023001</c:v>
              </c:pt>
              <c:pt idx="10">
                <c:v>1.6810015557976135</c:v>
              </c:pt>
              <c:pt idx="11">
                <c:v>2.5822815639463457</c:v>
              </c:pt>
              <c:pt idx="12">
                <c:v>3.8120681142836608</c:v>
              </c:pt>
            </c:numLit>
          </c:yVal>
        </c:ser>
        <c:ser>
          <c:idx val="1"/>
          <c:order val="1"/>
          <c:tx>
            <c:v>Prop−2T</c:v>
          </c:tx>
          <c:spPr>
            <a:ln xmlns:a="http://schemas.openxmlformats.org/drawingml/2006/main" w="23813">
              <a:solidFill>
                <a:srgbClr val="72B51F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72B51F"/>
              </a:solidFill>
            </c:spPr>
          </c:marker>
          <c:xVal>
            <c:numLit>
              <c:formatCode>General</c:formatCode>
              <c:ptCount val="13"/>
              <c:pt idx="0">
                <c:v>0</c:v>
              </c:pt>
              <c:pt idx="1">
                <c:v>0.3010299956639812</c:v>
              </c:pt>
              <c:pt idx="2">
                <c:v>0.47712125471966244</c:v>
              </c:pt>
              <c:pt idx="3">
                <c:v>0.6989700043360189</c:v>
              </c:pt>
              <c:pt idx="4">
                <c:v>1</c:v>
              </c:pt>
              <c:pt idx="5">
                <c:v>1.3010299956639813</c:v>
              </c:pt>
              <c:pt idx="6">
                <c:v>1.4771212547196624</c:v>
              </c:pt>
              <c:pt idx="7">
                <c:v>1.6989700043360187</c:v>
              </c:pt>
              <c:pt idx="8">
                <c:v>2</c:v>
              </c:pt>
              <c:pt idx="9">
                <c:v>2.4771212547196626</c:v>
              </c:pt>
              <c:pt idx="10">
                <c:v>3</c:v>
              </c:pt>
              <c:pt idx="11">
                <c:v>3.1760912590556813</c:v>
              </c:pt>
              <c:pt idx="12">
                <c:v>3.3979400086720375</c:v>
              </c:pt>
            </c:numLit>
          </c:xVal>
          <c:yVal>
            <c:numLit>
              <c:formatCode>General</c:formatCode>
              <c:ptCount val="13"/>
              <c:pt idx="0">
                <c:v>0.7122624913601868</c:v>
              </c:pt>
              <c:pt idx="1">
                <c:v>0.7010047949077761</c:v>
              </c:pt>
              <c:pt idx="2">
                <c:v>0.6687035797281734</c:v>
              </c:pt>
              <c:pt idx="3">
                <c:v>0.5209397244725444</c:v>
              </c:pt>
              <c:pt idx="4">
                <c:v>0.3980914062023626</c:v>
              </c:pt>
              <c:pt idx="5">
                <c:v>0.3523279617549641</c:v>
              </c:pt>
              <c:pt idx="6">
                <c:v>0.3527484144051792</c:v>
              </c:pt>
              <c:pt idx="7">
                <c:v>0.36680496198604157</c:v>
              </c:pt>
              <c:pt idx="8">
                <c:v>0.4367173323195156</c:v>
              </c:pt>
              <c:pt idx="9">
                <c:v>0.7475762367365317</c:v>
              </c:pt>
              <c:pt idx="10">
                <c:v>1.7970019175295966</c:v>
              </c:pt>
              <c:pt idx="11">
                <c:v>2.69928884003993</c:v>
              </c:pt>
              <c:pt idx="12">
                <c:v>3.9424578361433316</c:v>
              </c:pt>
            </c:numLit>
          </c:yVal>
        </c:ser>
        <c:ser>
          <c:idx val="2"/>
          <c:order val="2"/>
          <c:tx>
            <c:v>MC−Prop</c:v>
          </c:tx>
          <c:spPr>
            <a:ln xmlns:a="http://schemas.openxmlformats.org/drawingml/2006/main" w="23813">
              <a:solidFill>
                <a:srgbClr val="8233A6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8233A6"/>
              </a:solidFill>
            </c:spPr>
          </c:marker>
          <c:xVal>
            <c:numLit>
              <c:formatCode>General</c:formatCode>
              <c:ptCount val="13"/>
              <c:pt idx="0">
                <c:v>0</c:v>
              </c:pt>
              <c:pt idx="1">
                <c:v>0.3010299956639812</c:v>
              </c:pt>
              <c:pt idx="2">
                <c:v>0.47712125471966244</c:v>
              </c:pt>
              <c:pt idx="3">
                <c:v>0.6989700043360189</c:v>
              </c:pt>
              <c:pt idx="4">
                <c:v>1</c:v>
              </c:pt>
              <c:pt idx="5">
                <c:v>1.3010299956639813</c:v>
              </c:pt>
              <c:pt idx="6">
                <c:v>1.4771212547196624</c:v>
              </c:pt>
              <c:pt idx="7">
                <c:v>1.6989700043360187</c:v>
              </c:pt>
              <c:pt idx="8">
                <c:v>2</c:v>
              </c:pt>
              <c:pt idx="9">
                <c:v>2.4771212547196626</c:v>
              </c:pt>
              <c:pt idx="10">
                <c:v>3</c:v>
              </c:pt>
              <c:pt idx="11">
                <c:v>3.1760912590556813</c:v>
              </c:pt>
              <c:pt idx="12">
                <c:v>3.3979400086720375</c:v>
              </c:pt>
            </c:numLit>
          </c:xVal>
          <c:yVal>
            <c:numLit>
              <c:formatCode>General</c:formatCode>
              <c:ptCount val="13"/>
              <c:pt idx="0">
                <c:v>1.3804929560993302</c:v>
              </c:pt>
              <c:pt idx="1">
                <c:v>1.8649282005736245</c:v>
              </c:pt>
              <c:pt idx="2">
                <c:v>1.3560368782718335</c:v>
              </c:pt>
              <c:pt idx="3">
                <c:v>0.6450895128188424</c:v>
              </c:pt>
              <c:pt idx="4">
                <c:v>0.6044665243956545</c:v>
              </c:pt>
              <c:pt idx="5">
                <c:v>0.4585059595019256</c:v>
              </c:pt>
              <c:pt idx="6">
                <c:v>0.44871743642787043</c:v>
              </c:pt>
              <c:pt idx="7">
                <c:v>0.43937577253626336</c:v>
              </c:pt>
              <c:pt idx="8">
                <c:v>0.40580055027413103</c:v>
              </c:pt>
              <c:pt idx="9">
                <c:v>0.3979995521957377</c:v>
              </c:pt>
              <c:pt idx="10">
                <c:v>0.5348242739730318</c:v>
              </c:pt>
              <c:pt idx="11">
                <c:v>0.6488893944725762</c:v>
              </c:pt>
              <c:pt idx="12">
                <c:v>0.8358369724525992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TV [%]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3.5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log₁₀(E/N [Td])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13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mean energy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lineChart>
        <c:grouping val="standard"/>
        <c:ser>
          <c:idx val="0"/>
          <c:order val="0"/>
          <c:tx>
            <c:v>two_term</c:v>
          </c:tx>
          <c:spPr>
            <a:ln xmlns:a="http://schemas.openxmlformats.org/drawingml/2006/main" w="21908">
              <a:solidFill>
                <a:srgbClr val="007FAE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AE"/>
              </a:solidFill>
            </c:spPr>
          </c:marker>
          <c:cat>
            <c:numLit>
              <c:formatCode>General</c:formatCode>
              <c:ptCount val="1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30</c:v>
              </c:pt>
              <c:pt idx="7">
                <c:v>50</c:v>
              </c:pt>
              <c:pt idx="8">
                <c:v>100</c:v>
              </c:pt>
              <c:pt idx="9">
                <c:v>300</c:v>
              </c:pt>
              <c:pt idx="10">
                <c:v>1000</c:v>
              </c:pt>
              <c:pt idx="11">
                <c:v>1500</c:v>
              </c:pt>
              <c:pt idx="12">
                <c:v>2500</c:v>
              </c:pt>
            </c:numLit>
          </c:cat>
          <c:val>
            <c:numLit>
              <c:formatCode>0.0</c:formatCode>
              <c:ptCount val="13"/>
              <c:pt idx="0">
                <c:v>2.4579916793059398</c:v>
              </c:pt>
              <c:pt idx="1">
                <c:v>3.4617256467505926</c:v>
              </c:pt>
              <c:pt idx="2">
                <c:v>4.193394225239604</c:v>
              </c:pt>
              <c:pt idx="3">
                <c:v>5.008265408121096</c:v>
              </c:pt>
              <c:pt idx="4">
                <c:v>5.358550935524673</c:v>
              </c:pt>
              <c:pt idx="5">
                <c:v>5.632435038937293</c:v>
              </c:pt>
              <c:pt idx="6">
                <c:v>5.863951400219194</c:v>
              </c:pt>
              <c:pt idx="7">
                <c:v>6.246595556435975</c:v>
              </c:pt>
              <c:pt idx="8">
                <c:v>6.931402805626483</c:v>
              </c:pt>
              <c:pt idx="9">
                <c:v>8.72991350137426</c:v>
              </c:pt>
              <c:pt idx="10">
                <c:v>15.165989255171228</c:v>
              </c:pt>
              <c:pt idx="11">
                <c:v>20.949406715487978</c:v>
              </c:pt>
              <c:pt idx="12">
                <c:v>34.75551448891775</c:v>
              </c:pt>
            </c:numLit>
          </c:val>
        </c:ser>
        <c:ser>
          <c:idx val="1"/>
          <c:order val="1"/>
          <c:tx>
            <c:v>monte_carlo</c:v>
          </c:tx>
          <c:spPr>
            <a:ln xmlns:a="http://schemas.openxmlformats.org/drawingml/2006/main" w="21908">
              <a:solidFill>
                <a:srgbClr val="B87900"/>
              </a:solidFill>
              <a:prstDash val="dash"/>
            </a:ln>
          </c:spPr>
          <c:marker>
            <c:symbol val="diamond"/>
            <c:size val="5"/>
            <c:spPr>
              <a:solidFill xmlns:a="http://schemas.openxmlformats.org/drawingml/2006/main">
                <a:srgbClr val="B87900"/>
              </a:solidFill>
            </c:spPr>
          </c:marker>
          <c:cat>
            <c:numLit>
              <c:formatCode>General</c:formatCode>
              <c:ptCount val="1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30</c:v>
              </c:pt>
              <c:pt idx="7">
                <c:v>50</c:v>
              </c:pt>
              <c:pt idx="8">
                <c:v>100</c:v>
              </c:pt>
              <c:pt idx="9">
                <c:v>300</c:v>
              </c:pt>
              <c:pt idx="10">
                <c:v>1000</c:v>
              </c:pt>
              <c:pt idx="11">
                <c:v>1500</c:v>
              </c:pt>
              <c:pt idx="12">
                <c:v>2500</c:v>
              </c:pt>
            </c:numLit>
          </c:cat>
          <c:val>
            <c:numLit>
              <c:formatCode>0.0</c:formatCode>
              <c:ptCount val="13"/>
              <c:pt idx="0">
                <c:v>2.466860884853499</c:v>
              </c:pt>
              <c:pt idx="1">
                <c:v>3.4337460128376827</c:v>
              </c:pt>
              <c:pt idx="2">
                <c:v>4.181292128620431</c:v>
              </c:pt>
              <c:pt idx="3">
                <c:v>4.984724745596666</c:v>
              </c:pt>
              <c:pt idx="4">
                <c:v>5.355535174499036</c:v>
              </c:pt>
              <c:pt idx="5">
                <c:v>5.625989457784442</c:v>
              </c:pt>
              <c:pt idx="6">
                <c:v>5.863826477600385</c:v>
              </c:pt>
              <c:pt idx="7">
                <c:v>6.242692497634181</c:v>
              </c:pt>
              <c:pt idx="8">
                <c:v>6.919922603384709</c:v>
              </c:pt>
              <c:pt idx="9">
                <c:v>8.68308212929787</c:v>
              </c:pt>
              <c:pt idx="10">
                <c:v>15.194284391614124</c:v>
              </c:pt>
              <c:pt idx="11">
                <c:v>21.204430574900137</c:v>
              </c:pt>
              <c:pt idx="12">
                <c:v>35.792332541566836</c:v>
              </c:pt>
            </c:numLit>
          </c:val>
        </c:ser>
        <c:ser>
          <c:idx val="2"/>
          <c:order val="2"/>
          <c:tx>
            <c:v>propagator</c:v>
          </c:tx>
          <c:spPr>
            <a:ln xmlns:a="http://schemas.openxmlformats.org/drawingml/2006/main" w="21908">
              <a:solidFill>
                <a:srgbClr val="72B51F"/>
              </a:solidFill>
              <a:prstDash val="solid"/>
            </a:ln>
          </c:spPr>
          <c:marker>
            <c:symbol val="square"/>
            <c:size val="5"/>
            <c:spPr>
              <a:solidFill xmlns:a="http://schemas.openxmlformats.org/drawingml/2006/main">
                <a:srgbClr val="72B51F"/>
              </a:solidFill>
            </c:spPr>
          </c:marker>
          <c:cat>
            <c:numLit>
              <c:formatCode>General</c:formatCode>
              <c:ptCount val="1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30</c:v>
              </c:pt>
              <c:pt idx="7">
                <c:v>50</c:v>
              </c:pt>
              <c:pt idx="8">
                <c:v>100</c:v>
              </c:pt>
              <c:pt idx="9">
                <c:v>300</c:v>
              </c:pt>
              <c:pt idx="10">
                <c:v>1000</c:v>
              </c:pt>
              <c:pt idx="11">
                <c:v>1500</c:v>
              </c:pt>
              <c:pt idx="12">
                <c:v>2500</c:v>
              </c:pt>
            </c:numLit>
          </c:cat>
          <c:val>
            <c:numLit>
              <c:formatCode>0.0</c:formatCode>
              <c:ptCount val="13"/>
              <c:pt idx="0">
                <c:v>2.4745259390372283</c:v>
              </c:pt>
              <c:pt idx="1">
                <c:v>3.4863710258232827</c:v>
              </c:pt>
              <c:pt idx="2">
                <c:v>4.219953371417946</c:v>
              </c:pt>
              <c:pt idx="3">
                <c:v>4.997175208095605</c:v>
              </c:pt>
              <c:pt idx="4">
                <c:v>5.347042934960033</c:v>
              </c:pt>
              <c:pt idx="5">
                <c:v>5.625979383175572</c:v>
              </c:pt>
              <c:pt idx="6">
                <c:v>5.857680681046829</c:v>
              </c:pt>
              <c:pt idx="7">
                <c:v>6.238092280968308</c:v>
              </c:pt>
              <c:pt idx="8">
                <c:v>6.9135313482861225</c:v>
              </c:pt>
              <c:pt idx="9">
                <c:v>8.670523004444103</c:v>
              </c:pt>
              <c:pt idx="10">
                <c:v>15.119248980259659</c:v>
              </c:pt>
              <c:pt idx="11">
                <c:v>21.057419384856203</c:v>
              </c:pt>
              <c:pt idx="12">
                <c:v>35.45146815872865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E/N [Td]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⟨ε⟩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flux drift velocity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lineChart>
        <c:grouping val="standard"/>
        <c:ser>
          <c:idx val="0"/>
          <c:order val="0"/>
          <c:tx>
            <c:v>two_term</c:v>
          </c:tx>
          <c:spPr>
            <a:ln xmlns:a="http://schemas.openxmlformats.org/drawingml/2006/main" w="21908">
              <a:solidFill>
                <a:srgbClr val="007FAE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AE"/>
              </a:solidFill>
            </c:spPr>
          </c:marker>
          <c:cat>
            <c:numLit>
              <c:formatCode>General</c:formatCode>
              <c:ptCount val="1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30</c:v>
              </c:pt>
              <c:pt idx="7">
                <c:v>50</c:v>
              </c:pt>
              <c:pt idx="8">
                <c:v>100</c:v>
              </c:pt>
              <c:pt idx="9">
                <c:v>300</c:v>
              </c:pt>
              <c:pt idx="10">
                <c:v>1000</c:v>
              </c:pt>
              <c:pt idx="11">
                <c:v>1500</c:v>
              </c:pt>
              <c:pt idx="12">
                <c:v>2500</c:v>
              </c:pt>
            </c:numLit>
          </c:cat>
          <c:val>
            <c:numLit>
              <c:formatCode>0.0</c:formatCode>
              <c:ptCount val="13"/>
              <c:pt idx="0">
                <c:v>0.03020272561209371</c:v>
              </c:pt>
              <c:pt idx="1">
                <c:v>0.03586323929618463</c:v>
              </c:pt>
              <c:pt idx="2">
                <c:v>0.03941345348639333</c:v>
              </c:pt>
              <c:pt idx="3">
                <c:v>0.05205681680309569</c:v>
              </c:pt>
              <c:pt idx="4">
                <c:v>0.10632168348532485</c:v>
              </c:pt>
              <c:pt idx="5">
                <c:v>0.20245000616921247</c:v>
              </c:pt>
              <c:pt idx="6">
                <c:v>0.2868068968666396</c:v>
              </c:pt>
              <c:pt idx="7">
                <c:v>0.44178346356512743</c:v>
              </c:pt>
              <c:pt idx="8">
                <c:v>0.8059205876310401</c:v>
              </c:pt>
              <c:pt idx="9">
                <c:v>2.131112147172422</c:v>
              </c:pt>
              <c:pt idx="10">
                <c:v>5.996860276481298</c:v>
              </c:pt>
              <c:pt idx="11">
                <c:v>8.389561579998805</c:v>
              </c:pt>
              <c:pt idx="12">
                <c:v>12.573694660217443</c:v>
              </c:pt>
            </c:numLit>
          </c:val>
        </c:ser>
        <c:ser>
          <c:idx val="1"/>
          <c:order val="1"/>
          <c:tx>
            <c:v>monte_carlo</c:v>
          </c:tx>
          <c:spPr>
            <a:ln xmlns:a="http://schemas.openxmlformats.org/drawingml/2006/main" w="21908">
              <a:solidFill>
                <a:srgbClr val="B87900"/>
              </a:solidFill>
              <a:prstDash val="dash"/>
            </a:ln>
          </c:spPr>
          <c:marker>
            <c:symbol val="diamond"/>
            <c:size val="5"/>
            <c:spPr>
              <a:solidFill xmlns:a="http://schemas.openxmlformats.org/drawingml/2006/main">
                <a:srgbClr val="B87900"/>
              </a:solidFill>
            </c:spPr>
          </c:marker>
          <c:cat>
            <c:numLit>
              <c:formatCode>General</c:formatCode>
              <c:ptCount val="1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30</c:v>
              </c:pt>
              <c:pt idx="7">
                <c:v>50</c:v>
              </c:pt>
              <c:pt idx="8">
                <c:v>100</c:v>
              </c:pt>
              <c:pt idx="9">
                <c:v>300</c:v>
              </c:pt>
              <c:pt idx="10">
                <c:v>1000</c:v>
              </c:pt>
              <c:pt idx="11">
                <c:v>1500</c:v>
              </c:pt>
              <c:pt idx="12">
                <c:v>2500</c:v>
              </c:pt>
            </c:numLit>
          </c:cat>
          <c:val>
            <c:numLit>
              <c:formatCode>0.0</c:formatCode>
              <c:ptCount val="13"/>
              <c:pt idx="0">
                <c:v>0.030670538957092014</c:v>
              </c:pt>
              <c:pt idx="1">
                <c:v>0.036431443432756484</c:v>
              </c:pt>
              <c:pt idx="2">
                <c:v>0.03788072120474807</c:v>
              </c:pt>
              <c:pt idx="3">
                <c:v>0.05195072383448198</c:v>
              </c:pt>
              <c:pt idx="4">
                <c:v>0.1068575197965446</c:v>
              </c:pt>
              <c:pt idx="5">
                <c:v>0.20164937067035674</c:v>
              </c:pt>
              <c:pt idx="6">
                <c:v>0.2878648141482054</c:v>
              </c:pt>
              <c:pt idx="7">
                <c:v>0.4419489756092272</c:v>
              </c:pt>
              <c:pt idx="8">
                <c:v>0.803677553435372</c:v>
              </c:pt>
              <c:pt idx="9">
                <c:v>2.120875898395129</c:v>
              </c:pt>
              <c:pt idx="10">
                <c:v>5.967585009405545</c:v>
              </c:pt>
              <c:pt idx="11">
                <c:v>8.352090075184773</c:v>
              </c:pt>
              <c:pt idx="12">
                <c:v>12.54012652580903</c:v>
              </c:pt>
            </c:numLit>
          </c:val>
        </c:ser>
        <c:ser>
          <c:idx val="2"/>
          <c:order val="2"/>
          <c:tx>
            <c:v>propagator</c:v>
          </c:tx>
          <c:spPr>
            <a:ln xmlns:a="http://schemas.openxmlformats.org/drawingml/2006/main" w="21908">
              <a:solidFill>
                <a:srgbClr val="72B51F"/>
              </a:solidFill>
              <a:prstDash val="solid"/>
            </a:ln>
          </c:spPr>
          <c:marker>
            <c:symbol val="square"/>
            <c:size val="5"/>
            <c:spPr>
              <a:solidFill xmlns:a="http://schemas.openxmlformats.org/drawingml/2006/main">
                <a:srgbClr val="72B51F"/>
              </a:solidFill>
            </c:spPr>
          </c:marker>
          <c:cat>
            <c:numLit>
              <c:formatCode>General</c:formatCode>
              <c:ptCount val="1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30</c:v>
              </c:pt>
              <c:pt idx="7">
                <c:v>50</c:v>
              </c:pt>
              <c:pt idx="8">
                <c:v>100</c:v>
              </c:pt>
              <c:pt idx="9">
                <c:v>300</c:v>
              </c:pt>
              <c:pt idx="10">
                <c:v>1000</c:v>
              </c:pt>
              <c:pt idx="11">
                <c:v>1500</c:v>
              </c:pt>
              <c:pt idx="12">
                <c:v>2500</c:v>
              </c:pt>
            </c:numLit>
          </c:cat>
          <c:val>
            <c:numLit>
              <c:formatCode>0.0</c:formatCode>
              <c:ptCount val="13"/>
              <c:pt idx="0">
                <c:v>0.02998718897542889</c:v>
              </c:pt>
              <c:pt idx="1">
                <c:v>0.03556701172574327</c:v>
              </c:pt>
              <c:pt idx="2">
                <c:v>0.0391799920773725</c:v>
              </c:pt>
              <c:pt idx="3">
                <c:v>0.05271138971455015</c:v>
              </c:pt>
              <c:pt idx="4">
                <c:v>0.10670839365816749</c:v>
              </c:pt>
              <c:pt idx="5">
                <c:v>0.2023843175539143</c:v>
              </c:pt>
              <c:pt idx="6">
                <c:v>0.2864614389530476</c:v>
              </c:pt>
              <c:pt idx="7">
                <c:v>0.44089212563147334</c:v>
              </c:pt>
              <c:pt idx="8">
                <c:v>0.8027963099486843</c:v>
              </c:pt>
              <c:pt idx="9">
                <c:v>2.1082314290070845</c:v>
              </c:pt>
              <c:pt idx="10">
                <c:v>5.897768072394405</c:v>
              </c:pt>
              <c:pt idx="11">
                <c:v>8.240654548478187</c:v>
              </c:pt>
              <c:pt idx="12">
                <c:v>12.353177762791177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E/N [Td]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W [10⁵ m/s]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9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Ar excitation threshold 11.5 eV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lineChart>
        <c:grouping val="standard"/>
        <c:ser>
          <c:idx val="0"/>
          <c:order val="0"/>
          <c:tx>
            <c:v>two_term</c:v>
          </c:tx>
          <c:spPr>
            <a:ln xmlns:a="http://schemas.openxmlformats.org/drawingml/2006/main" w="21908">
              <a:solidFill>
                <a:srgbClr val="007FAE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AE"/>
              </a:solidFill>
            </c:spPr>
          </c:marker>
          <c:cat>
            <c:numLit>
              <c:formatCode>General</c:formatCode>
              <c:ptCount val="1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30</c:v>
              </c:pt>
              <c:pt idx="7">
                <c:v>50</c:v>
              </c:pt>
              <c:pt idx="8">
                <c:v>100</c:v>
              </c:pt>
              <c:pt idx="9">
                <c:v>300</c:v>
              </c:pt>
              <c:pt idx="10">
                <c:v>1000</c:v>
              </c:pt>
              <c:pt idx="11">
                <c:v>1500</c:v>
              </c:pt>
              <c:pt idx="12">
                <c:v>2500</c:v>
              </c:pt>
            </c:numLit>
          </c:cat>
          <c:val>
            <c:numLit>
              <c:formatCode>0.0</c:formatCode>
              <c:ptCount val="13"/>
              <c:pt idx="0">
                <c:v>-29.05756389656741</c:v>
              </c:pt>
              <c:pt idx="1">
                <c:v>-24.26158682530085</c:v>
              </c:pt>
              <c:pt idx="2">
                <c:v>-20.311095797149875</c:v>
              </c:pt>
              <c:pt idx="3">
                <c:v>-18.20424918237402</c:v>
              </c:pt>
              <c:pt idx="4">
                <c:v>-17.139722229436735</c:v>
              </c:pt>
              <c:pt idx="5">
                <c:v>-16.48295474685179</c:v>
              </c:pt>
              <c:pt idx="6">
                <c:v>-16.14687734251924</c:v>
              </c:pt>
              <c:pt idx="7">
                <c:v>-15.755730364538307</c:v>
              </c:pt>
              <c:pt idx="8">
                <c:v>-15.277108032172249</c:v>
              </c:pt>
              <c:pt idx="9">
                <c:v>-14.580970986923166</c:v>
              </c:pt>
              <c:pt idx="10">
                <c:v>-13.892886953185396</c:v>
              </c:pt>
              <c:pt idx="11">
                <c:v>-13.710137121846751</c:v>
              </c:pt>
              <c:pt idx="12">
                <c:v>-13.539874984002354</c:v>
              </c:pt>
            </c:numLit>
          </c:val>
        </c:ser>
        <c:ser>
          <c:idx val="1"/>
          <c:order val="1"/>
          <c:tx>
            <c:v>monte_carlo</c:v>
          </c:tx>
          <c:spPr>
            <a:ln xmlns:a="http://schemas.openxmlformats.org/drawingml/2006/main" w="21908">
              <a:solidFill>
                <a:srgbClr val="B87900"/>
              </a:solidFill>
              <a:prstDash val="dash"/>
            </a:ln>
          </c:spPr>
          <c:marker>
            <c:symbol val="diamond"/>
            <c:size val="5"/>
            <c:spPr>
              <a:solidFill xmlns:a="http://schemas.openxmlformats.org/drawingml/2006/main">
                <a:srgbClr val="B87900"/>
              </a:solidFill>
            </c:spPr>
          </c:marker>
          <c:cat>
            <c:numLit>
              <c:formatCode>General</c:formatCode>
              <c:ptCount val="1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30</c:v>
              </c:pt>
              <c:pt idx="7">
                <c:v>50</c:v>
              </c:pt>
              <c:pt idx="8">
                <c:v>100</c:v>
              </c:pt>
              <c:pt idx="9">
                <c:v>300</c:v>
              </c:pt>
              <c:pt idx="10">
                <c:v>1000</c:v>
              </c:pt>
              <c:pt idx="11">
                <c:v>1500</c:v>
              </c:pt>
              <c:pt idx="12">
                <c:v>2500</c:v>
              </c:pt>
            </c:numLit>
          </c:cat>
          <c:val>
            <c:numLit>
              <c:formatCode>0.0</c:formatCode>
              <c:ptCount val="13"/>
              <c:pt idx="0">
                <c:v>-40</c:v>
              </c:pt>
              <c:pt idx="1">
                <c:v>-25.79107059824155</c:v>
              </c:pt>
              <c:pt idx="2">
                <c:v>-20.704052282467146</c:v>
              </c:pt>
              <c:pt idx="3">
                <c:v>-18.22216051638653</c:v>
              </c:pt>
              <c:pt idx="4">
                <c:v>-17.150169484444742</c:v>
              </c:pt>
              <c:pt idx="5">
                <c:v>-16.483536573507447</c:v>
              </c:pt>
              <c:pt idx="6">
                <c:v>-16.146078054610204</c:v>
              </c:pt>
              <c:pt idx="7">
                <c:v>-15.757294963801796</c:v>
              </c:pt>
              <c:pt idx="8">
                <c:v>-15.279235390100038</c:v>
              </c:pt>
              <c:pt idx="9">
                <c:v>-14.586164975301575</c:v>
              </c:pt>
              <c:pt idx="10">
                <c:v>-13.905168791070906</c:v>
              </c:pt>
              <c:pt idx="11">
                <c:v>-13.725451124138164</c:v>
              </c:pt>
              <c:pt idx="12">
                <c:v>-13.557133705952488</c:v>
              </c:pt>
            </c:numLit>
          </c:val>
        </c:ser>
        <c:ser>
          <c:idx val="2"/>
          <c:order val="2"/>
          <c:tx>
            <c:v>propagator</c:v>
          </c:tx>
          <c:spPr>
            <a:ln xmlns:a="http://schemas.openxmlformats.org/drawingml/2006/main" w="21908">
              <a:solidFill>
                <a:srgbClr val="72B51F"/>
              </a:solidFill>
              <a:prstDash val="solid"/>
            </a:ln>
          </c:spPr>
          <c:marker>
            <c:symbol val="square"/>
            <c:size val="5"/>
            <c:spPr>
              <a:solidFill xmlns:a="http://schemas.openxmlformats.org/drawingml/2006/main">
                <a:srgbClr val="72B51F"/>
              </a:solidFill>
            </c:spPr>
          </c:marker>
          <c:cat>
            <c:numLit>
              <c:formatCode>General</c:formatCode>
              <c:ptCount val="1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30</c:v>
              </c:pt>
              <c:pt idx="7">
                <c:v>50</c:v>
              </c:pt>
              <c:pt idx="8">
                <c:v>100</c:v>
              </c:pt>
              <c:pt idx="9">
                <c:v>300</c:v>
              </c:pt>
              <c:pt idx="10">
                <c:v>1000</c:v>
              </c:pt>
              <c:pt idx="11">
                <c:v>1500</c:v>
              </c:pt>
              <c:pt idx="12">
                <c:v>2500</c:v>
              </c:pt>
            </c:numLit>
          </c:cat>
          <c:val>
            <c:numLit>
              <c:formatCode>0.0</c:formatCode>
              <c:ptCount val="13"/>
              <c:pt idx="0">
                <c:v>-34.37145221443571</c:v>
              </c:pt>
              <c:pt idx="1">
                <c:v>-23.033077215064523</c:v>
              </c:pt>
              <c:pt idx="2">
                <c:v>-19.96185047659293</c:v>
              </c:pt>
              <c:pt idx="3">
                <c:v>-18.14821463941765</c:v>
              </c:pt>
              <c:pt idx="4">
                <c:v>-17.13306542872919</c:v>
              </c:pt>
              <c:pt idx="5">
                <c:v>-16.48191708656549</c:v>
              </c:pt>
              <c:pt idx="6">
                <c:v>-16.146983194870305</c:v>
              </c:pt>
              <c:pt idx="7">
                <c:v>-15.756912579149276</c:v>
              </c:pt>
              <c:pt idx="8">
                <c:v>-15.279677007177709</c:v>
              </c:pt>
              <c:pt idx="9">
                <c:v>-14.587866940562103</c:v>
              </c:pt>
              <c:pt idx="10">
                <c:v>-13.90837716213176</c:v>
              </c:pt>
              <c:pt idx="11">
                <c:v>-13.728404561158268</c:v>
              </c:pt>
              <c:pt idx="12">
                <c:v>-13.559487941709044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E/N [Td]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k [m³/s]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10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Ar ionization threshold 15.8 eV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lineChart>
        <c:grouping val="standard"/>
        <c:ser>
          <c:idx val="0"/>
          <c:order val="0"/>
          <c:tx>
            <c:v>two_term</c:v>
          </c:tx>
          <c:spPr>
            <a:ln xmlns:a="http://schemas.openxmlformats.org/drawingml/2006/main" w="21908">
              <a:solidFill>
                <a:srgbClr val="007FAE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AE"/>
              </a:solidFill>
            </c:spPr>
          </c:marker>
          <c:cat>
            <c:numLit>
              <c:formatCode>General</c:formatCode>
              <c:ptCount val="1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30</c:v>
              </c:pt>
              <c:pt idx="7">
                <c:v>50</c:v>
              </c:pt>
              <c:pt idx="8">
                <c:v>100</c:v>
              </c:pt>
              <c:pt idx="9">
                <c:v>300</c:v>
              </c:pt>
              <c:pt idx="10">
                <c:v>1000</c:v>
              </c:pt>
              <c:pt idx="11">
                <c:v>1500</c:v>
              </c:pt>
              <c:pt idx="12">
                <c:v>2500</c:v>
              </c:pt>
            </c:numLit>
          </c:cat>
          <c:val>
            <c:numLit>
              <c:formatCode>0.0</c:formatCode>
              <c:ptCount val="13"/>
              <c:pt idx="0">
                <c:v>-28.895356092705867</c:v>
              </c:pt>
              <c:pt idx="1">
                <c:v>-28.908544561102964</c:v>
              </c:pt>
              <c:pt idx="2">
                <c:v>-29.04148669096494</c:v>
              </c:pt>
              <c:pt idx="3">
                <c:v>-28.35428750915649</c:v>
              </c:pt>
              <c:pt idx="4">
                <c:v>-22.57948749144872</c:v>
              </c:pt>
              <c:pt idx="5">
                <c:v>-19.43439500211997</c:v>
              </c:pt>
              <c:pt idx="6">
                <c:v>-18.247156407257446</c:v>
              </c:pt>
              <c:pt idx="7">
                <c:v>-17.141834454953447</c:v>
              </c:pt>
              <c:pt idx="8">
                <c:v>-16.06739378288982</c:v>
              </c:pt>
              <c:pt idx="9">
                <c:v>-14.862023112876138</c:v>
              </c:pt>
              <c:pt idx="10">
                <c:v>-13.835376953562381</c:v>
              </c:pt>
              <c:pt idx="11">
                <c:v>-13.550750233375442</c:v>
              </c:pt>
              <c:pt idx="12">
                <c:v>-13.255071963942669</c:v>
              </c:pt>
            </c:numLit>
          </c:val>
        </c:ser>
        <c:ser>
          <c:idx val="1"/>
          <c:order val="1"/>
          <c:tx>
            <c:v>monte_carlo</c:v>
          </c:tx>
          <c:spPr>
            <a:ln xmlns:a="http://schemas.openxmlformats.org/drawingml/2006/main" w="21908">
              <a:solidFill>
                <a:srgbClr val="B87900"/>
              </a:solidFill>
              <a:prstDash val="dash"/>
            </a:ln>
          </c:spPr>
          <c:marker>
            <c:symbol val="diamond"/>
            <c:size val="5"/>
            <c:spPr>
              <a:solidFill xmlns:a="http://schemas.openxmlformats.org/drawingml/2006/main">
                <a:srgbClr val="B87900"/>
              </a:solidFill>
            </c:spPr>
          </c:marker>
          <c:cat>
            <c:numLit>
              <c:formatCode>General</c:formatCode>
              <c:ptCount val="1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30</c:v>
              </c:pt>
              <c:pt idx="7">
                <c:v>50</c:v>
              </c:pt>
              <c:pt idx="8">
                <c:v>100</c:v>
              </c:pt>
              <c:pt idx="9">
                <c:v>300</c:v>
              </c:pt>
              <c:pt idx="10">
                <c:v>1000</c:v>
              </c:pt>
              <c:pt idx="11">
                <c:v>1500</c:v>
              </c:pt>
              <c:pt idx="12">
                <c:v>2500</c:v>
              </c:pt>
            </c:numLit>
          </c:cat>
          <c:val>
            <c:numLit>
              <c:formatCode>0.0</c:formatCode>
              <c:ptCount val="13"/>
              <c:pt idx="0">
                <c:v>-40</c:v>
              </c:pt>
              <c:pt idx="1">
                <c:v>-40</c:v>
              </c:pt>
              <c:pt idx="2">
                <c:v>-40</c:v>
              </c:pt>
              <c:pt idx="3">
                <c:v>-32.04999659779915</c:v>
              </c:pt>
              <c:pt idx="4">
                <c:v>-23.908972789658016</c:v>
              </c:pt>
              <c:pt idx="5">
                <c:v>-19.416462710008158</c:v>
              </c:pt>
              <c:pt idx="6">
                <c:v>-18.230030862399857</c:v>
              </c:pt>
              <c:pt idx="7">
                <c:v>-17.131108209658183</c:v>
              </c:pt>
              <c:pt idx="8">
                <c:v>-16.066339402211522</c:v>
              </c:pt>
              <c:pt idx="9">
                <c:v>-14.860967414277681</c:v>
              </c:pt>
              <c:pt idx="10">
                <c:v>-13.834607411067504</c:v>
              </c:pt>
              <c:pt idx="11">
                <c:v>-13.552837387993678</c:v>
              </c:pt>
              <c:pt idx="12">
                <c:v>-13.262706646301577</c:v>
              </c:pt>
            </c:numLit>
          </c:val>
        </c:ser>
        <c:ser>
          <c:idx val="2"/>
          <c:order val="2"/>
          <c:tx>
            <c:v>propagator</c:v>
          </c:tx>
          <c:spPr>
            <a:ln xmlns:a="http://schemas.openxmlformats.org/drawingml/2006/main" w="21908">
              <a:solidFill>
                <a:srgbClr val="72B51F"/>
              </a:solidFill>
              <a:prstDash val="solid"/>
            </a:ln>
          </c:spPr>
          <c:marker>
            <c:symbol val="square"/>
            <c:size val="5"/>
            <c:spPr>
              <a:solidFill xmlns:a="http://schemas.openxmlformats.org/drawingml/2006/main">
                <a:srgbClr val="72B51F"/>
              </a:solidFill>
            </c:spPr>
          </c:marker>
          <c:cat>
            <c:numLit>
              <c:formatCode>General</c:formatCode>
              <c:ptCount val="13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5</c:v>
              </c:pt>
              <c:pt idx="4">
                <c:v>10</c:v>
              </c:pt>
              <c:pt idx="5">
                <c:v>20</c:v>
              </c:pt>
              <c:pt idx="6">
                <c:v>30</c:v>
              </c:pt>
              <c:pt idx="7">
                <c:v>50</c:v>
              </c:pt>
              <c:pt idx="8">
                <c:v>100</c:v>
              </c:pt>
              <c:pt idx="9">
                <c:v>300</c:v>
              </c:pt>
              <c:pt idx="10">
                <c:v>1000</c:v>
              </c:pt>
              <c:pt idx="11">
                <c:v>1500</c:v>
              </c:pt>
              <c:pt idx="12">
                <c:v>2500</c:v>
              </c:pt>
            </c:numLit>
          </c:cat>
          <c:val>
            <c:numLit>
              <c:formatCode>0.0</c:formatCode>
              <c:ptCount val="13"/>
              <c:pt idx="0">
                <c:v>-40</c:v>
              </c:pt>
              <c:pt idx="1">
                <c:v>-40</c:v>
              </c:pt>
              <c:pt idx="2">
                <c:v>-36.50378644956001</c:v>
              </c:pt>
              <c:pt idx="3">
                <c:v>-28.311641498818002</c:v>
              </c:pt>
              <c:pt idx="4">
                <c:v>-22.493593322215904</c:v>
              </c:pt>
              <c:pt idx="5">
                <c:v>-19.40547356332827</c:v>
              </c:pt>
              <c:pt idx="6">
                <c:v>-18.23106088230288</c:v>
              </c:pt>
              <c:pt idx="7">
                <c:v>-17.13413283857001</c:v>
              </c:pt>
              <c:pt idx="8">
                <c:v>-16.06528719917819</c:v>
              </c:pt>
              <c:pt idx="9">
                <c:v>-14.863477892935862</c:v>
              </c:pt>
              <c:pt idx="10">
                <c:v>-13.83915405267146</c:v>
              </c:pt>
              <c:pt idx="11">
                <c:v>-13.557356283180637</c:v>
              </c:pt>
              <c:pt idx="12">
                <c:v>-13.26686318029629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E/N [Td]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k [m³/s]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1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two_term</c:v>
          </c:tx>
          <c:spPr>
            <a:ln xmlns:a="http://schemas.openxmlformats.org/drawingml/2006/main" w="20955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-1.5915549267705011</c:v>
              </c:pt>
              <c:pt idx="1">
                <c:v>-1.5474396153886918</c:v>
              </c:pt>
              <c:pt idx="2">
                <c:v>-1.5039336122469584</c:v>
              </c:pt>
              <c:pt idx="3">
                <c:v>-1.4663519058440888</c:v>
              </c:pt>
              <c:pt idx="4">
                <c:v>-1.4287701994412194</c:v>
              </c:pt>
              <c:pt idx="5">
                <c:v>-1.39118849303835</c:v>
              </c:pt>
              <c:pt idx="6">
                <c:v>-1.3536067866354804</c:v>
              </c:pt>
              <c:pt idx="7">
                <c:v>-1.3170952367843811</c:v>
              </c:pt>
              <c:pt idx="8">
                <c:v>-1.2811767562425642</c:v>
              </c:pt>
              <c:pt idx="9">
                <c:v>-1.2452582757007473</c:v>
              </c:pt>
              <c:pt idx="10">
                <c:v>-1.2095037266056508</c:v>
              </c:pt>
              <c:pt idx="11">
                <c:v>-1.1741937740109556</c:v>
              </c:pt>
              <c:pt idx="12">
                <c:v>-1.1388838214162602</c:v>
              </c:pt>
              <c:pt idx="13">
                <c:v>-1.1037850200052706</c:v>
              </c:pt>
              <c:pt idx="14">
                <c:v>-1.0688396568739356</c:v>
              </c:pt>
              <c:pt idx="15">
                <c:v>-1.033934057307588</c:v>
              </c:pt>
              <c:pt idx="16">
                <c:v>-0.9991022724503351</c:v>
              </c:pt>
              <c:pt idx="17">
                <c:v>-0.9643496471303628</c:v>
              </c:pt>
              <c:pt idx="18">
                <c:v>-0.9296936840050494</c:v>
              </c:pt>
              <c:pt idx="19">
                <c:v>-0.8950436083434119</c:v>
              </c:pt>
              <c:pt idx="20">
                <c:v>-0.8604202191567248</c:v>
              </c:pt>
              <c:pt idx="21">
                <c:v>-0.8258487745637169</c:v>
              </c:pt>
              <c:pt idx="22">
                <c:v>-0.7913439632250319</c:v>
              </c:pt>
              <c:pt idx="23">
                <c:v>-0.756867439629651</c:v>
              </c:pt>
              <c:pt idx="24">
                <c:v>-0.7224073873594686</c:v>
              </c:pt>
              <c:pt idx="25">
                <c:v>-0.6879764154193614</c:v>
              </c:pt>
              <c:pt idx="26">
                <c:v>-0.6535619908855897</c:v>
              </c:pt>
              <c:pt idx="27">
                <c:v>-0.6191661806265799</c:v>
              </c:pt>
              <c:pt idx="28">
                <c:v>-0.58479651066731</c:v>
              </c:pt>
              <c:pt idx="29">
                <c:v>-0.5504412872520486</c:v>
              </c:pt>
              <c:pt idx="30">
                <c:v>-0.5161064814699294</c:v>
              </c:pt>
              <c:pt idx="31">
                <c:v>-0.48179415667055964</c:v>
              </c:pt>
              <c:pt idx="32">
                <c:v>-0.44752545855381937</c:v>
              </c:pt>
              <c:pt idx="33">
                <c:v>-0.413317718459919</c:v>
              </c:pt>
              <c:pt idx="34">
                <c:v>-0.3792041069264055</c:v>
              </c:pt>
              <c:pt idx="35">
                <c:v>-0.3452398363858628</c:v>
              </c:pt>
              <c:pt idx="36">
                <c:v>-0.3115126991620465</c:v>
              </c:pt>
              <c:pt idx="37">
                <c:v>-0.27812082189099696</c:v>
              </c:pt>
              <c:pt idx="38">
                <c:v>-0.24516557517166873</c:v>
              </c:pt>
              <c:pt idx="39">
                <c:v>-0.21284361957462974</c:v>
              </c:pt>
              <c:pt idx="40">
                <c:v>-0.18154575880550777</c:v>
              </c:pt>
              <c:pt idx="41">
                <c:v>-0.15190146372935168</c:v>
              </c:pt>
              <c:pt idx="42">
                <c:v>-0.12539448812141085</c:v>
              </c:pt>
              <c:pt idx="43">
                <c:v>-0.10595398505323356</c:v>
              </c:pt>
              <c:pt idx="44">
                <c:v>-0.1047205741325561</c:v>
              </c:pt>
              <c:pt idx="45">
                <c:v>-0.1502591026076158</c:v>
              </c:pt>
              <c:pt idx="46">
                <c:v>-0.32083783584863373</c:v>
              </c:pt>
              <c:pt idx="47">
                <c:v>-0.9933111325315596</c:v>
              </c:pt>
              <c:pt idx="48">
                <c:v>-4.252929230058289</c:v>
              </c:pt>
              <c:pt idx="49">
                <c:v>-7.95</c:v>
              </c:pt>
              <c:pt idx="50">
                <c:v>-7.95</c:v>
              </c:pt>
              <c:pt idx="51">
                <c:v>-7.95</c:v>
              </c:pt>
              <c:pt idx="52">
                <c:v>-7.95</c:v>
              </c:pt>
              <c:pt idx="53">
                <c:v>-7.95</c:v>
              </c:pt>
              <c:pt idx="54">
                <c:v>-7.95</c:v>
              </c:pt>
              <c:pt idx="55">
                <c:v>-7.95</c:v>
              </c:pt>
              <c:pt idx="56">
                <c:v>-7.95</c:v>
              </c:pt>
              <c:pt idx="57">
                <c:v>-7.95</c:v>
              </c:pt>
              <c:pt idx="58">
                <c:v>-7.95</c:v>
              </c:pt>
              <c:pt idx="59">
                <c:v>-7.95</c:v>
              </c:pt>
              <c:pt idx="60">
                <c:v>-7.95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1"/>
          <c:order val="1"/>
          <c:tx>
            <c:v>monte_carlo</c:v>
          </c:tx>
          <c:spPr>
            <a:ln xmlns:a="http://schemas.openxmlformats.org/drawingml/2006/main" w="20955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-1.6081764622979358</c:v>
              </c:pt>
              <c:pt idx="1">
                <c:v>-1.5296268301712357</c:v>
              </c:pt>
              <c:pt idx="2">
                <c:v>-1.499232408650339</c:v>
              </c:pt>
              <c:pt idx="3">
                <c:v>-1.3902933395213257</c:v>
              </c:pt>
              <c:pt idx="4">
                <c:v>-1.34288089614401</c:v>
              </c:pt>
              <c:pt idx="5">
                <c:v>-1.3311063130177267</c:v>
              </c:pt>
              <c:pt idx="6">
                <c:v>-1.2867732507734095</c:v>
              </c:pt>
              <c:pt idx="7">
                <c:v>-1.2721236360226125</c:v>
              </c:pt>
              <c:pt idx="8">
                <c:v>-1.2642605674154794</c:v>
              </c:pt>
              <c:pt idx="9">
                <c:v>-1.23076861040948</c:v>
              </c:pt>
              <c:pt idx="10">
                <c:v>-1.1836948998963017</c:v>
              </c:pt>
              <c:pt idx="11">
                <c:v>-1.169115769254425</c:v>
              </c:pt>
              <c:pt idx="12">
                <c:v>-1.1403145655797349</c:v>
              </c:pt>
              <c:pt idx="13">
                <c:v>-1.1253413709831863</c:v>
              </c:pt>
              <c:pt idx="14">
                <c:v>-1.0543713646718498</c:v>
              </c:pt>
              <c:pt idx="15">
                <c:v>-1.0285581977539258</c:v>
              </c:pt>
              <c:pt idx="16">
                <c:v>-0.9887374992324284</c:v>
              </c:pt>
              <c:pt idx="17">
                <c:v>-0.9591520886233514</c:v>
              </c:pt>
              <c:pt idx="18">
                <c:v>-0.9487078846324727</c:v>
              </c:pt>
              <c:pt idx="19">
                <c:v>-0.8786304709861039</c:v>
              </c:pt>
              <c:pt idx="20">
                <c:v>-0.8321106179619597</c:v>
              </c:pt>
              <c:pt idx="21">
                <c:v>-0.8017031924527204</c:v>
              </c:pt>
              <c:pt idx="22">
                <c:v>-0.7963788077172756</c:v>
              </c:pt>
              <c:pt idx="23">
                <c:v>-0.7545874154573893</c:v>
              </c:pt>
              <c:pt idx="24">
                <c:v>-0.738755339204032</c:v>
              </c:pt>
              <c:pt idx="25">
                <c:v>-0.699571275283045</c:v>
              </c:pt>
              <c:pt idx="26">
                <c:v>-0.675374393186194</c:v>
              </c:pt>
              <c:pt idx="27">
                <c:v>-0.639113246088831</c:v>
              </c:pt>
              <c:pt idx="28">
                <c:v>-0.5991552256483131</c:v>
              </c:pt>
              <c:pt idx="29">
                <c:v>-0.5607611136660402</c:v>
              </c:pt>
              <c:pt idx="30">
                <c:v>-0.5254290975889396</c:v>
              </c:pt>
              <c:pt idx="31">
                <c:v>-0.49579662072221475</c:v>
              </c:pt>
              <c:pt idx="32">
                <c:v>-0.4597311173693926</c:v>
              </c:pt>
              <c:pt idx="33">
                <c:v>-0.4216504555522272</c:v>
              </c:pt>
              <c:pt idx="34">
                <c:v>-0.38633234410474965</c:v>
              </c:pt>
              <c:pt idx="35">
                <c:v>-0.3430638758027772</c:v>
              </c:pt>
              <c:pt idx="36">
                <c:v>-0.31235368380818246</c:v>
              </c:pt>
              <c:pt idx="37">
                <c:v>-0.28296290672880353</c:v>
              </c:pt>
              <c:pt idx="38">
                <c:v>-0.2543573784628163</c:v>
              </c:pt>
              <c:pt idx="39">
                <c:v>-0.21715886341637722</c:v>
              </c:pt>
              <c:pt idx="40">
                <c:v>-0.18240645690059207</c:v>
              </c:pt>
              <c:pt idx="41">
                <c:v>-0.15281575069854617</c:v>
              </c:pt>
              <c:pt idx="42">
                <c:v>-0.12202534326351257</c:v>
              </c:pt>
              <c:pt idx="43">
                <c:v>-0.10235222022112773</c:v>
              </c:pt>
              <c:pt idx="44">
                <c:v>-0.10227904922277219</c:v>
              </c:pt>
              <c:pt idx="45">
                <c:v>-0.1458268361486757</c:v>
              </c:pt>
              <c:pt idx="46">
                <c:v>-0.3256030610028451</c:v>
              </c:pt>
              <c:pt idx="47">
                <c:v>-0.9986452082962134</c:v>
              </c:pt>
              <c:pt idx="48">
                <c:v>-4.400924178807879</c:v>
              </c:pt>
              <c:pt idx="49">
                <c:v>-7.95</c:v>
              </c:pt>
              <c:pt idx="50">
                <c:v>-7.95</c:v>
              </c:pt>
              <c:pt idx="51">
                <c:v>-7.95</c:v>
              </c:pt>
              <c:pt idx="52">
                <c:v>-7.95</c:v>
              </c:pt>
              <c:pt idx="53">
                <c:v>-7.95</c:v>
              </c:pt>
              <c:pt idx="54">
                <c:v>-7.95</c:v>
              </c:pt>
              <c:pt idx="55">
                <c:v>-7.95</c:v>
              </c:pt>
              <c:pt idx="56">
                <c:v>-7.95</c:v>
              </c:pt>
              <c:pt idx="57">
                <c:v>-7.95</c:v>
              </c:pt>
              <c:pt idx="58">
                <c:v>-7.95</c:v>
              </c:pt>
              <c:pt idx="59">
                <c:v>-7.95</c:v>
              </c:pt>
              <c:pt idx="60">
                <c:v>-7.95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2"/>
          <c:order val="2"/>
          <c:tx>
            <c:v>propagator</c:v>
          </c:tx>
          <c:spPr>
            <a:ln xmlns:a="http://schemas.openxmlformats.org/drawingml/2006/main" w="20955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-1.5536485568080949</c:v>
              </c:pt>
              <c:pt idx="1">
                <c:v>-1.5184044332910966</c:v>
              </c:pt>
              <c:pt idx="2">
                <c:v>-1.483429034790011</c:v>
              </c:pt>
              <c:pt idx="3">
                <c:v>-1.4485795046513978</c:v>
              </c:pt>
              <c:pt idx="4">
                <c:v>-1.4137299745127851</c:v>
              </c:pt>
              <c:pt idx="5">
                <c:v>-1.378880444374172</c:v>
              </c:pt>
              <c:pt idx="6">
                <c:v>-1.3441117471102682</c:v>
              </c:pt>
              <c:pt idx="7">
                <c:v>-1.3094046082885986</c:v>
              </c:pt>
              <c:pt idx="8">
                <c:v>-1.2746974694669289</c:v>
              </c:pt>
              <c:pt idx="9">
                <c:v>-1.240020104267789</c:v>
              </c:pt>
              <c:pt idx="10">
                <c:v>-1.2053783396345867</c:v>
              </c:pt>
              <c:pt idx="11">
                <c:v>-1.170736575001384</c:v>
              </c:pt>
              <c:pt idx="12">
                <c:v>-1.1361334072389428</c:v>
              </c:pt>
              <c:pt idx="13">
                <c:v>-1.1015320413681053</c:v>
              </c:pt>
              <c:pt idx="14">
                <c:v>-1.0669478613380277</c:v>
              </c:pt>
              <c:pt idx="15">
                <c:v>-1.0323674696475609</c:v>
              </c:pt>
              <c:pt idx="16">
                <c:v>-0.9978014435405974</c:v>
              </c:pt>
              <c:pt idx="17">
                <c:v>-0.9632447981755388</c:v>
              </c:pt>
              <c:pt idx="18">
                <c:v>-0.928698700962171</c:v>
              </c:pt>
              <c:pt idx="19">
                <c:v>-0.8941636197171672</c:v>
              </c:pt>
              <c:pt idx="20">
                <c:v>-0.8596385866442348</c:v>
              </c:pt>
              <c:pt idx="21">
                <c:v>-0.8251251323813305</c:v>
              </c:pt>
              <c:pt idx="22">
                <c:v>-0.7906270648318091</c:v>
              </c:pt>
              <c:pt idx="23">
                <c:v>-0.7561467862832746</c:v>
              </c:pt>
              <c:pt idx="24">
                <c:v>-0.7216849284490695</c:v>
              </c:pt>
              <c:pt idx="25">
                <c:v>-0.6872452242237356</c:v>
              </c:pt>
              <c:pt idx="26">
                <c:v>-0.6528202965740725</c:v>
              </c:pt>
              <c:pt idx="27">
                <c:v>-0.6184138486068482</c:v>
              </c:pt>
              <c:pt idx="28">
                <c:v>-0.5840315746623055</c:v>
              </c:pt>
              <c:pt idx="29">
                <c:v>-0.5496714054223135</c:v>
              </c:pt>
              <c:pt idx="30">
                <c:v>-0.5153382096744135</c:v>
              </c:pt>
              <c:pt idx="31">
                <c:v>-0.4810404687051517</c:v>
              </c:pt>
              <c:pt idx="32">
                <c:v>-0.4467898519304092</c:v>
              </c:pt>
              <c:pt idx="33">
                <c:v>-0.41260649111943953</c:v>
              </c:pt>
              <c:pt idx="34">
                <c:v>-0.3785279808448346</c:v>
              </c:pt>
              <c:pt idx="35">
                <c:v>-0.3446072231641104</c:v>
              </c:pt>
              <c:pt idx="36">
                <c:v>-0.3109487959258918</c:v>
              </c:pt>
              <c:pt idx="37">
                <c:v>-0.27762321177804405</c:v>
              </c:pt>
              <c:pt idx="38">
                <c:v>-0.24471672275943746</c:v>
              </c:pt>
              <c:pt idx="39">
                <c:v>-0.21243480694184116</c:v>
              </c:pt>
              <c:pt idx="40">
                <c:v>-0.18114798665700926</c:v>
              </c:pt>
              <c:pt idx="41">
                <c:v>-0.15150765318364848</c:v>
              </c:pt>
              <c:pt idx="42">
                <c:v>-0.12502836145751</c:v>
              </c:pt>
              <c:pt idx="43">
                <c:v>-0.10554266021714742</c:v>
              </c:pt>
              <c:pt idx="44">
                <c:v>-0.10430391418629294</c:v>
              </c:pt>
              <c:pt idx="45">
                <c:v>-0.1502899758096875</c:v>
              </c:pt>
              <c:pt idx="46">
                <c:v>-0.32097911381023253</c:v>
              </c:pt>
              <c:pt idx="47">
                <c:v>-1.0018448962929745</c:v>
              </c:pt>
              <c:pt idx="48">
                <c:v>-4.252949235618614</c:v>
              </c:pt>
              <c:pt idx="49">
                <c:v>-7.95</c:v>
              </c:pt>
              <c:pt idx="50">
                <c:v>-7.95</c:v>
              </c:pt>
              <c:pt idx="51">
                <c:v>-7.95</c:v>
              </c:pt>
              <c:pt idx="52">
                <c:v>-7.95</c:v>
              </c:pt>
              <c:pt idx="53">
                <c:v>-7.95</c:v>
              </c:pt>
              <c:pt idx="54">
                <c:v>-7.95</c:v>
              </c:pt>
              <c:pt idx="55">
                <c:v>-7.95</c:v>
              </c:pt>
              <c:pt idx="56">
                <c:v>-7.95</c:v>
              </c:pt>
              <c:pt idx="57">
                <c:v>-7.95</c:v>
              </c:pt>
              <c:pt idx="58">
                <c:v>-7.95</c:v>
              </c:pt>
              <c:pt idx="59">
                <c:v>-7.95</c:v>
              </c:pt>
              <c:pt idx="60">
                <c:v>-7.95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p(ε) [eV⁻¹]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.9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1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two_term</c:v>
          </c:tx>
          <c:spPr>
            <a:ln xmlns:a="http://schemas.openxmlformats.org/drawingml/2006/main" w="20955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-1.7834249239492588</c:v>
              </c:pt>
              <c:pt idx="1">
                <c:v>-1.7393095263731488</c:v>
              </c:pt>
              <c:pt idx="2">
                <c:v>-1.6958034344197594</c:v>
              </c:pt>
              <c:pt idx="3">
                <c:v>-1.658221613756721</c:v>
              </c:pt>
              <c:pt idx="4">
                <c:v>-1.6206397930936827</c:v>
              </c:pt>
              <c:pt idx="5">
                <c:v>-1.5830579724306442</c:v>
              </c:pt>
              <c:pt idx="6">
                <c:v>-1.5454761517676057</c:v>
              </c:pt>
              <c:pt idx="7">
                <c:v>-1.5089644207149848</c:v>
              </c:pt>
              <c:pt idx="8">
                <c:v>-1.4730457218734652</c:v>
              </c:pt>
              <c:pt idx="9">
                <c:v>-1.4371270230319455</c:v>
              </c:pt>
              <c:pt idx="10">
                <c:v>-1.4013722002605038</c:v>
              </c:pt>
              <c:pt idx="11">
                <c:v>-1.3660618238031392</c:v>
              </c:pt>
              <c:pt idx="12">
                <c:v>-1.3307514473457747</c:v>
              </c:pt>
              <c:pt idx="13">
                <c:v>-1.2956520475952653</c:v>
              </c:pt>
              <c:pt idx="14">
                <c:v>-1.260705959336451</c:v>
              </c:pt>
              <c:pt idx="15">
                <c:v>-1.2257994889454884</c:v>
              </c:pt>
              <c:pt idx="16">
                <c:v>-1.1909665628001538</c:v>
              </c:pt>
              <c:pt idx="17">
                <c:v>-1.1561993408277547</c:v>
              </c:pt>
              <c:pt idx="18">
                <c:v>-1.1215123506223974</c:v>
              </c:pt>
              <c:pt idx="19">
                <c:v>-1.086825947728276</c:v>
              </c:pt>
              <c:pt idx="20">
                <c:v>-1.0521656405331556</c:v>
              </c:pt>
              <c:pt idx="21">
                <c:v>-1.017558782357005</c:v>
              </c:pt>
              <c:pt idx="22">
                <c:v>-0.9830167436486043</c:v>
              </c:pt>
              <c:pt idx="23">
                <c:v>-0.9484619211257941</c:v>
              </c:pt>
              <c:pt idx="24">
                <c:v>-0.9139198928855145</c:v>
              </c:pt>
              <c:pt idx="25">
                <c:v>-0.8794008247195922</c:v>
              </c:pt>
              <c:pt idx="26">
                <c:v>-0.8448697390270938</c:v>
              </c:pt>
              <c:pt idx="27">
                <c:v>-0.81035436410786</c:v>
              </c:pt>
              <c:pt idx="28">
                <c:v>-0.7758320371515909</c:v>
              </c:pt>
              <c:pt idx="29">
                <c:v>-0.7413060542350992</c:v>
              </c:pt>
              <c:pt idx="30">
                <c:v>-0.7067760068225917</c:v>
              </c:pt>
              <c:pt idx="31">
                <c:v>-0.6722364866514003</c:v>
              </c:pt>
              <c:pt idx="32">
                <c:v>-0.637689343517658</c:v>
              </c:pt>
              <c:pt idx="33">
                <c:v>-0.603135843580071</c:v>
              </c:pt>
              <c:pt idx="34">
                <c:v>-0.5685769333787571</c:v>
              </c:pt>
              <c:pt idx="35">
                <c:v>-0.5340173248876137</c:v>
              </c:pt>
              <c:pt idx="36">
                <c:v>-0.4994611854163646</c:v>
              </c:pt>
              <c:pt idx="37">
                <c:v>-0.46491497707099677</c:v>
              </c:pt>
              <c:pt idx="38">
                <c:v>-0.4303873595282834</c:v>
              </c:pt>
              <c:pt idx="39">
                <c:v>-0.39590578246676095</c:v>
              </c:pt>
              <c:pt idx="40">
                <c:v>-0.3615428074040379</c:v>
              </c:pt>
              <c:pt idx="41">
                <c:v>-0.3275066390118808</c:v>
              </c:pt>
              <c:pt idx="42">
                <c:v>-0.29443406749708795</c:v>
              </c:pt>
              <c:pt idx="43">
                <c:v>-0.2638225288173557</c:v>
              </c:pt>
              <c:pt idx="44">
                <c:v>-0.23915853800850514</c:v>
              </c:pt>
              <c:pt idx="45">
                <c:v>-0.22829876033329638</c:v>
              </c:pt>
              <c:pt idx="46">
                <c:v>-0.24820325101323096</c:v>
              </c:pt>
              <c:pt idx="47">
                <c:v>-0.34674124505063714</c:v>
              </c:pt>
              <c:pt idx="48">
                <c:v>-0.6744716889175251</c:v>
              </c:pt>
              <c:pt idx="49">
                <c:v>-1.1772057311298278</c:v>
              </c:pt>
              <c:pt idx="50">
                <c:v>-1.649001729888162</c:v>
              </c:pt>
              <c:pt idx="51">
                <c:v>-1.9296413887023791</c:v>
              </c:pt>
              <c:pt idx="52">
                <c:v>-2.0705477512096935</c:v>
              </c:pt>
              <c:pt idx="53">
                <c:v>-2.176138218965806</c:v>
              </c:pt>
              <c:pt idx="54">
                <c:v>-2.268405631601751</c:v>
              </c:pt>
              <c:pt idx="55">
                <c:v>-2.401159388900593</c:v>
              </c:pt>
              <c:pt idx="56">
                <c:v>-2.6309769664168488</c:v>
              </c:pt>
              <c:pt idx="57">
                <c:v>-3.1564369043097034</c:v>
              </c:pt>
              <c:pt idx="58">
                <c:v>-4.202584304415913</c:v>
              </c:pt>
              <c:pt idx="59">
                <c:v>-5.784221199381843</c:v>
              </c:pt>
              <c:pt idx="60">
                <c:v>-7.95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1"/>
          <c:order val="1"/>
          <c:tx>
            <c:v>monte_carlo</c:v>
          </c:tx>
          <c:spPr>
            <a:ln xmlns:a="http://schemas.openxmlformats.org/drawingml/2006/main" w="20955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-1.7920651263416907</c:v>
              </c:pt>
              <c:pt idx="1">
                <c:v>-1.718358870107546</c:v>
              </c:pt>
              <c:pt idx="2">
                <c:v>-1.6881738323504096</c:v>
              </c:pt>
              <c:pt idx="3">
                <c:v>-1.6523278988409476</c:v>
              </c:pt>
              <c:pt idx="4">
                <c:v>-1.6333610156794767</c:v>
              </c:pt>
              <c:pt idx="5">
                <c:v>-1.6084529398623437</c:v>
              </c:pt>
              <c:pt idx="6">
                <c:v>-1.5521406794767565</c:v>
              </c:pt>
              <c:pt idx="7">
                <c:v>-1.533593706321892</c:v>
              </c:pt>
              <c:pt idx="8">
                <c:v>-1.485027296556219</c:v>
              </c:pt>
              <c:pt idx="9">
                <c:v>-1.4558309681903785</c:v>
              </c:pt>
              <c:pt idx="10">
                <c:v>-1.4481798492696736</c:v>
              </c:pt>
              <c:pt idx="11">
                <c:v>-1.3950518719984921</c:v>
              </c:pt>
              <c:pt idx="12">
                <c:v>-1.36704918259</c:v>
              </c:pt>
              <c:pt idx="13">
                <c:v>-1.3459488782878997</c:v>
              </c:pt>
              <c:pt idx="14">
                <c:v>-1.3104867720279558</c:v>
              </c:pt>
              <c:pt idx="15">
                <c:v>-1.2390493282741117</c:v>
              </c:pt>
              <c:pt idx="16">
                <c:v>-1.2099625145659876</c:v>
              </c:pt>
              <c:pt idx="17">
                <c:v>-1.182784285847978</c:v>
              </c:pt>
              <c:pt idx="18">
                <c:v>-1.1510979236256291</c:v>
              </c:pt>
              <c:pt idx="19">
                <c:v>-1.1107191315349512</c:v>
              </c:pt>
              <c:pt idx="20">
                <c:v>-1.0735413652862902</c:v>
              </c:pt>
              <c:pt idx="21">
                <c:v>-1.034254433424137</c:v>
              </c:pt>
              <c:pt idx="22">
                <c:v>-1.00245830909755</c:v>
              </c:pt>
              <c:pt idx="23">
                <c:v>-0.9557642239654818</c:v>
              </c:pt>
              <c:pt idx="24">
                <c:v>-0.9326599963666794</c:v>
              </c:pt>
              <c:pt idx="25">
                <c:v>-0.8941272431128816</c:v>
              </c:pt>
              <c:pt idx="26">
                <c:v>-0.8698994664128752</c:v>
              </c:pt>
              <c:pt idx="27">
                <c:v>-0.8350032472627263</c:v>
              </c:pt>
              <c:pt idx="28">
                <c:v>-0.798901515962467</c:v>
              </c:pt>
              <c:pt idx="29">
                <c:v>-0.7669754934732754</c:v>
              </c:pt>
              <c:pt idx="30">
                <c:v>-0.7306675605927605</c:v>
              </c:pt>
              <c:pt idx="31">
                <c:v>-0.6934221309346913</c:v>
              </c:pt>
              <c:pt idx="32">
                <c:v>-0.6527235485204247</c:v>
              </c:pt>
              <c:pt idx="33">
                <c:v>-0.6257046932115018</c:v>
              </c:pt>
              <c:pt idx="34">
                <c:v>-0.5891408717722757</c:v>
              </c:pt>
              <c:pt idx="35">
                <c:v>-0.5491311471333226</c:v>
              </c:pt>
              <c:pt idx="36">
                <c:v>-0.5144502563275939</c:v>
              </c:pt>
              <c:pt idx="37">
                <c:v>-0.4818372813545021</c:v>
              </c:pt>
              <c:pt idx="38">
                <c:v>-0.4452303112155662</c:v>
              </c:pt>
              <c:pt idx="39">
                <c:v>-0.40879350180108615</c:v>
              </c:pt>
              <c:pt idx="40">
                <c:v>-0.37178142711876155</c:v>
              </c:pt>
              <c:pt idx="41">
                <c:v>-0.3351510192355354</c:v>
              </c:pt>
              <c:pt idx="42">
                <c:v>-0.298287531837092</c:v>
              </c:pt>
              <c:pt idx="43">
                <c:v>-0.26391759301525775</c:v>
              </c:pt>
              <c:pt idx="44">
                <c:v>-0.2373009419924387</c:v>
              </c:pt>
              <c:pt idx="45">
                <c:v>-0.22165472347387535</c:v>
              </c:pt>
              <c:pt idx="46">
                <c:v>-0.23951658841331122</c:v>
              </c:pt>
              <c:pt idx="47">
                <c:v>-0.34168901561599363</c:v>
              </c:pt>
              <c:pt idx="48">
                <c:v>-0.6978044132654804</c:v>
              </c:pt>
              <c:pt idx="49">
                <c:v>-1.17759072159448</c:v>
              </c:pt>
              <c:pt idx="50">
                <c:v>-1.6131164637068682</c:v>
              </c:pt>
              <c:pt idx="51">
                <c:v>-1.8763939188720953</c:v>
              </c:pt>
              <c:pt idx="52">
                <c:v>-2.0076203516684177</c:v>
              </c:pt>
              <c:pt idx="53">
                <c:v>-2.1013007504856347</c:v>
              </c:pt>
              <c:pt idx="54">
                <c:v>-2.21393249054866</c:v>
              </c:pt>
              <c:pt idx="55">
                <c:v>-2.3598291432345992</c:v>
              </c:pt>
              <c:pt idx="56">
                <c:v>-2.5438195269161357</c:v>
              </c:pt>
              <c:pt idx="57">
                <c:v>-3.0655780282416063</c:v>
              </c:pt>
              <c:pt idx="58">
                <c:v>-4.1029033170957945</c:v>
              </c:pt>
              <c:pt idx="59">
                <c:v>-6.370279750416039</c:v>
              </c:pt>
              <c:pt idx="60">
                <c:v>-7.95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2"/>
          <c:order val="2"/>
          <c:tx>
            <c:v>propagator</c:v>
          </c:tx>
          <c:spPr>
            <a:ln xmlns:a="http://schemas.openxmlformats.org/drawingml/2006/main" w="20955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-1.7623554255018559</c:v>
              </c:pt>
              <c:pt idx="1">
                <c:v>-1.7271028811707965</c:v>
              </c:pt>
              <c:pt idx="2">
                <c:v>-1.6921174321546346</c:v>
              </c:pt>
              <c:pt idx="3">
                <c:v>-1.657257088163757</c:v>
              </c:pt>
              <c:pt idx="4">
                <c:v>-1.6223967441728795</c:v>
              </c:pt>
              <c:pt idx="5">
                <c:v>-1.587536400182002</c:v>
              </c:pt>
              <c:pt idx="6">
                <c:v>-1.552754224828605</c:v>
              </c:pt>
              <c:pt idx="7">
                <c:v>-1.5180315789620933</c:v>
              </c:pt>
              <c:pt idx="8">
                <c:v>-1.4833089330955813</c:v>
              </c:pt>
              <c:pt idx="9">
                <c:v>-1.448615417164664</c:v>
              </c:pt>
              <c:pt idx="10">
                <c:v>-1.4139567321379087</c:v>
              </c:pt>
              <c:pt idx="11">
                <c:v>-1.3792980471111533</c:v>
              </c:pt>
              <c:pt idx="12">
                <c:v>-1.3446651454554694</c:v>
              </c:pt>
              <c:pt idx="13">
                <c:v>-1.3100334474942548</c:v>
              </c:pt>
              <c:pt idx="14">
                <c:v>-1.2754160265884826</c:v>
              </c:pt>
              <c:pt idx="15">
                <c:v>-1.2408013903562887</c:v>
              </c:pt>
              <c:pt idx="16">
                <c:v>-1.2061941810891539</c:v>
              </c:pt>
              <c:pt idx="17">
                <c:v>-1.1715890263665631</c:v>
              </c:pt>
              <c:pt idx="18">
                <c:v>-1.1369858686417906</c:v>
              </c:pt>
              <c:pt idx="19">
                <c:v>-1.1023825023485043</c:v>
              </c:pt>
              <c:pt idx="20">
                <c:v>-1.067777644513602</c:v>
              </c:pt>
              <c:pt idx="21">
                <c:v>-1.0331697374325213</c:v>
              </c:pt>
              <c:pt idx="22">
                <c:v>-0.9985574522833532</c:v>
              </c:pt>
              <c:pt idx="23">
                <c:v>-0.9639425053708097</c:v>
              </c:pt>
              <c:pt idx="24">
                <c:v>-0.9293174662608886</c:v>
              </c:pt>
              <c:pt idx="25">
                <c:v>-0.8946805726726791</c:v>
              </c:pt>
              <c:pt idx="26">
                <c:v>-0.8600313053962716</c:v>
              </c:pt>
              <c:pt idx="27">
                <c:v>-0.825367934921818</c:v>
              </c:pt>
              <c:pt idx="28">
                <c:v>-0.7906850908721474</c:v>
              </c:pt>
              <c:pt idx="29">
                <c:v>-0.7559813088387718</c:v>
              </c:pt>
              <c:pt idx="30">
                <c:v>-0.7212521047448103</c:v>
              </c:pt>
              <c:pt idx="31">
                <c:v>-0.6864929178341338</c:v>
              </c:pt>
              <c:pt idx="32">
                <c:v>-0.6516981895045825</c:v>
              </c:pt>
              <c:pt idx="33">
                <c:v>-0.6168624097294032</c:v>
              </c:pt>
              <c:pt idx="34">
                <c:v>-0.5819777332103976</c:v>
              </c:pt>
              <c:pt idx="35">
                <c:v>-0.5470340623065677</c:v>
              </c:pt>
              <c:pt idx="36">
                <c:v>-0.5120124307094469</c:v>
              </c:pt>
              <c:pt idx="37">
                <c:v>-0.47688060851979497</c:v>
              </c:pt>
              <c:pt idx="38">
                <c:v>-0.4415930493058646</c:v>
              </c:pt>
              <c:pt idx="39">
                <c:v>-0.4061117910352997</c:v>
              </c:pt>
              <c:pt idx="40">
                <c:v>-0.37036990624529037</c:v>
              </c:pt>
              <c:pt idx="41">
                <c:v>-0.33437583925466585</c:v>
              </c:pt>
              <c:pt idx="42">
                <c:v>-0.2987130284504567</c:v>
              </c:pt>
              <c:pt idx="43">
                <c:v>-0.26501903292586454</c:v>
              </c:pt>
              <c:pt idx="44">
                <c:v>-0.23640576482210185</c:v>
              </c:pt>
              <c:pt idx="45">
                <c:v>-0.22240534543751445</c:v>
              </c:pt>
              <c:pt idx="46">
                <c:v>-0.24069389509006547</c:v>
              </c:pt>
              <c:pt idx="47">
                <c:v>-0.34403972098625546</c:v>
              </c:pt>
              <c:pt idx="48">
                <c:v>-0.6976071424746099</c:v>
              </c:pt>
              <c:pt idx="49">
                <c:v>-1.1793289406979428</c:v>
              </c:pt>
              <c:pt idx="50">
                <c:v>-1.6156347181662862</c:v>
              </c:pt>
              <c:pt idx="51">
                <c:v>-1.8765190257687399</c:v>
              </c:pt>
              <c:pt idx="52">
                <c:v>-2.0110343440767418</c:v>
              </c:pt>
              <c:pt idx="53">
                <c:v>-2.115849528394059</c:v>
              </c:pt>
              <c:pt idx="54">
                <c:v>-2.207807530029784</c:v>
              </c:pt>
              <c:pt idx="55">
                <c:v>-2.340910754640414</c:v>
              </c:pt>
              <c:pt idx="56">
                <c:v>-2.571116495010289</c:v>
              </c:pt>
              <c:pt idx="57">
                <c:v>-3.0965191883668735</c:v>
              </c:pt>
              <c:pt idx="58">
                <c:v>-4.134878845128059</c:v>
              </c:pt>
              <c:pt idx="59">
                <c:v>-5.704686901970113</c:v>
              </c:pt>
              <c:pt idx="60">
                <c:v>-7.95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p(ε) [eV⁻¹]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.9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1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100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two_term</c:v>
          </c:tx>
          <c:spPr>
            <a:ln xmlns:a="http://schemas.openxmlformats.org/drawingml/2006/main" w="20955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-2.703890605620938</c:v>
              </c:pt>
              <c:pt idx="1">
                <c:v>-2.660092839884968</c:v>
              </c:pt>
              <c:pt idx="2">
                <c:v>-2.616880476170427</c:v>
              </c:pt>
              <c:pt idx="3">
                <c:v>-2.5793599693164615</c:v>
              </c:pt>
              <c:pt idx="4">
                <c:v>-2.541839462462496</c:v>
              </c:pt>
              <c:pt idx="5">
                <c:v>-2.5043189556085297</c:v>
              </c:pt>
              <c:pt idx="6">
                <c:v>-2.466798448754564</c:v>
              </c:pt>
              <c:pt idx="7">
                <c:v>-2.430322044267854</c:v>
              </c:pt>
              <c:pt idx="8">
                <c:v>-2.3944242701401746</c:v>
              </c:pt>
              <c:pt idx="9">
                <c:v>-2.358526496012495</c:v>
              </c:pt>
              <c:pt idx="10">
                <c:v>-2.322789605016517</c:v>
              </c:pt>
              <c:pt idx="11">
                <c:v>-2.287489043222528</c:v>
              </c:pt>
              <c:pt idx="12">
                <c:v>-2.2521884814285387</c:v>
              </c:pt>
              <c:pt idx="13">
                <c:v>-2.217095583673103</c:v>
              </c:pt>
              <c:pt idx="14">
                <c:v>-2.182153590176231</c:v>
              </c:pt>
              <c:pt idx="15">
                <c:v>-2.1472508351650212</c:v>
              </c:pt>
              <c:pt idx="16">
                <c:v>-2.1124209201369832</c:v>
              </c:pt>
              <c:pt idx="17">
                <c:v>-2.077656540645674</c:v>
              </c:pt>
              <c:pt idx="18">
                <c:v>-2.0429721869987048</c:v>
              </c:pt>
              <c:pt idx="19">
                <c:v>-2.0082885026257062</c:v>
              </c:pt>
              <c:pt idx="20">
                <c:v>-1.9736305801287812</c:v>
              </c:pt>
              <c:pt idx="21">
                <c:v>-1.9390253838061637</c:v>
              </c:pt>
              <c:pt idx="22">
                <c:v>-1.9044845261205334</c:v>
              </c:pt>
              <c:pt idx="23">
                <c:v>-1.8699308276141564</c:v>
              </c:pt>
              <c:pt idx="24">
                <c:v>-1.8353898143927223</c:v>
              </c:pt>
              <c:pt idx="25">
                <c:v>-1.800873394869865</c:v>
              </c:pt>
              <c:pt idx="26">
                <c:v>-1.7663469587215634</c:v>
              </c:pt>
              <c:pt idx="27">
                <c:v>-1.7318398364196739</c:v>
              </c:pt>
              <c:pt idx="28">
                <c:v>-1.6973308831912133</c:v>
              </c:pt>
              <c:pt idx="29">
                <c:v>-1.6628251481129437</c:v>
              </c:pt>
              <c:pt idx="30">
                <c:v>-1.6283194564819534</c:v>
              </c:pt>
              <c:pt idx="31">
                <c:v>-1.5938073094195702</c:v>
              </c:pt>
              <c:pt idx="32">
                <c:v>-1.5592902897555447</c:v>
              </c:pt>
              <c:pt idx="33">
                <c:v>-1.5247719707283938</c:v>
              </c:pt>
              <c:pt idx="34">
                <c:v>-1.4902578248330922</c:v>
              </c:pt>
              <c:pt idx="35">
                <c:v>-1.4557575885681984</c:v>
              </c:pt>
              <c:pt idx="36">
                <c:v>-1.4212771470255467</c:v>
              </c:pt>
              <c:pt idx="37">
                <c:v>-1.3868341587057473</c:v>
              </c:pt>
              <c:pt idx="38">
                <c:v>-1.3524416835787454</c:v>
              </c:pt>
              <c:pt idx="39">
                <c:v>-1.3181292551088335</c:v>
              </c:pt>
              <c:pt idx="40">
                <c:v>-1.2839412999698</c:v>
              </c:pt>
              <c:pt idx="41">
                <c:v>-1.2499415991718346</c:v>
              </c:pt>
              <c:pt idx="42">
                <c:v>-1.2162532998117828</c:v>
              </c:pt>
              <c:pt idx="43">
                <c:v>-1.1830569446079058</c:v>
              </c:pt>
              <c:pt idx="44">
                <c:v>-1.150669715638559</c:v>
              </c:pt>
              <c:pt idx="45">
                <c:v>-1.1195049276647882</c:v>
              </c:pt>
              <c:pt idx="46">
                <c:v>-1.090281798141371</c:v>
              </c:pt>
              <c:pt idx="47">
                <c:v>-1.0645376904199377</c:v>
              </c:pt>
              <c:pt idx="48">
                <c:v>-1.046503791915513</c:v>
              </c:pt>
              <c:pt idx="49">
                <c:v>-1.0340949873639937</c:v>
              </c:pt>
              <c:pt idx="50">
                <c:v>-1.0218521346556102</c:v>
              </c:pt>
              <c:pt idx="51">
                <c:v>-1.0078158227104248</c:v>
              </c:pt>
              <c:pt idx="52">
                <c:v>-0.9950961922147714</c:v>
              </c:pt>
              <c:pt idx="53">
                <c:v>-0.9883158721025928</c:v>
              </c:pt>
              <c:pt idx="54">
                <c:v>-0.9916134063208047</c:v>
              </c:pt>
              <c:pt idx="55">
                <c:v>-1.0104573660925569</c:v>
              </c:pt>
              <c:pt idx="56">
                <c:v>-1.0525508797469</c:v>
              </c:pt>
              <c:pt idx="57">
                <c:v>-1.1304448470602917</c:v>
              </c:pt>
              <c:pt idx="58">
                <c:v>-1.2645276417075872</c:v>
              </c:pt>
              <c:pt idx="59">
                <c:v>-1.4810755657628139</c:v>
              </c:pt>
              <c:pt idx="60">
                <c:v>-1.8264163088428291</c:v>
              </c:pt>
              <c:pt idx="61">
                <c:v>-2.386141071829123</c:v>
              </c:pt>
              <c:pt idx="62">
                <c:v>-3.225013845836256</c:v>
              </c:pt>
              <c:pt idx="63">
                <c:v>-4.351906491808805</c:v>
              </c:pt>
              <c:pt idx="64">
                <c:v>-5.76859612342955</c:v>
              </c:pt>
              <c:pt idx="65">
                <c:v>-7.5005480044591675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1"/>
          <c:order val="1"/>
          <c:tx>
            <c:v>monte_carlo</c:v>
          </c:tx>
          <c:spPr>
            <a:ln xmlns:a="http://schemas.openxmlformats.org/drawingml/2006/main" w="20955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-2.6779372934775103</c:v>
              </c:pt>
              <c:pt idx="1">
                <c:v>-2.6352746487823926</c:v>
              </c:pt>
              <c:pt idx="2">
                <c:v>-2.575068563340845</c:v>
              </c:pt>
              <c:pt idx="3">
                <c:v>-2.5431634609406784</c:v>
              </c:pt>
              <c:pt idx="4">
                <c:v>-2.5082945588198116</c:v>
              </c:pt>
              <c:pt idx="5">
                <c:v>-2.49724060768154</c:v>
              </c:pt>
              <c:pt idx="6">
                <c:v>-2.4619219937362153</c:v>
              </c:pt>
              <c:pt idx="7">
                <c:v>-2.4204497273143697</c:v>
              </c:pt>
              <c:pt idx="8">
                <c:v>-2.3668728945907485</c:v>
              </c:pt>
              <c:pt idx="9">
                <c:v>-2.344899944717358</c:v>
              </c:pt>
              <c:pt idx="10">
                <c:v>-2.299131131799904</c:v>
              </c:pt>
              <c:pt idx="11">
                <c:v>-2.2883996746517083</c:v>
              </c:pt>
              <c:pt idx="12">
                <c:v>-2.258844146596018</c:v>
              </c:pt>
              <c:pt idx="13">
                <c:v>-2.212194943029926</c:v>
              </c:pt>
              <c:pt idx="14">
                <c:v>-2.201291955848101</c:v>
              </c:pt>
              <c:pt idx="15">
                <c:v>-2.148234535652455</c:v>
              </c:pt>
              <c:pt idx="16">
                <c:v>-2.11597325250167</c:v>
              </c:pt>
              <c:pt idx="17">
                <c:v>-2.069727280390221</c:v>
              </c:pt>
              <c:pt idx="18">
                <c:v>-2.0426662332685757</c:v>
              </c:pt>
              <c:pt idx="19">
                <c:v>-2.0014339379597605</c:v>
              </c:pt>
              <c:pt idx="20">
                <c:v>-1.9670984105023057</c:v>
              </c:pt>
              <c:pt idx="21">
                <c:v>-1.9366793146890764</c:v>
              </c:pt>
              <c:pt idx="22">
                <c:v>-1.897045057456864</c:v>
              </c:pt>
              <c:pt idx="23">
                <c:v>-1.8667271954907636</c:v>
              </c:pt>
              <c:pt idx="24">
                <c:v>-1.8279079079145104</c:v>
              </c:pt>
              <c:pt idx="25">
                <c:v>-1.78710450884665</c:v>
              </c:pt>
              <c:pt idx="26">
                <c:v>-1.7529740060914667</c:v>
              </c:pt>
              <c:pt idx="27">
                <c:v>-1.7237462353587707</c:v>
              </c:pt>
              <c:pt idx="28">
                <c:v>-1.6854399721524607</c:v>
              </c:pt>
              <c:pt idx="29">
                <c:v>-1.6547171567878027</c:v>
              </c:pt>
              <c:pt idx="30">
                <c:v>-1.6193532244714988</c:v>
              </c:pt>
              <c:pt idx="31">
                <c:v>-1.5841751879007568</c:v>
              </c:pt>
              <c:pt idx="32">
                <c:v>-1.5543751936907126</c:v>
              </c:pt>
              <c:pt idx="33">
                <c:v>-1.5142391697909212</c:v>
              </c:pt>
              <c:pt idx="34">
                <c:v>-1.4793304872293007</c:v>
              </c:pt>
              <c:pt idx="35">
                <c:v>-1.4436609717784017</c:v>
              </c:pt>
              <c:pt idx="36">
                <c:v>-1.4073543520854725</c:v>
              </c:pt>
              <c:pt idx="37">
                <c:v>-1.3714408762172514</c:v>
              </c:pt>
              <c:pt idx="38">
                <c:v>-1.3391869252065507</c:v>
              </c:pt>
              <c:pt idx="39">
                <c:v>-1.3037529503854093</c:v>
              </c:pt>
              <c:pt idx="40">
                <c:v>-1.2685816722552572</c:v>
              </c:pt>
              <c:pt idx="41">
                <c:v>-1.2321703909457113</c:v>
              </c:pt>
              <c:pt idx="42">
                <c:v>-1.196896256203223</c:v>
              </c:pt>
              <c:pt idx="43">
                <c:v>-1.1608413951873535</c:v>
              </c:pt>
              <c:pt idx="44">
                <c:v>-1.1267903978884775</c:v>
              </c:pt>
              <c:pt idx="45">
                <c:v>-1.095610880411787</c:v>
              </c:pt>
              <c:pt idx="46">
                <c:v>-1.0688863259590176</c:v>
              </c:pt>
              <c:pt idx="47">
                <c:v>-1.0501014893390461</c:v>
              </c:pt>
              <c:pt idx="48">
                <c:v>-1.0451506053571948</c:v>
              </c:pt>
              <c:pt idx="49">
                <c:v>-1.040653948067104</c:v>
              </c:pt>
              <c:pt idx="50">
                <c:v>-1.0285789863675818</c:v>
              </c:pt>
              <c:pt idx="51">
                <c:v>-1.0117970895347494</c:v>
              </c:pt>
              <c:pt idx="52">
                <c:v>-0.9966409329410841</c:v>
              </c:pt>
              <c:pt idx="53">
                <c:v>-0.9897476350399826</c:v>
              </c:pt>
              <c:pt idx="54">
                <c:v>-0.9927501724939278</c:v>
              </c:pt>
              <c:pt idx="55">
                <c:v>-1.0115305846425473</c:v>
              </c:pt>
              <c:pt idx="56">
                <c:v>-1.0530647902101127</c:v>
              </c:pt>
              <c:pt idx="57">
                <c:v>-1.1314513028869753</c:v>
              </c:pt>
              <c:pt idx="58">
                <c:v>-1.266861185140102</c:v>
              </c:pt>
              <c:pt idx="59">
                <c:v>-1.4857785085193471</c:v>
              </c:pt>
              <c:pt idx="60">
                <c:v>-1.8336450115974503</c:v>
              </c:pt>
              <c:pt idx="61">
                <c:v>-2.39823723270887</c:v>
              </c:pt>
              <c:pt idx="62">
                <c:v>-3.2296116661871968</c:v>
              </c:pt>
              <c:pt idx="63">
                <c:v>-4.329412702120193</c:v>
              </c:pt>
              <c:pt idx="64">
                <c:v>-5.581139020281682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2"/>
          <c:order val="2"/>
          <c:tx>
            <c:v>propagator</c:v>
          </c:tx>
          <c:spPr>
            <a:ln xmlns:a="http://schemas.openxmlformats.org/drawingml/2006/main" w="20955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-2.6579032996007346</c:v>
              </c:pt>
              <c:pt idx="1">
                <c:v>-2.622609456512167</c:v>
              </c:pt>
              <c:pt idx="2">
                <c:v>-2.5875620850687087</c:v>
              </c:pt>
              <c:pt idx="3">
                <c:v>-2.5526301587104823</c:v>
              </c:pt>
              <c:pt idx="4">
                <c:v>-2.5176982323522563</c:v>
              </c:pt>
              <c:pt idx="5">
                <c:v>-2.48276630599403</c:v>
              </c:pt>
              <c:pt idx="6">
                <c:v>-2.4478994151520483</c:v>
              </c:pt>
              <c:pt idx="7">
                <c:v>-2.413082052241423</c:v>
              </c:pt>
              <c:pt idx="8">
                <c:v>-2.3782646893307975</c:v>
              </c:pt>
              <c:pt idx="9">
                <c:v>-2.3434713700448997</c:v>
              </c:pt>
              <c:pt idx="10">
                <c:v>-2.3087067999193245</c:v>
              </c:pt>
              <c:pt idx="11">
                <c:v>-2.273942229793749</c:v>
              </c:pt>
              <c:pt idx="12">
                <c:v>-2.239134601086011</c:v>
              </c:pt>
              <c:pt idx="13">
                <c:v>-2.204324962192055</c:v>
              </c:pt>
              <c:pt idx="14">
                <c:v>-2.169531281371133</c:v>
              </c:pt>
              <c:pt idx="15">
                <c:v>-2.1347391796777644</c:v>
              </c:pt>
              <c:pt idx="16">
                <c:v>-2.099936312002916</c:v>
              </c:pt>
              <c:pt idx="17">
                <c:v>-2.065145909398087</c:v>
              </c:pt>
              <c:pt idx="18">
                <c:v>-2.0303586605055814</c:v>
              </c:pt>
              <c:pt idx="19">
                <c:v>-1.9954951460761412</c:v>
              </c:pt>
              <c:pt idx="20">
                <c:v>-1.9607549737518504</c:v>
              </c:pt>
              <c:pt idx="21">
                <c:v>-1.9260149851723227</c:v>
              </c:pt>
              <c:pt idx="22">
                <c:v>-1.891294668193673</c:v>
              </c:pt>
              <c:pt idx="23">
                <c:v>-1.8566800670064065</c:v>
              </c:pt>
              <c:pt idx="24">
                <c:v>-1.8221247353752261</c:v>
              </c:pt>
              <c:pt idx="25">
                <c:v>-1.7876719490882602</c:v>
              </c:pt>
              <c:pt idx="26">
                <c:v>-1.7532507661647125</c:v>
              </c:pt>
              <c:pt idx="27">
                <c:v>-1.7188482124278377</c:v>
              </c:pt>
              <c:pt idx="28">
                <c:v>-1.6844708212720816</c:v>
              </c:pt>
              <c:pt idx="29">
                <c:v>-1.6501186465908613</c:v>
              </c:pt>
              <c:pt idx="30">
                <c:v>-1.6157640410785656</c:v>
              </c:pt>
              <c:pt idx="31">
                <c:v>-1.5813528835232773</c:v>
              </c:pt>
              <c:pt idx="32">
                <c:v>-1.5468990912432639</c:v>
              </c:pt>
              <c:pt idx="33">
                <c:v>-1.512324700753177</c:v>
              </c:pt>
              <c:pt idx="34">
                <c:v>-1.477599861685015</c:v>
              </c:pt>
              <c:pt idx="35">
                <c:v>-1.4427591748099238</c:v>
              </c:pt>
              <c:pt idx="36">
                <c:v>-1.4078010021991083</c:v>
              </c:pt>
              <c:pt idx="37">
                <c:v>-1.372787863281031</c:v>
              </c:pt>
              <c:pt idx="38">
                <c:v>-1.3375125322426482</c:v>
              </c:pt>
              <c:pt idx="39">
                <c:v>-1.3019380001605807</c:v>
              </c:pt>
              <c:pt idx="40">
                <c:v>-1.2661220644232751</c:v>
              </c:pt>
              <c:pt idx="41">
                <c:v>-1.230006653911519</c:v>
              </c:pt>
              <c:pt idx="42">
                <c:v>-1.1941937740274307</c:v>
              </c:pt>
              <c:pt idx="43">
                <c:v>-1.159009522610508</c:v>
              </c:pt>
              <c:pt idx="44">
                <c:v>-1.1253683758681656</c:v>
              </c:pt>
              <c:pt idx="45">
                <c:v>-1.0944809450275548</c:v>
              </c:pt>
              <c:pt idx="46">
                <c:v>-1.0673947596245867</c:v>
              </c:pt>
              <c:pt idx="47">
                <c:v>-1.0471163648195347</c:v>
              </c:pt>
              <c:pt idx="48">
                <c:v>-1.0439150771616952</c:v>
              </c:pt>
              <c:pt idx="49">
                <c:v>-1.0401021881492927</c:v>
              </c:pt>
              <c:pt idx="50">
                <c:v>-1.0287361292197224</c:v>
              </c:pt>
              <c:pt idx="51">
                <c:v>-1.0126461775835498</c:v>
              </c:pt>
              <c:pt idx="52">
                <c:v>-0.9982536899577448</c:v>
              </c:pt>
              <c:pt idx="53">
                <c:v>-0.9909610163174412</c:v>
              </c:pt>
              <c:pt idx="54">
                <c:v>-0.9937205492429491</c:v>
              </c:pt>
              <c:pt idx="55">
                <c:v>-1.0123464784113325</c:v>
              </c:pt>
              <c:pt idx="56">
                <c:v>-1.0542904911115243</c:v>
              </c:pt>
              <c:pt idx="57">
                <c:v>-1.1326882180026667</c:v>
              </c:pt>
              <c:pt idx="58">
                <c:v>-1.2671252327085805</c:v>
              </c:pt>
              <c:pt idx="59">
                <c:v>-1.4843344686456201</c:v>
              </c:pt>
              <c:pt idx="60">
                <c:v>-1.8311499922493037</c:v>
              </c:pt>
              <c:pt idx="61">
                <c:v>-2.393830927919237</c:v>
              </c:pt>
              <c:pt idx="62">
                <c:v>-3.2234954876539827</c:v>
              </c:pt>
              <c:pt idx="63">
                <c:v>-4.304880040727571</c:v>
              </c:pt>
              <c:pt idx="64">
                <c:v>-5.623570425516639</c:v>
              </c:pt>
              <c:pt idx="65">
                <c:v>-7.1847724869926815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p(ε) [eV⁻¹]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.9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1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1000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two_term</c:v>
          </c:tx>
          <c:spPr>
            <a:ln xmlns:a="http://schemas.openxmlformats.org/drawingml/2006/main" w="20955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-3.14092604262889</c:v>
              </c:pt>
              <c:pt idx="1">
                <c:v>-3.120441913989614</c:v>
              </c:pt>
              <c:pt idx="2">
                <c:v>-3.099957785350337</c:v>
              </c:pt>
              <c:pt idx="3">
                <c:v>-3.0794736567110608</c:v>
              </c:pt>
              <c:pt idx="4">
                <c:v>-3.058989528071784</c:v>
              </c:pt>
              <c:pt idx="5">
                <c:v>-3.022929453950477</c:v>
              </c:pt>
              <c:pt idx="6">
                <c:v>-2.984682987276753</c:v>
              </c:pt>
              <c:pt idx="7">
                <c:v>-2.9464365206030294</c:v>
              </c:pt>
              <c:pt idx="8">
                <c:v>-2.9081900539293053</c:v>
              </c:pt>
              <c:pt idx="9">
                <c:v>-2.8699435872555816</c:v>
              </c:pt>
              <c:pt idx="10">
                <c:v>-2.831697120581858</c:v>
              </c:pt>
              <c:pt idx="11">
                <c:v>-2.793926321858821</c:v>
              </c:pt>
              <c:pt idx="12">
                <c:v>-2.758191604075035</c:v>
              </c:pt>
              <c:pt idx="13">
                <c:v>-2.7224568862912495</c:v>
              </c:pt>
              <c:pt idx="14">
                <c:v>-2.6867221685074636</c:v>
              </c:pt>
              <c:pt idx="15">
                <c:v>-2.6509874507236777</c:v>
              </c:pt>
              <c:pt idx="16">
                <c:v>-2.6156088816789107</c:v>
              </c:pt>
              <c:pt idx="17">
                <c:v>-2.5805218823432083</c:v>
              </c:pt>
              <c:pt idx="18">
                <c:v>-2.545434883007506</c:v>
              </c:pt>
              <c:pt idx="19">
                <c:v>-2.510372994869611</c:v>
              </c:pt>
              <c:pt idx="20">
                <c:v>-2.475534935984631</c:v>
              </c:pt>
              <c:pt idx="21">
                <c:v>-2.4406968770996507</c:v>
              </c:pt>
              <c:pt idx="22">
                <c:v>-2.4059098650478865</c:v>
              </c:pt>
              <c:pt idx="23">
                <c:v>-2.3712082163078487</c:v>
              </c:pt>
              <c:pt idx="24">
                <c:v>-2.3365141732535863</c:v>
              </c:pt>
              <c:pt idx="25">
                <c:v>-2.3018734181050653</c:v>
              </c:pt>
              <c:pt idx="26">
                <c:v>-2.2672401119921575</c:v>
              </c:pt>
              <c:pt idx="27">
                <c:v>-2.232634388054365</c:v>
              </c:pt>
              <c:pt idx="28">
                <c:v>-2.19803855959631</c:v>
              </c:pt>
              <c:pt idx="29">
                <c:v>-2.1634514204453152</c:v>
              </c:pt>
              <c:pt idx="30">
                <c:v>-2.1288711829478597</c:v>
              </c:pt>
              <c:pt idx="31">
                <c:v>-2.0942925481005634</c:v>
              </c:pt>
              <c:pt idx="32">
                <c:v>-2.0597162805969855</c:v>
              </c:pt>
              <c:pt idx="33">
                <c:v>-2.0251469919362037</c:v>
              </c:pt>
              <c:pt idx="34">
                <c:v>-1.990581591003981</c:v>
              </c:pt>
              <c:pt idx="35">
                <c:v>-1.9560126883081166</c:v>
              </c:pt>
              <c:pt idx="36">
                <c:v>-1.9214420804025918</c:v>
              </c:pt>
              <c:pt idx="37">
                <c:v>-1.886892426765849</c:v>
              </c:pt>
              <c:pt idx="38">
                <c:v>-1.8523441708968114</c:v>
              </c:pt>
              <c:pt idx="39">
                <c:v>-1.8178099462284387</c:v>
              </c:pt>
              <c:pt idx="40">
                <c:v>-1.7832887025478485</c:v>
              </c:pt>
              <c:pt idx="41">
                <c:v>-1.7488058822753971</c:v>
              </c:pt>
              <c:pt idx="42">
                <c:v>-1.714355728058949</c:v>
              </c:pt>
              <c:pt idx="43">
                <c:v>-1.6799635691189427</c:v>
              </c:pt>
              <c:pt idx="44">
                <c:v>-1.645651626241502</c:v>
              </c:pt>
              <c:pt idx="45">
                <c:v>-1.6114548026677387</c:v>
              </c:pt>
              <c:pt idx="46">
                <c:v>-1.5774167022824153</c:v>
              </c:pt>
              <c:pt idx="47">
                <c:v>-1.543638886120132</c:v>
              </c:pt>
              <c:pt idx="48">
                <c:v>-1.5104105772366208</c:v>
              </c:pt>
              <c:pt idx="49">
                <c:v>-1.4779478705897697</c:v>
              </c:pt>
              <c:pt idx="50">
                <c:v>-1.4462551157016985</c:v>
              </c:pt>
              <c:pt idx="51">
                <c:v>-1.4153436815156666</c:v>
              </c:pt>
              <c:pt idx="52">
                <c:v>-1.3856025184760963</c:v>
              </c:pt>
              <c:pt idx="53">
                <c:v>-1.3579569890526155</c:v>
              </c:pt>
              <c:pt idx="54">
                <c:v>-1.3337418055457562</c:v>
              </c:pt>
              <c:pt idx="55">
                <c:v>-1.3147826491452088</c:v>
              </c:pt>
              <c:pt idx="56">
                <c:v>-1.3036141958411531</c:v>
              </c:pt>
              <c:pt idx="57">
                <c:v>-1.3036149857217818</c:v>
              </c:pt>
              <c:pt idx="58">
                <c:v>-1.3203259088045862</c:v>
              </c:pt>
              <c:pt idx="59">
                <c:v>-1.357985936902707</c:v>
              </c:pt>
              <c:pt idx="60">
                <c:v>-1.4176058102686784</c:v>
              </c:pt>
              <c:pt idx="61">
                <c:v>-1.4997822137598509</c:v>
              </c:pt>
              <c:pt idx="62">
                <c:v>-1.6050947097297172</c:v>
              </c:pt>
              <c:pt idx="63">
                <c:v>-1.7348631080861905</c:v>
              </c:pt>
              <c:pt idx="64">
                <c:v>-1.8920522653440166</c:v>
              </c:pt>
              <c:pt idx="65">
                <c:v>-2.079247224565205</c:v>
              </c:pt>
              <c:pt idx="66">
                <c:v>-2.302360930763198</c:v>
              </c:pt>
              <c:pt idx="67">
                <c:v>-2.560694418643312</c:v>
              </c:pt>
              <c:pt idx="68">
                <c:v>-2.8560458961238098</c:v>
              </c:pt>
              <c:pt idx="69">
                <c:v>-3.191446385251215</c:v>
              </c:pt>
              <c:pt idx="70">
                <c:v>-3.5713532794405203</c:v>
              </c:pt>
              <c:pt idx="71">
                <c:v>-4.001181361763716</c:v>
              </c:pt>
            </c:numLit>
          </c:yVal>
        </c:ser>
        <c:ser>
          <c:idx val="1"/>
          <c:order val="1"/>
          <c:tx>
            <c:v>monte_carlo</c:v>
          </c:tx>
          <c:spPr>
            <a:ln xmlns:a="http://schemas.openxmlformats.org/drawingml/2006/main" w="20955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-3.187870831439199</c:v>
              </c:pt>
              <c:pt idx="1">
                <c:v>-3.1257177225662973</c:v>
              </c:pt>
              <c:pt idx="2">
                <c:v>-3.1108499790544233</c:v>
              </c:pt>
              <c:pt idx="3">
                <c:v>-3.045166315556166</c:v>
              </c:pt>
              <c:pt idx="4">
                <c:v>-3.02109546221706</c:v>
              </c:pt>
              <c:pt idx="5">
                <c:v>-2.9963075272131254</c:v>
              </c:pt>
              <c:pt idx="6">
                <c:v>-2.9471061698417116</c:v>
              </c:pt>
              <c:pt idx="7">
                <c:v>-2.9485849948061005</c:v>
              </c:pt>
              <c:pt idx="8">
                <c:v>-2.909554943710145</c:v>
              </c:pt>
              <c:pt idx="9">
                <c:v>-2.8639811140944067</c:v>
              </c:pt>
              <c:pt idx="10">
                <c:v>-2.8209557893159274</c:v>
              </c:pt>
              <c:pt idx="11">
                <c:v>-2.776245830636432</c:v>
              </c:pt>
              <c:pt idx="12">
                <c:v>-2.7743588634985814</c:v>
              </c:pt>
              <c:pt idx="13">
                <c:v>-2.7290845391411453</c:v>
              </c:pt>
              <c:pt idx="14">
                <c:v>-2.6978600415473033</c:v>
              </c:pt>
              <c:pt idx="15">
                <c:v>-2.6578602187965483</c:v>
              </c:pt>
              <c:pt idx="16">
                <c:v>-2.6121321592254514</c:v>
              </c:pt>
              <c:pt idx="17">
                <c:v>-2.5926341964190818</c:v>
              </c:pt>
              <c:pt idx="18">
                <c:v>-2.556260472865587</c:v>
              </c:pt>
              <c:pt idx="19">
                <c:v>-2.5172755519589924</c:v>
              </c:pt>
              <c:pt idx="20">
                <c:v>-2.4771211042529666</c:v>
              </c:pt>
              <c:pt idx="21">
                <c:v>-2.447237008019025</c:v>
              </c:pt>
              <c:pt idx="22">
                <c:v>-2.413690571753954</c:v>
              </c:pt>
              <c:pt idx="23">
                <c:v>-2.3765848842770296</c:v>
              </c:pt>
              <c:pt idx="24">
                <c:v>-2.3446926358914837</c:v>
              </c:pt>
              <c:pt idx="25">
                <c:v>-2.3129467329776254</c:v>
              </c:pt>
              <c:pt idx="26">
                <c:v>-2.2644089627967903</c:v>
              </c:pt>
              <c:pt idx="27">
                <c:v>-2.2401748177483887</c:v>
              </c:pt>
              <c:pt idx="28">
                <c:v>-2.2033166967905466</c:v>
              </c:pt>
              <c:pt idx="29">
                <c:v>-2.1679805902759215</c:v>
              </c:pt>
              <c:pt idx="30">
                <c:v>-2.131815485588268</c:v>
              </c:pt>
              <c:pt idx="31">
                <c:v>-2.097628670947433</c:v>
              </c:pt>
              <c:pt idx="32">
                <c:v>-2.065381389885</c:v>
              </c:pt>
              <c:pt idx="33">
                <c:v>-2.0286592373344803</c:v>
              </c:pt>
              <c:pt idx="34">
                <c:v>-1.991763776550975</c:v>
              </c:pt>
              <c:pt idx="35">
                <c:v>-1.9560518599417982</c:v>
              </c:pt>
              <c:pt idx="36">
                <c:v>-1.920994173146602</c:v>
              </c:pt>
              <c:pt idx="37">
                <c:v>-1.8892213404507807</c:v>
              </c:pt>
              <c:pt idx="38">
                <c:v>-1.850243254297438</c:v>
              </c:pt>
              <c:pt idx="39">
                <c:v>-1.8154325161401408</c:v>
              </c:pt>
              <c:pt idx="40">
                <c:v>-1.7775054055531356</c:v>
              </c:pt>
              <c:pt idx="41">
                <c:v>-1.7406259156825659</c:v>
              </c:pt>
              <c:pt idx="42">
                <c:v>-1.7042032705315657</c:v>
              </c:pt>
              <c:pt idx="43">
                <c:v>-1.6674920023770567</c:v>
              </c:pt>
              <c:pt idx="44">
                <c:v>-1.6306190977688837</c:v>
              </c:pt>
              <c:pt idx="45">
                <c:v>-1.594123755277344</c:v>
              </c:pt>
              <c:pt idx="46">
                <c:v>-1.558727685180253</c:v>
              </c:pt>
              <c:pt idx="47">
                <c:v>-1.5241792233718745</c:v>
              </c:pt>
              <c:pt idx="48">
                <c:v>-1.4907324092333811</c:v>
              </c:pt>
              <c:pt idx="49">
                <c:v>-1.458781352484778</c:v>
              </c:pt>
              <c:pt idx="50">
                <c:v>-1.4266039606708298</c:v>
              </c:pt>
              <c:pt idx="51">
                <c:v>-1.3967974660417009</c:v>
              </c:pt>
              <c:pt idx="52">
                <c:v>-1.367239909393823</c:v>
              </c:pt>
              <c:pt idx="53">
                <c:v>-1.3416623651406305</c:v>
              </c:pt>
              <c:pt idx="54">
                <c:v>-1.3194972758895653</c:v>
              </c:pt>
              <c:pt idx="55">
                <c:v>-1.3034664287761968</c:v>
              </c:pt>
              <c:pt idx="56">
                <c:v>-1.2960089237888746</c:v>
              </c:pt>
              <c:pt idx="57">
                <c:v>-1.2985829611218405</c:v>
              </c:pt>
              <c:pt idx="58">
                <c:v>-1.3172063667386587</c:v>
              </c:pt>
              <c:pt idx="59">
                <c:v>-1.3566965380808071</c:v>
              </c:pt>
              <c:pt idx="60">
                <c:v>-1.4182964330107743</c:v>
              </c:pt>
              <c:pt idx="61">
                <c:v>-1.50693029223258</c:v>
              </c:pt>
              <c:pt idx="62">
                <c:v>-1.6209339025082663</c:v>
              </c:pt>
              <c:pt idx="63">
                <c:v>-1.7591672509753353</c:v>
              </c:pt>
              <c:pt idx="64">
                <c:v>-1.9209947310827749</c:v>
              </c:pt>
              <c:pt idx="65">
                <c:v>-2.1085493313325543</c:v>
              </c:pt>
              <c:pt idx="66">
                <c:v>-2.323418452825719</c:v>
              </c:pt>
              <c:pt idx="67">
                <c:v>-2.564156386355074</c:v>
              </c:pt>
              <c:pt idx="68">
                <c:v>-2.8296205678038175</c:v>
              </c:pt>
              <c:pt idx="69">
                <c:v>-3.1228824193345037</c:v>
              </c:pt>
              <c:pt idx="70">
                <c:v>-3.447851836144725</c:v>
              </c:pt>
              <c:pt idx="71">
                <c:v>-3.802954816908344</c:v>
              </c:pt>
            </c:numLit>
          </c:yVal>
        </c:ser>
        <c:ser>
          <c:idx val="2"/>
          <c:order val="2"/>
          <c:tx>
            <c:v>propagator</c:v>
          </c:tx>
          <c:spPr>
            <a:ln xmlns:a="http://schemas.openxmlformats.org/drawingml/2006/main" w="20955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-3.1767792789363103</c:v>
              </c:pt>
              <c:pt idx="1">
                <c:v>-3.1414936390311454</c:v>
              </c:pt>
              <c:pt idx="2">
                <c:v>-3.1064586234737788</c:v>
              </c:pt>
              <c:pt idx="3">
                <c:v>-3.0715409980899544</c:v>
              </c:pt>
              <c:pt idx="4">
                <c:v>-3.0366233727061305</c:v>
              </c:pt>
              <c:pt idx="5">
                <c:v>-3.001705747322306</c:v>
              </c:pt>
              <c:pt idx="6">
                <c:v>-2.9668547142597075</c:v>
              </c:pt>
              <c:pt idx="7">
                <c:v>-2.932054394716505</c:v>
              </c:pt>
              <c:pt idx="8">
                <c:v>-2.8972540751733025</c:v>
              </c:pt>
              <c:pt idx="9">
                <c:v>-2.862474271282502</c:v>
              </c:pt>
              <c:pt idx="10">
                <c:v>-2.827718998126427</c:v>
              </c:pt>
              <c:pt idx="11">
                <c:v>-2.7929637249703516</c:v>
              </c:pt>
              <c:pt idx="12">
                <c:v>-2.7581885570083324</c:v>
              </c:pt>
              <c:pt idx="13">
                <c:v>-2.723412460259003</c:v>
              </c:pt>
              <c:pt idx="14">
                <c:v>-2.6886350866750437</c:v>
              </c:pt>
              <c:pt idx="15">
                <c:v>-2.6538563907688246</c:v>
              </c:pt>
              <c:pt idx="16">
                <c:v>-2.619063684862146</c:v>
              </c:pt>
              <c:pt idx="17">
                <c:v>-2.5842677295485497</c:v>
              </c:pt>
              <c:pt idx="18">
                <c:v>-2.5494626021670004</c:v>
              </c:pt>
              <c:pt idx="19">
                <c:v>-2.51460747933141</c:v>
              </c:pt>
              <c:pt idx="20">
                <c:v>-2.4797866245623594</c:v>
              </c:pt>
              <c:pt idx="21">
                <c:v>-2.444945802677066</c:v>
              </c:pt>
              <c:pt idx="22">
                <c:v>-2.410091785562219</c:v>
              </c:pt>
              <c:pt idx="23">
                <c:v>-2.375256259647816</c:v>
              </c:pt>
              <c:pt idx="24">
                <c:v>-2.340413320269164</c:v>
              </c:pt>
              <c:pt idx="25">
                <c:v>-2.3055770636318784</c:v>
              </c:pt>
              <c:pt idx="26">
                <c:v>-2.2707123574547543</c:v>
              </c:pt>
              <c:pt idx="27">
                <c:v>-2.2358143877719625</c:v>
              </c:pt>
              <c:pt idx="28">
                <c:v>-2.2008759171964174</c:v>
              </c:pt>
              <c:pt idx="29">
                <c:v>-2.165891988104672</c:v>
              </c:pt>
              <c:pt idx="30">
                <c:v>-2.130852388313932</c:v>
              </c:pt>
              <c:pt idx="31">
                <c:v>-2.095740698454782</c:v>
              </c:pt>
              <c:pt idx="32">
                <c:v>-2.060560354072781</c:v>
              </c:pt>
              <c:pt idx="33">
                <c:v>-2.025248425088183</c:v>
              </c:pt>
              <c:pt idx="34">
                <c:v>-1.989778330252509</c:v>
              </c:pt>
              <c:pt idx="35">
                <c:v>-1.9541600075993415</c:v>
              </c:pt>
              <c:pt idx="36">
                <c:v>-1.9184095641714596</c:v>
              </c:pt>
              <c:pt idx="37">
                <c:v>-1.8825433307583532</c:v>
              </c:pt>
              <c:pt idx="38">
                <c:v>-1.8464529671468857</c:v>
              </c:pt>
              <c:pt idx="39">
                <c:v>-1.810135861360228</c:v>
              </c:pt>
              <c:pt idx="40">
                <c:v>-1.7736312956300317</c:v>
              </c:pt>
              <c:pt idx="41">
                <c:v>-1.736924735833214</c:v>
              </c:pt>
              <c:pt idx="42">
                <c:v>-1.7001498607045569</c:v>
              </c:pt>
              <c:pt idx="43">
                <c:v>-1.6633745799296662</c:v>
              </c:pt>
              <c:pt idx="44">
                <c:v>-1.6267730341686872</c:v>
              </c:pt>
              <c:pt idx="45">
                <c:v>-1.5905636692311125</c:v>
              </c:pt>
              <c:pt idx="46">
                <c:v>-1.5549046773370572</c:v>
              </c:pt>
              <c:pt idx="47">
                <c:v>-1.5201677537880256</c:v>
              </c:pt>
              <c:pt idx="48">
                <c:v>-1.4873359605014425</c:v>
              </c:pt>
              <c:pt idx="49">
                <c:v>-1.4550022766614727</c:v>
              </c:pt>
              <c:pt idx="50">
                <c:v>-1.423195077334012</c:v>
              </c:pt>
              <c:pt idx="51">
                <c:v>-1.3925918138111655</c:v>
              </c:pt>
              <c:pt idx="52">
                <c:v>-1.3641361343618315</c:v>
              </c:pt>
              <c:pt idx="53">
                <c:v>-1.3388009124337912</c:v>
              </c:pt>
              <c:pt idx="54">
                <c:v>-1.3176095408698296</c:v>
              </c:pt>
              <c:pt idx="55">
                <c:v>-1.3021466451403698</c:v>
              </c:pt>
              <c:pt idx="56">
                <c:v>-1.2944679365100609</c:v>
              </c:pt>
              <c:pt idx="57">
                <c:v>-1.2977780544925663</c:v>
              </c:pt>
              <c:pt idx="58">
                <c:v>-1.3168843323764932</c:v>
              </c:pt>
              <c:pt idx="59">
                <c:v>-1.3565175227923756</c:v>
              </c:pt>
              <c:pt idx="60">
                <c:v>-1.419110057433965</c:v>
              </c:pt>
              <c:pt idx="61">
                <c:v>-1.5076873186476034</c:v>
              </c:pt>
              <c:pt idx="62">
                <c:v>-1.6224848749075869</c:v>
              </c:pt>
              <c:pt idx="63">
                <c:v>-1.7608429706759845</c:v>
              </c:pt>
              <c:pt idx="64">
                <c:v>-1.9236041209443644</c:v>
              </c:pt>
              <c:pt idx="65">
                <c:v>-2.111754764889316</c:v>
              </c:pt>
              <c:pt idx="66">
                <c:v>-2.3279500012621615</c:v>
              </c:pt>
              <c:pt idx="67">
                <c:v>-2.569756830688681</c:v>
              </c:pt>
              <c:pt idx="68">
                <c:v>-2.8365185457641897</c:v>
              </c:pt>
              <c:pt idx="69">
                <c:v>-3.1315929135498664</c:v>
              </c:pt>
              <c:pt idx="70">
                <c:v>-3.4574662998846706</c:v>
              </c:pt>
              <c:pt idx="71">
                <c:v>-3.81412866243492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p(ε) [eV⁻¹]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.9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1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mean energy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lineChart>
        <c:grouping val="standard"/>
        <c:ser>
          <c:idx val="0"/>
          <c:order val="0"/>
          <c:tx>
            <c:v>two_term</c:v>
          </c:tx>
          <c:spPr>
            <a:ln xmlns:a="http://schemas.openxmlformats.org/drawingml/2006/main" w="21908">
              <a:solidFill>
                <a:srgbClr val="007FAE"/>
              </a:solidFill>
              <a:prstDash val="solid"/>
            </a:ln>
          </c:spPr>
          <c:marker>
            <c:symbol val="circle"/>
            <c:size val="5"/>
            <c:spPr>
              <a:solidFill xmlns:a="http://schemas.openxmlformats.org/drawingml/2006/main">
                <a:srgbClr val="007FAE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10</c:v>
              </c:pt>
              <c:pt idx="2">
                <c:v>100</c:v>
              </c:pt>
              <c:pt idx="3">
                <c:v>1000</c:v>
              </c:pt>
            </c:numLit>
          </c:cat>
          <c:val>
            <c:numLit>
              <c:formatCode>0.0</c:formatCode>
              <c:ptCount val="4"/>
              <c:pt idx="0">
                <c:v>0.8991130084761352</c:v>
              </c:pt>
              <c:pt idx="1">
                <c:v>1.296652963556385</c:v>
              </c:pt>
              <c:pt idx="2">
                <c:v>6.177942115930929</c:v>
              </c:pt>
              <c:pt idx="3">
                <c:v>14.931064275049824</c:v>
              </c:pt>
            </c:numLit>
          </c:val>
        </c:ser>
        <c:ser>
          <c:idx val="1"/>
          <c:order val="1"/>
          <c:tx>
            <c:v>raw MC</c:v>
          </c:tx>
          <c:spPr>
            <a:ln xmlns:a="http://schemas.openxmlformats.org/drawingml/2006/main" w="21908">
              <a:solidFill>
                <a:srgbClr val="B87900"/>
              </a:solidFill>
              <a:prstDash val="dash"/>
            </a:ln>
          </c:spPr>
          <c:marker>
            <c:symbol val="diamond"/>
            <c:size val="5"/>
            <c:spPr>
              <a:solidFill xmlns:a="http://schemas.openxmlformats.org/drawingml/2006/main">
                <a:srgbClr val="B87900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10</c:v>
              </c:pt>
              <c:pt idx="2">
                <c:v>100</c:v>
              </c:pt>
              <c:pt idx="3">
                <c:v>1000</c:v>
              </c:pt>
            </c:numLit>
          </c:cat>
          <c:val>
            <c:numLit>
              <c:formatCode>0.0</c:formatCode>
              <c:ptCount val="4"/>
              <c:pt idx="0">
                <c:v>0.900782281440427</c:v>
              </c:pt>
              <c:pt idx="1">
                <c:v>1.3204174321326032</c:v>
              </c:pt>
              <c:pt idx="2">
                <c:v>6.142216226067184</c:v>
              </c:pt>
              <c:pt idx="3">
                <c:v>14.92011003422355</c:v>
              </c:pt>
            </c:numLit>
          </c:val>
        </c:ser>
        <c:ser>
          <c:idx val="2"/>
          <c:order val="2"/>
          <c:tx>
            <c:v>propagator</c:v>
          </c:tx>
          <c:spPr>
            <a:ln xmlns:a="http://schemas.openxmlformats.org/drawingml/2006/main" w="21908">
              <a:solidFill>
                <a:srgbClr val="72B51F"/>
              </a:solidFill>
              <a:prstDash val="solid"/>
            </a:ln>
          </c:spPr>
          <c:marker>
            <c:symbol val="square"/>
            <c:size val="5"/>
            <c:spPr>
              <a:solidFill xmlns:a="http://schemas.openxmlformats.org/drawingml/2006/main">
                <a:srgbClr val="72B51F"/>
              </a:solidFill>
            </c:spPr>
          </c:marker>
          <c:cat>
            <c:numLit>
              <c:formatCode>General</c:formatCode>
              <c:ptCount val="4"/>
              <c:pt idx="0">
                <c:v>1</c:v>
              </c:pt>
              <c:pt idx="1">
                <c:v>10</c:v>
              </c:pt>
              <c:pt idx="2">
                <c:v>100</c:v>
              </c:pt>
              <c:pt idx="3">
                <c:v>1000</c:v>
              </c:pt>
            </c:numLit>
          </c:cat>
          <c:val>
            <c:numLit>
              <c:formatCode>0.0</c:formatCode>
              <c:ptCount val="4"/>
              <c:pt idx="0">
                <c:v>0.8983958185556212</c:v>
              </c:pt>
              <c:pt idx="1">
                <c:v>1.3166483485800942</c:v>
              </c:pt>
              <c:pt idx="2">
                <c:v>6.145820633868578</c:v>
              </c:pt>
              <c:pt idx="3">
                <c:v>14.84938038371033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E/N [Td]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⟨ε⟩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1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raw MC vs two_term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TV</c:v>
          </c:tx>
          <c:spPr>
            <a:solidFill xmlns:a="http://schemas.openxmlformats.org/drawingml/2006/main">
              <a:srgbClr val="B87900"/>
            </a:solidFill>
            <a:ln xmlns:a="http://schemas.openxmlformats.org/drawingml/2006/main" w="9525">
              <a:solidFill>
                <a:srgbClr val="B87900"/>
              </a:solidFill>
              <a:prstDash val="solid"/>
            </a:ln>
          </c:spPr>
          <c:cat>
            <c:numLit>
              <c:formatCode>General</c:formatCode>
              <c:ptCount val="4"/>
              <c:pt idx="0">
                <c:v>1</c:v>
              </c:pt>
              <c:pt idx="1">
                <c:v>10</c:v>
              </c:pt>
              <c:pt idx="2">
                <c:v>100</c:v>
              </c:pt>
              <c:pt idx="3">
                <c:v>1000</c:v>
              </c:pt>
            </c:numLit>
          </c:cat>
          <c:val>
            <c:numLit>
              <c:formatCode>0.0</c:formatCode>
              <c:ptCount val="4"/>
              <c:pt idx="0">
                <c:v>0.7802028924777507</c:v>
              </c:pt>
              <c:pt idx="1">
                <c:v>1.3343470550807413</c:v>
              </c:pt>
              <c:pt idx="2">
                <c:v>0.572600736283161</c:v>
              </c:pt>
              <c:pt idx="3">
                <c:v>1.591016485938711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TV [%]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1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two_term</c:v>
          </c:tx>
          <c:spPr>
            <a:ln xmlns:a="http://schemas.openxmlformats.org/drawingml/2006/main" w="20955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-1.2752822305147076</c:v>
              </c:pt>
              <c:pt idx="1">
                <c:v>-1.2311774590156652</c:v>
              </c:pt>
              <c:pt idx="2">
                <c:v>-1.1876826760806063</c:v>
              </c:pt>
              <c:pt idx="3">
                <c:v>-1.1501188046656423</c:v>
              </c:pt>
              <c:pt idx="4">
                <c:v>-1.1125549332506783</c:v>
              </c:pt>
              <c:pt idx="5">
                <c:v>-1.0749910618357144</c:v>
              </c:pt>
              <c:pt idx="6">
                <c:v>-1.0374271904207502</c:v>
              </c:pt>
              <c:pt idx="7">
                <c:v>-1.0009407484285573</c:v>
              </c:pt>
              <c:pt idx="8">
                <c:v>-0.9650514062929287</c:v>
              </c:pt>
              <c:pt idx="9">
                <c:v>-0.9291620641573002</c:v>
              </c:pt>
              <c:pt idx="10">
                <c:v>-0.8934363480903392</c:v>
              </c:pt>
              <c:pt idx="11">
                <c:v>-0.8581544003116445</c:v>
              </c:pt>
              <c:pt idx="12">
                <c:v>-0.8228724525329498</c:v>
              </c:pt>
              <c:pt idx="13">
                <c:v>-0.7878076515334413</c:v>
              </c:pt>
              <c:pt idx="14">
                <c:v>-0.7529006456627411</c:v>
              </c:pt>
              <c:pt idx="15">
                <c:v>-0.7187950097986716</c:v>
              </c:pt>
              <c:pt idx="16">
                <c:v>-0.6861769893920229</c:v>
              </c:pt>
              <c:pt idx="17">
                <c:v>-0.653571502213654</c:v>
              </c:pt>
              <c:pt idx="18">
                <c:v>-0.6209813194369197</c:v>
              </c:pt>
              <c:pt idx="19">
                <c:v>-0.5882442992421696</c:v>
              </c:pt>
              <c:pt idx="20">
                <c:v>-0.5556069395537162</c:v>
              </c:pt>
              <c:pt idx="21">
                <c:v>-0.5232530957992417</c:v>
              </c:pt>
              <c:pt idx="22">
                <c:v>-0.49127993184082963</c:v>
              </c:pt>
              <c:pt idx="23">
                <c:v>-0.4590545405984595</c:v>
              </c:pt>
              <c:pt idx="24">
                <c:v>-0.4266316636626019</c:v>
              </c:pt>
              <c:pt idx="25">
                <c:v>-0.39400835673559187</c:v>
              </c:pt>
              <c:pt idx="26">
                <c:v>-0.36116695559404566</c:v>
              </c:pt>
              <c:pt idx="27">
                <c:v>-0.3281591420689218</c:v>
              </c:pt>
              <c:pt idx="28">
                <c:v>-0.2949594920976609</c:v>
              </c:pt>
              <c:pt idx="29">
                <c:v>-0.2616413762973487</c:v>
              </c:pt>
              <c:pt idx="30">
                <c:v>-0.2282482791154937</c:v>
              </c:pt>
              <c:pt idx="31">
                <c:v>-0.19567419491890725</c:v>
              </c:pt>
              <c:pt idx="32">
                <c:v>-0.16619730769477736</c:v>
              </c:pt>
              <c:pt idx="33">
                <c:v>-0.13840418179994504</c:v>
              </c:pt>
              <c:pt idx="34">
                <c:v>-0.11068037238992122</c:v>
              </c:pt>
              <c:pt idx="35">
                <c:v>-0.08424009943401385</c:v>
              </c:pt>
              <c:pt idx="36">
                <c:v>-0.06535701344664413</c:v>
              </c:pt>
              <c:pt idx="37">
                <c:v>-0.05133454773337459</c:v>
              </c:pt>
              <c:pt idx="38">
                <c:v>-0.047224441102772685</c:v>
              </c:pt>
              <c:pt idx="39">
                <c:v>-0.050772319239365135</c:v>
              </c:pt>
              <c:pt idx="40">
                <c:v>-0.08510841006729429</c:v>
              </c:pt>
              <c:pt idx="41">
                <c:v>-0.14367686395500434</c:v>
              </c:pt>
              <c:pt idx="42">
                <c:v>-0.22647944282798393</c:v>
              </c:pt>
              <c:pt idx="43">
                <c:v>-0.3325842754025087</c:v>
              </c:pt>
              <c:pt idx="44">
                <c:v>-0.4480763756080728</c:v>
              </c:pt>
              <c:pt idx="45">
                <c:v>-0.5345910686087475</c:v>
              </c:pt>
              <c:pt idx="46">
                <c:v>-0.6164698018396848</c:v>
              </c:pt>
              <c:pt idx="47">
                <c:v>-0.7334342567882509</c:v>
              </c:pt>
              <c:pt idx="48">
                <c:v>-0.9091935167568341</c:v>
              </c:pt>
              <c:pt idx="49">
                <c:v>-1.1815017616043106</c:v>
              </c:pt>
              <c:pt idx="50">
                <c:v>-1.5939813587123253</c:v>
              </c:pt>
              <c:pt idx="51">
                <c:v>-2.2048555420868703</c:v>
              </c:pt>
              <c:pt idx="52">
                <c:v>-3.0891371214992174</c:v>
              </c:pt>
              <c:pt idx="53">
                <c:v>-4.467386584182438</c:v>
              </c:pt>
              <c:pt idx="54">
                <c:v>-6.836679248925029</c:v>
              </c:pt>
              <c:pt idx="55">
                <c:v>-7.95</c:v>
              </c:pt>
              <c:pt idx="56">
                <c:v>-7.95</c:v>
              </c:pt>
              <c:pt idx="57">
                <c:v>-7.95</c:v>
              </c:pt>
              <c:pt idx="58">
                <c:v>-7.95</c:v>
              </c:pt>
              <c:pt idx="59">
                <c:v>-7.95</c:v>
              </c:pt>
              <c:pt idx="60">
                <c:v>-7.95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1"/>
          <c:order val="1"/>
          <c:tx>
            <c:v>monte_carlo</c:v>
          </c:tx>
          <c:spPr>
            <a:ln xmlns:a="http://schemas.openxmlformats.org/drawingml/2006/main" w="20955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-1.3012834693344166</c:v>
              </c:pt>
              <c:pt idx="1">
                <c:v>-1.3203177019267822</c:v>
              </c:pt>
              <c:pt idx="2">
                <c:v>-1.2767917922913419</c:v>
              </c:pt>
              <c:pt idx="3">
                <c:v>-1.2011771451032731</c:v>
              </c:pt>
              <c:pt idx="4">
                <c:v>-1.1283615327548957</c:v>
              </c:pt>
              <c:pt idx="5">
                <c:v>-1.1020349595023793</c:v>
              </c:pt>
              <c:pt idx="6">
                <c:v>-1.0590526887361762</c:v>
              </c:pt>
              <c:pt idx="7">
                <c:v>-1.014642380190424</c:v>
              </c:pt>
              <c:pt idx="8">
                <c:v>-0.9778342824361395</c:v>
              </c:pt>
              <c:pt idx="9">
                <c:v>-0.9565045082308657</c:v>
              </c:pt>
              <c:pt idx="10">
                <c:v>-0.89468070181667</c:v>
              </c:pt>
              <c:pt idx="11">
                <c:v>-0.8543445112509016</c:v>
              </c:pt>
              <c:pt idx="12">
                <c:v>-0.8410194690897859</c:v>
              </c:pt>
              <c:pt idx="13">
                <c:v>-0.8162595278693067</c:v>
              </c:pt>
              <c:pt idx="14">
                <c:v>-0.7951277908612201</c:v>
              </c:pt>
              <c:pt idx="15">
                <c:v>-0.7478486542836076</c:v>
              </c:pt>
              <c:pt idx="16">
                <c:v>-0.7116096924803055</c:v>
              </c:pt>
              <c:pt idx="17">
                <c:v>-0.6894880829437354</c:v>
              </c:pt>
              <c:pt idx="18">
                <c:v>-0.6301601479546224</c:v>
              </c:pt>
              <c:pt idx="19">
                <c:v>-0.5770215165333238</c:v>
              </c:pt>
              <c:pt idx="20">
                <c:v>-0.5707626699897207</c:v>
              </c:pt>
              <c:pt idx="21">
                <c:v>-0.540669116372974</c:v>
              </c:pt>
              <c:pt idx="22">
                <c:v>-0.4989852167857317</c:v>
              </c:pt>
              <c:pt idx="23">
                <c:v>-0.47712637675334385</c:v>
              </c:pt>
              <c:pt idx="24">
                <c:v>-0.44258062518613517</c:v>
              </c:pt>
              <c:pt idx="25">
                <c:v>-0.4038056870414775</c:v>
              </c:pt>
              <c:pt idx="26">
                <c:v>-0.37810268764610416</c:v>
              </c:pt>
              <c:pt idx="27">
                <c:v>-0.34569802030448954</c:v>
              </c:pt>
              <c:pt idx="28">
                <c:v>-0.31292043098231737</c:v>
              </c:pt>
              <c:pt idx="29">
                <c:v>-0.28803855025398933</c:v>
              </c:pt>
              <c:pt idx="30">
                <c:v>-0.25470235671403646</c:v>
              </c:pt>
              <c:pt idx="31">
                <c:v>-0.21040132111640272</c:v>
              </c:pt>
              <c:pt idx="32">
                <c:v>-0.19089454766328673</c:v>
              </c:pt>
              <c:pt idx="33">
                <c:v>-0.16108455593284934</c:v>
              </c:pt>
              <c:pt idx="34">
                <c:v>-0.13079291591465228</c:v>
              </c:pt>
              <c:pt idx="35">
                <c:v>-0.1045491604494022</c:v>
              </c:pt>
              <c:pt idx="36">
                <c:v>-0.09214174413427197</c:v>
              </c:pt>
              <c:pt idx="37">
                <c:v>-0.08073027729055021</c:v>
              </c:pt>
              <c:pt idx="38">
                <c:v>-0.07701575575165275</c:v>
              </c:pt>
              <c:pt idx="39">
                <c:v>-0.07793127053588862</c:v>
              </c:pt>
              <c:pt idx="40">
                <c:v>-0.13358241479023733</c:v>
              </c:pt>
              <c:pt idx="41">
                <c:v>-0.1887241258931508</c:v>
              </c:pt>
              <c:pt idx="42">
                <c:v>-0.2695817222431218</c:v>
              </c:pt>
              <c:pt idx="43">
                <c:v>-0.3457242678932116</c:v>
              </c:pt>
              <c:pt idx="44">
                <c:v>-0.41283941677439234</c:v>
              </c:pt>
              <c:pt idx="45">
                <c:v>-0.4909280143208785</c:v>
              </c:pt>
              <c:pt idx="46">
                <c:v>-0.5564270263974166</c:v>
              </c:pt>
              <c:pt idx="47">
                <c:v>-0.6559484332820856</c:v>
              </c:pt>
              <c:pt idx="48">
                <c:v>-0.852596946104605</c:v>
              </c:pt>
              <c:pt idx="49">
                <c:v>-1.1074662312322203</c:v>
              </c:pt>
              <c:pt idx="50">
                <c:v>-1.4987508187500305</c:v>
              </c:pt>
              <c:pt idx="51">
                <c:v>-2.121314010461527</c:v>
              </c:pt>
              <c:pt idx="52">
                <c:v>-3.151227613654651</c:v>
              </c:pt>
              <c:pt idx="53">
                <c:v>-5.188895427361893</c:v>
              </c:pt>
              <c:pt idx="54">
                <c:v>-7.152726951297077</c:v>
              </c:pt>
              <c:pt idx="55">
                <c:v>-7.95</c:v>
              </c:pt>
              <c:pt idx="56">
                <c:v>-7.95</c:v>
              </c:pt>
              <c:pt idx="57">
                <c:v>-7.95</c:v>
              </c:pt>
              <c:pt idx="58">
                <c:v>-7.95</c:v>
              </c:pt>
              <c:pt idx="59">
                <c:v>-7.95</c:v>
              </c:pt>
              <c:pt idx="60">
                <c:v>-7.95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2"/>
          <c:order val="2"/>
          <c:tx>
            <c:v>propagator</c:v>
          </c:tx>
          <c:spPr>
            <a:ln xmlns:a="http://schemas.openxmlformats.org/drawingml/2006/main" w="20955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-1.242389961431123</c:v>
              </c:pt>
              <c:pt idx="1">
                <c:v>-1.2070535604576769</c:v>
              </c:pt>
              <c:pt idx="2">
                <c:v>-1.1719531704664463</c:v>
              </c:pt>
              <c:pt idx="3">
                <c:v>-1.1369633258807343</c:v>
              </c:pt>
              <c:pt idx="4">
                <c:v>-1.1019734812950226</c:v>
              </c:pt>
              <c:pt idx="5">
                <c:v>-1.0669836367093108</c:v>
              </c:pt>
              <c:pt idx="6">
                <c:v>-1.0321681494656834</c:v>
              </c:pt>
              <c:pt idx="7">
                <c:v>-0.9974854444150612</c:v>
              </c:pt>
              <c:pt idx="8">
                <c:v>-0.9628027393644386</c:v>
              </c:pt>
              <c:pt idx="9">
                <c:v>-0.9282350233643489</c:v>
              </c:pt>
              <c:pt idx="10">
                <c:v>-0.893804800720047</c:v>
              </c:pt>
              <c:pt idx="11">
                <c:v>-0.8593745780757447</c:v>
              </c:pt>
              <c:pt idx="12">
                <c:v>-0.8255091056580877</c:v>
              </c:pt>
              <c:pt idx="13">
                <c:v>-0.7916699985563626</c:v>
              </c:pt>
              <c:pt idx="14">
                <c:v>-0.7584931729559155</c:v>
              </c:pt>
              <c:pt idx="15">
                <c:v>-0.7254615940374132</c:v>
              </c:pt>
              <c:pt idx="16">
                <c:v>-0.6929743809226795</c:v>
              </c:pt>
              <c:pt idx="17">
                <c:v>-0.6607392250692585</c:v>
              </c:pt>
              <c:pt idx="18">
                <c:v>-0.6288198560328467</c:v>
              </c:pt>
              <c:pt idx="19">
                <c:v>-0.5974673001385574</c:v>
              </c:pt>
              <c:pt idx="20">
                <c:v>-0.5664459479926791</c:v>
              </c:pt>
              <c:pt idx="21">
                <c:v>-0.5355865976667722</c:v>
              </c:pt>
              <c:pt idx="22">
                <c:v>-0.5046797617551417</c:v>
              </c:pt>
              <c:pt idx="23">
                <c:v>-0.47338279375549946</c:v>
              </c:pt>
              <c:pt idx="24">
                <c:v>-0.44149909588014763</c:v>
              </c:pt>
              <c:pt idx="25">
                <c:v>-0.4090360111967999</c:v>
              </c:pt>
              <c:pt idx="26">
                <c:v>-0.3761206193319854</c:v>
              </c:pt>
              <c:pt idx="27">
                <c:v>-0.3428019273175813</c:v>
              </c:pt>
              <c:pt idx="28">
                <c:v>-0.30888386852187993</c:v>
              </c:pt>
              <c:pt idx="29">
                <c:v>-0.2741042813728162</c:v>
              </c:pt>
              <c:pt idx="30">
                <c:v>-0.2372425050761129</c:v>
              </c:pt>
              <c:pt idx="31">
                <c:v>-0.1975087316481156</c:v>
              </c:pt>
              <c:pt idx="32">
                <c:v>-0.1758320863354631</c:v>
              </c:pt>
              <c:pt idx="33">
                <c:v>-0.15163189971572388</c:v>
              </c:pt>
              <c:pt idx="34">
                <c:v>-0.12538767098053033</c:v>
              </c:pt>
              <c:pt idx="35">
                <c:v>-0.09176093234607198</c:v>
              </c:pt>
              <c:pt idx="36">
                <c:v>-0.0812203948542942</c:v>
              </c:pt>
              <c:pt idx="37">
                <c:v>-0.06693352101304935</c:v>
              </c:pt>
              <c:pt idx="38">
                <c:v>-0.06393583924904829</c:v>
              </c:pt>
              <c:pt idx="39">
                <c:v>-0.07195511909807827</c:v>
              </c:pt>
              <c:pt idx="40">
                <c:v>-0.11939089813726422</c:v>
              </c:pt>
              <c:pt idx="41">
                <c:v>-0.1740465290950457</c:v>
              </c:pt>
              <c:pt idx="42">
                <c:v>-0.255810798224402</c:v>
              </c:pt>
              <c:pt idx="43">
                <c:v>-0.3405562047137085</c:v>
              </c:pt>
              <c:pt idx="44">
                <c:v>-0.41798298592776706</c:v>
              </c:pt>
              <c:pt idx="45">
                <c:v>-0.4946969920368605</c:v>
              </c:pt>
              <c:pt idx="46">
                <c:v>-0.5769877443406006</c:v>
              </c:pt>
              <c:pt idx="47">
                <c:v>-0.6922232850808814</c:v>
              </c:pt>
              <c:pt idx="48">
                <c:v>-0.8680466762364669</c:v>
              </c:pt>
              <c:pt idx="49">
                <c:v>-1.139753864075456</c:v>
              </c:pt>
              <c:pt idx="50">
                <c:v>-1.5505333887166337</c:v>
              </c:pt>
              <c:pt idx="51">
                <c:v>-2.156806599640002</c:v>
              </c:pt>
              <c:pt idx="52">
                <c:v>-3.0292454826263846</c:v>
              </c:pt>
              <c:pt idx="53">
                <c:v>-4.374688666036941</c:v>
              </c:pt>
              <c:pt idx="54">
                <c:v>-6.640280239092995</c:v>
              </c:pt>
              <c:pt idx="55">
                <c:v>-7.95</c:v>
              </c:pt>
              <c:pt idx="56">
                <c:v>-7.95</c:v>
              </c:pt>
              <c:pt idx="57">
                <c:v>-7.95</c:v>
              </c:pt>
              <c:pt idx="58">
                <c:v>-7.95</c:v>
              </c:pt>
              <c:pt idx="59">
                <c:v>-7.95</c:v>
              </c:pt>
              <c:pt idx="60">
                <c:v>-7.95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p(ε) [eV⁻¹]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.9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1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two_term</c:v>
          </c:tx>
          <c:spPr>
            <a:ln xmlns:a="http://schemas.openxmlformats.org/drawingml/2006/main" w="20955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-2.329865542747581</c:v>
              </c:pt>
              <c:pt idx="1">
                <c:v>-2.285760688319137</c:v>
              </c:pt>
              <c:pt idx="2">
                <c:v>-2.242265820012191</c:v>
              </c:pt>
              <c:pt idx="3">
                <c:v>-2.204701839477086</c:v>
              </c:pt>
              <c:pt idx="4">
                <c:v>-2.1671378589419814</c:v>
              </c:pt>
              <c:pt idx="5">
                <c:v>-2.1295738784068763</c:v>
              </c:pt>
              <c:pt idx="6">
                <c:v>-2.092009897871771</c:v>
              </c:pt>
              <c:pt idx="7">
                <c:v>-2.0555161272781084</c:v>
              </c:pt>
              <c:pt idx="8">
                <c:v>-2.019615455581713</c:v>
              </c:pt>
              <c:pt idx="9">
                <c:v>-1.983714783885318</c:v>
              </c:pt>
              <c:pt idx="10">
                <c:v>-1.9479791960920079</c:v>
              </c:pt>
              <c:pt idx="11">
                <c:v>-1.9126913303621131</c:v>
              </c:pt>
              <c:pt idx="12">
                <c:v>-1.8774034646322182</c:v>
              </c:pt>
              <c:pt idx="13">
                <c:v>-1.8423281952098118</c:v>
              </c:pt>
              <c:pt idx="14">
                <c:v>-1.8074074142023384</c:v>
              </c:pt>
              <c:pt idx="15">
                <c:v>-1.772534463710721</c:v>
              </c:pt>
              <c:pt idx="16">
                <c:v>-1.7377503029343846</c:v>
              </c:pt>
              <c:pt idx="17">
                <c:v>-1.7030325970328954</c:v>
              </c:pt>
              <c:pt idx="18">
                <c:v>-1.6683960395851392</c:v>
              </c:pt>
              <c:pt idx="19">
                <c:v>-1.633756794154159</c:v>
              </c:pt>
              <c:pt idx="20">
                <c:v>-1.599146192210065</c:v>
              </c:pt>
              <c:pt idx="21">
                <c:v>-1.5645960808215629</c:v>
              </c:pt>
              <c:pt idx="22">
                <c:v>-1.5301225208499163</c:v>
              </c:pt>
              <c:pt idx="23">
                <c:v>-1.4956252047863055</c:v>
              </c:pt>
              <c:pt idx="24">
                <c:v>-1.4611374162736719</c:v>
              </c:pt>
              <c:pt idx="25">
                <c:v>-1.4266732686053811</c:v>
              </c:pt>
              <c:pt idx="26">
                <c:v>-1.392193716773752</c:v>
              </c:pt>
              <c:pt idx="27">
                <c:v>-1.3577309133415183</c:v>
              </c:pt>
              <c:pt idx="28">
                <c:v>-1.323230690579866</c:v>
              </c:pt>
              <c:pt idx="29">
                <c:v>-1.2887332509709466</c:v>
              </c:pt>
              <c:pt idx="30">
                <c:v>-1.2542354082355478</c:v>
              </c:pt>
              <c:pt idx="31">
                <c:v>-1.2197407519537946</c:v>
              </c:pt>
              <c:pt idx="32">
                <c:v>-1.185289529028932</c:v>
              </c:pt>
              <c:pt idx="33">
                <c:v>-1.150880448245134</c:v>
              </c:pt>
              <c:pt idx="34">
                <c:v>-1.116472447308591</c:v>
              </c:pt>
              <c:pt idx="35">
                <c:v>-1.0820903609967256</c:v>
              </c:pt>
              <c:pt idx="36">
                <c:v>-1.0478328180412984</c:v>
              </c:pt>
              <c:pt idx="37">
                <c:v>-1.0137102901749715</c:v>
              </c:pt>
              <c:pt idx="38">
                <c:v>-0.9798068361051936</c:v>
              </c:pt>
              <c:pt idx="39">
                <c:v>-0.9462050892133081</c:v>
              </c:pt>
              <c:pt idx="40">
                <c:v>-0.9133001223991041</c:v>
              </c:pt>
              <c:pt idx="41">
                <c:v>-0.8810877644179783</c:v>
              </c:pt>
              <c:pt idx="42">
                <c:v>-0.8497919276522345</c:v>
              </c:pt>
              <c:pt idx="43">
                <c:v>-0.8195047690205657</c:v>
              </c:pt>
              <c:pt idx="44">
                <c:v>-0.7903156268748702</c:v>
              </c:pt>
              <c:pt idx="45">
                <c:v>-0.7621992381897658</c:v>
              </c:pt>
              <c:pt idx="46">
                <c:v>-0.7362463481961341</c:v>
              </c:pt>
              <c:pt idx="47">
                <c:v>-0.7139703402368932</c:v>
              </c:pt>
              <c:pt idx="48">
                <c:v>-0.6967808284889999</c:v>
              </c:pt>
              <c:pt idx="49">
                <c:v>-0.6871170882099805</c:v>
              </c:pt>
              <c:pt idx="50">
                <c:v>-0.6882458717421495</c:v>
              </c:pt>
              <c:pt idx="51">
                <c:v>-0.7048596326364408</c:v>
              </c:pt>
              <c:pt idx="52">
                <c:v>-0.7437990231165569</c:v>
              </c:pt>
              <c:pt idx="53">
                <c:v>-0.8211497739950515</c:v>
              </c:pt>
              <c:pt idx="54">
                <c:v>-0.971644720927692</c:v>
              </c:pt>
              <c:pt idx="55">
                <c:v>-1.2607996262132473</c:v>
              </c:pt>
              <c:pt idx="56">
                <c:v>-1.8052928397846575</c:v>
              </c:pt>
              <c:pt idx="57">
                <c:v>-2.646095958939091</c:v>
              </c:pt>
              <c:pt idx="58">
                <c:v>-3.931915139925026</c:v>
              </c:pt>
              <c:pt idx="59">
                <c:v>-5.82127834735845</c:v>
              </c:pt>
              <c:pt idx="60">
                <c:v>-7.95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1"/>
          <c:order val="1"/>
          <c:tx>
            <c:v>monte_carlo</c:v>
          </c:tx>
          <c:spPr>
            <a:ln xmlns:a="http://schemas.openxmlformats.org/drawingml/2006/main" w="20955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-2.216035621157181</c:v>
              </c:pt>
              <c:pt idx="1">
                <c:v>-2.2138220652928946</c:v>
              </c:pt>
              <c:pt idx="2">
                <c:v>-2.200427604015821</c:v>
              </c:pt>
              <c:pt idx="3">
                <c:v>-2.191557823941167</c:v>
              </c:pt>
              <c:pt idx="4">
                <c:v>-2.1171767716013967</c:v>
              </c:pt>
              <c:pt idx="5">
                <c:v>-2.1197913810351703</c:v>
              </c:pt>
              <c:pt idx="6">
                <c:v>-2.1229782653984435</c:v>
              </c:pt>
              <c:pt idx="7">
                <c:v>-2.0616338768081652</c:v>
              </c:pt>
              <c:pt idx="8">
                <c:v>-2.01038316163743</c:v>
              </c:pt>
              <c:pt idx="9">
                <c:v>-2.0085461366305406</c:v>
              </c:pt>
              <c:pt idx="10">
                <c:v>-1.9705048554831508</c:v>
              </c:pt>
              <c:pt idx="11">
                <c:v>-1.92961755328218</c:v>
              </c:pt>
              <c:pt idx="12">
                <c:v>-1.8756957613130913</c:v>
              </c:pt>
              <c:pt idx="13">
                <c:v>-1.8129243300142477</c:v>
              </c:pt>
              <c:pt idx="14">
                <c:v>-1.7728330380815904</c:v>
              </c:pt>
              <c:pt idx="15">
                <c:v>-1.7578767308984862</c:v>
              </c:pt>
              <c:pt idx="16">
                <c:v>-1.726617378726445</c:v>
              </c:pt>
              <c:pt idx="17">
                <c:v>-1.7058937152807756</c:v>
              </c:pt>
              <c:pt idx="18">
                <c:v>-1.665596063804804</c:v>
              </c:pt>
              <c:pt idx="19">
                <c:v>-1.618944442487571</c:v>
              </c:pt>
              <c:pt idx="20">
                <c:v>-1.5936550069186537</c:v>
              </c:pt>
              <c:pt idx="21">
                <c:v>-1.5724599466906437</c:v>
              </c:pt>
              <c:pt idx="22">
                <c:v>-1.5287750561025324</c:v>
              </c:pt>
              <c:pt idx="23">
                <c:v>-1.4855952431856358</c:v>
              </c:pt>
              <c:pt idx="24">
                <c:v>-1.452095595859468</c:v>
              </c:pt>
              <c:pt idx="25">
                <c:v>-1.4185331025903813</c:v>
              </c:pt>
              <c:pt idx="26">
                <c:v>-1.3950593368091067</c:v>
              </c:pt>
              <c:pt idx="27">
                <c:v>-1.355468501863649</c:v>
              </c:pt>
              <c:pt idx="28">
                <c:v>-1.3250815437756527</c:v>
              </c:pt>
              <c:pt idx="29">
                <c:v>-1.2869087429686923</c:v>
              </c:pt>
              <c:pt idx="30">
                <c:v>-1.2586750284236983</c:v>
              </c:pt>
              <c:pt idx="31">
                <c:v>-1.2294970795199243</c:v>
              </c:pt>
              <c:pt idx="32">
                <c:v>-1.189561207014981</c:v>
              </c:pt>
              <c:pt idx="33">
                <c:v>-1.1551869114124587</c:v>
              </c:pt>
              <c:pt idx="34">
                <c:v>-1.1197890912241188</c:v>
              </c:pt>
              <c:pt idx="35">
                <c:v>-1.0839429568052623</c:v>
              </c:pt>
              <c:pt idx="36">
                <c:v>-1.0440493758220137</c:v>
              </c:pt>
              <c:pt idx="37">
                <c:v>-1.015353728712642</c:v>
              </c:pt>
              <c:pt idx="38">
                <c:v>-0.9760417036380571</c:v>
              </c:pt>
              <c:pt idx="39">
                <c:v>-0.9455067432873913</c:v>
              </c:pt>
              <c:pt idx="40">
                <c:v>-0.9120368707549984</c:v>
              </c:pt>
              <c:pt idx="41">
                <c:v>-0.8805818235625494</c:v>
              </c:pt>
              <c:pt idx="42">
                <c:v>-0.8545544332383802</c:v>
              </c:pt>
              <c:pt idx="43">
                <c:v>-0.8195346812731115</c:v>
              </c:pt>
              <c:pt idx="44">
                <c:v>-0.7902823151267093</c:v>
              </c:pt>
              <c:pt idx="45">
                <c:v>-0.7595495727243251</c:v>
              </c:pt>
              <c:pt idx="46">
                <c:v>-0.7353160695209361</c:v>
              </c:pt>
              <c:pt idx="47">
                <c:v>-0.7096185765222025</c:v>
              </c:pt>
              <c:pt idx="48">
                <c:v>-0.6958136124351313</c:v>
              </c:pt>
              <c:pt idx="49">
                <c:v>-0.6857229031563602</c:v>
              </c:pt>
              <c:pt idx="50">
                <c:v>-0.6894481964001419</c:v>
              </c:pt>
              <c:pt idx="51">
                <c:v>-0.7077794537481078</c:v>
              </c:pt>
              <c:pt idx="52">
                <c:v>-0.7455140650445022</c:v>
              </c:pt>
              <c:pt idx="53">
                <c:v>-0.8185417946512727</c:v>
              </c:pt>
              <c:pt idx="54">
                <c:v>-0.9739235438632246</c:v>
              </c:pt>
              <c:pt idx="55">
                <c:v>-1.2606829247235278</c:v>
              </c:pt>
              <c:pt idx="56">
                <c:v>-1.7977636107508292</c:v>
              </c:pt>
              <c:pt idx="57">
                <c:v>-2.6261680747346854</c:v>
              </c:pt>
              <c:pt idx="58">
                <c:v>-3.8704169896637874</c:v>
              </c:pt>
              <c:pt idx="59">
                <c:v>-6.984848451559996</c:v>
              </c:pt>
              <c:pt idx="60">
                <c:v>-7.95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2"/>
          <c:order val="2"/>
          <c:tx>
            <c:v>propagator</c:v>
          </c:tx>
          <c:spPr>
            <a:ln xmlns:a="http://schemas.openxmlformats.org/drawingml/2006/main" w="20955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-2.29236597415837</c:v>
              </c:pt>
              <c:pt idx="1">
                <c:v>-2.257100427378599</c:v>
              </c:pt>
              <c:pt idx="2">
                <c:v>-2.2220946221376026</c:v>
              </c:pt>
              <c:pt idx="3">
                <c:v>-2.187210477479789</c:v>
              </c:pt>
              <c:pt idx="4">
                <c:v>-2.1523263328219757</c:v>
              </c:pt>
              <c:pt idx="5">
                <c:v>-2.1174421881641625</c:v>
              </c:pt>
              <c:pt idx="6">
                <c:v>-2.0826399049202076</c:v>
              </c:pt>
              <c:pt idx="7">
                <c:v>-2.0478999634045953</c:v>
              </c:pt>
              <c:pt idx="8">
                <c:v>-2.0131600218889822</c:v>
              </c:pt>
              <c:pt idx="9">
                <c:v>-1.9784548811281526</c:v>
              </c:pt>
              <c:pt idx="10">
                <c:v>-1.9437913519167433</c:v>
              </c:pt>
              <c:pt idx="11">
                <c:v>-1.9091278227053339</c:v>
              </c:pt>
              <c:pt idx="12">
                <c:v>-1.8745204944844283</c:v>
              </c:pt>
              <c:pt idx="13">
                <c:v>-1.8399157900019483</c:v>
              </c:pt>
              <c:pt idx="14">
                <c:v>-1.8053874327170003</c:v>
              </c:pt>
              <c:pt idx="15">
                <c:v>-1.7708730979609617</c:v>
              </c:pt>
              <c:pt idx="16">
                <c:v>-1.7363876780942684</c:v>
              </c:pt>
              <c:pt idx="17">
                <c:v>-1.7019256283132596</c:v>
              </c:pt>
              <c:pt idx="18">
                <c:v>-1.6674888778959882</c:v>
              </c:pt>
              <c:pt idx="19">
                <c:v>-1.6330713780454356</c:v>
              </c:pt>
              <c:pt idx="20">
                <c:v>-1.598687489466304</c:v>
              </c:pt>
              <c:pt idx="21">
                <c:v>-1.56430315324696</c:v>
              </c:pt>
              <c:pt idx="22">
                <c:v>-1.5299008796159843</c:v>
              </c:pt>
              <c:pt idx="23">
                <c:v>-1.4954602596224644</c:v>
              </c:pt>
              <c:pt idx="24">
                <c:v>-1.4609536398592131</c:v>
              </c:pt>
              <c:pt idx="25">
                <c:v>-1.4263787675669368</c:v>
              </c:pt>
              <c:pt idx="26">
                <c:v>-1.3917514975816943</c:v>
              </c:pt>
              <c:pt idx="27">
                <c:v>-1.357071023986014</c:v>
              </c:pt>
              <c:pt idx="28">
                <c:v>-1.3223106508543383</c:v>
              </c:pt>
              <c:pt idx="29">
                <c:v>-1.2874343288538301</c:v>
              </c:pt>
              <c:pt idx="30">
                <c:v>-1.2522871822638049</c:v>
              </c:pt>
              <c:pt idx="31">
                <c:v>-1.2167107248237294</c:v>
              </c:pt>
              <c:pt idx="32">
                <c:v>-1.1829391866651617</c:v>
              </c:pt>
              <c:pt idx="33">
                <c:v>-1.1486894117979145</c:v>
              </c:pt>
              <c:pt idx="34">
                <c:v>-1.1141782939103024</c:v>
              </c:pt>
              <c:pt idx="35">
                <c:v>-1.0786122593039298</c:v>
              </c:pt>
              <c:pt idx="36">
                <c:v>-1.045046098120181</c:v>
              </c:pt>
              <c:pt idx="37">
                <c:v>-1.0108729613078955</c:v>
              </c:pt>
              <c:pt idx="38">
                <c:v>-0.9771299354139804</c:v>
              </c:pt>
              <c:pt idx="39">
                <c:v>-0.9436341668523048</c:v>
              </c:pt>
              <c:pt idx="40">
                <c:v>-0.9128733590143827</c:v>
              </c:pt>
              <c:pt idx="41">
                <c:v>-0.8813024622188692</c:v>
              </c:pt>
              <c:pt idx="42">
                <c:v>-0.8507065474010118</c:v>
              </c:pt>
              <c:pt idx="43">
                <c:v>-0.820094527760679</c:v>
              </c:pt>
              <c:pt idx="44">
                <c:v>-0.7899526789221073</c:v>
              </c:pt>
              <c:pt idx="45">
                <c:v>-0.7615037032610519</c:v>
              </c:pt>
              <c:pt idx="46">
                <c:v>-0.735417475191729</c:v>
              </c:pt>
              <c:pt idx="47">
                <c:v>-0.7131821473184051</c:v>
              </c:pt>
              <c:pt idx="48">
                <c:v>-0.6962097232352872</c:v>
              </c:pt>
              <c:pt idx="49">
                <c:v>-0.686787516442049</c:v>
              </c:pt>
              <c:pt idx="50">
                <c:v>-0.68816279500731</c:v>
              </c:pt>
              <c:pt idx="51">
                <c:v>-0.7050224156480369</c:v>
              </c:pt>
              <c:pt idx="52">
                <c:v>-0.7441368746039626</c:v>
              </c:pt>
              <c:pt idx="53">
                <c:v>-0.8219739679837915</c:v>
              </c:pt>
              <c:pt idx="54">
                <c:v>-0.9727270867730067</c:v>
              </c:pt>
              <c:pt idx="55">
                <c:v>-1.262035720066673</c:v>
              </c:pt>
              <c:pt idx="56">
                <c:v>-1.8046313117365376</c:v>
              </c:pt>
              <c:pt idx="57">
                <c:v>-2.6401960896249212</c:v>
              </c:pt>
              <c:pt idx="58">
                <c:v>-3.9110972805486486</c:v>
              </c:pt>
              <c:pt idx="59">
                <c:v>-5.777280163213132</c:v>
              </c:pt>
              <c:pt idx="60">
                <c:v>-7.95</c:v>
              </c:pt>
              <c:pt idx="61">
                <c:v>-7.95</c:v>
              </c:pt>
              <c:pt idx="62">
                <c:v>-7.95</c:v>
              </c:pt>
              <c:pt idx="63">
                <c:v>-7.95</c:v>
              </c:pt>
              <c:pt idx="64">
                <c:v>-7.95</c:v>
              </c:pt>
              <c:pt idx="65">
                <c:v>-7.95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p(ε) [eV⁻¹]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.9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19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100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two_term</c:v>
          </c:tx>
          <c:spPr>
            <a:ln xmlns:a="http://schemas.openxmlformats.org/drawingml/2006/main" w="20955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-2.751276638425492</c:v>
              </c:pt>
              <c:pt idx="1">
                <c:v>-2.707533251881039</c:v>
              </c:pt>
              <c:pt idx="2">
                <c:v>-2.6643726293206775</c:v>
              </c:pt>
              <c:pt idx="3">
                <c:v>-2.6268782140153712</c:v>
              </c:pt>
              <c:pt idx="4">
                <c:v>-2.5893837987100654</c:v>
              </c:pt>
              <c:pt idx="5">
                <c:v>-2.5518893834047596</c:v>
              </c:pt>
              <c:pt idx="6">
                <c:v>-2.5143949680994533</c:v>
              </c:pt>
              <c:pt idx="7">
                <c:v>-2.4779410830646733</c:v>
              </c:pt>
              <c:pt idx="8">
                <c:v>-2.4420638487711406</c:v>
              </c:pt>
              <c:pt idx="9">
                <c:v>-2.4061866144776074</c:v>
              </c:pt>
              <c:pt idx="10">
                <c:v>-2.370469834916162</c:v>
              </c:pt>
              <c:pt idx="11">
                <c:v>-2.3351882226992746</c:v>
              </c:pt>
              <c:pt idx="12">
                <c:v>-2.2999066104823873</c:v>
              </c:pt>
              <c:pt idx="13">
                <c:v>-2.2648336819960337</c:v>
              </c:pt>
              <c:pt idx="14">
                <c:v>-2.2299123987528797</c:v>
              </c:pt>
              <c:pt idx="15">
                <c:v>-2.195030362885446</c:v>
              </c:pt>
              <c:pt idx="16">
                <c:v>-2.160221183504157</c:v>
              </c:pt>
              <c:pt idx="17">
                <c:v>-2.1254791591349917</c:v>
              </c:pt>
              <c:pt idx="18">
                <c:v>-2.0908191381614656</c:v>
              </c:pt>
              <c:pt idx="19">
                <c:v>-2.0561586287855627</c:v>
              </c:pt>
              <c:pt idx="20">
                <c:v>-2.0215253104732764</c:v>
              </c:pt>
              <c:pt idx="21">
                <c:v>-1.9869483114007873</c:v>
              </c:pt>
              <c:pt idx="22">
                <c:v>-1.9524418769422827</c:v>
              </c:pt>
              <c:pt idx="23">
                <c:v>-1.9179151019775524</c:v>
              </c:pt>
              <c:pt idx="24">
                <c:v>-1.8834000292067261</c:v>
              </c:pt>
              <c:pt idx="25">
                <c:v>-1.8489129709990264</c:v>
              </c:pt>
              <c:pt idx="26">
                <c:v>-1.814415270259006</c:v>
              </c:pt>
              <c:pt idx="27">
                <c:v>-1.7799332552973854</c:v>
              </c:pt>
              <c:pt idx="28">
                <c:v>-1.7454143081510949</c:v>
              </c:pt>
              <c:pt idx="29">
                <c:v>-1.7108921899977962</c:v>
              </c:pt>
              <c:pt idx="30">
                <c:v>-1.6763711158480343</c:v>
              </c:pt>
              <c:pt idx="31">
                <c:v>-1.6418465745574138</c:v>
              </c:pt>
              <c:pt idx="32">
                <c:v>-1.6073303622854844</c:v>
              </c:pt>
              <c:pt idx="33">
                <c:v>-1.5728212896355633</c:v>
              </c:pt>
              <c:pt idx="34">
                <c:v>-1.5383036196953492</c:v>
              </c:pt>
              <c:pt idx="35">
                <c:v>-1.5037929385061464</c:v>
              </c:pt>
              <c:pt idx="36">
                <c:v>-1.4692878428443479</c:v>
              </c:pt>
              <c:pt idx="37">
                <c:v>-1.4348037808521916</c:v>
              </c:pt>
              <c:pt idx="38">
                <c:v>-1.400354385698003</c:v>
              </c:pt>
              <c:pt idx="39">
                <c:v>-1.3659620494696216</c:v>
              </c:pt>
              <c:pt idx="40">
                <c:v>-1.3316497625762365</c:v>
              </c:pt>
              <c:pt idx="41">
                <c:v>-1.2974585129494662</c:v>
              </c:pt>
              <c:pt idx="42">
                <c:v>-1.2634604852214077</c:v>
              </c:pt>
              <c:pt idx="43">
                <c:v>-1.229738521130377</c:v>
              </c:pt>
              <c:pt idx="44">
                <c:v>-1.1964234652296015</c:v>
              </c:pt>
              <c:pt idx="45">
                <c:v>-1.1636374377375431</c:v>
              </c:pt>
              <c:pt idx="46">
                <c:v>-1.1315541839402656</c:v>
              </c:pt>
              <c:pt idx="47">
                <c:v>-1.100440174197737</c:v>
              </c:pt>
              <c:pt idx="48">
                <c:v>-1.0705908222510172</c:v>
              </c:pt>
              <c:pt idx="49">
                <c:v>-1.0425996783239553</c:v>
              </c:pt>
              <c:pt idx="50">
                <c:v>-1.0172957135557958</c:v>
              </c:pt>
              <c:pt idx="51">
                <c:v>-0.9958011150197889</c:v>
              </c:pt>
              <c:pt idx="52">
                <c:v>-0.9796010287490386</c:v>
              </c:pt>
              <c:pt idx="53">
                <c:v>-0.971142020707162</c:v>
              </c:pt>
              <c:pt idx="54">
                <c:v>-0.9745369372253296</c:v>
              </c:pt>
              <c:pt idx="55">
                <c:v>-0.9956317895780837</c:v>
              </c:pt>
              <c:pt idx="56">
                <c:v>-1.0427169747707656</c:v>
              </c:pt>
              <c:pt idx="57">
                <c:v>-1.125634208120016</c:v>
              </c:pt>
              <c:pt idx="58">
                <c:v>-1.2662555784433882</c:v>
              </c:pt>
              <c:pt idx="59">
                <c:v>-1.4933979476093462</c:v>
              </c:pt>
              <c:pt idx="60">
                <c:v>-1.846741473822106</c:v>
              </c:pt>
              <c:pt idx="61">
                <c:v>-2.406592285751468</c:v>
              </c:pt>
              <c:pt idx="62">
                <c:v>-3.2352244205323406</c:v>
              </c:pt>
              <c:pt idx="63">
                <c:v>-4.335099418532973</c:v>
              </c:pt>
              <c:pt idx="64">
                <c:v>-5.712002877149249</c:v>
              </c:pt>
              <c:pt idx="65">
                <c:v>-7.387854036821229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1"/>
          <c:order val="1"/>
          <c:tx>
            <c:v>monte_carlo</c:v>
          </c:tx>
          <c:spPr>
            <a:ln xmlns:a="http://schemas.openxmlformats.org/drawingml/2006/main" w="20955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-2.8476612733265303</c:v>
              </c:pt>
              <c:pt idx="1">
                <c:v>-2.7203486130184276</c:v>
              </c:pt>
              <c:pt idx="2">
                <c:v>-2.6335225644601614</c:v>
              </c:pt>
              <c:pt idx="3">
                <c:v>-2.6002140633158857</c:v>
              </c:pt>
              <c:pt idx="4">
                <c:v>-2.6129840333431513</c:v>
              </c:pt>
              <c:pt idx="5">
                <c:v>-2.514357576709139</c:v>
              </c:pt>
              <c:pt idx="6">
                <c:v>-2.5078548159700014</c:v>
              </c:pt>
              <c:pt idx="7">
                <c:v>-2.4908363720005746</c:v>
              </c:pt>
              <c:pt idx="8">
                <c:v>-2.4766376537634898</c:v>
              </c:pt>
              <c:pt idx="9">
                <c:v>-2.398649069375716</c:v>
              </c:pt>
              <c:pt idx="10">
                <c:v>-2.364625765361756</c:v>
              </c:pt>
              <c:pt idx="11">
                <c:v>-2.335668153358799</c:v>
              </c:pt>
              <c:pt idx="12">
                <c:v>-2.3003211257631326</c:v>
              </c:pt>
              <c:pt idx="13">
                <c:v>-2.2744805274920177</c:v>
              </c:pt>
              <c:pt idx="14">
                <c:v>-2.236106594531493</c:v>
              </c:pt>
              <c:pt idx="15">
                <c:v>-2.191280472940657</c:v>
              </c:pt>
              <c:pt idx="16">
                <c:v>-2.1506550187869005</c:v>
              </c:pt>
              <c:pt idx="17">
                <c:v>-2.111599172024144</c:v>
              </c:pt>
              <c:pt idx="18">
                <c:v>-2.0715695692489904</c:v>
              </c:pt>
              <c:pt idx="19">
                <c:v>-2.0498710651953598</c:v>
              </c:pt>
              <c:pt idx="20">
                <c:v>-2.006666117929178</c:v>
              </c:pt>
              <c:pt idx="21">
                <c:v>-1.9799792800187612</c:v>
              </c:pt>
              <c:pt idx="22">
                <c:v>-1.9390372154722317</c:v>
              </c:pt>
              <c:pt idx="23">
                <c:v>-1.9081981052011</c:v>
              </c:pt>
              <c:pt idx="24">
                <c:v>-1.8685478073927384</c:v>
              </c:pt>
              <c:pt idx="25">
                <c:v>-1.837364743741091</c:v>
              </c:pt>
              <c:pt idx="26">
                <c:v>-1.8054823522119796</c:v>
              </c:pt>
              <c:pt idx="27">
                <c:v>-1.7728927026914398</c:v>
              </c:pt>
              <c:pt idx="28">
                <c:v>-1.732137576418384</c:v>
              </c:pt>
              <c:pt idx="29">
                <c:v>-1.6950601374008438</c:v>
              </c:pt>
              <c:pt idx="30">
                <c:v>-1.6610363063283942</c:v>
              </c:pt>
              <c:pt idx="31">
                <c:v>-1.6342920936032639</c:v>
              </c:pt>
              <c:pt idx="32">
                <c:v>-1.601037451720039</c:v>
              </c:pt>
              <c:pt idx="33">
                <c:v>-1.5605736789040159</c:v>
              </c:pt>
              <c:pt idx="34">
                <c:v>-1.5263289365023405</c:v>
              </c:pt>
              <c:pt idx="35">
                <c:v>-1.494665541262494</c:v>
              </c:pt>
              <c:pt idx="36">
                <c:v>-1.459011296256358</c:v>
              </c:pt>
              <c:pt idx="37">
                <c:v>-1.4243316770682273</c:v>
              </c:pt>
              <c:pt idx="38">
                <c:v>-1.3895553260890179</c:v>
              </c:pt>
              <c:pt idx="39">
                <c:v>-1.3549831246002326</c:v>
              </c:pt>
              <c:pt idx="40">
                <c:v>-1.3250905043563421</c:v>
              </c:pt>
              <c:pt idx="41">
                <c:v>-1.2854874507691911</c:v>
              </c:pt>
              <c:pt idx="42">
                <c:v>-1.2553194519870465</c:v>
              </c:pt>
              <c:pt idx="43">
                <c:v>-1.221176934104627</c:v>
              </c:pt>
              <c:pt idx="44">
                <c:v>-1.1893075192770413</c:v>
              </c:pt>
              <c:pt idx="45">
                <c:v>-1.1565468473038159</c:v>
              </c:pt>
              <c:pt idx="46">
                <c:v>-1.1253740361209164</c:v>
              </c:pt>
              <c:pt idx="47">
                <c:v>-1.0950712398063913</c:v>
              </c:pt>
              <c:pt idx="48">
                <c:v>-1.0661429559852147</c:v>
              </c:pt>
              <c:pt idx="49">
                <c:v>-1.0397760208753137</c:v>
              </c:pt>
              <c:pt idx="50">
                <c:v>-1.0153889806950642</c:v>
              </c:pt>
              <c:pt idx="51">
                <c:v>-0.9953829084006255</c:v>
              </c:pt>
              <c:pt idx="52">
                <c:v>-0.9800789733100885</c:v>
              </c:pt>
              <c:pt idx="53">
                <c:v>-0.972330912880796</c:v>
              </c:pt>
              <c:pt idx="54">
                <c:v>-0.9751175439594307</c:v>
              </c:pt>
              <c:pt idx="55">
                <c:v>-0.9963869163991239</c:v>
              </c:pt>
              <c:pt idx="56">
                <c:v>-1.043313779278041</c:v>
              </c:pt>
              <c:pt idx="57">
                <c:v>-1.1281439105161755</c:v>
              </c:pt>
              <c:pt idx="58">
                <c:v>-1.2695982180507772</c:v>
              </c:pt>
              <c:pt idx="59">
                <c:v>-1.494092576995914</c:v>
              </c:pt>
              <c:pt idx="60">
                <c:v>-1.8485926742015002</c:v>
              </c:pt>
              <c:pt idx="61">
                <c:v>-2.4146583184510217</c:v>
              </c:pt>
              <c:pt idx="62">
                <c:v>-3.2214807651554</c:v>
              </c:pt>
              <c:pt idx="63">
                <c:v>-4.3026734584174555</c:v>
              </c:pt>
              <c:pt idx="64">
                <c:v>-5.506561568365971</c:v>
              </c:pt>
              <c:pt idx="65">
                <c:v>-7.173392811811955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ser>
          <c:idx val="2"/>
          <c:order val="2"/>
          <c:tx>
            <c:v>propagator</c:v>
          </c:tx>
          <c:spPr>
            <a:ln xmlns:a="http://schemas.openxmlformats.org/drawingml/2006/main" w="20955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-2.7054021235418753</c:v>
              </c:pt>
              <c:pt idx="1">
                <c:v>-2.670116964100359</c:v>
              </c:pt>
              <c:pt idx="2">
                <c:v>-2.6350823696109473</c:v>
              </c:pt>
              <c:pt idx="3">
                <c:v>-2.6001651374746735</c:v>
              </c:pt>
              <c:pt idx="4">
                <c:v>-2.5652479053384</c:v>
              </c:pt>
              <c:pt idx="5">
                <c:v>-2.5303306732021262</c:v>
              </c:pt>
              <c:pt idx="6">
                <c:v>-2.4954876848326646</c:v>
              </c:pt>
              <c:pt idx="7">
                <c:v>-2.460701236956746</c:v>
              </c:pt>
              <c:pt idx="8">
                <c:v>-2.425914789080827</c:v>
              </c:pt>
              <c:pt idx="9">
                <c:v>-2.391149982764204</c:v>
              </c:pt>
              <c:pt idx="10">
                <c:v>-2.356411053438462</c:v>
              </c:pt>
              <c:pt idx="11">
                <c:v>-2.32167212411272</c:v>
              </c:pt>
              <c:pt idx="12">
                <c:v>-2.286915545437076</c:v>
              </c:pt>
              <c:pt idx="13">
                <c:v>-2.2521581428030446</c:v>
              </c:pt>
              <c:pt idx="14">
                <c:v>-2.21740883099916</c:v>
              </c:pt>
              <c:pt idx="15">
                <c:v>-2.182662344561199</c:v>
              </c:pt>
              <c:pt idx="16">
                <c:v>-2.1479355764644974</c:v>
              </c:pt>
              <c:pt idx="17">
                <c:v>-2.113208388341982</c:v>
              </c:pt>
              <c:pt idx="18">
                <c:v>-2.0784789486732547</c:v>
              </c:pt>
              <c:pt idx="19">
                <c:v>-2.043734126149566</c:v>
              </c:pt>
              <c:pt idx="20">
                <c:v>-2.009046856334736</c:v>
              </c:pt>
              <c:pt idx="21">
                <c:v>-1.9743687874435893</c:v>
              </c:pt>
              <c:pt idx="22">
                <c:v>-1.9397127306557442</c:v>
              </c:pt>
              <c:pt idx="23">
                <c:v>-1.905126645181872</c:v>
              </c:pt>
              <c:pt idx="24">
                <c:v>-1.8705791272641772</c:v>
              </c:pt>
              <c:pt idx="25">
                <c:v>-1.8361023343854637</c:v>
              </c:pt>
              <c:pt idx="26">
                <c:v>-1.801652165463834</c:v>
              </c:pt>
              <c:pt idx="27">
                <c:v>-1.7672284418677582</c:v>
              </c:pt>
              <c:pt idx="28">
                <c:v>-1.732853407377837</c:v>
              </c:pt>
              <c:pt idx="29">
                <c:v>-1.6985162431925074</c:v>
              </c:pt>
              <c:pt idx="30">
                <c:v>-1.6641906363961603</c:v>
              </c:pt>
              <c:pt idx="31">
                <c:v>-1.6298020075257063</c:v>
              </c:pt>
              <c:pt idx="32">
                <c:v>-1.595605992995946</c:v>
              </c:pt>
              <c:pt idx="33">
                <c:v>-1.5612936739739525</c:v>
              </c:pt>
              <c:pt idx="34">
                <c:v>-1.5268668339055165</c:v>
              </c:pt>
              <c:pt idx="35">
                <c:v>-1.4923057861722033</c:v>
              </c:pt>
              <c:pt idx="36">
                <c:v>-1.4579377228550654</c:v>
              </c:pt>
              <c:pt idx="37">
                <c:v>-1.4236080934298703</c:v>
              </c:pt>
              <c:pt idx="38">
                <c:v>-1.3892599774899026</c:v>
              </c:pt>
              <c:pt idx="39">
                <c:v>-1.354859908256277</c:v>
              </c:pt>
              <c:pt idx="40">
                <c:v>-1.320793284038195</c:v>
              </c:pt>
              <c:pt idx="41">
                <c:v>-1.286708967090025</c:v>
              </c:pt>
              <c:pt idx="42">
                <c:v>-1.2529898092324168</c:v>
              </c:pt>
              <c:pt idx="43">
                <c:v>-1.2196166686472631</c:v>
              </c:pt>
              <c:pt idx="44">
                <c:v>-1.1868302819034178</c:v>
              </c:pt>
              <c:pt idx="45">
                <c:v>-1.1548768418756847</c:v>
              </c:pt>
              <c:pt idx="46">
                <c:v>-1.123870826105183</c:v>
              </c:pt>
              <c:pt idx="47">
                <c:v>-1.094069291498012</c:v>
              </c:pt>
              <c:pt idx="48">
                <c:v>-1.0654738236653987</c:v>
              </c:pt>
              <c:pt idx="49">
                <c:v>-1.0387479169898504</c:v>
              </c:pt>
              <c:pt idx="50">
                <c:v>-1.0147163062849336</c:v>
              </c:pt>
              <c:pt idx="51">
                <c:v>-0.9944376709422791</c:v>
              </c:pt>
              <c:pt idx="52">
                <c:v>-0.9793068225178234</c:v>
              </c:pt>
              <c:pt idx="53">
                <c:v>-0.9717166309216648</c:v>
              </c:pt>
              <c:pt idx="54">
                <c:v>-0.975681269197129</c:v>
              </c:pt>
              <c:pt idx="55">
                <c:v>-0.9972310682588583</c:v>
              </c:pt>
              <c:pt idx="56">
                <c:v>-1.0448811705322036</c:v>
              </c:pt>
              <c:pt idx="57">
                <c:v>-1.1280954308265287</c:v>
              </c:pt>
              <c:pt idx="58">
                <c:v>-1.2689968861567742</c:v>
              </c:pt>
              <c:pt idx="59">
                <c:v>-1.4969828086400734</c:v>
              </c:pt>
              <c:pt idx="60">
                <c:v>-1.8515572243518603</c:v>
              </c:pt>
              <c:pt idx="61">
                <c:v>-2.4139632402513933</c:v>
              </c:pt>
              <c:pt idx="62">
                <c:v>-3.2331480428227093</c:v>
              </c:pt>
              <c:pt idx="63">
                <c:v>-4.288608358517908</c:v>
              </c:pt>
              <c:pt idx="64">
                <c:v>-5.5703603638088355</c:v>
              </c:pt>
              <c:pt idx="65">
                <c:v>-7.081019056560961</c:v>
              </c:pt>
              <c:pt idx="66">
                <c:v>-7.95</c:v>
              </c:pt>
              <c:pt idx="67">
                <c:v>-7.95</c:v>
              </c:pt>
              <c:pt idx="68">
                <c:v>-7.95</c:v>
              </c:pt>
              <c:pt idx="69">
                <c:v>-7.95</c:v>
              </c:pt>
              <c:pt idx="70">
                <c:v>-7.95</c:v>
              </c:pt>
              <c:pt idx="71">
                <c:v>-7.95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p(ε) [eV⁻¹]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.9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0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1000 Td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two_term</c:v>
          </c:tx>
          <c:spPr>
            <a:ln xmlns:a="http://schemas.openxmlformats.org/drawingml/2006/main" w="20955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-3.1505726986741625</c:v>
              </c:pt>
              <c:pt idx="1">
                <c:v>-3.1301158803607283</c:v>
              </c:pt>
              <c:pt idx="2">
                <c:v>-3.1096590620472946</c:v>
              </c:pt>
              <c:pt idx="3">
                <c:v>-3.0892022437338604</c:v>
              </c:pt>
              <c:pt idx="4">
                <c:v>-3.0687454254204267</c:v>
              </c:pt>
              <c:pt idx="5">
                <c:v>-3.0348344171127164</c:v>
              </c:pt>
              <c:pt idx="6">
                <c:v>-2.9966250875494977</c:v>
              </c:pt>
              <c:pt idx="7">
                <c:v>-2.958415757986279</c:v>
              </c:pt>
              <c:pt idx="8">
                <c:v>-2.920206428423061</c:v>
              </c:pt>
              <c:pt idx="9">
                <c:v>-2.8819970988598422</c:v>
              </c:pt>
              <c:pt idx="10">
                <c:v>-2.8437877692966236</c:v>
              </c:pt>
              <c:pt idx="11">
                <c:v>-2.805743549383496</c:v>
              </c:pt>
              <c:pt idx="12">
                <c:v>-2.770031403525831</c:v>
              </c:pt>
              <c:pt idx="13">
                <c:v>-2.734319257668166</c:v>
              </c:pt>
              <c:pt idx="14">
                <c:v>-2.6986071118105013</c:v>
              </c:pt>
              <c:pt idx="15">
                <c:v>-2.6628949659528365</c:v>
              </c:pt>
              <c:pt idx="16">
                <c:v>-2.6274566885599704</c:v>
              </c:pt>
              <c:pt idx="17">
                <c:v>-2.5923882878283244</c:v>
              </c:pt>
              <c:pt idx="18">
                <c:v>-2.557319887096679</c:v>
              </c:pt>
              <c:pt idx="19">
                <c:v>-2.522251486365033</c:v>
              </c:pt>
              <c:pt idx="20">
                <c:v>-2.4874305334494964</c:v>
              </c:pt>
              <c:pt idx="21">
                <c:v>-2.4526156649261006</c:v>
              </c:pt>
              <c:pt idx="22">
                <c:v>-2.4178311294464856</c:v>
              </c:pt>
              <c:pt idx="23">
                <c:v>-2.3831380175445323</c:v>
              </c:pt>
              <c:pt idx="24">
                <c:v>-2.3484449056425794</c:v>
              </c:pt>
              <c:pt idx="25">
                <c:v>-2.313817333575308</c:v>
              </c:pt>
              <c:pt idx="26">
                <c:v>-2.2791923124852387</c:v>
              </c:pt>
              <c:pt idx="27">
                <c:v>-2.2445937317199207</c:v>
              </c:pt>
              <c:pt idx="28">
                <c:v>-2.209996400683843</c:v>
              </c:pt>
              <c:pt idx="29">
                <c:v>-2.175400759647701</c:v>
              </c:pt>
              <c:pt idx="30">
                <c:v>-2.140815744568412</c:v>
              </c:pt>
              <c:pt idx="31">
                <c:v>-2.106232876184653</c:v>
              </c:pt>
              <c:pt idx="32">
                <c:v>-2.071656945016175</c:v>
              </c:pt>
              <c:pt idx="33">
                <c:v>-2.037090934756315</c:v>
              </c:pt>
              <c:pt idx="34">
                <c:v>-2.002532061843711</c:v>
              </c:pt>
              <c:pt idx="35">
                <c:v>-1.9679751995505539</c:v>
              </c:pt>
              <c:pt idx="36">
                <c:v>-1.9334126531471212</c:v>
              </c:pt>
              <c:pt idx="37">
                <c:v>-1.8988591626403208</c:v>
              </c:pt>
              <c:pt idx="38">
                <c:v>-1.8643112825859913</c:v>
              </c:pt>
              <c:pt idx="39">
                <c:v>-1.8297740802757714</c:v>
              </c:pt>
              <c:pt idx="40">
                <c:v>-1.795252617643857</c:v>
              </c:pt>
              <c:pt idx="41">
                <c:v>-1.7607512634201086</c:v>
              </c:pt>
              <c:pt idx="42">
                <c:v>-1.726273006207247</c:v>
              </c:pt>
              <c:pt idx="43">
                <c:v>-1.6918434169609158</c:v>
              </c:pt>
              <c:pt idx="44">
                <c:v>-1.6574874005408518</c:v>
              </c:pt>
              <c:pt idx="45">
                <c:v>-1.6232269539443722</c:v>
              </c:pt>
              <c:pt idx="46">
                <c:v>-1.589093385300093</c:v>
              </c:pt>
              <c:pt idx="47">
                <c:v>-1.5551565237454772</c:v>
              </c:pt>
              <c:pt idx="48">
                <c:v>-1.5214873685177064</c:v>
              </c:pt>
              <c:pt idx="49">
                <c:v>-1.488229787885717</c:v>
              </c:pt>
              <c:pt idx="50">
                <c:v>-1.455609590573249</c:v>
              </c:pt>
              <c:pt idx="51">
                <c:v>-1.4239461025946456</c:v>
              </c:pt>
              <c:pt idx="52">
                <c:v>-1.3936917663577557</c:v>
              </c:pt>
              <c:pt idx="53">
                <c:v>-1.3656166783239403</c:v>
              </c:pt>
              <c:pt idx="54">
                <c:v>-1.3409588662630327</c:v>
              </c:pt>
              <c:pt idx="55">
                <c:v>-1.3214819148906967</c:v>
              </c:pt>
              <c:pt idx="56">
                <c:v>-1.309769582171519</c:v>
              </c:pt>
              <c:pt idx="57">
                <c:v>-1.3092032904556734</c:v>
              </c:pt>
              <c:pt idx="58">
                <c:v>-1.325147247700977</c:v>
              </c:pt>
              <c:pt idx="59">
                <c:v>-1.3619570060722557</c:v>
              </c:pt>
              <c:pt idx="60">
                <c:v>-1.420517973322768</c:v>
              </c:pt>
              <c:pt idx="61">
                <c:v>-1.5011556452775159</c:v>
              </c:pt>
              <c:pt idx="62">
                <c:v>-1.6041891522674283</c:v>
              </c:pt>
              <c:pt idx="63">
                <c:v>-1.730460060028444</c:v>
              </c:pt>
              <c:pt idx="64">
                <c:v>-1.8831150027391923</c:v>
              </c:pt>
              <c:pt idx="65">
                <c:v>-2.0646068430522586</c:v>
              </c:pt>
              <c:pt idx="66">
                <c:v>-2.2808241212056246</c:v>
              </c:pt>
              <c:pt idx="67">
                <c:v>-2.530547154231539</c:v>
              </c:pt>
              <c:pt idx="68">
                <c:v>-2.8156625103418658</c:v>
              </c:pt>
              <c:pt idx="69">
                <c:v>-3.139390963338183</c:v>
              </c:pt>
              <c:pt idx="70">
                <c:v>-3.5069992895757407</c:v>
              </c:pt>
              <c:pt idx="71">
                <c:v>-3.924120344563955</c:v>
              </c:pt>
            </c:numLit>
          </c:yVal>
        </c:ser>
        <c:ser>
          <c:idx val="1"/>
          <c:order val="1"/>
          <c:tx>
            <c:v>monte_carlo</c:v>
          </c:tx>
          <c:spPr>
            <a:ln xmlns:a="http://schemas.openxmlformats.org/drawingml/2006/main" w="20955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-3.1883103197988403</c:v>
              </c:pt>
              <c:pt idx="1">
                <c:v>-3.133573098639144</c:v>
              </c:pt>
              <c:pt idx="2">
                <c:v>-3.1418310614563287</c:v>
              </c:pt>
              <c:pt idx="3">
                <c:v>-3.1188110684286556</c:v>
              </c:pt>
              <c:pt idx="4">
                <c:v>-3.0702054173299413</c:v>
              </c:pt>
              <c:pt idx="5">
                <c:v>-3.0235208327523377</c:v>
              </c:pt>
              <c:pt idx="6">
                <c:v>-2.9737833289071185</c:v>
              </c:pt>
              <c:pt idx="7">
                <c:v>-2.9559084353028204</c:v>
              </c:pt>
              <c:pt idx="8">
                <c:v>-2.9026083378700442</c:v>
              </c:pt>
              <c:pt idx="9">
                <c:v>-2.857987767520814</c:v>
              </c:pt>
              <c:pt idx="10">
                <c:v>-2.8572527876930236</c:v>
              </c:pt>
              <c:pt idx="11">
                <c:v>-2.807813699309521</c:v>
              </c:pt>
              <c:pt idx="12">
                <c:v>-2.776095860426394</c:v>
              </c:pt>
              <c:pt idx="13">
                <c:v>-2.7441677109880254</c:v>
              </c:pt>
              <c:pt idx="14">
                <c:v>-2.703133697380875</c:v>
              </c:pt>
              <c:pt idx="15">
                <c:v>-2.6783022555963325</c:v>
              </c:pt>
              <c:pt idx="16">
                <c:v>-2.6308040241089583</c:v>
              </c:pt>
              <c:pt idx="17">
                <c:v>-2.600263768824916</c:v>
              </c:pt>
              <c:pt idx="18">
                <c:v>-2.577267398529431</c:v>
              </c:pt>
              <c:pt idx="19">
                <c:v>-2.5329957089004784</c:v>
              </c:pt>
              <c:pt idx="20">
                <c:v>-2.4998187506922225</c:v>
              </c:pt>
              <c:pt idx="21">
                <c:v>-2.4605626348714384</c:v>
              </c:pt>
              <c:pt idx="22">
                <c:v>-2.427713746145461</c:v>
              </c:pt>
              <c:pt idx="23">
                <c:v>-2.393777883645306</c:v>
              </c:pt>
              <c:pt idx="24">
                <c:v>-2.3586412710607547</c:v>
              </c:pt>
              <c:pt idx="25">
                <c:v>-2.328825853343397</c:v>
              </c:pt>
              <c:pt idx="26">
                <c:v>-2.289710691103399</c:v>
              </c:pt>
              <c:pt idx="27">
                <c:v>-2.2593927190649232</c:v>
              </c:pt>
              <c:pt idx="28">
                <c:v>-2.2203632148995176</c:v>
              </c:pt>
              <c:pt idx="29">
                <c:v>-2.187387061841354</c:v>
              </c:pt>
              <c:pt idx="30">
                <c:v>-2.148464242505825</c:v>
              </c:pt>
              <c:pt idx="31">
                <c:v>-2.1159000183303456</c:v>
              </c:pt>
              <c:pt idx="32">
                <c:v>-2.0769475950190537</c:v>
              </c:pt>
              <c:pt idx="33">
                <c:v>-2.0444377344545415</c:v>
              </c:pt>
              <c:pt idx="34">
                <c:v>-2.010077047995054</c:v>
              </c:pt>
              <c:pt idx="35">
                <c:v>-1.9733058448815355</c:v>
              </c:pt>
              <c:pt idx="36">
                <c:v>-1.9396451069493355</c:v>
              </c:pt>
              <c:pt idx="37">
                <c:v>-1.9027206971976924</c:v>
              </c:pt>
              <c:pt idx="38">
                <c:v>-1.8668310965632615</c:v>
              </c:pt>
              <c:pt idx="39">
                <c:v>-1.8295084642318071</c:v>
              </c:pt>
              <c:pt idx="40">
                <c:v>-1.7923776872029737</c:v>
              </c:pt>
              <c:pt idx="41">
                <c:v>-1.7587773227102184</c:v>
              </c:pt>
              <c:pt idx="42">
                <c:v>-1.720205261742069</c:v>
              </c:pt>
              <c:pt idx="43">
                <c:v>-1.6824360824962385</c:v>
              </c:pt>
              <c:pt idx="44">
                <c:v>-1.6474395495311573</c:v>
              </c:pt>
              <c:pt idx="45">
                <c:v>-1.6112323237457709</c:v>
              </c:pt>
              <c:pt idx="46">
                <c:v>-1.5739286977517706</c:v>
              </c:pt>
              <c:pt idx="47">
                <c:v>-1.5382747835118011</c:v>
              </c:pt>
              <c:pt idx="48">
                <c:v>-1.5025230122032522</c:v>
              </c:pt>
              <c:pt idx="49">
                <c:v>-1.4688918702910365</c:v>
              </c:pt>
              <c:pt idx="50">
                <c:v>-1.4345463255048734</c:v>
              </c:pt>
              <c:pt idx="51">
                <c:v>-1.4040581065494107</c:v>
              </c:pt>
              <c:pt idx="52">
                <c:v>-1.3752249111509525</c:v>
              </c:pt>
              <c:pt idx="53">
                <c:v>-1.3489112033974073</c:v>
              </c:pt>
              <c:pt idx="54">
                <c:v>-1.3268306508493077</c:v>
              </c:pt>
              <c:pt idx="55">
                <c:v>-1.3102676902711086</c:v>
              </c:pt>
              <c:pt idx="56">
                <c:v>-1.3020556669211973</c:v>
              </c:pt>
              <c:pt idx="57">
                <c:v>-1.3038131831662585</c:v>
              </c:pt>
              <c:pt idx="58">
                <c:v>-1.3219311906195317</c:v>
              </c:pt>
              <c:pt idx="59">
                <c:v>-1.35954575295048</c:v>
              </c:pt>
              <c:pt idx="60">
                <c:v>-1.4213521187159255</c:v>
              </c:pt>
              <c:pt idx="61">
                <c:v>-1.5082074758870119</c:v>
              </c:pt>
              <c:pt idx="62">
                <c:v>-1.619569586728563</c:v>
              </c:pt>
              <c:pt idx="63">
                <c:v>-1.7540876662549387</c:v>
              </c:pt>
              <c:pt idx="64">
                <c:v>-1.911731564200594</c:v>
              </c:pt>
              <c:pt idx="65">
                <c:v>-2.093415455491463</c:v>
              </c:pt>
              <c:pt idx="66">
                <c:v>-2.3030876048077693</c:v>
              </c:pt>
              <c:pt idx="67">
                <c:v>-2.5373537491250664</c:v>
              </c:pt>
              <c:pt idx="68">
                <c:v>-2.794120102977849</c:v>
              </c:pt>
              <c:pt idx="69">
                <c:v>-3.0784380904683593</c:v>
              </c:pt>
              <c:pt idx="70">
                <c:v>-3.392866382508189</c:v>
              </c:pt>
              <c:pt idx="71">
                <c:v>-3.7392683155874735</c:v>
              </c:pt>
            </c:numLit>
          </c:yVal>
        </c:ser>
        <c:ser>
          <c:idx val="2"/>
          <c:order val="2"/>
          <c:tx>
            <c:v>propagator</c:v>
          </c:tx>
          <c:spPr>
            <a:ln xmlns:a="http://schemas.openxmlformats.org/drawingml/2006/main" w="20955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72"/>
              <c:pt idx="0">
                <c:v>-3</c:v>
              </c:pt>
              <c:pt idx="1">
                <c:v>-2.930942394549409</c:v>
              </c:pt>
              <c:pt idx="2">
                <c:v>-2.8618847890988186</c:v>
              </c:pt>
              <c:pt idx="3">
                <c:v>-2.7928271836482277</c:v>
              </c:pt>
              <c:pt idx="4">
                <c:v>-2.723769578197637</c:v>
              </c:pt>
              <c:pt idx="5">
                <c:v>-2.6547119727470463</c:v>
              </c:pt>
              <c:pt idx="6">
                <c:v>-2.5856543672964554</c:v>
              </c:pt>
              <c:pt idx="7">
                <c:v>-2.516596761845865</c:v>
              </c:pt>
              <c:pt idx="8">
                <c:v>-2.447539156395274</c:v>
              </c:pt>
              <c:pt idx="9">
                <c:v>-2.378481550944683</c:v>
              </c:pt>
              <c:pt idx="10">
                <c:v>-2.3094239454940926</c:v>
              </c:pt>
              <c:pt idx="11">
                <c:v>-2.2403663400435017</c:v>
              </c:pt>
              <c:pt idx="12">
                <c:v>-2.1713087345929107</c:v>
              </c:pt>
              <c:pt idx="13">
                <c:v>-2.1022511291423203</c:v>
              </c:pt>
              <c:pt idx="14">
                <c:v>-2.0331935236917293</c:v>
              </c:pt>
              <c:pt idx="15">
                <c:v>-1.9641359182411386</c:v>
              </c:pt>
              <c:pt idx="16">
                <c:v>-1.895078312790548</c:v>
              </c:pt>
              <c:pt idx="17">
                <c:v>-1.826020707339957</c:v>
              </c:pt>
              <c:pt idx="18">
                <c:v>-1.7569631018893663</c:v>
              </c:pt>
              <c:pt idx="19">
                <c:v>-1.6879054964387756</c:v>
              </c:pt>
              <c:pt idx="20">
                <c:v>-1.618847890988185</c:v>
              </c:pt>
              <c:pt idx="21">
                <c:v>-1.549790285537594</c:v>
              </c:pt>
              <c:pt idx="22">
                <c:v>-1.4807326800870033</c:v>
              </c:pt>
              <c:pt idx="23">
                <c:v>-1.4116750746364126</c:v>
              </c:pt>
              <c:pt idx="24">
                <c:v>-1.342617469185822</c:v>
              </c:pt>
              <c:pt idx="25">
                <c:v>-1.273559863735231</c:v>
              </c:pt>
              <c:pt idx="26">
                <c:v>-1.2045022582846403</c:v>
              </c:pt>
              <c:pt idx="27">
                <c:v>-1.1354446528340496</c:v>
              </c:pt>
              <c:pt idx="28">
                <c:v>-1.066387047383459</c:v>
              </c:pt>
              <c:pt idx="29">
                <c:v>-0.9973294419328682</c:v>
              </c:pt>
              <c:pt idx="30">
                <c:v>-0.9282718364822773</c:v>
              </c:pt>
              <c:pt idx="31">
                <c:v>-0.8592142310316864</c:v>
              </c:pt>
              <c:pt idx="32">
                <c:v>-0.7901566255810959</c:v>
              </c:pt>
              <c:pt idx="33">
                <c:v>-0.721099020130505</c:v>
              </c:pt>
              <c:pt idx="34">
                <c:v>-0.652041414679914</c:v>
              </c:pt>
              <c:pt idx="35">
                <c:v>-0.5829838092293236</c:v>
              </c:pt>
              <c:pt idx="36">
                <c:v>-0.5139262037787327</c:v>
              </c:pt>
              <c:pt idx="37">
                <c:v>-0.4448685983281422</c:v>
              </c:pt>
              <c:pt idx="38">
                <c:v>-0.37581099287755126</c:v>
              </c:pt>
              <c:pt idx="39">
                <c:v>-0.30675338742696034</c:v>
              </c:pt>
              <c:pt idx="40">
                <c:v>-0.23769578197636984</c:v>
              </c:pt>
              <c:pt idx="41">
                <c:v>-0.16863817652577895</c:v>
              </c:pt>
              <c:pt idx="42">
                <c:v>-0.09958057107518803</c:v>
              </c:pt>
              <c:pt idx="43">
                <c:v>-0.030522965624597546</c:v>
              </c:pt>
              <c:pt idx="44">
                <c:v>0.038534639825993394</c:v>
              </c:pt>
              <c:pt idx="45">
                <c:v>0.10759224527658426</c:v>
              </c:pt>
              <c:pt idx="46">
                <c:v>0.17664985072717476</c:v>
              </c:pt>
              <c:pt idx="47">
                <c:v>0.24570745617776568</c:v>
              </c:pt>
              <c:pt idx="48">
                <c:v>0.3147650616283562</c:v>
              </c:pt>
              <c:pt idx="49">
                <c:v>0.3838226670789471</c:v>
              </c:pt>
              <c:pt idx="50">
                <c:v>0.45288027252953794</c:v>
              </c:pt>
              <c:pt idx="51">
                <c:v>0.5219378779801285</c:v>
              </c:pt>
              <c:pt idx="52">
                <c:v>0.5909954834307194</c:v>
              </c:pt>
              <c:pt idx="53">
                <c:v>0.6600530888813103</c:v>
              </c:pt>
              <c:pt idx="54">
                <c:v>0.7291106943319008</c:v>
              </c:pt>
              <c:pt idx="55">
                <c:v>0.7981682997824913</c:v>
              </c:pt>
              <c:pt idx="56">
                <c:v>0.8672259052330822</c:v>
              </c:pt>
              <c:pt idx="57">
                <c:v>0.9362835106836735</c:v>
              </c:pt>
              <c:pt idx="58">
                <c:v>1.0053411161342636</c:v>
              </c:pt>
              <c:pt idx="59">
                <c:v>1.0743987215848545</c:v>
              </c:pt>
              <c:pt idx="60">
                <c:v>1.1434563270354454</c:v>
              </c:pt>
              <c:pt idx="61">
                <c:v>1.2125139324860363</c:v>
              </c:pt>
              <c:pt idx="62">
                <c:v>1.2815715379366273</c:v>
              </c:pt>
              <c:pt idx="63">
                <c:v>1.3506291433872173</c:v>
              </c:pt>
              <c:pt idx="64">
                <c:v>1.4196867488378082</c:v>
              </c:pt>
              <c:pt idx="65">
                <c:v>1.4887443542884</c:v>
              </c:pt>
              <c:pt idx="66">
                <c:v>1.55780195973899</c:v>
              </c:pt>
              <c:pt idx="67">
                <c:v>1.62685956518958</c:v>
              </c:pt>
              <c:pt idx="68">
                <c:v>1.695917170640172</c:v>
              </c:pt>
              <c:pt idx="69">
                <c:v>1.7649747760907628</c:v>
              </c:pt>
              <c:pt idx="70">
                <c:v>1.8340323815413528</c:v>
              </c:pt>
              <c:pt idx="71">
                <c:v>1.9030899869919438</c:v>
              </c:pt>
            </c:numLit>
          </c:xVal>
          <c:yVal>
            <c:numLit>
              <c:formatCode>General</c:formatCode>
              <c:ptCount val="72"/>
              <c:pt idx="0">
                <c:v>-3.1934297421560944</c:v>
              </c:pt>
              <c:pt idx="1">
                <c:v>-3.158147305242562</c:v>
              </c:pt>
              <c:pt idx="2">
                <c:v>-3.1231172341199303</c:v>
              </c:pt>
              <c:pt idx="3">
                <c:v>-3.08820536884701</c:v>
              </c:pt>
              <c:pt idx="4">
                <c:v>-3.0532935035740905</c:v>
              </c:pt>
              <c:pt idx="5">
                <c:v>-3.0183816383011703</c:v>
              </c:pt>
              <c:pt idx="6">
                <c:v>-2.983539664888442</c:v>
              </c:pt>
              <c:pt idx="7">
                <c:v>-2.9487509177658064</c:v>
              </c:pt>
              <c:pt idx="8">
                <c:v>-2.913962170643171</c:v>
              </c:pt>
              <c:pt idx="9">
                <c:v>-2.8791923076247667</c:v>
              </c:pt>
              <c:pt idx="10">
                <c:v>-2.844445024485489</c:v>
              </c:pt>
              <c:pt idx="11">
                <c:v>-2.809697741346211</c:v>
              </c:pt>
              <c:pt idx="12">
                <c:v>-2.7749401325596574</c:v>
              </c:pt>
              <c:pt idx="13">
                <c:v>-2.740182041721146</c:v>
              </c:pt>
              <c:pt idx="14">
                <c:v>-2.7054163572311825</c:v>
              </c:pt>
              <c:pt idx="15">
                <c:v>-2.6706492119403977</c:v>
              </c:pt>
              <c:pt idx="16">
                <c:v>-2.6358783689034837</c:v>
              </c:pt>
              <c:pt idx="17">
                <c:v>-2.6010972493371765</c:v>
              </c:pt>
              <c:pt idx="18">
                <c:v>-2.5663029320064834</c:v>
              </c:pt>
              <c:pt idx="19">
                <c:v>-2.531482802823366</c:v>
              </c:pt>
              <c:pt idx="20">
                <c:v>-2.4966643775252155</c:v>
              </c:pt>
              <c:pt idx="21">
                <c:v>-2.4618272106250787</c:v>
              </c:pt>
              <c:pt idx="22">
                <c:v>-2.42697542180186</c:v>
              </c:pt>
              <c:pt idx="23">
                <c:v>-2.3921232371816674</c:v>
              </c:pt>
              <c:pt idx="24">
                <c:v>-2.357251652088783</c:v>
              </c:pt>
              <c:pt idx="25">
                <c:v>-2.3223698196379092</c:v>
              </c:pt>
              <c:pt idx="26">
                <c:v>-2.287454450305633</c:v>
              </c:pt>
              <c:pt idx="27">
                <c:v>-2.25250321917984</c:v>
              </c:pt>
              <c:pt idx="28">
                <c:v>-2.217511050068463</c:v>
              </c:pt>
              <c:pt idx="29">
                <c:v>-2.1824705136727114</c:v>
              </c:pt>
              <c:pt idx="30">
                <c:v>-2.1473763451493104</c:v>
              </c:pt>
              <c:pt idx="31">
                <c:v>-2.112208817719228</c:v>
              </c:pt>
              <c:pt idx="32">
                <c:v>-2.076998029126442</c:v>
              </c:pt>
              <c:pt idx="33">
                <c:v>-2.0416541212467187</c:v>
              </c:pt>
              <c:pt idx="34">
                <c:v>-2.0061522879521174</c:v>
              </c:pt>
              <c:pt idx="35">
                <c:v>-1.97049776246424</c:v>
              </c:pt>
              <c:pt idx="36">
                <c:v>-1.9347395751449303</c:v>
              </c:pt>
              <c:pt idx="37">
                <c:v>-1.8988693264277439</c:v>
              </c:pt>
              <c:pt idx="38">
                <c:v>-1.862794436332522</c:v>
              </c:pt>
              <c:pt idx="39">
                <c:v>-1.8265104710765003</c:v>
              </c:pt>
              <c:pt idx="40">
                <c:v>-1.7900905103721223</c:v>
              </c:pt>
              <c:pt idx="41">
                <c:v>-1.753493856551</c:v>
              </c:pt>
              <c:pt idx="42">
                <c:v>-1.7168284209687938</c:v>
              </c:pt>
              <c:pt idx="43">
                <c:v>-1.6801193946552593</c:v>
              </c:pt>
              <c:pt idx="44">
                <c:v>-1.6434639541429774</c:v>
              </c:pt>
              <c:pt idx="45">
                <c:v>-1.6069838509564731</c:v>
              </c:pt>
              <c:pt idx="46">
                <c:v>-1.5707597474165358</c:v>
              </c:pt>
              <c:pt idx="47">
                <c:v>-1.5349079055640522</c:v>
              </c:pt>
              <c:pt idx="48">
                <c:v>-1.4994872664730596</c:v>
              </c:pt>
              <c:pt idx="49">
                <c:v>-1.464928008249019</c:v>
              </c:pt>
              <c:pt idx="50">
                <c:v>-1.4318055802916956</c:v>
              </c:pt>
              <c:pt idx="51">
                <c:v>-1.4005569919867673</c:v>
              </c:pt>
              <c:pt idx="52">
                <c:v>-1.3717073084860985</c:v>
              </c:pt>
              <c:pt idx="53">
                <c:v>-1.345924864590775</c:v>
              </c:pt>
              <c:pt idx="54">
                <c:v>-1.32428429728558</c:v>
              </c:pt>
              <c:pt idx="55">
                <c:v>-1.3083229558521963</c:v>
              </c:pt>
              <c:pt idx="56">
                <c:v>-1.3001548298771974</c:v>
              </c:pt>
              <c:pt idx="57">
                <c:v>-1.3027601439224665</c:v>
              </c:pt>
              <c:pt idx="58">
                <c:v>-1.321091732795482</c:v>
              </c:pt>
              <c:pt idx="59">
                <c:v>-1.3599878493133888</c:v>
              </c:pt>
              <c:pt idx="60">
                <c:v>-1.421544832557279</c:v>
              </c:pt>
              <c:pt idx="61">
                <c:v>-1.508544898443989</c:v>
              </c:pt>
              <c:pt idx="62">
                <c:v>-1.6209845050255136</c:v>
              </c:pt>
              <c:pt idx="63">
                <c:v>-1.7558119348503272</c:v>
              </c:pt>
              <c:pt idx="64">
                <c:v>-1.9142418289155623</c:v>
              </c:pt>
              <c:pt idx="65">
                <c:v>-2.0971762720071174</c:v>
              </c:pt>
              <c:pt idx="66">
                <c:v>-2.307551988664724</c:v>
              </c:pt>
              <c:pt idx="67">
                <c:v>-2.542451129054742</c:v>
              </c:pt>
              <c:pt idx="68">
                <c:v>-2.8011845670793973</c:v>
              </c:pt>
              <c:pt idx="69">
                <c:v>-3.0870002399836203</c:v>
              </c:pt>
              <c:pt idx="70">
                <c:v>-3.4030880189587718</c:v>
              </c:pt>
              <c:pt idx="71">
                <c:v>-3.7496544572457973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0.5"/>
          <c:min val="-8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p(ε) [eV⁻¹]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.9"/>
          <c:min val="-3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ε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attachmentによるmean-energy変化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signed change</c:v>
          </c:tx>
          <c:spPr>
            <a:solidFill xmlns:a="http://schemas.openxmlformats.org/drawingml/2006/main">
              <a:srgbClr val="8233A6"/>
            </a:solidFill>
            <a:ln xmlns:a="http://schemas.openxmlformats.org/drawingml/2006/main" w="9525">
              <a:solidFill>
                <a:srgbClr val="8233A6"/>
              </a:solidFill>
              <a:prstDash val="solid"/>
            </a:ln>
          </c:spPr>
          <c:invertIfNegative val="0"/>
          <c:cat>
            <c:numLit>
              <c:formatCode>General</c:formatCode>
              <c:ptCount val="4"/>
              <c:pt idx="0">
                <c:v>1</c:v>
              </c:pt>
              <c:pt idx="1">
                <c:v>10</c:v>
              </c:pt>
              <c:pt idx="2">
                <c:v>100</c:v>
              </c:pt>
              <c:pt idx="3">
                <c:v>1000</c:v>
              </c:pt>
            </c:numLit>
          </c:cat>
          <c:val>
            <c:numLit>
              <c:formatCode>0.0</c:formatCode>
              <c:ptCount val="4"/>
              <c:pt idx="0">
                <c:v>-0.0002573208844460731</c:v>
              </c:pt>
              <c:pt idx="1">
                <c:v>-0.4577717624563696</c:v>
              </c:pt>
              <c:pt idx="2">
                <c:v>-0.009910357414216442</c:v>
              </c:pt>
              <c:pt idx="3">
                <c:v>0.0013903584548962855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δ⟨ε⟩ [%]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mean electron energy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two_term</c:v>
          </c:tx>
          <c:spPr>
            <a:solidFill xmlns:a="http://schemas.openxmlformats.org/drawingml/2006/main">
              <a:srgbClr val="007FAE"/>
            </a:solidFill>
            <a:ln xmlns:a="http://schemas.openxmlformats.org/drawingml/2006/main" w="9525">
              <a:solidFill>
                <a:srgbClr val="007FAE"/>
              </a:solidFill>
              <a:prstDash val="solid"/>
            </a:ln>
          </c:spPr>
          <c:cat>
            <c:strLit>
              <c:ptCount val="3"/>
              <c:pt idx="0">
                <c:v>Ar</c:v>
              </c:pt>
              <c:pt idx="1">
                <c:v>Ar/N₂</c:v>
              </c:pt>
              <c:pt idx="2">
                <c:v>Ar/O₂</c:v>
              </c:pt>
            </c:strLit>
          </c:cat>
          <c:val>
            <c:numLit>
              <c:formatCode>0.00</c:formatCode>
              <c:ptCount val="3"/>
              <c:pt idx="0">
                <c:v>6.931402805626483</c:v>
              </c:pt>
              <c:pt idx="1">
                <c:v>6.177802763079447</c:v>
              </c:pt>
              <c:pt idx="2">
                <c:v>6.202840232706981</c:v>
              </c:pt>
            </c:numLit>
          </c:val>
        </c:ser>
        <c:ser>
          <c:idx val="1"/>
          <c:order val="1"/>
          <c:tx>
            <c:v>monte_carlo</c:v>
          </c:tx>
          <c:spPr>
            <a:solidFill xmlns:a="http://schemas.openxmlformats.org/drawingml/2006/main">
              <a:srgbClr val="B87900"/>
            </a:solidFill>
            <a:ln xmlns:a="http://schemas.openxmlformats.org/drawingml/2006/main" w="9525">
              <a:solidFill>
                <a:srgbClr val="B87900"/>
              </a:solidFill>
              <a:prstDash val="solid"/>
            </a:ln>
          </c:spPr>
          <c:cat>
            <c:strLit>
              <c:ptCount val="3"/>
              <c:pt idx="0">
                <c:v>Ar</c:v>
              </c:pt>
              <c:pt idx="1">
                <c:v>Ar/N₂</c:v>
              </c:pt>
              <c:pt idx="2">
                <c:v>Ar/O₂</c:v>
              </c:pt>
            </c:strLit>
          </c:cat>
          <c:val>
            <c:numLit>
              <c:formatCode>0.00</c:formatCode>
              <c:ptCount val="3"/>
              <c:pt idx="0">
                <c:v>6.919922603384709</c:v>
              </c:pt>
              <c:pt idx="1">
                <c:v>6.142216226067185</c:v>
              </c:pt>
              <c:pt idx="2">
                <c:v>6.186227281486664</c:v>
              </c:pt>
            </c:numLit>
          </c:val>
        </c:ser>
        <c:ser>
          <c:idx val="2"/>
          <c:order val="2"/>
          <c:tx>
            <c:v>propagator</c:v>
          </c:tx>
          <c:spPr>
            <a:solidFill xmlns:a="http://schemas.openxmlformats.org/drawingml/2006/main">
              <a:srgbClr val="72B51F"/>
            </a:solidFill>
            <a:ln xmlns:a="http://schemas.openxmlformats.org/drawingml/2006/main" w="9525">
              <a:solidFill>
                <a:srgbClr val="72B51F"/>
              </a:solidFill>
              <a:prstDash val="solid"/>
            </a:ln>
          </c:spPr>
          <c:cat>
            <c:strLit>
              <c:ptCount val="3"/>
              <c:pt idx="0">
                <c:v>Ar</c:v>
              </c:pt>
              <c:pt idx="1">
                <c:v>Ar/N₂</c:v>
              </c:pt>
              <c:pt idx="2">
                <c:v>Ar/O₂</c:v>
              </c:pt>
            </c:strLit>
          </c:cat>
          <c:val>
            <c:numLit>
              <c:formatCode>0.00</c:formatCode>
              <c:ptCount val="3"/>
              <c:pt idx="0">
                <c:v>6.9135313482861225</c:v>
              </c:pt>
              <c:pt idx="1">
                <c:v>6.1458206338685795</c:v>
              </c:pt>
              <c:pt idx="2">
                <c:v>6.177134282082839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⟨ε⟩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flux drift velocity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two_term</c:v>
          </c:tx>
          <c:spPr>
            <a:solidFill xmlns:a="http://schemas.openxmlformats.org/drawingml/2006/main">
              <a:srgbClr val="007FAE"/>
            </a:solidFill>
            <a:ln xmlns:a="http://schemas.openxmlformats.org/drawingml/2006/main" w="9525">
              <a:solidFill>
                <a:srgbClr val="007FAE"/>
              </a:solidFill>
              <a:prstDash val="solid"/>
            </a:ln>
          </c:spPr>
          <c:cat>
            <c:strLit>
              <c:ptCount val="3"/>
              <c:pt idx="0">
                <c:v>Ar</c:v>
              </c:pt>
              <c:pt idx="1">
                <c:v>Ar/N₂</c:v>
              </c:pt>
              <c:pt idx="2">
                <c:v>Ar/O₂</c:v>
              </c:pt>
            </c:strLit>
          </c:cat>
          <c:val>
            <c:numLit>
              <c:formatCode>0.00</c:formatCode>
              <c:ptCount val="3"/>
              <c:pt idx="0">
                <c:v>0.8059205876310401</c:v>
              </c:pt>
              <c:pt idx="1">
                <c:v>0.8777720338436733</c:v>
              </c:pt>
              <c:pt idx="2">
                <c:v>0.8584339378293604</c:v>
              </c:pt>
            </c:numLit>
          </c:val>
        </c:ser>
        <c:ser>
          <c:idx val="1"/>
          <c:order val="1"/>
          <c:tx>
            <c:v>monte_carlo</c:v>
          </c:tx>
          <c:spPr>
            <a:solidFill xmlns:a="http://schemas.openxmlformats.org/drawingml/2006/main">
              <a:srgbClr val="B87900"/>
            </a:solidFill>
            <a:ln xmlns:a="http://schemas.openxmlformats.org/drawingml/2006/main" w="9525">
              <a:solidFill>
                <a:srgbClr val="B87900"/>
              </a:solidFill>
              <a:prstDash val="solid"/>
            </a:ln>
          </c:spPr>
          <c:cat>
            <c:strLit>
              <c:ptCount val="3"/>
              <c:pt idx="0">
                <c:v>Ar</c:v>
              </c:pt>
              <c:pt idx="1">
                <c:v>Ar/N₂</c:v>
              </c:pt>
              <c:pt idx="2">
                <c:v>Ar/O₂</c:v>
              </c:pt>
            </c:strLit>
          </c:cat>
          <c:val>
            <c:numLit>
              <c:formatCode>0.00</c:formatCode>
              <c:ptCount val="3"/>
              <c:pt idx="0">
                <c:v>0.803677553435372</c:v>
              </c:pt>
              <c:pt idx="1">
                <c:v>0.871725103780113</c:v>
              </c:pt>
              <c:pt idx="2">
                <c:v>0.860493254737889</c:v>
              </c:pt>
            </c:numLit>
          </c:val>
        </c:ser>
        <c:ser>
          <c:idx val="2"/>
          <c:order val="2"/>
          <c:tx>
            <c:v>propagator</c:v>
          </c:tx>
          <c:spPr>
            <a:solidFill xmlns:a="http://schemas.openxmlformats.org/drawingml/2006/main">
              <a:srgbClr val="72B51F"/>
            </a:solidFill>
            <a:ln xmlns:a="http://schemas.openxmlformats.org/drawingml/2006/main" w="9525">
              <a:solidFill>
                <a:srgbClr val="72B51F"/>
              </a:solidFill>
              <a:prstDash val="solid"/>
            </a:ln>
          </c:spPr>
          <c:cat>
            <c:strLit>
              <c:ptCount val="3"/>
              <c:pt idx="0">
                <c:v>Ar</c:v>
              </c:pt>
              <c:pt idx="1">
                <c:v>Ar/N₂</c:v>
              </c:pt>
              <c:pt idx="2">
                <c:v>Ar/O₂</c:v>
              </c:pt>
            </c:strLit>
          </c:cat>
          <c:val>
            <c:numLit>
              <c:formatCode>0.00</c:formatCode>
              <c:ptCount val="3"/>
              <c:pt idx="0">
                <c:v>0.8027963099486843</c:v>
              </c:pt>
              <c:pt idx="1">
                <c:v>0.8739934816953907</c:v>
              </c:pt>
              <c:pt idx="2">
                <c:v>0.8551674108177223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W [10⁵ m s⁻¹]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GEC ICP: closure適用＋COMSOL solve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closure</c:v>
          </c:tx>
          <c:spPr>
            <a:solidFill xmlns:a="http://schemas.openxmlformats.org/drawingml/2006/main">
              <a:srgbClr val="00A6D9"/>
            </a:solidFill>
            <a:ln xmlns:a="http://schemas.openxmlformats.org/drawingml/2006/main" w="9525">
              <a:solidFill>
                <a:srgbClr val="00A6D9"/>
              </a:solidFill>
              <a:prstDash val="solid"/>
            </a:ln>
          </c:spPr>
          <c:cat>
            <c:strLit>
              <c:ptCount val="3"/>
              <c:pt idx="0">
                <c:v>two_term</c:v>
              </c:pt>
              <c:pt idx="1">
                <c:v>MC</c:v>
              </c:pt>
              <c:pt idx="2">
                <c:v>propagator</c:v>
              </c:pt>
            </c:strLit>
          </c:cat>
          <c:val>
            <c:numLit>
              <c:formatCode>0.0</c:formatCode>
              <c:ptCount val="3"/>
              <c:pt idx="0">
                <c:v>33.011700699978974</c:v>
              </c:pt>
              <c:pt idx="1">
                <c:v>36.93385270005092</c:v>
              </c:pt>
              <c:pt idx="2">
                <c:v>32.14989970001625</c:v>
              </c:pt>
            </c:numLit>
          </c:val>
        </c:ser>
        <c:ser>
          <c:idx val="1"/>
          <c:order val="1"/>
          <c:tx>
            <c:v>solve</c:v>
          </c:tx>
          <c:spPr>
            <a:solidFill xmlns:a="http://schemas.openxmlformats.org/drawingml/2006/main">
              <a:srgbClr val="211441"/>
            </a:solidFill>
            <a:ln xmlns:a="http://schemas.openxmlformats.org/drawingml/2006/main" w="9525">
              <a:solidFill>
                <a:srgbClr val="211441"/>
              </a:solidFill>
              <a:prstDash val="solid"/>
            </a:ln>
          </c:spPr>
          <c:cat>
            <c:strLit>
              <c:ptCount val="3"/>
              <c:pt idx="0">
                <c:v>two_term</c:v>
              </c:pt>
              <c:pt idx="1">
                <c:v>MC</c:v>
              </c:pt>
              <c:pt idx="2">
                <c:v>propagator</c:v>
              </c:pt>
            </c:strLit>
          </c:cat>
          <c:val>
            <c:numLit>
              <c:formatCode>0.0</c:formatCode>
              <c:ptCount val="3"/>
              <c:pt idx="0">
                <c:v>58.26749200001359</c:v>
              </c:pt>
              <c:pt idx="1">
                <c:v>68.89780589996371</c:v>
              </c:pt>
              <c:pt idx="2">
                <c:v>60.314553200034425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wall time [s]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electron density shape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original COMSOL</c:v>
          </c:tx>
          <c:spPr>
            <a:ln xmlns:a="http://schemas.openxmlformats.org/drawingml/2006/main" w="23813">
              <a:solidFill>
                <a:srgbClr val="7A7A7A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0.9939759036144576</c:v>
              </c:pt>
              <c:pt idx="2">
                <c:v>1.888554216867469</c:v>
              </c:pt>
              <c:pt idx="3">
                <c:v>1.9879518072289153</c:v>
              </c:pt>
              <c:pt idx="4">
                <c:v>3.0813253012048176</c:v>
              </c:pt>
              <c:pt idx="5">
                <c:v>3.478915662650601</c:v>
              </c:pt>
              <c:pt idx="6">
                <c:v>4.274096385542168</c:v>
              </c:pt>
              <c:pt idx="7">
                <c:v>5.466867469879516</c:v>
              </c:pt>
              <c:pt idx="8">
                <c:v>6.162650602409637</c:v>
              </c:pt>
              <c:pt idx="9">
                <c:v>6.262048192771083</c:v>
              </c:pt>
              <c:pt idx="10">
                <c:v>6.3614457831325275</c:v>
              </c:pt>
              <c:pt idx="11">
                <c:v>7.852409638554217</c:v>
              </c:pt>
            </c:numLit>
          </c:xVal>
          <c:yVal>
            <c:numLit>
              <c:formatCode>General</c:formatCode>
              <c:ptCount val="12"/>
              <c:pt idx="0">
                <c:v>1</c:v>
              </c:pt>
              <c:pt idx="1">
                <c:v>0.9991106519842478</c:v>
              </c:pt>
              <c:pt idx="2">
                <c:v>0.9940825217807755</c:v>
              </c:pt>
              <c:pt idx="3">
                <c:v>0.993086147845261</c:v>
              </c:pt>
              <c:pt idx="4">
                <c:v>0.9718359590122967</c:v>
              </c:pt>
              <c:pt idx="5">
                <c:v>0.9581775984788903</c:v>
              </c:pt>
              <c:pt idx="6">
                <c:v>0.918929851953516</c:v>
              </c:pt>
              <c:pt idx="7">
                <c:v>0.8278561272868722</c:v>
              </c:pt>
              <c:pt idx="8">
                <c:v>0.7578493395155277</c:v>
              </c:pt>
              <c:pt idx="9">
                <c:v>0.746966740957028</c:v>
              </c:pt>
              <c:pt idx="10">
                <c:v>0.7359088135630666</c:v>
              </c:pt>
              <c:pt idx="11">
                <c:v>0.5468631321426946</c:v>
              </c:pt>
            </c:numLit>
          </c:yVal>
        </c:ser>
        <c:ser>
          <c:idx val="1"/>
          <c:order val="1"/>
          <c:tx>
            <c:v>two_term</c:v>
          </c:tx>
          <c:spPr>
            <a:ln xmlns:a="http://schemas.openxmlformats.org/drawingml/2006/main" w="20003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0.9939759036144576</c:v>
              </c:pt>
              <c:pt idx="2">
                <c:v>1.888554216867469</c:v>
              </c:pt>
              <c:pt idx="3">
                <c:v>1.9879518072289153</c:v>
              </c:pt>
              <c:pt idx="4">
                <c:v>3.0813253012048176</c:v>
              </c:pt>
              <c:pt idx="5">
                <c:v>3.478915662650601</c:v>
              </c:pt>
              <c:pt idx="6">
                <c:v>4.274096385542168</c:v>
              </c:pt>
              <c:pt idx="7">
                <c:v>5.466867469879516</c:v>
              </c:pt>
              <c:pt idx="8">
                <c:v>6.162650602409637</c:v>
              </c:pt>
              <c:pt idx="9">
                <c:v>6.262048192771083</c:v>
              </c:pt>
              <c:pt idx="10">
                <c:v>6.3614457831325275</c:v>
              </c:pt>
              <c:pt idx="11">
                <c:v>7.852409638554217</c:v>
              </c:pt>
            </c:numLit>
          </c:xVal>
          <c:yVal>
            <c:numLit>
              <c:formatCode>General</c:formatCode>
              <c:ptCount val="12"/>
              <c:pt idx="0">
                <c:v>1</c:v>
              </c:pt>
              <c:pt idx="1">
                <c:v>1.004041607942284</c:v>
              </c:pt>
              <c:pt idx="2">
                <c:v>1.006159560424505</c:v>
              </c:pt>
              <c:pt idx="3">
                <c:v>1.0058283716043348</c:v>
              </c:pt>
              <c:pt idx="4">
                <c:v>0.981599876844746</c:v>
              </c:pt>
              <c:pt idx="5">
                <c:v>0.9608035454033907</c:v>
              </c:pt>
              <c:pt idx="6">
                <c:v>0.8956002615938848</c:v>
              </c:pt>
              <c:pt idx="7">
                <c:v>0.7436424734022062</c:v>
              </c:pt>
              <c:pt idx="8">
                <c:v>0.6354870679931267</c:v>
              </c:pt>
              <c:pt idx="9">
                <c:v>0.6195814970371966</c:v>
              </c:pt>
              <c:pt idx="10">
                <c:v>0.6036603515076834</c:v>
              </c:pt>
              <c:pt idx="11">
                <c:v>0.3762076543272278</c:v>
              </c:pt>
            </c:numLit>
          </c:yVal>
        </c:ser>
        <c:ser>
          <c:idx val="2"/>
          <c:order val="2"/>
          <c:tx>
            <c:v>monte_carlo</c:v>
          </c:tx>
          <c:spPr>
            <a:ln xmlns:a="http://schemas.openxmlformats.org/drawingml/2006/main" w="20003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0.9939759036144576</c:v>
              </c:pt>
              <c:pt idx="2">
                <c:v>1.888554216867469</c:v>
              </c:pt>
              <c:pt idx="3">
                <c:v>1.9879518072289153</c:v>
              </c:pt>
              <c:pt idx="4">
                <c:v>3.0813253012048176</c:v>
              </c:pt>
              <c:pt idx="5">
                <c:v>3.478915662650601</c:v>
              </c:pt>
              <c:pt idx="6">
                <c:v>4.274096385542168</c:v>
              </c:pt>
              <c:pt idx="7">
                <c:v>5.466867469879516</c:v>
              </c:pt>
              <c:pt idx="8">
                <c:v>6.162650602409637</c:v>
              </c:pt>
              <c:pt idx="9">
                <c:v>6.262048192771083</c:v>
              </c:pt>
              <c:pt idx="10">
                <c:v>6.3614457831325275</c:v>
              </c:pt>
              <c:pt idx="11">
                <c:v>7.852409638554217</c:v>
              </c:pt>
            </c:numLit>
          </c:xVal>
          <c:yVal>
            <c:numLit>
              <c:formatCode>General</c:formatCode>
              <c:ptCount val="12"/>
              <c:pt idx="0">
                <c:v>1</c:v>
              </c:pt>
              <c:pt idx="1">
                <c:v>1.0040230240744776</c:v>
              </c:pt>
              <c:pt idx="2">
                <c:v>1.0061061993538398</c:v>
              </c:pt>
              <c:pt idx="3">
                <c:v>1.0057722326717538</c:v>
              </c:pt>
              <c:pt idx="4">
                <c:v>0.9815390942147334</c:v>
              </c:pt>
              <c:pt idx="5">
                <c:v>0.960756088119204</c:v>
              </c:pt>
              <c:pt idx="6">
                <c:v>0.8955853782912365</c:v>
              </c:pt>
              <c:pt idx="7">
                <c:v>0.7436628724833475</c:v>
              </c:pt>
              <c:pt idx="8">
                <c:v>0.6355933715096399</c:v>
              </c:pt>
              <c:pt idx="9">
                <c:v>0.6197098432700375</c:v>
              </c:pt>
              <c:pt idx="10">
                <c:v>0.6038138401257735</c:v>
              </c:pt>
              <c:pt idx="11">
                <c:v>0.3772578580697231</c:v>
              </c:pt>
            </c:numLit>
          </c:yVal>
        </c:ser>
        <c:ser>
          <c:idx val="3"/>
          <c:order val="3"/>
          <c:tx>
            <c:v>propagator</c:v>
          </c:tx>
          <c:spPr>
            <a:ln xmlns:a="http://schemas.openxmlformats.org/drawingml/2006/main" w="20003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0.9939759036144576</c:v>
              </c:pt>
              <c:pt idx="2">
                <c:v>1.888554216867469</c:v>
              </c:pt>
              <c:pt idx="3">
                <c:v>1.9879518072289153</c:v>
              </c:pt>
              <c:pt idx="4">
                <c:v>3.0813253012048176</c:v>
              </c:pt>
              <c:pt idx="5">
                <c:v>3.478915662650601</c:v>
              </c:pt>
              <c:pt idx="6">
                <c:v>4.274096385542168</c:v>
              </c:pt>
              <c:pt idx="7">
                <c:v>5.466867469879516</c:v>
              </c:pt>
              <c:pt idx="8">
                <c:v>6.162650602409637</c:v>
              </c:pt>
              <c:pt idx="9">
                <c:v>6.262048192771083</c:v>
              </c:pt>
              <c:pt idx="10">
                <c:v>6.3614457831325275</c:v>
              </c:pt>
              <c:pt idx="11">
                <c:v>7.852409638554217</c:v>
              </c:pt>
            </c:numLit>
          </c:xVal>
          <c:yVal>
            <c:numLit>
              <c:formatCode>General</c:formatCode>
              <c:ptCount val="12"/>
              <c:pt idx="0">
                <c:v>1</c:v>
              </c:pt>
              <c:pt idx="1">
                <c:v>1.004036781605959</c:v>
              </c:pt>
              <c:pt idx="2">
                <c:v>1.0061312963893065</c:v>
              </c:pt>
              <c:pt idx="3">
                <c:v>1.0057968267612891</c:v>
              </c:pt>
              <c:pt idx="4">
                <c:v>0.9815032710438886</c:v>
              </c:pt>
              <c:pt idx="5">
                <c:v>0.9606680904507379</c:v>
              </c:pt>
              <c:pt idx="6">
                <c:v>0.8953462239484552</c:v>
              </c:pt>
              <c:pt idx="7">
                <c:v>0.7431288223402553</c:v>
              </c:pt>
              <c:pt idx="8">
                <c:v>0.6348420581743512</c:v>
              </c:pt>
              <c:pt idx="9">
                <c:v>0.6189216240456693</c:v>
              </c:pt>
              <c:pt idx="10">
                <c:v>0.6029868604777716</c:v>
              </c:pt>
              <c:pt idx="11">
                <c:v>0.3755603680970976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5"/>
          <c:min val="0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nₑ(r) / nₑ(0)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r [cm]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Ar* metastable shape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original COMSOL</c:v>
          </c:tx>
          <c:spPr>
            <a:ln xmlns:a="http://schemas.openxmlformats.org/drawingml/2006/main" w="23813">
              <a:solidFill>
                <a:srgbClr val="7A7A7A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0.9939759036144576</c:v>
              </c:pt>
              <c:pt idx="2">
                <c:v>1.888554216867469</c:v>
              </c:pt>
              <c:pt idx="3">
                <c:v>1.9879518072289153</c:v>
              </c:pt>
              <c:pt idx="4">
                <c:v>3.0813253012048176</c:v>
              </c:pt>
              <c:pt idx="5">
                <c:v>3.478915662650601</c:v>
              </c:pt>
              <c:pt idx="6">
                <c:v>4.274096385542168</c:v>
              </c:pt>
              <c:pt idx="7">
                <c:v>5.466867469879516</c:v>
              </c:pt>
              <c:pt idx="8">
                <c:v>6.162650602409637</c:v>
              </c:pt>
              <c:pt idx="9">
                <c:v>6.262048192771083</c:v>
              </c:pt>
              <c:pt idx="10">
                <c:v>6.3614457831325275</c:v>
              </c:pt>
              <c:pt idx="11">
                <c:v>7.852409638554217</c:v>
              </c:pt>
            </c:numLit>
          </c:xVal>
          <c:yVal>
            <c:numLit>
              <c:formatCode>General</c:formatCode>
              <c:ptCount val="12"/>
              <c:pt idx="0">
                <c:v>1</c:v>
              </c:pt>
              <c:pt idx="1">
                <c:v>0.9901185396169562</c:v>
              </c:pt>
              <c:pt idx="2">
                <c:v>0.9605042519599225</c:v>
              </c:pt>
              <c:pt idx="3">
                <c:v>0.9560449355942238</c:v>
              </c:pt>
              <c:pt idx="4">
                <c:v>0.8840732143402171</c:v>
              </c:pt>
              <c:pt idx="5">
                <c:v>0.8469725157102446</c:v>
              </c:pt>
              <c:pt idx="6">
                <c:v>0.7550496704788755</c:v>
              </c:pt>
              <c:pt idx="7">
                <c:v>0.582206546882645</c:v>
              </c:pt>
              <c:pt idx="8">
                <c:v>0.4734631128528109</c:v>
              </c:pt>
              <c:pt idx="9">
                <c:v>0.45825416399034286</c:v>
              </c:pt>
              <c:pt idx="10">
                <c:v>0.4432168184573568</c:v>
              </c:pt>
              <c:pt idx="11">
                <c:v>0.269721296516321</c:v>
              </c:pt>
            </c:numLit>
          </c:yVal>
        </c:ser>
        <c:ser>
          <c:idx val="1"/>
          <c:order val="1"/>
          <c:tx>
            <c:v>two_term</c:v>
          </c:tx>
          <c:spPr>
            <a:ln xmlns:a="http://schemas.openxmlformats.org/drawingml/2006/main" w="20003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0.9939759036144576</c:v>
              </c:pt>
              <c:pt idx="2">
                <c:v>1.888554216867469</c:v>
              </c:pt>
              <c:pt idx="3">
                <c:v>1.9879518072289153</c:v>
              </c:pt>
              <c:pt idx="4">
                <c:v>3.0813253012048176</c:v>
              </c:pt>
              <c:pt idx="5">
                <c:v>3.478915662650601</c:v>
              </c:pt>
              <c:pt idx="6">
                <c:v>4.274096385542168</c:v>
              </c:pt>
              <c:pt idx="7">
                <c:v>5.466867469879516</c:v>
              </c:pt>
              <c:pt idx="8">
                <c:v>6.162650602409637</c:v>
              </c:pt>
              <c:pt idx="9">
                <c:v>6.262048192771083</c:v>
              </c:pt>
              <c:pt idx="10">
                <c:v>6.3614457831325275</c:v>
              </c:pt>
              <c:pt idx="11">
                <c:v>7.852409638554217</c:v>
              </c:pt>
            </c:numLit>
          </c:xVal>
          <c:yVal>
            <c:numLit>
              <c:formatCode>General</c:formatCode>
              <c:ptCount val="12"/>
              <c:pt idx="0">
                <c:v>1</c:v>
              </c:pt>
              <c:pt idx="1">
                <c:v>1.0059693894114203</c:v>
              </c:pt>
              <c:pt idx="2">
                <c:v>1.005120396717259</c:v>
              </c:pt>
              <c:pt idx="3">
                <c:v>1.0035893740926642</c:v>
              </c:pt>
              <c:pt idx="4">
                <c:v>0.9432566958198485</c:v>
              </c:pt>
              <c:pt idx="5">
                <c:v>0.8970303098168132</c:v>
              </c:pt>
              <c:pt idx="6">
                <c:v>0.7649469353255285</c:v>
              </c:pt>
              <c:pt idx="7">
                <c:v>0.5073318929277346</c:v>
              </c:pt>
              <c:pt idx="8">
                <c:v>0.35777798304136466</c:v>
              </c:pt>
              <c:pt idx="9">
                <c:v>0.33805196197840304</c:v>
              </c:pt>
              <c:pt idx="10">
                <c:v>0.31889497728121796</c:v>
              </c:pt>
              <c:pt idx="11">
                <c:v>0.11746042956791579</c:v>
              </c:pt>
            </c:numLit>
          </c:yVal>
        </c:ser>
        <c:ser>
          <c:idx val="2"/>
          <c:order val="2"/>
          <c:tx>
            <c:v>monte_carlo</c:v>
          </c:tx>
          <c:spPr>
            <a:ln xmlns:a="http://schemas.openxmlformats.org/drawingml/2006/main" w="20003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0.9939759036144576</c:v>
              </c:pt>
              <c:pt idx="2">
                <c:v>1.888554216867469</c:v>
              </c:pt>
              <c:pt idx="3">
                <c:v>1.9879518072289153</c:v>
              </c:pt>
              <c:pt idx="4">
                <c:v>3.0813253012048176</c:v>
              </c:pt>
              <c:pt idx="5">
                <c:v>3.478915662650601</c:v>
              </c:pt>
              <c:pt idx="6">
                <c:v>4.274096385542168</c:v>
              </c:pt>
              <c:pt idx="7">
                <c:v>5.466867469879516</c:v>
              </c:pt>
              <c:pt idx="8">
                <c:v>6.162650602409637</c:v>
              </c:pt>
              <c:pt idx="9">
                <c:v>6.262048192771083</c:v>
              </c:pt>
              <c:pt idx="10">
                <c:v>6.3614457831325275</c:v>
              </c:pt>
              <c:pt idx="11">
                <c:v>7.852409638554217</c:v>
              </c:pt>
            </c:numLit>
          </c:xVal>
          <c:yVal>
            <c:numLit>
              <c:formatCode>General</c:formatCode>
              <c:ptCount val="12"/>
              <c:pt idx="0">
                <c:v>1</c:v>
              </c:pt>
              <c:pt idx="1">
                <c:v>1.0063243745273303</c:v>
              </c:pt>
              <c:pt idx="2">
                <c:v>1.0061336447827605</c:v>
              </c:pt>
              <c:pt idx="3">
                <c:v>1.0046709719611162</c:v>
              </c:pt>
              <c:pt idx="4">
                <c:v>0.9446248900711895</c:v>
              </c:pt>
              <c:pt idx="5">
                <c:v>0.8982011165689405</c:v>
              </c:pt>
              <c:pt idx="6">
                <c:v>0.7653433204310536</c:v>
              </c:pt>
              <c:pt idx="7">
                <c:v>0.5062921915195256</c:v>
              </c:pt>
              <c:pt idx="8">
                <c:v>0.3560056994244828</c:v>
              </c:pt>
              <c:pt idx="9">
                <c:v>0.33622466650374117</c:v>
              </c:pt>
              <c:pt idx="10">
                <c:v>0.31702907733968394</c:v>
              </c:pt>
              <c:pt idx="11">
                <c:v>0.11622325346044335</c:v>
              </c:pt>
            </c:numLit>
          </c:yVal>
        </c:ser>
        <c:ser>
          <c:idx val="3"/>
          <c:order val="3"/>
          <c:tx>
            <c:v>propagator</c:v>
          </c:tx>
          <c:spPr>
            <a:ln xmlns:a="http://schemas.openxmlformats.org/drawingml/2006/main" w="20003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0.9939759036144576</c:v>
              </c:pt>
              <c:pt idx="2">
                <c:v>1.888554216867469</c:v>
              </c:pt>
              <c:pt idx="3">
                <c:v>1.9879518072289153</c:v>
              </c:pt>
              <c:pt idx="4">
                <c:v>3.0813253012048176</c:v>
              </c:pt>
              <c:pt idx="5">
                <c:v>3.478915662650601</c:v>
              </c:pt>
              <c:pt idx="6">
                <c:v>4.274096385542168</c:v>
              </c:pt>
              <c:pt idx="7">
                <c:v>5.466867469879516</c:v>
              </c:pt>
              <c:pt idx="8">
                <c:v>6.162650602409637</c:v>
              </c:pt>
              <c:pt idx="9">
                <c:v>6.262048192771083</c:v>
              </c:pt>
              <c:pt idx="10">
                <c:v>6.3614457831325275</c:v>
              </c:pt>
              <c:pt idx="11">
                <c:v>7.852409638554217</c:v>
              </c:pt>
            </c:numLit>
          </c:xVal>
          <c:yVal>
            <c:numLit>
              <c:formatCode>General</c:formatCode>
              <c:ptCount val="12"/>
              <c:pt idx="0">
                <c:v>1</c:v>
              </c:pt>
              <c:pt idx="1">
                <c:v>1.0062330953032566</c:v>
              </c:pt>
              <c:pt idx="2">
                <c:v>1.0059049777694238</c:v>
              </c:pt>
              <c:pt idx="3">
                <c:v>1.0044322499883038</c:v>
              </c:pt>
              <c:pt idx="4">
                <c:v>0.9444436174619751</c:v>
              </c:pt>
              <c:pt idx="5">
                <c:v>0.8981241765659044</c:v>
              </c:pt>
              <c:pt idx="6">
                <c:v>0.7655467014126692</c:v>
              </c:pt>
              <c:pt idx="7">
                <c:v>0.5070293772904355</c:v>
              </c:pt>
              <c:pt idx="8">
                <c:v>0.357277374818865</c:v>
              </c:pt>
              <c:pt idx="9">
                <c:v>0.33756340181286315</c:v>
              </c:pt>
              <c:pt idx="10">
                <c:v>0.3184246435978157</c:v>
              </c:pt>
              <c:pt idx="11">
                <c:v>0.11667797661255458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nAr*(r) / nAr*(0)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r [cm]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mean electron energy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original COMSOL</c:v>
          </c:tx>
          <c:spPr>
            <a:ln xmlns:a="http://schemas.openxmlformats.org/drawingml/2006/main" w="23813">
              <a:solidFill>
                <a:srgbClr val="7A7A7A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0.9939759036144576</c:v>
              </c:pt>
              <c:pt idx="2">
                <c:v>1.888554216867469</c:v>
              </c:pt>
              <c:pt idx="3">
                <c:v>1.9879518072289153</c:v>
              </c:pt>
              <c:pt idx="4">
                <c:v>3.0813253012048176</c:v>
              </c:pt>
              <c:pt idx="5">
                <c:v>3.478915662650601</c:v>
              </c:pt>
              <c:pt idx="6">
                <c:v>4.274096385542168</c:v>
              </c:pt>
              <c:pt idx="7">
                <c:v>5.466867469879516</c:v>
              </c:pt>
              <c:pt idx="8">
                <c:v>6.162650602409637</c:v>
              </c:pt>
              <c:pt idx="9">
                <c:v>6.262048192771083</c:v>
              </c:pt>
              <c:pt idx="10">
                <c:v>6.3614457831325275</c:v>
              </c:pt>
              <c:pt idx="11">
                <c:v>7.852409638554217</c:v>
              </c:pt>
            </c:numLit>
          </c:xVal>
          <c:yVal>
            <c:numLit>
              <c:formatCode>General</c:formatCode>
              <c:ptCount val="12"/>
              <c:pt idx="0">
                <c:v>5.30250676073428</c:v>
              </c:pt>
              <c:pt idx="1">
                <c:v>5.301787353293841</c:v>
              </c:pt>
              <c:pt idx="2">
                <c:v>5.296803525244905</c:v>
              </c:pt>
              <c:pt idx="3">
                <c:v>5.295766298726393</c:v>
              </c:pt>
              <c:pt idx="4">
                <c:v>5.272536131085985</c:v>
              </c:pt>
              <c:pt idx="5">
                <c:v>5.256892092733552</c:v>
              </c:pt>
              <c:pt idx="6">
                <c:v>5.209537896597613</c:v>
              </c:pt>
              <c:pt idx="7">
                <c:v>5.087282360993414</c:v>
              </c:pt>
              <c:pt idx="8">
                <c:v>4.98114983262981</c:v>
              </c:pt>
              <c:pt idx="9">
                <c:v>4.963644806710892</c:v>
              </c:pt>
              <c:pt idx="10">
                <c:v>4.945549243248556</c:v>
              </c:pt>
              <c:pt idx="11">
                <c:v>4.581937045168297</c:v>
              </c:pt>
            </c:numLit>
          </c:yVal>
        </c:ser>
        <c:ser>
          <c:idx val="1"/>
          <c:order val="1"/>
          <c:tx>
            <c:v>two_term</c:v>
          </c:tx>
          <c:spPr>
            <a:ln xmlns:a="http://schemas.openxmlformats.org/drawingml/2006/main" w="20003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0.9939759036144576</c:v>
              </c:pt>
              <c:pt idx="2">
                <c:v>1.888554216867469</c:v>
              </c:pt>
              <c:pt idx="3">
                <c:v>1.9879518072289153</c:v>
              </c:pt>
              <c:pt idx="4">
                <c:v>3.0813253012048176</c:v>
              </c:pt>
              <c:pt idx="5">
                <c:v>3.478915662650601</c:v>
              </c:pt>
              <c:pt idx="6">
                <c:v>4.274096385542168</c:v>
              </c:pt>
              <c:pt idx="7">
                <c:v>5.466867469879516</c:v>
              </c:pt>
              <c:pt idx="8">
                <c:v>6.162650602409637</c:v>
              </c:pt>
              <c:pt idx="9">
                <c:v>6.262048192771083</c:v>
              </c:pt>
              <c:pt idx="10">
                <c:v>6.3614457831325275</c:v>
              </c:pt>
              <c:pt idx="11">
                <c:v>7.852409638554217</c:v>
              </c:pt>
            </c:numLit>
          </c:xVal>
          <c:yVal>
            <c:numLit>
              <c:formatCode>General</c:formatCode>
              <c:ptCount val="12"/>
              <c:pt idx="0">
                <c:v>7.172598220527624</c:v>
              </c:pt>
              <c:pt idx="1">
                <c:v>7.1812081831652845</c:v>
              </c:pt>
              <c:pt idx="2">
                <c:v>7.190006737650512</c:v>
              </c:pt>
              <c:pt idx="3">
                <c:v>7.190097835949684</c:v>
              </c:pt>
              <c:pt idx="4">
                <c:v>7.157585425441043</c:v>
              </c:pt>
              <c:pt idx="5">
                <c:v>7.124464937202184</c:v>
              </c:pt>
              <c:pt idx="6">
                <c:v>7.0107881446477505</c:v>
              </c:pt>
              <c:pt idx="7">
                <c:v>6.702228693104478</c:v>
              </c:pt>
              <c:pt idx="8">
                <c:v>6.4451994181051475</c:v>
              </c:pt>
              <c:pt idx="9">
                <c:v>6.404578419379427</c:v>
              </c:pt>
              <c:pt idx="10">
                <c:v>6.363152861969657</c:v>
              </c:pt>
              <c:pt idx="11">
                <c:v>5.671738433357036</c:v>
              </c:pt>
            </c:numLit>
          </c:yVal>
        </c:ser>
        <c:ser>
          <c:idx val="2"/>
          <c:order val="2"/>
          <c:tx>
            <c:v>monte_carlo</c:v>
          </c:tx>
          <c:spPr>
            <a:ln xmlns:a="http://schemas.openxmlformats.org/drawingml/2006/main" w="20003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0.9939759036144576</c:v>
              </c:pt>
              <c:pt idx="2">
                <c:v>1.888554216867469</c:v>
              </c:pt>
              <c:pt idx="3">
                <c:v>1.9879518072289153</c:v>
              </c:pt>
              <c:pt idx="4">
                <c:v>3.0813253012048176</c:v>
              </c:pt>
              <c:pt idx="5">
                <c:v>3.478915662650601</c:v>
              </c:pt>
              <c:pt idx="6">
                <c:v>4.274096385542168</c:v>
              </c:pt>
              <c:pt idx="7">
                <c:v>5.466867469879516</c:v>
              </c:pt>
              <c:pt idx="8">
                <c:v>6.162650602409637</c:v>
              </c:pt>
              <c:pt idx="9">
                <c:v>6.262048192771083</c:v>
              </c:pt>
              <c:pt idx="10">
                <c:v>6.3614457831325275</c:v>
              </c:pt>
              <c:pt idx="11">
                <c:v>7.852409638554217</c:v>
              </c:pt>
            </c:numLit>
          </c:xVal>
          <c:yVal>
            <c:numLit>
              <c:formatCode>General</c:formatCode>
              <c:ptCount val="12"/>
              <c:pt idx="0">
                <c:v>7.138705390962018</c:v>
              </c:pt>
              <c:pt idx="1">
                <c:v>7.1472696385402</c:v>
              </c:pt>
              <c:pt idx="2">
                <c:v>7.15603382020073</c:v>
              </c:pt>
              <c:pt idx="3">
                <c:v>7.156128132706504</c:v>
              </c:pt>
              <c:pt idx="4">
                <c:v>7.123869971934813</c:v>
              </c:pt>
              <c:pt idx="5">
                <c:v>7.09097600683078</c:v>
              </c:pt>
              <c:pt idx="6">
                <c:v>6.978004642869466</c:v>
              </c:pt>
              <c:pt idx="7">
                <c:v>6.671153037234846</c:v>
              </c:pt>
              <c:pt idx="8">
                <c:v>6.415645290083197</c:v>
              </c:pt>
              <c:pt idx="9">
                <c:v>6.375285153736577</c:v>
              </c:pt>
              <c:pt idx="10">
                <c:v>6.334133269192712</c:v>
              </c:pt>
              <c:pt idx="11">
                <c:v>5.6498350412269165</c:v>
              </c:pt>
            </c:numLit>
          </c:yVal>
        </c:ser>
        <c:ser>
          <c:idx val="3"/>
          <c:order val="3"/>
          <c:tx>
            <c:v>propagator</c:v>
          </c:tx>
          <c:spPr>
            <a:ln xmlns:a="http://schemas.openxmlformats.org/drawingml/2006/main" w="20003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12"/>
              <c:pt idx="0">
                <c:v>0</c:v>
              </c:pt>
              <c:pt idx="1">
                <c:v>0.9939759036144576</c:v>
              </c:pt>
              <c:pt idx="2">
                <c:v>1.888554216867469</c:v>
              </c:pt>
              <c:pt idx="3">
                <c:v>1.9879518072289153</c:v>
              </c:pt>
              <c:pt idx="4">
                <c:v>3.0813253012048176</c:v>
              </c:pt>
              <c:pt idx="5">
                <c:v>3.478915662650601</c:v>
              </c:pt>
              <c:pt idx="6">
                <c:v>4.274096385542168</c:v>
              </c:pt>
              <c:pt idx="7">
                <c:v>5.466867469879516</c:v>
              </c:pt>
              <c:pt idx="8">
                <c:v>6.162650602409637</c:v>
              </c:pt>
              <c:pt idx="9">
                <c:v>6.262048192771083</c:v>
              </c:pt>
              <c:pt idx="10">
                <c:v>6.3614457831325275</c:v>
              </c:pt>
              <c:pt idx="11">
                <c:v>7.852409638554217</c:v>
              </c:pt>
            </c:numLit>
          </c:xVal>
          <c:yVal>
            <c:numLit>
              <c:formatCode>General</c:formatCode>
              <c:ptCount val="12"/>
              <c:pt idx="0">
                <c:v>7.126461334530921</c:v>
              </c:pt>
              <c:pt idx="1">
                <c:v>7.135040440053842</c:v>
              </c:pt>
              <c:pt idx="2">
                <c:v>7.143829931362138</c:v>
              </c:pt>
              <c:pt idx="3">
                <c:v>7.143927207818487</c:v>
              </c:pt>
              <c:pt idx="4">
                <c:v>7.111695233529706</c:v>
              </c:pt>
              <c:pt idx="5">
                <c:v>7.078808353251079</c:v>
              </c:pt>
              <c:pt idx="6">
                <c:v>6.965855713736641</c:v>
              </c:pt>
              <c:pt idx="7">
                <c:v>6.659063858985142</c:v>
              </c:pt>
              <c:pt idx="8">
                <c:v>6.4034729221570394</c:v>
              </c:pt>
              <c:pt idx="9">
                <c:v>6.36307665290359</c:v>
              </c:pt>
              <c:pt idx="10">
                <c:v>6.32187990246035</c:v>
              </c:pt>
              <c:pt idx="11">
                <c:v>5.634702498466868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.5"/>
          <c:min val="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⟨ε⟩ [eV]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8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r [cm]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electron density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original COMSOL</c:v>
          </c:tx>
          <c:spPr>
            <a:ln xmlns:a="http://schemas.openxmlformats.org/drawingml/2006/main" w="23813">
              <a:solidFill>
                <a:srgbClr val="7A7A7A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30"/>
              <c:pt idx="0">
                <c:v>0</c:v>
              </c:pt>
              <c:pt idx="1">
                <c:v>0.0035983369811925484</c:v>
              </c:pt>
              <c:pt idx="2">
                <c:v>0.008636008754861573</c:v>
              </c:pt>
              <c:pt idx="3">
                <c:v>0.015688749237998203</c:v>
              </c:pt>
              <c:pt idx="4">
                <c:v>0.025562585914389487</c:v>
              </c:pt>
              <c:pt idx="5">
                <c:v>0.039385957261337284</c:v>
              </c:pt>
              <c:pt idx="6">
                <c:v>0.08374603681833696</c:v>
              </c:pt>
              <c:pt idx="7">
                <c:v>0.15689533312747342</c:v>
              </c:pt>
              <c:pt idx="8">
                <c:v>0.23004462943660986</c:v>
              </c:pt>
              <c:pt idx="9">
                <c:v>0.4235098254151421</c:v>
              </c:pt>
              <c:pt idx="10">
                <c:v>0.6927358016992581</c:v>
              </c:pt>
              <c:pt idx="11">
                <c:v>1.0265900832242296</c:v>
              </c:pt>
              <c:pt idx="12">
                <c:v>1.3267900441114968</c:v>
              </c:pt>
              <c:pt idx="13">
                <c:v>1.5950239851948786</c:v>
              </c:pt>
              <c:pt idx="14">
                <c:v>1.86325792627826</c:v>
              </c:pt>
              <c:pt idx="15">
                <c:v>2.1314918673616416</c:v>
              </c:pt>
              <c:pt idx="16">
                <c:v>2.3997258084450217</c:v>
              </c:pt>
              <c:pt idx="17">
                <c:v>2.667959749528403</c:v>
              </c:pt>
              <c:pt idx="18">
                <c:v>2.9562646659815077</c:v>
              </c:pt>
              <c:pt idx="19">
                <c:v>3.252503372615613</c:v>
              </c:pt>
              <c:pt idx="20">
                <c:v>3.4934264068492893</c:v>
              </c:pt>
              <c:pt idx="21">
                <c:v>3.712012172555548</c:v>
              </c:pt>
              <c:pt idx="22">
                <c:v>3.8501324317789187</c:v>
              </c:pt>
              <c:pt idx="23">
                <c:v>3.922962447370536</c:v>
              </c:pt>
              <c:pt idx="24">
                <c:v>3.9569760876231888</c:v>
              </c:pt>
              <c:pt idx="25">
                <c:v>3.972076279644344</c:v>
              </c:pt>
              <c:pt idx="26">
                <c:v>3.982862131088026</c:v>
              </c:pt>
              <c:pt idx="27">
                <c:v>3.990566310690656</c:v>
              </c:pt>
              <c:pt idx="28">
                <c:v>3.996069296121106</c:v>
              </c:pt>
              <c:pt idx="29">
                <c:v>4</c:v>
              </c:pt>
            </c:numLit>
          </c:xVal>
          <c:yVal>
            <c:numLit>
              <c:formatCode>General</c:formatCode>
              <c:ptCount val="30"/>
              <c:pt idx="0">
                <c:v>15.725651824986807</c:v>
              </c:pt>
              <c:pt idx="1">
                <c:v>15.863405710996323</c:v>
              </c:pt>
              <c:pt idx="2">
                <c:v>16.03004126417721</c:v>
              </c:pt>
              <c:pt idx="3">
                <c:v>16.21532526087967</c:v>
              </c:pt>
              <c:pt idx="4">
                <c:v>16.41032815849539</c:v>
              </c:pt>
              <c:pt idx="5">
                <c:v>16.598407140146115</c:v>
              </c:pt>
              <c:pt idx="6">
                <c:v>16.93337980795702</c:v>
              </c:pt>
              <c:pt idx="7">
                <c:v>17.226040809053018</c:v>
              </c:pt>
              <c:pt idx="8">
                <c:v>17.39716825043945</c:v>
              </c:pt>
              <c:pt idx="9">
                <c:v>17.65957736761947</c:v>
              </c:pt>
              <c:pt idx="10">
                <c:v>17.862042177386638</c:v>
              </c:pt>
              <c:pt idx="11">
                <c:v>18.016119177145207</c:v>
              </c:pt>
              <c:pt idx="12">
                <c:v>18.09857055437555</c:v>
              </c:pt>
              <c:pt idx="13">
                <c:v>18.142778581706423</c:v>
              </c:pt>
              <c:pt idx="14">
                <c:v>18.164824628487732</c:v>
              </c:pt>
              <c:pt idx="15">
                <c:v>18.16660276418526</c:v>
              </c:pt>
              <c:pt idx="16">
                <c:v>18.148088269729765</c:v>
              </c:pt>
              <c:pt idx="17">
                <c:v>18.107316616058235</c:v>
              </c:pt>
              <c:pt idx="18">
                <c:v>18.031243233871535</c:v>
              </c:pt>
              <c:pt idx="19">
                <c:v>17.907370121045528</c:v>
              </c:pt>
              <c:pt idx="20">
                <c:v>17.750940391820755</c:v>
              </c:pt>
              <c:pt idx="21">
                <c:v>17.509127981775507</c:v>
              </c:pt>
              <c:pt idx="22">
                <c:v>17.222421186843697</c:v>
              </c:pt>
              <c:pt idx="23">
                <c:v>16.926652593844093</c:v>
              </c:pt>
              <c:pt idx="24">
                <c:v>16.672217600694907</c:v>
              </c:pt>
              <c:pt idx="25">
                <c:v>16.488646087781856</c:v>
              </c:pt>
              <c:pt idx="26">
                <c:v>16.297517363638498</c:v>
              </c:pt>
              <c:pt idx="27">
                <c:v>16.11322020646565</c:v>
              </c:pt>
              <c:pt idx="28">
                <c:v>15.943592299635332</c:v>
              </c:pt>
              <c:pt idx="29">
                <c:v>15.801407179616817</c:v>
              </c:pt>
            </c:numLit>
          </c:yVal>
        </c:ser>
        <c:ser>
          <c:idx val="1"/>
          <c:order val="1"/>
          <c:tx>
            <c:v>two_term</c:v>
          </c:tx>
          <c:spPr>
            <a:ln xmlns:a="http://schemas.openxmlformats.org/drawingml/2006/main" w="20003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30"/>
              <c:pt idx="0">
                <c:v>0</c:v>
              </c:pt>
              <c:pt idx="1">
                <c:v>0.0035983369811925484</c:v>
              </c:pt>
              <c:pt idx="2">
                <c:v>0.008636008754861573</c:v>
              </c:pt>
              <c:pt idx="3">
                <c:v>0.015688749237998203</c:v>
              </c:pt>
              <c:pt idx="4">
                <c:v>0.025562585914389487</c:v>
              </c:pt>
              <c:pt idx="5">
                <c:v>0.039385957261337284</c:v>
              </c:pt>
              <c:pt idx="6">
                <c:v>0.08374603681833696</c:v>
              </c:pt>
              <c:pt idx="7">
                <c:v>0.15689533312747342</c:v>
              </c:pt>
              <c:pt idx="8">
                <c:v>0.23004462943660986</c:v>
              </c:pt>
              <c:pt idx="9">
                <c:v>0.4235098254151421</c:v>
              </c:pt>
              <c:pt idx="10">
                <c:v>0.6927358016992581</c:v>
              </c:pt>
              <c:pt idx="11">
                <c:v>1.0265900832242296</c:v>
              </c:pt>
              <c:pt idx="12">
                <c:v>1.3267900441114968</c:v>
              </c:pt>
              <c:pt idx="13">
                <c:v>1.5950239851948786</c:v>
              </c:pt>
              <c:pt idx="14">
                <c:v>1.86325792627826</c:v>
              </c:pt>
              <c:pt idx="15">
                <c:v>2.1314918673616416</c:v>
              </c:pt>
              <c:pt idx="16">
                <c:v>2.3997258084450217</c:v>
              </c:pt>
              <c:pt idx="17">
                <c:v>2.667959749528403</c:v>
              </c:pt>
              <c:pt idx="18">
                <c:v>2.9562646659815077</c:v>
              </c:pt>
              <c:pt idx="19">
                <c:v>3.252503372615613</c:v>
              </c:pt>
              <c:pt idx="20">
                <c:v>3.4934264068492893</c:v>
              </c:pt>
              <c:pt idx="21">
                <c:v>3.712012172555548</c:v>
              </c:pt>
              <c:pt idx="22">
                <c:v>3.8501324317789187</c:v>
              </c:pt>
              <c:pt idx="23">
                <c:v>3.922962447370536</c:v>
              </c:pt>
              <c:pt idx="24">
                <c:v>3.9569760876231888</c:v>
              </c:pt>
              <c:pt idx="25">
                <c:v>3.972076279644344</c:v>
              </c:pt>
              <c:pt idx="26">
                <c:v>3.982862131088026</c:v>
              </c:pt>
              <c:pt idx="27">
                <c:v>3.990566310690656</c:v>
              </c:pt>
              <c:pt idx="28">
                <c:v>3.996069296121106</c:v>
              </c:pt>
              <c:pt idx="29">
                <c:v>4</c:v>
              </c:pt>
            </c:numLit>
          </c:xVal>
          <c:yVal>
            <c:numLit>
              <c:formatCode>General</c:formatCode>
              <c:ptCount val="30"/>
              <c:pt idx="0">
                <c:v>15.838222439129142</c:v>
              </c:pt>
              <c:pt idx="1">
                <c:v>15.927864602708043</c:v>
              </c:pt>
              <c:pt idx="2">
                <c:v>16.039411286650946</c:v>
              </c:pt>
              <c:pt idx="3">
                <c:v>16.16979927071515</c:v>
              </c:pt>
              <c:pt idx="4">
                <c:v>16.31623694152686</c:v>
              </c:pt>
              <c:pt idx="5">
                <c:v>16.468921596777303</c:v>
              </c:pt>
              <c:pt idx="6">
                <c:v>16.76567915134845</c:v>
              </c:pt>
              <c:pt idx="7">
                <c:v>17.040340488184317</c:v>
              </c:pt>
              <c:pt idx="8">
                <c:v>17.205201134908176</c:v>
              </c:pt>
              <c:pt idx="9">
                <c:v>17.46208188690966</c:v>
              </c:pt>
              <c:pt idx="10">
                <c:v>17.66406271990766</c:v>
              </c:pt>
              <c:pt idx="11">
                <c:v>17.8218215293966</c:v>
              </c:pt>
              <c:pt idx="12">
                <c:v>17.910418576996943</c:v>
              </c:pt>
              <c:pt idx="13">
                <c:v>17.961693591254466</c:v>
              </c:pt>
              <c:pt idx="14">
                <c:v>17.99185902200556</c:v>
              </c:pt>
              <c:pt idx="15">
                <c:v>18.002429063181545</c:v>
              </c:pt>
              <c:pt idx="16">
                <c:v>17.993002593600462</c:v>
              </c:pt>
              <c:pt idx="17">
                <c:v>17.961236264290022</c:v>
              </c:pt>
              <c:pt idx="18">
                <c:v>17.894259828063817</c:v>
              </c:pt>
              <c:pt idx="19">
                <c:v>17.779095923520174</c:v>
              </c:pt>
              <c:pt idx="20">
                <c:v>17.629730717302262</c:v>
              </c:pt>
              <c:pt idx="21">
                <c:v>17.396608015434875</c:v>
              </c:pt>
              <c:pt idx="22">
                <c:v>17.122675724134165</c:v>
              </c:pt>
              <c:pt idx="23">
                <c:v>16.84874859904136</c:v>
              </c:pt>
              <c:pt idx="24">
                <c:v>16.625446678631032</c:v>
              </c:pt>
              <c:pt idx="25">
                <c:v>16.475408524684397</c:v>
              </c:pt>
              <c:pt idx="26">
                <c:v>16.330188546764695</c:v>
              </c:pt>
              <c:pt idx="27">
                <c:v>16.198694022508985</c:v>
              </c:pt>
              <c:pt idx="28">
                <c:v>16.08338536237155</c:v>
              </c:pt>
              <c:pt idx="29">
                <c:v>15.989392157788805</c:v>
              </c:pt>
            </c:numLit>
          </c:yVal>
        </c:ser>
        <c:ser>
          <c:idx val="2"/>
          <c:order val="2"/>
          <c:tx>
            <c:v>monte_carlo</c:v>
          </c:tx>
          <c:spPr>
            <a:ln xmlns:a="http://schemas.openxmlformats.org/drawingml/2006/main" w="20003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30"/>
              <c:pt idx="0">
                <c:v>0</c:v>
              </c:pt>
              <c:pt idx="1">
                <c:v>0.0035983369811925484</c:v>
              </c:pt>
              <c:pt idx="2">
                <c:v>0.008636008754861573</c:v>
              </c:pt>
              <c:pt idx="3">
                <c:v>0.015688749237998203</c:v>
              </c:pt>
              <c:pt idx="4">
                <c:v>0.025562585914389487</c:v>
              </c:pt>
              <c:pt idx="5">
                <c:v>0.039385957261337284</c:v>
              </c:pt>
              <c:pt idx="6">
                <c:v>0.08374603681833696</c:v>
              </c:pt>
              <c:pt idx="7">
                <c:v>0.15689533312747342</c:v>
              </c:pt>
              <c:pt idx="8">
                <c:v>0.23004462943660986</c:v>
              </c:pt>
              <c:pt idx="9">
                <c:v>0.4235098254151421</c:v>
              </c:pt>
              <c:pt idx="10">
                <c:v>0.6927358016992581</c:v>
              </c:pt>
              <c:pt idx="11">
                <c:v>1.0265900832242296</c:v>
              </c:pt>
              <c:pt idx="12">
                <c:v>1.3267900441114968</c:v>
              </c:pt>
              <c:pt idx="13">
                <c:v>1.5950239851948786</c:v>
              </c:pt>
              <c:pt idx="14">
                <c:v>1.86325792627826</c:v>
              </c:pt>
              <c:pt idx="15">
                <c:v>2.1314918673616416</c:v>
              </c:pt>
              <c:pt idx="16">
                <c:v>2.3997258084450217</c:v>
              </c:pt>
              <c:pt idx="17">
                <c:v>2.667959749528403</c:v>
              </c:pt>
              <c:pt idx="18">
                <c:v>2.9562646659815077</c:v>
              </c:pt>
              <c:pt idx="19">
                <c:v>3.252503372615613</c:v>
              </c:pt>
              <c:pt idx="20">
                <c:v>3.4934264068492893</c:v>
              </c:pt>
              <c:pt idx="21">
                <c:v>3.712012172555548</c:v>
              </c:pt>
              <c:pt idx="22">
                <c:v>3.8501324317789187</c:v>
              </c:pt>
              <c:pt idx="23">
                <c:v>3.922962447370536</c:v>
              </c:pt>
              <c:pt idx="24">
                <c:v>3.9569760876231888</c:v>
              </c:pt>
              <c:pt idx="25">
                <c:v>3.972076279644344</c:v>
              </c:pt>
              <c:pt idx="26">
                <c:v>3.982862131088026</c:v>
              </c:pt>
              <c:pt idx="27">
                <c:v>3.990566310690656</c:v>
              </c:pt>
              <c:pt idx="28">
                <c:v>3.996069296121106</c:v>
              </c:pt>
              <c:pt idx="29">
                <c:v>4</c:v>
              </c:pt>
            </c:numLit>
          </c:xVal>
          <c:yVal>
            <c:numLit>
              <c:formatCode>General</c:formatCode>
              <c:ptCount val="30"/>
              <c:pt idx="0">
                <c:v>15.840861997554816</c:v>
              </c:pt>
              <c:pt idx="1">
                <c:v>15.930426484839275</c:v>
              </c:pt>
              <c:pt idx="2">
                <c:v>16.041850709854295</c:v>
              </c:pt>
              <c:pt idx="3">
                <c:v>16.172045746592918</c:v>
              </c:pt>
              <c:pt idx="4">
                <c:v>16.318236131996358</c:v>
              </c:pt>
              <c:pt idx="5">
                <c:v>16.47066145527597</c:v>
              </c:pt>
              <c:pt idx="6">
                <c:v>16.767010981157533</c:v>
              </c:pt>
              <c:pt idx="7">
                <c:v>17.0414343061129</c:v>
              </c:pt>
              <c:pt idx="8">
                <c:v>17.206209186616416</c:v>
              </c:pt>
              <c:pt idx="9">
                <c:v>17.463025406656012</c:v>
              </c:pt>
              <c:pt idx="10">
                <c:v>17.66503486344136</c:v>
              </c:pt>
              <c:pt idx="11">
                <c:v>17.822919506150228</c:v>
              </c:pt>
              <c:pt idx="12">
                <c:v>17.911697148770546</c:v>
              </c:pt>
              <c:pt idx="13">
                <c:v>17.963176662536604</c:v>
              </c:pt>
              <c:pt idx="14">
                <c:v>17.99358327485734</c:v>
              </c:pt>
              <c:pt idx="15">
                <c:v>18.00442597436873</c:v>
              </c:pt>
              <c:pt idx="16">
                <c:v>17.995285766581095</c:v>
              </c:pt>
              <c:pt idx="17">
                <c:v>17.963799113416062</c:v>
              </c:pt>
              <c:pt idx="18">
                <c:v>17.897098905217774</c:v>
              </c:pt>
              <c:pt idx="19">
                <c:v>17.78217851904076</c:v>
              </c:pt>
              <c:pt idx="20">
                <c:v>17.632969103548852</c:v>
              </c:pt>
              <c:pt idx="21">
                <c:v>17.399950505761463</c:v>
              </c:pt>
              <c:pt idx="22">
                <c:v>17.126072902813604</c:v>
              </c:pt>
              <c:pt idx="23">
                <c:v>16.85217847681537</c:v>
              </c:pt>
              <c:pt idx="24">
                <c:v>16.628879566671504</c:v>
              </c:pt>
              <c:pt idx="25">
                <c:v>16.47879153069338</c:v>
              </c:pt>
              <c:pt idx="26">
                <c:v>16.333447981639154</c:v>
              </c:pt>
              <c:pt idx="27">
                <c:v>16.20175281354947</c:v>
              </c:pt>
              <c:pt idx="28">
                <c:v>16.086175599947698</c:v>
              </c:pt>
              <c:pt idx="29">
                <c:v>15.991919329425047</c:v>
              </c:pt>
            </c:numLit>
          </c:yVal>
        </c:ser>
        <c:ser>
          <c:idx val="3"/>
          <c:order val="3"/>
          <c:tx>
            <c:v>propagator</c:v>
          </c:tx>
          <c:spPr>
            <a:ln xmlns:a="http://schemas.openxmlformats.org/drawingml/2006/main" w="20003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30"/>
              <c:pt idx="0">
                <c:v>0</c:v>
              </c:pt>
              <c:pt idx="1">
                <c:v>0.0035983369811925484</c:v>
              </c:pt>
              <c:pt idx="2">
                <c:v>0.008636008754861573</c:v>
              </c:pt>
              <c:pt idx="3">
                <c:v>0.015688749237998203</c:v>
              </c:pt>
              <c:pt idx="4">
                <c:v>0.025562585914389487</c:v>
              </c:pt>
              <c:pt idx="5">
                <c:v>0.039385957261337284</c:v>
              </c:pt>
              <c:pt idx="6">
                <c:v>0.08374603681833696</c:v>
              </c:pt>
              <c:pt idx="7">
                <c:v>0.15689533312747342</c:v>
              </c:pt>
              <c:pt idx="8">
                <c:v>0.23004462943660986</c:v>
              </c:pt>
              <c:pt idx="9">
                <c:v>0.4235098254151421</c:v>
              </c:pt>
              <c:pt idx="10">
                <c:v>0.6927358016992581</c:v>
              </c:pt>
              <c:pt idx="11">
                <c:v>1.0265900832242296</c:v>
              </c:pt>
              <c:pt idx="12">
                <c:v>1.3267900441114968</c:v>
              </c:pt>
              <c:pt idx="13">
                <c:v>1.5950239851948786</c:v>
              </c:pt>
              <c:pt idx="14">
                <c:v>1.86325792627826</c:v>
              </c:pt>
              <c:pt idx="15">
                <c:v>2.1314918673616416</c:v>
              </c:pt>
              <c:pt idx="16">
                <c:v>2.3997258084450217</c:v>
              </c:pt>
              <c:pt idx="17">
                <c:v>2.667959749528403</c:v>
              </c:pt>
              <c:pt idx="18">
                <c:v>2.9562646659815077</c:v>
              </c:pt>
              <c:pt idx="19">
                <c:v>3.252503372615613</c:v>
              </c:pt>
              <c:pt idx="20">
                <c:v>3.4934264068492893</c:v>
              </c:pt>
              <c:pt idx="21">
                <c:v>3.712012172555548</c:v>
              </c:pt>
              <c:pt idx="22">
                <c:v>3.8501324317789187</c:v>
              </c:pt>
              <c:pt idx="23">
                <c:v>3.922962447370536</c:v>
              </c:pt>
              <c:pt idx="24">
                <c:v>3.9569760876231888</c:v>
              </c:pt>
              <c:pt idx="25">
                <c:v>3.972076279644344</c:v>
              </c:pt>
              <c:pt idx="26">
                <c:v>3.982862131088026</c:v>
              </c:pt>
              <c:pt idx="27">
                <c:v>3.990566310690656</c:v>
              </c:pt>
              <c:pt idx="28">
                <c:v>3.996069296121106</c:v>
              </c:pt>
              <c:pt idx="29">
                <c:v>4</c:v>
              </c:pt>
            </c:numLit>
          </c:xVal>
          <c:yVal>
            <c:numLit>
              <c:formatCode>General</c:formatCode>
              <c:ptCount val="30"/>
              <c:pt idx="0">
                <c:v>15.840969791362243</c:v>
              </c:pt>
              <c:pt idx="1">
                <c:v>15.93070877972582</c:v>
              </c:pt>
              <c:pt idx="2">
                <c:v>16.042330911423086</c:v>
              </c:pt>
              <c:pt idx="3">
                <c:v>16.17272043463361</c:v>
              </c:pt>
              <c:pt idx="4">
                <c:v>16.31908356221444</c:v>
              </c:pt>
              <c:pt idx="5">
                <c:v>16.47163582762004</c:v>
              </c:pt>
              <c:pt idx="6">
                <c:v>16.76811998871133</c:v>
              </c:pt>
              <c:pt idx="7">
                <c:v>17.042602853134223</c:v>
              </c:pt>
              <c:pt idx="8">
                <c:v>17.207396627222895</c:v>
              </c:pt>
              <c:pt idx="9">
                <c:v>17.46422661427764</c:v>
              </c:pt>
              <c:pt idx="10">
                <c:v>17.666233462688517</c:v>
              </c:pt>
              <c:pt idx="11">
                <c:v>17.82410778346365</c:v>
              </c:pt>
              <c:pt idx="12">
                <c:v>17.912883093050674</c:v>
              </c:pt>
              <c:pt idx="13">
                <c:v>17.964369296608183</c:v>
              </c:pt>
              <c:pt idx="14">
                <c:v>17.994782236754894</c:v>
              </c:pt>
              <c:pt idx="15">
                <c:v>18.005622876252136</c:v>
              </c:pt>
              <c:pt idx="16">
                <c:v>17.996471954612268</c:v>
              </c:pt>
              <c:pt idx="17">
                <c:v>17.964969206857454</c:v>
              </c:pt>
              <c:pt idx="18">
                <c:v>17.898250488564912</c:v>
              </c:pt>
              <c:pt idx="19">
                <c:v>17.783315529810732</c:v>
              </c:pt>
              <c:pt idx="20">
                <c:v>17.634098460997016</c:v>
              </c:pt>
              <c:pt idx="21">
                <c:v>17.4010739646886</c:v>
              </c:pt>
              <c:pt idx="22">
                <c:v>17.12718544577793</c:v>
              </c:pt>
              <c:pt idx="23">
                <c:v>16.853263662721073</c:v>
              </c:pt>
              <c:pt idx="24">
                <c:v>16.629916079220024</c:v>
              </c:pt>
              <c:pt idx="25">
                <c:v>16.47976446309527</c:v>
              </c:pt>
              <c:pt idx="26">
                <c:v>16.334323496727173</c:v>
              </c:pt>
              <c:pt idx="27">
                <c:v>16.202504287804704</c:v>
              </c:pt>
              <c:pt idx="28">
                <c:v>16.086784821940448</c:v>
              </c:pt>
              <c:pt idx="29">
                <c:v>15.9923961572347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8.3"/>
          <c:min val="15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log₁₀(nₑ / m⁻³)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z [cm]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9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Ar* metastable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original COMSOL</c:v>
          </c:tx>
          <c:spPr>
            <a:ln xmlns:a="http://schemas.openxmlformats.org/drawingml/2006/main" w="23813">
              <a:solidFill>
                <a:srgbClr val="7A7A7A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30"/>
              <c:pt idx="0">
                <c:v>0</c:v>
              </c:pt>
              <c:pt idx="1">
                <c:v>0.0035983369811925484</c:v>
              </c:pt>
              <c:pt idx="2">
                <c:v>0.008636008754861573</c:v>
              </c:pt>
              <c:pt idx="3">
                <c:v>0.015688749237998203</c:v>
              </c:pt>
              <c:pt idx="4">
                <c:v>0.025562585914389487</c:v>
              </c:pt>
              <c:pt idx="5">
                <c:v>0.039385957261337284</c:v>
              </c:pt>
              <c:pt idx="6">
                <c:v>0.08374603681833696</c:v>
              </c:pt>
              <c:pt idx="7">
                <c:v>0.15689533312747342</c:v>
              </c:pt>
              <c:pt idx="8">
                <c:v>0.23004462943660986</c:v>
              </c:pt>
              <c:pt idx="9">
                <c:v>0.4235098254151421</c:v>
              </c:pt>
              <c:pt idx="10">
                <c:v>0.6927358016992581</c:v>
              </c:pt>
              <c:pt idx="11">
                <c:v>1.0265900832242296</c:v>
              </c:pt>
              <c:pt idx="12">
                <c:v>1.3267900441114968</c:v>
              </c:pt>
              <c:pt idx="13">
                <c:v>1.5950239851948786</c:v>
              </c:pt>
              <c:pt idx="14">
                <c:v>1.86325792627826</c:v>
              </c:pt>
              <c:pt idx="15">
                <c:v>2.1314918673616416</c:v>
              </c:pt>
              <c:pt idx="16">
                <c:v>2.3997258084450217</c:v>
              </c:pt>
              <c:pt idx="17">
                <c:v>2.667959749528403</c:v>
              </c:pt>
              <c:pt idx="18">
                <c:v>2.9562646659815077</c:v>
              </c:pt>
              <c:pt idx="19">
                <c:v>3.252503372615613</c:v>
              </c:pt>
              <c:pt idx="20">
                <c:v>3.4934264068492893</c:v>
              </c:pt>
              <c:pt idx="21">
                <c:v>3.712012172555548</c:v>
              </c:pt>
              <c:pt idx="22">
                <c:v>3.8501324317789187</c:v>
              </c:pt>
              <c:pt idx="23">
                <c:v>3.922962447370536</c:v>
              </c:pt>
              <c:pt idx="24">
                <c:v>3.9569760876231888</c:v>
              </c:pt>
              <c:pt idx="25">
                <c:v>3.972076279644344</c:v>
              </c:pt>
              <c:pt idx="26">
                <c:v>3.982862131088026</c:v>
              </c:pt>
              <c:pt idx="27">
                <c:v>3.990566310690656</c:v>
              </c:pt>
              <c:pt idx="28">
                <c:v>3.996069296121106</c:v>
              </c:pt>
              <c:pt idx="29">
                <c:v>4</c:v>
              </c:pt>
            </c:numLit>
          </c:xVal>
          <c:yVal>
            <c:numLit>
              <c:formatCode>General</c:formatCode>
              <c:ptCount val="30"/>
              <c:pt idx="0">
                <c:v>18.45537245770521</c:v>
              </c:pt>
              <c:pt idx="1">
                <c:v>18.459436302887653</c:v>
              </c:pt>
              <c:pt idx="2">
                <c:v>18.465060659764855</c:v>
              </c:pt>
              <c:pt idx="3">
                <c:v>18.472809444798106</c:v>
              </c:pt>
              <c:pt idx="4">
                <c:v>18.48341645119065</c:v>
              </c:pt>
              <c:pt idx="5">
                <c:v>18.4978001090627</c:v>
              </c:pt>
              <c:pt idx="6">
                <c:v>18.54067285386975</c:v>
              </c:pt>
              <c:pt idx="7">
                <c:v>18.603357748437315</c:v>
              </c:pt>
              <c:pt idx="8">
                <c:v>18.65597176092786</c:v>
              </c:pt>
              <c:pt idx="9">
                <c:v>18.75711676044282</c:v>
              </c:pt>
              <c:pt idx="10">
                <c:v>18.839554642051798</c:v>
              </c:pt>
              <c:pt idx="11">
                <c:v>18.8946103390429</c:v>
              </c:pt>
              <c:pt idx="12">
                <c:v>18.918212757467437</c:v>
              </c:pt>
              <c:pt idx="13">
                <c:v>18.92971285163683</c:v>
              </c:pt>
              <c:pt idx="14">
                <c:v>18.936433436006848</c:v>
              </c:pt>
              <c:pt idx="15">
                <c:v>18.93987307716559</c:v>
              </c:pt>
              <c:pt idx="16">
                <c:v>18.94004980136453</c:v>
              </c:pt>
              <c:pt idx="17">
                <c:v>18.935487112723045</c:v>
              </c:pt>
              <c:pt idx="18">
                <c:v>18.920042142306396</c:v>
              </c:pt>
              <c:pt idx="19">
                <c:v>18.88328656688413</c:v>
              </c:pt>
              <c:pt idx="20">
                <c:v>18.825051590183165</c:v>
              </c:pt>
              <c:pt idx="21">
                <c:v>18.73012276048641</c:v>
              </c:pt>
              <c:pt idx="22">
                <c:v>18.638075256802487</c:v>
              </c:pt>
              <c:pt idx="23">
                <c:v>18.575635875703338</c:v>
              </c:pt>
              <c:pt idx="24">
                <c:v>18.54247923719886</c:v>
              </c:pt>
              <c:pt idx="25">
                <c:v>18.526830474278903</c:v>
              </c:pt>
              <c:pt idx="26">
                <c:v>18.51527754030626</c:v>
              </c:pt>
              <c:pt idx="27">
                <c:v>18.506828288409327</c:v>
              </c:pt>
              <c:pt idx="28">
                <c:v>18.500690102590216</c:v>
              </c:pt>
              <c:pt idx="29">
                <c:v>18.496252107837158</c:v>
              </c:pt>
            </c:numLit>
          </c:yVal>
        </c:ser>
        <c:ser>
          <c:idx val="1"/>
          <c:order val="1"/>
          <c:tx>
            <c:v>two_term</c:v>
          </c:tx>
          <c:spPr>
            <a:ln xmlns:a="http://schemas.openxmlformats.org/drawingml/2006/main" w="20003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30"/>
              <c:pt idx="0">
                <c:v>0</c:v>
              </c:pt>
              <c:pt idx="1">
                <c:v>0.0035983369811925484</c:v>
              </c:pt>
              <c:pt idx="2">
                <c:v>0.008636008754861573</c:v>
              </c:pt>
              <c:pt idx="3">
                <c:v>0.015688749237998203</c:v>
              </c:pt>
              <c:pt idx="4">
                <c:v>0.025562585914389487</c:v>
              </c:pt>
              <c:pt idx="5">
                <c:v>0.039385957261337284</c:v>
              </c:pt>
              <c:pt idx="6">
                <c:v>0.08374603681833696</c:v>
              </c:pt>
              <c:pt idx="7">
                <c:v>0.15689533312747342</c:v>
              </c:pt>
              <c:pt idx="8">
                <c:v>0.23004462943660986</c:v>
              </c:pt>
              <c:pt idx="9">
                <c:v>0.4235098254151421</c:v>
              </c:pt>
              <c:pt idx="10">
                <c:v>0.6927358016992581</c:v>
              </c:pt>
              <c:pt idx="11">
                <c:v>1.0265900832242296</c:v>
              </c:pt>
              <c:pt idx="12">
                <c:v>1.3267900441114968</c:v>
              </c:pt>
              <c:pt idx="13">
                <c:v>1.5950239851948786</c:v>
              </c:pt>
              <c:pt idx="14">
                <c:v>1.86325792627826</c:v>
              </c:pt>
              <c:pt idx="15">
                <c:v>2.1314918673616416</c:v>
              </c:pt>
              <c:pt idx="16">
                <c:v>2.3997258084450217</c:v>
              </c:pt>
              <c:pt idx="17">
                <c:v>2.667959749528403</c:v>
              </c:pt>
              <c:pt idx="18">
                <c:v>2.9562646659815077</c:v>
              </c:pt>
              <c:pt idx="19">
                <c:v>3.252503372615613</c:v>
              </c:pt>
              <c:pt idx="20">
                <c:v>3.4934264068492893</c:v>
              </c:pt>
              <c:pt idx="21">
                <c:v>3.712012172555548</c:v>
              </c:pt>
              <c:pt idx="22">
                <c:v>3.8501324317789187</c:v>
              </c:pt>
              <c:pt idx="23">
                <c:v>3.922962447370536</c:v>
              </c:pt>
              <c:pt idx="24">
                <c:v>3.9569760876231888</c:v>
              </c:pt>
              <c:pt idx="25">
                <c:v>3.972076279644344</c:v>
              </c:pt>
              <c:pt idx="26">
                <c:v>3.982862131088026</c:v>
              </c:pt>
              <c:pt idx="27">
                <c:v>3.990566310690656</c:v>
              </c:pt>
              <c:pt idx="28">
                <c:v>3.996069296121106</c:v>
              </c:pt>
              <c:pt idx="29">
                <c:v>4</c:v>
              </c:pt>
            </c:numLit>
          </c:xVal>
          <c:yVal>
            <c:numLit>
              <c:formatCode>General</c:formatCode>
              <c:ptCount val="30"/>
              <c:pt idx="0">
                <c:v>18.287053596001055</c:v>
              </c:pt>
              <c:pt idx="1">
                <c:v>18.291116766647445</c:v>
              </c:pt>
              <c:pt idx="2">
                <c:v>18.296737986615614</c:v>
              </c:pt>
              <c:pt idx="3">
                <c:v>18.304478417868186</c:v>
              </c:pt>
              <c:pt idx="4">
                <c:v>18.315067105102518</c:v>
              </c:pt>
              <c:pt idx="5">
                <c:v>18.32941560502615</c:v>
              </c:pt>
              <c:pt idx="6">
                <c:v>18.372154551978255</c:v>
              </c:pt>
              <c:pt idx="7">
                <c:v>18.434690506397615</c:v>
              </c:pt>
              <c:pt idx="8">
                <c:v>18.487469652672022</c:v>
              </c:pt>
              <c:pt idx="9">
                <c:v>18.5909551831029</c:v>
              </c:pt>
              <c:pt idx="10">
                <c:v>18.680226730262216</c:v>
              </c:pt>
              <c:pt idx="11">
                <c:v>18.74734021772328</c:v>
              </c:pt>
              <c:pt idx="12">
                <c:v>18.784647511525893</c:v>
              </c:pt>
              <c:pt idx="13">
                <c:v>18.81023791454256</c:v>
              </c:pt>
              <c:pt idx="14">
                <c:v>18.832536866915245</c:v>
              </c:pt>
              <c:pt idx="15">
                <c:v>18.852722988614754</c:v>
              </c:pt>
              <c:pt idx="16">
                <c:v>18.870498248102788</c:v>
              </c:pt>
              <c:pt idx="17">
                <c:v>18.88389227783303</c:v>
              </c:pt>
              <c:pt idx="18">
                <c:v>18.88723690878162</c:v>
              </c:pt>
              <c:pt idx="19">
                <c:v>18.868399297311555</c:v>
              </c:pt>
              <c:pt idx="20">
                <c:v>18.82290683392067</c:v>
              </c:pt>
              <c:pt idx="21">
                <c:v>18.736945182263497</c:v>
              </c:pt>
              <c:pt idx="22">
                <c:v>18.648892617381232</c:v>
              </c:pt>
              <c:pt idx="23">
                <c:v>18.5878713229467</c:v>
              </c:pt>
              <c:pt idx="24">
                <c:v>18.555112592092524</c:v>
              </c:pt>
              <c:pt idx="25">
                <c:v>18.539598081736305</c:v>
              </c:pt>
              <c:pt idx="26">
                <c:v>18.528107953221344</c:v>
              </c:pt>
              <c:pt idx="27">
                <c:v>18.519685773479896</c:v>
              </c:pt>
              <c:pt idx="28">
                <c:v>18.513557463632036</c:v>
              </c:pt>
              <c:pt idx="29">
                <c:v>18.509121563433645</c:v>
              </c:pt>
            </c:numLit>
          </c:yVal>
        </c:ser>
        <c:ser>
          <c:idx val="2"/>
          <c:order val="2"/>
          <c:tx>
            <c:v>monte_carlo</c:v>
          </c:tx>
          <c:spPr>
            <a:ln xmlns:a="http://schemas.openxmlformats.org/drawingml/2006/main" w="20003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30"/>
              <c:pt idx="0">
                <c:v>0</c:v>
              </c:pt>
              <c:pt idx="1">
                <c:v>0.0035983369811925484</c:v>
              </c:pt>
              <c:pt idx="2">
                <c:v>0.008636008754861573</c:v>
              </c:pt>
              <c:pt idx="3">
                <c:v>0.015688749237998203</c:v>
              </c:pt>
              <c:pt idx="4">
                <c:v>0.025562585914389487</c:v>
              </c:pt>
              <c:pt idx="5">
                <c:v>0.039385957261337284</c:v>
              </c:pt>
              <c:pt idx="6">
                <c:v>0.08374603681833696</c:v>
              </c:pt>
              <c:pt idx="7">
                <c:v>0.15689533312747342</c:v>
              </c:pt>
              <c:pt idx="8">
                <c:v>0.23004462943660986</c:v>
              </c:pt>
              <c:pt idx="9">
                <c:v>0.4235098254151421</c:v>
              </c:pt>
              <c:pt idx="10">
                <c:v>0.6927358016992581</c:v>
              </c:pt>
              <c:pt idx="11">
                <c:v>1.0265900832242296</c:v>
              </c:pt>
              <c:pt idx="12">
                <c:v>1.3267900441114968</c:v>
              </c:pt>
              <c:pt idx="13">
                <c:v>1.5950239851948786</c:v>
              </c:pt>
              <c:pt idx="14">
                <c:v>1.86325792627826</c:v>
              </c:pt>
              <c:pt idx="15">
                <c:v>2.1314918673616416</c:v>
              </c:pt>
              <c:pt idx="16">
                <c:v>2.3997258084450217</c:v>
              </c:pt>
              <c:pt idx="17">
                <c:v>2.667959749528403</c:v>
              </c:pt>
              <c:pt idx="18">
                <c:v>2.9562646659815077</c:v>
              </c:pt>
              <c:pt idx="19">
                <c:v>3.252503372615613</c:v>
              </c:pt>
              <c:pt idx="20">
                <c:v>3.4934264068492893</c:v>
              </c:pt>
              <c:pt idx="21">
                <c:v>3.712012172555548</c:v>
              </c:pt>
              <c:pt idx="22">
                <c:v>3.8501324317789187</c:v>
              </c:pt>
              <c:pt idx="23">
                <c:v>3.922962447370536</c:v>
              </c:pt>
              <c:pt idx="24">
                <c:v>3.9569760876231888</c:v>
              </c:pt>
              <c:pt idx="25">
                <c:v>3.972076279644344</c:v>
              </c:pt>
              <c:pt idx="26">
                <c:v>3.982862131088026</c:v>
              </c:pt>
              <c:pt idx="27">
                <c:v>3.990566310690656</c:v>
              </c:pt>
              <c:pt idx="28">
                <c:v>3.996069296121106</c:v>
              </c:pt>
              <c:pt idx="29">
                <c:v>4</c:v>
              </c:pt>
            </c:numLit>
          </c:xVal>
          <c:yVal>
            <c:numLit>
              <c:formatCode>General</c:formatCode>
              <c:ptCount val="30"/>
              <c:pt idx="0">
                <c:v>18.279583410494602</c:v>
              </c:pt>
              <c:pt idx="1">
                <c:v>18.283646567843252</c:v>
              </c:pt>
              <c:pt idx="2">
                <c:v>18.289267727609857</c:v>
              </c:pt>
              <c:pt idx="3">
                <c:v>18.297008005128976</c:v>
              </c:pt>
              <c:pt idx="4">
                <c:v>18.30759637740408</c:v>
              </c:pt>
              <c:pt idx="5">
                <c:v>18.32194434561991</c:v>
              </c:pt>
              <c:pt idx="6">
                <c:v>18.364682323329774</c:v>
              </c:pt>
              <c:pt idx="7">
                <c:v>18.427222359202467</c:v>
              </c:pt>
              <c:pt idx="8">
                <c:v>18.48001865763221</c:v>
              </c:pt>
              <c:pt idx="9">
                <c:v>18.58360804839636</c:v>
              </c:pt>
              <c:pt idx="10">
                <c:v>18.67312493371612</c:v>
              </c:pt>
              <c:pt idx="11">
                <c:v>18.740702434451734</c:v>
              </c:pt>
              <c:pt idx="12">
                <c:v>18.7784503184716</c:v>
              </c:pt>
              <c:pt idx="13">
                <c:v>18.80442599091826</c:v>
              </c:pt>
              <c:pt idx="14">
                <c:v>18.827171306028614</c:v>
              </c:pt>
              <c:pt idx="15">
                <c:v>18.847951219105088</c:v>
              </c:pt>
              <c:pt idx="16">
                <c:v>18.866341324073492</c:v>
              </c:pt>
              <c:pt idx="17">
                <c:v>18.88030326152369</c:v>
              </c:pt>
              <c:pt idx="18">
                <c:v>18.88421423397405</c:v>
              </c:pt>
              <c:pt idx="19">
                <c:v>18.8658534842993</c:v>
              </c:pt>
              <c:pt idx="20">
                <c:v>18.820628274647973</c:v>
              </c:pt>
              <c:pt idx="21">
                <c:v>18.734834087000348</c:v>
              </c:pt>
              <c:pt idx="22">
                <c:v>18.646853905619867</c:v>
              </c:pt>
              <c:pt idx="23">
                <c:v>18.58585995707757</c:v>
              </c:pt>
              <c:pt idx="24">
                <c:v>18.55310951424451</c:v>
              </c:pt>
              <c:pt idx="25">
                <c:v>18.53759810445997</c:v>
              </c:pt>
              <c:pt idx="26">
                <c:v>18.526109463840367</c:v>
              </c:pt>
              <c:pt idx="27">
                <c:v>18.517687938954463</c:v>
              </c:pt>
              <c:pt idx="28">
                <c:v>18.511559872194024</c:v>
              </c:pt>
              <c:pt idx="29">
                <c:v>18.507124024256782</c:v>
              </c:pt>
            </c:numLit>
          </c:yVal>
        </c:ser>
        <c:ser>
          <c:idx val="3"/>
          <c:order val="3"/>
          <c:tx>
            <c:v>propagator</c:v>
          </c:tx>
          <c:spPr>
            <a:ln xmlns:a="http://schemas.openxmlformats.org/drawingml/2006/main" w="20003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30"/>
              <c:pt idx="0">
                <c:v>0</c:v>
              </c:pt>
              <c:pt idx="1">
                <c:v>0.0035983369811925484</c:v>
              </c:pt>
              <c:pt idx="2">
                <c:v>0.008636008754861573</c:v>
              </c:pt>
              <c:pt idx="3">
                <c:v>0.015688749237998203</c:v>
              </c:pt>
              <c:pt idx="4">
                <c:v>0.025562585914389487</c:v>
              </c:pt>
              <c:pt idx="5">
                <c:v>0.039385957261337284</c:v>
              </c:pt>
              <c:pt idx="6">
                <c:v>0.08374603681833696</c:v>
              </c:pt>
              <c:pt idx="7">
                <c:v>0.15689533312747342</c:v>
              </c:pt>
              <c:pt idx="8">
                <c:v>0.23004462943660986</c:v>
              </c:pt>
              <c:pt idx="9">
                <c:v>0.4235098254151421</c:v>
              </c:pt>
              <c:pt idx="10">
                <c:v>0.6927358016992581</c:v>
              </c:pt>
              <c:pt idx="11">
                <c:v>1.0265900832242296</c:v>
              </c:pt>
              <c:pt idx="12">
                <c:v>1.3267900441114968</c:v>
              </c:pt>
              <c:pt idx="13">
                <c:v>1.5950239851948786</c:v>
              </c:pt>
              <c:pt idx="14">
                <c:v>1.86325792627826</c:v>
              </c:pt>
              <c:pt idx="15">
                <c:v>2.1314918673616416</c:v>
              </c:pt>
              <c:pt idx="16">
                <c:v>2.3997258084450217</c:v>
              </c:pt>
              <c:pt idx="17">
                <c:v>2.667959749528403</c:v>
              </c:pt>
              <c:pt idx="18">
                <c:v>2.9562646659815077</c:v>
              </c:pt>
              <c:pt idx="19">
                <c:v>3.252503372615613</c:v>
              </c:pt>
              <c:pt idx="20">
                <c:v>3.4934264068492893</c:v>
              </c:pt>
              <c:pt idx="21">
                <c:v>3.712012172555548</c:v>
              </c:pt>
              <c:pt idx="22">
                <c:v>3.8501324317789187</c:v>
              </c:pt>
              <c:pt idx="23">
                <c:v>3.922962447370536</c:v>
              </c:pt>
              <c:pt idx="24">
                <c:v>3.9569760876231888</c:v>
              </c:pt>
              <c:pt idx="25">
                <c:v>3.972076279644344</c:v>
              </c:pt>
              <c:pt idx="26">
                <c:v>3.982862131088026</c:v>
              </c:pt>
              <c:pt idx="27">
                <c:v>3.990566310690656</c:v>
              </c:pt>
              <c:pt idx="28">
                <c:v>3.996069296121106</c:v>
              </c:pt>
              <c:pt idx="29">
                <c:v>4</c:v>
              </c:pt>
            </c:numLit>
          </c:xVal>
          <c:yVal>
            <c:numLit>
              <c:formatCode>General</c:formatCode>
              <c:ptCount val="30"/>
              <c:pt idx="0">
                <c:v>18.28037047279138</c:v>
              </c:pt>
              <c:pt idx="1">
                <c:v>18.28443363192216</c:v>
              </c:pt>
              <c:pt idx="2">
                <c:v>18.290054799408793</c:v>
              </c:pt>
              <c:pt idx="3">
                <c:v>18.297795095040225</c:v>
              </c:pt>
              <c:pt idx="4">
                <c:v>18.3083834985879</c:v>
              </c:pt>
              <c:pt idx="5">
                <c:v>18.322731500220986</c:v>
              </c:pt>
              <c:pt idx="6">
                <c:v>18.365469256069638</c:v>
              </c:pt>
              <c:pt idx="7">
                <c:v>18.428007431117535</c:v>
              </c:pt>
              <c:pt idx="8">
                <c:v>18.480798113814924</c:v>
              </c:pt>
              <c:pt idx="9">
                <c:v>18.58434668978701</c:v>
              </c:pt>
              <c:pt idx="10">
                <c:v>18.67373544193021</c:v>
              </c:pt>
              <c:pt idx="11">
                <c:v>18.741075155843472</c:v>
              </c:pt>
              <c:pt idx="12">
                <c:v>18.778686246252217</c:v>
              </c:pt>
              <c:pt idx="13">
                <c:v>18.8046721807603</c:v>
              </c:pt>
              <c:pt idx="14">
                <c:v>18.827446423869787</c:v>
              </c:pt>
              <c:pt idx="15">
                <c:v>18.84817635592236</c:v>
              </c:pt>
              <c:pt idx="16">
                <c:v>18.866455453117712</c:v>
              </c:pt>
              <c:pt idx="17">
                <c:v>18.880282911733087</c:v>
              </c:pt>
              <c:pt idx="18">
                <c:v>18.884050214035128</c:v>
              </c:pt>
              <c:pt idx="19">
                <c:v>18.865590596644775</c:v>
              </c:pt>
              <c:pt idx="20">
                <c:v>18.820319679877944</c:v>
              </c:pt>
              <c:pt idx="21">
                <c:v>18.734503529994043</c:v>
              </c:pt>
              <c:pt idx="22">
                <c:v>18.64651406731537</c:v>
              </c:pt>
              <c:pt idx="23">
                <c:v>18.58551592632226</c:v>
              </c:pt>
              <c:pt idx="24">
                <c:v>18.552764138228174</c:v>
              </c:pt>
              <c:pt idx="25">
                <c:v>18.537252143361805</c:v>
              </c:pt>
              <c:pt idx="26">
                <c:v>18.525763213718054</c:v>
              </c:pt>
              <c:pt idx="27">
                <c:v>18.517341558685082</c:v>
              </c:pt>
              <c:pt idx="28">
                <c:v>18.51121344285013</c:v>
              </c:pt>
              <c:pt idx="29">
                <c:v>18.50677758426481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9"/>
          <c:min val="18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log₁₀(nAr* / m⁻³)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z [cm]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0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RF absorption density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original COMSOL</c:v>
          </c:tx>
          <c:spPr>
            <a:ln xmlns:a="http://schemas.openxmlformats.org/drawingml/2006/main" w="23813">
              <a:solidFill>
                <a:srgbClr val="7A7A7A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30"/>
              <c:pt idx="0">
                <c:v>0</c:v>
              </c:pt>
              <c:pt idx="1">
                <c:v>0.0035983369811925484</c:v>
              </c:pt>
              <c:pt idx="2">
                <c:v>0.008636008754861573</c:v>
              </c:pt>
              <c:pt idx="3">
                <c:v>0.015688749237998203</c:v>
              </c:pt>
              <c:pt idx="4">
                <c:v>0.025562585914389487</c:v>
              </c:pt>
              <c:pt idx="5">
                <c:v>0.039385957261337284</c:v>
              </c:pt>
              <c:pt idx="6">
                <c:v>0.08374603681833696</c:v>
              </c:pt>
              <c:pt idx="7">
                <c:v>0.15689533312747342</c:v>
              </c:pt>
              <c:pt idx="8">
                <c:v>0.23004462943660986</c:v>
              </c:pt>
              <c:pt idx="9">
                <c:v>0.4235098254151421</c:v>
              </c:pt>
              <c:pt idx="10">
                <c:v>0.6927358016992581</c:v>
              </c:pt>
              <c:pt idx="11">
                <c:v>1.0265900832242296</c:v>
              </c:pt>
              <c:pt idx="12">
                <c:v>1.3267900441114968</c:v>
              </c:pt>
              <c:pt idx="13">
                <c:v>1.5950239851948786</c:v>
              </c:pt>
              <c:pt idx="14">
                <c:v>1.86325792627826</c:v>
              </c:pt>
              <c:pt idx="15">
                <c:v>2.1314918673616416</c:v>
              </c:pt>
              <c:pt idx="16">
                <c:v>2.3997258084450217</c:v>
              </c:pt>
              <c:pt idx="17">
                <c:v>2.667959749528403</c:v>
              </c:pt>
              <c:pt idx="18">
                <c:v>2.9562646659815077</c:v>
              </c:pt>
              <c:pt idx="19">
                <c:v>3.252503372615613</c:v>
              </c:pt>
              <c:pt idx="20">
                <c:v>3.4934264068492893</c:v>
              </c:pt>
              <c:pt idx="21">
                <c:v>3.712012172555548</c:v>
              </c:pt>
              <c:pt idx="22">
                <c:v>3.8501324317789187</c:v>
              </c:pt>
              <c:pt idx="23">
                <c:v>3.922962447370536</c:v>
              </c:pt>
              <c:pt idx="24">
                <c:v>3.9569760876231888</c:v>
              </c:pt>
              <c:pt idx="25">
                <c:v>3.972076279644344</c:v>
              </c:pt>
              <c:pt idx="26">
                <c:v>3.982862131088026</c:v>
              </c:pt>
              <c:pt idx="27">
                <c:v>3.990566310690656</c:v>
              </c:pt>
              <c:pt idx="28">
                <c:v>3.996069296121106</c:v>
              </c:pt>
              <c:pt idx="29">
                <c:v>4</c:v>
              </c:pt>
            </c:numLit>
          </c:xVal>
          <c:yVal>
            <c:numLit>
              <c:formatCode>General</c:formatCode>
              <c:ptCount val="30"/>
              <c:pt idx="0">
                <c:v>-6</c:v>
              </c:pt>
              <c:pt idx="1">
                <c:v>-6</c:v>
              </c:pt>
              <c:pt idx="2">
                <c:v>-5.810403005081385</c:v>
              </c:pt>
              <c:pt idx="3">
                <c:v>-5.106763853039019</c:v>
              </c:pt>
              <c:pt idx="4">
                <c:v>-4.488257017862887</c:v>
              </c:pt>
              <c:pt idx="5">
                <c:v>-3.8321670380291977</c:v>
              </c:pt>
              <c:pt idx="6">
                <c:v>-2.940403507437168</c:v>
              </c:pt>
              <c:pt idx="7">
                <c:v>-1.8767544260933362</c:v>
              </c:pt>
              <c:pt idx="8">
                <c:v>-1.1607813950982595</c:v>
              </c:pt>
              <c:pt idx="9">
                <c:v>-0.339528730065642</c:v>
              </c:pt>
              <c:pt idx="10">
                <c:v>0.3777238484478456</c:v>
              </c:pt>
              <c:pt idx="11">
                <c:v>1.1026186656025263</c:v>
              </c:pt>
              <c:pt idx="12">
                <c:v>1.673481093462637</c:v>
              </c:pt>
              <c:pt idx="13">
                <c:v>2.1764549629542542</c:v>
              </c:pt>
              <c:pt idx="14">
                <c:v>2.6810991706783844</c:v>
              </c:pt>
              <c:pt idx="15">
                <c:v>3.1840714115834055</c:v>
              </c:pt>
              <c:pt idx="16">
                <c:v>3.6572917290330342</c:v>
              </c:pt>
              <c:pt idx="17">
                <c:v>4.105529517822993</c:v>
              </c:pt>
              <c:pt idx="18">
                <c:v>4.571074450968054</c:v>
              </c:pt>
              <c:pt idx="19">
                <c:v>4.821957517870391</c:v>
              </c:pt>
              <c:pt idx="20">
                <c:v>4.926403873350038</c:v>
              </c:pt>
              <c:pt idx="21">
                <c:v>4.895720209303516</c:v>
              </c:pt>
              <c:pt idx="22">
                <c:v>4.62002565123708</c:v>
              </c:pt>
              <c:pt idx="23">
                <c:v>4.206024929011128</c:v>
              </c:pt>
              <c:pt idx="24">
                <c:v>4.067907431880162</c:v>
              </c:pt>
              <c:pt idx="25">
                <c:v>3.948262659862403</c:v>
              </c:pt>
              <c:pt idx="26">
                <c:v>3.7662078437792545</c:v>
              </c:pt>
              <c:pt idx="27">
                <c:v>3.5901771252029673</c:v>
              </c:pt>
              <c:pt idx="28">
                <c:v>3.4273005049742196</c:v>
              </c:pt>
              <c:pt idx="29">
                <c:v>3.2903552355382293</c:v>
              </c:pt>
            </c:numLit>
          </c:yVal>
        </c:ser>
        <c:ser>
          <c:idx val="1"/>
          <c:order val="1"/>
          <c:tx>
            <c:v>two_term</c:v>
          </c:tx>
          <c:spPr>
            <a:ln xmlns:a="http://schemas.openxmlformats.org/drawingml/2006/main" w="20003">
              <a:solidFill>
                <a:srgbClr val="00A6D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30"/>
              <c:pt idx="0">
                <c:v>0</c:v>
              </c:pt>
              <c:pt idx="1">
                <c:v>0.0035983369811925484</c:v>
              </c:pt>
              <c:pt idx="2">
                <c:v>0.008636008754861573</c:v>
              </c:pt>
              <c:pt idx="3">
                <c:v>0.015688749237998203</c:v>
              </c:pt>
              <c:pt idx="4">
                <c:v>0.025562585914389487</c:v>
              </c:pt>
              <c:pt idx="5">
                <c:v>0.039385957261337284</c:v>
              </c:pt>
              <c:pt idx="6">
                <c:v>0.08374603681833696</c:v>
              </c:pt>
              <c:pt idx="7">
                <c:v>0.15689533312747342</c:v>
              </c:pt>
              <c:pt idx="8">
                <c:v>0.23004462943660986</c:v>
              </c:pt>
              <c:pt idx="9">
                <c:v>0.4235098254151421</c:v>
              </c:pt>
              <c:pt idx="10">
                <c:v>0.6927358016992581</c:v>
              </c:pt>
              <c:pt idx="11">
                <c:v>1.0265900832242296</c:v>
              </c:pt>
              <c:pt idx="12">
                <c:v>1.3267900441114968</c:v>
              </c:pt>
              <c:pt idx="13">
                <c:v>1.5950239851948786</c:v>
              </c:pt>
              <c:pt idx="14">
                <c:v>1.86325792627826</c:v>
              </c:pt>
              <c:pt idx="15">
                <c:v>2.1314918673616416</c:v>
              </c:pt>
              <c:pt idx="16">
                <c:v>2.3997258084450217</c:v>
              </c:pt>
              <c:pt idx="17">
                <c:v>2.667959749528403</c:v>
              </c:pt>
              <c:pt idx="18">
                <c:v>2.9562646659815077</c:v>
              </c:pt>
              <c:pt idx="19">
                <c:v>3.252503372615613</c:v>
              </c:pt>
              <c:pt idx="20">
                <c:v>3.4934264068492893</c:v>
              </c:pt>
              <c:pt idx="21">
                <c:v>3.712012172555548</c:v>
              </c:pt>
              <c:pt idx="22">
                <c:v>3.8501324317789187</c:v>
              </c:pt>
              <c:pt idx="23">
                <c:v>3.922962447370536</c:v>
              </c:pt>
              <c:pt idx="24">
                <c:v>3.9569760876231888</c:v>
              </c:pt>
              <c:pt idx="25">
                <c:v>3.972076279644344</c:v>
              </c:pt>
              <c:pt idx="26">
                <c:v>3.982862131088026</c:v>
              </c:pt>
              <c:pt idx="27">
                <c:v>3.990566310690656</c:v>
              </c:pt>
              <c:pt idx="28">
                <c:v>3.996069296121106</c:v>
              </c:pt>
              <c:pt idx="29">
                <c:v>4</c:v>
              </c:pt>
            </c:numLit>
          </c:xVal>
          <c:yVal>
            <c:numLit>
              <c:formatCode>General</c:formatCode>
              <c:ptCount val="30"/>
              <c:pt idx="0">
                <c:v>-6</c:v>
              </c:pt>
              <c:pt idx="1">
                <c:v>-4.598821784733403</c:v>
              </c:pt>
              <c:pt idx="2">
                <c:v>-3.7269603893828314</c:v>
              </c:pt>
              <c:pt idx="3">
                <c:v>-3.0782940802178778</c:v>
              </c:pt>
              <c:pt idx="4">
                <c:v>-2.508449868150291</c:v>
              </c:pt>
              <c:pt idx="5">
                <c:v>-1.887646111154071</c:v>
              </c:pt>
              <c:pt idx="6">
                <c:v>-1.0343784787328223</c:v>
              </c:pt>
              <c:pt idx="7">
                <c:v>0.01112377861389584</c:v>
              </c:pt>
              <c:pt idx="8">
                <c:v>0.7200394920097661</c:v>
              </c:pt>
              <c:pt idx="9">
                <c:v>1.525426667311673</c:v>
              </c:pt>
              <c:pt idx="10">
                <c:v>2.1884364807991847</c:v>
              </c:pt>
              <c:pt idx="11">
                <c:v>2.801365529757558</c:v>
              </c:pt>
              <c:pt idx="12">
                <c:v>3.2251580477627053</c:v>
              </c:pt>
              <c:pt idx="13">
                <c:v>3.53454123914238</c:v>
              </c:pt>
              <c:pt idx="14">
                <c:v>3.8169391792192404</c:v>
              </c:pt>
              <c:pt idx="15">
                <c:v>4.085990535177651</c:v>
              </c:pt>
              <c:pt idx="16">
                <c:v>4.330608836871628</c:v>
              </c:pt>
              <c:pt idx="17">
                <c:v>4.560779057544721</c:v>
              </c:pt>
              <c:pt idx="18">
                <c:v>4.7939429714228075</c:v>
              </c:pt>
              <c:pt idx="19">
                <c:v>4.874858965758498</c:v>
              </c:pt>
              <c:pt idx="20">
                <c:v>4.8460532937896605</c:v>
              </c:pt>
              <c:pt idx="21">
                <c:v>4.729817500179315</c:v>
              </c:pt>
              <c:pt idx="22">
                <c:v>4.420933335946633</c:v>
              </c:pt>
              <c:pt idx="23">
                <c:v>4.0024170062952225</c:v>
              </c:pt>
              <c:pt idx="24">
                <c:v>3.8828644221114716</c:v>
              </c:pt>
              <c:pt idx="25">
                <c:v>3.790592722960876</c:v>
              </c:pt>
              <c:pt idx="26">
                <c:v>3.6514338050829345</c:v>
              </c:pt>
              <c:pt idx="27">
                <c:v>3.5261166185751462</c:v>
              </c:pt>
              <c:pt idx="28">
                <c:v>3.416089588142386</c:v>
              </c:pt>
              <c:pt idx="29">
                <c:v>3.3262863639046736</c:v>
              </c:pt>
            </c:numLit>
          </c:yVal>
        </c:ser>
        <c:ser>
          <c:idx val="2"/>
          <c:order val="2"/>
          <c:tx>
            <c:v>monte_carlo</c:v>
          </c:tx>
          <c:spPr>
            <a:ln xmlns:a="http://schemas.openxmlformats.org/drawingml/2006/main" w="20003">
              <a:solidFill>
                <a:srgbClr val="72B51F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30"/>
              <c:pt idx="0">
                <c:v>0</c:v>
              </c:pt>
              <c:pt idx="1">
                <c:v>0.0035983369811925484</c:v>
              </c:pt>
              <c:pt idx="2">
                <c:v>0.008636008754861573</c:v>
              </c:pt>
              <c:pt idx="3">
                <c:v>0.015688749237998203</c:v>
              </c:pt>
              <c:pt idx="4">
                <c:v>0.025562585914389487</c:v>
              </c:pt>
              <c:pt idx="5">
                <c:v>0.039385957261337284</c:v>
              </c:pt>
              <c:pt idx="6">
                <c:v>0.08374603681833696</c:v>
              </c:pt>
              <c:pt idx="7">
                <c:v>0.15689533312747342</c:v>
              </c:pt>
              <c:pt idx="8">
                <c:v>0.23004462943660986</c:v>
              </c:pt>
              <c:pt idx="9">
                <c:v>0.4235098254151421</c:v>
              </c:pt>
              <c:pt idx="10">
                <c:v>0.6927358016992581</c:v>
              </c:pt>
              <c:pt idx="11">
                <c:v>1.0265900832242296</c:v>
              </c:pt>
              <c:pt idx="12">
                <c:v>1.3267900441114968</c:v>
              </c:pt>
              <c:pt idx="13">
                <c:v>1.5950239851948786</c:v>
              </c:pt>
              <c:pt idx="14">
                <c:v>1.86325792627826</c:v>
              </c:pt>
              <c:pt idx="15">
                <c:v>2.1314918673616416</c:v>
              </c:pt>
              <c:pt idx="16">
                <c:v>2.3997258084450217</c:v>
              </c:pt>
              <c:pt idx="17">
                <c:v>2.667959749528403</c:v>
              </c:pt>
              <c:pt idx="18">
                <c:v>2.9562646659815077</c:v>
              </c:pt>
              <c:pt idx="19">
                <c:v>3.252503372615613</c:v>
              </c:pt>
              <c:pt idx="20">
                <c:v>3.4934264068492893</c:v>
              </c:pt>
              <c:pt idx="21">
                <c:v>3.712012172555548</c:v>
              </c:pt>
              <c:pt idx="22">
                <c:v>3.8501324317789187</c:v>
              </c:pt>
              <c:pt idx="23">
                <c:v>3.922962447370536</c:v>
              </c:pt>
              <c:pt idx="24">
                <c:v>3.9569760876231888</c:v>
              </c:pt>
              <c:pt idx="25">
                <c:v>3.972076279644344</c:v>
              </c:pt>
              <c:pt idx="26">
                <c:v>3.982862131088026</c:v>
              </c:pt>
              <c:pt idx="27">
                <c:v>3.990566310690656</c:v>
              </c:pt>
              <c:pt idx="28">
                <c:v>3.996069296121106</c:v>
              </c:pt>
              <c:pt idx="29">
                <c:v>4</c:v>
              </c:pt>
            </c:numLit>
          </c:xVal>
          <c:yVal>
            <c:numLit>
              <c:formatCode>General</c:formatCode>
              <c:ptCount val="30"/>
              <c:pt idx="0">
                <c:v>-6</c:v>
              </c:pt>
              <c:pt idx="1">
                <c:v>-4.6016245907846365</c:v>
              </c:pt>
              <c:pt idx="2">
                <c:v>-3.729888291622047</c:v>
              </c:pt>
              <c:pt idx="3">
                <c:v>-3.081420057556693</c:v>
              </c:pt>
              <c:pt idx="4">
                <c:v>-2.5118310526872127</c:v>
              </c:pt>
              <c:pt idx="5">
                <c:v>-1.891297149750762</c:v>
              </c:pt>
              <c:pt idx="6">
                <c:v>-1.038465809764457</c:v>
              </c:pt>
              <c:pt idx="7">
                <c:v>0.006764718740032042</c:v>
              </c:pt>
              <c:pt idx="8">
                <c:v>0.71557170054695</c:v>
              </c:pt>
              <c:pt idx="9">
                <c:v>1.5208531441395923</c:v>
              </c:pt>
              <c:pt idx="10">
                <c:v>2.1838500039062154</c:v>
              </c:pt>
              <c:pt idx="11">
                <c:v>2.796859111284518</c:v>
              </c:pt>
              <c:pt idx="12">
                <c:v>3.2208022153166462</c:v>
              </c:pt>
              <c:pt idx="13">
                <c:v>3.5303933989459457</c:v>
              </c:pt>
              <c:pt idx="14">
                <c:v>3.8130925592056553</c:v>
              </c:pt>
              <c:pt idx="15">
                <c:v>4.082558433238676</c:v>
              </c:pt>
              <c:pt idx="16">
                <c:v>4.327693132915729</c:v>
              </c:pt>
              <c:pt idx="17">
                <c:v>4.558459433158201</c:v>
              </c:pt>
              <c:pt idx="18">
                <c:v>4.7923225862568914</c:v>
              </c:pt>
              <c:pt idx="19">
                <c:v>4.873867938557354</c:v>
              </c:pt>
              <c:pt idx="20">
                <c:v>4.845581395307532</c:v>
              </c:pt>
              <c:pt idx="21">
                <c:v>4.729733689521434</c:v>
              </c:pt>
              <c:pt idx="22">
                <c:v>4.421076653536181</c:v>
              </c:pt>
              <c:pt idx="23">
                <c:v>4.002709216270473</c:v>
              </c:pt>
              <c:pt idx="24">
                <c:v>3.8832235979700087</c:v>
              </c:pt>
              <c:pt idx="25">
                <c:v>3.790935181630414</c:v>
              </c:pt>
              <c:pt idx="26">
                <c:v>3.651672177961696</c:v>
              </c:pt>
              <c:pt idx="27">
                <c:v>3.5261677756208605</c:v>
              </c:pt>
              <c:pt idx="28">
                <c:v>3.4158807318758897</c:v>
              </c:pt>
              <c:pt idx="29">
                <c:v>3.3258192576699868</c:v>
              </c:pt>
            </c:numLit>
          </c:yVal>
        </c:ser>
        <c:ser>
          <c:idx val="3"/>
          <c:order val="3"/>
          <c:tx>
            <c:v>propagator</c:v>
          </c:tx>
          <c:spPr>
            <a:ln xmlns:a="http://schemas.openxmlformats.org/drawingml/2006/main" w="20003">
              <a:solidFill>
                <a:srgbClr val="00AFA9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30"/>
              <c:pt idx="0">
                <c:v>0</c:v>
              </c:pt>
              <c:pt idx="1">
                <c:v>0.0035983369811925484</c:v>
              </c:pt>
              <c:pt idx="2">
                <c:v>0.008636008754861573</c:v>
              </c:pt>
              <c:pt idx="3">
                <c:v>0.015688749237998203</c:v>
              </c:pt>
              <c:pt idx="4">
                <c:v>0.025562585914389487</c:v>
              </c:pt>
              <c:pt idx="5">
                <c:v>0.039385957261337284</c:v>
              </c:pt>
              <c:pt idx="6">
                <c:v>0.08374603681833696</c:v>
              </c:pt>
              <c:pt idx="7">
                <c:v>0.15689533312747342</c:v>
              </c:pt>
              <c:pt idx="8">
                <c:v>0.23004462943660986</c:v>
              </c:pt>
              <c:pt idx="9">
                <c:v>0.4235098254151421</c:v>
              </c:pt>
              <c:pt idx="10">
                <c:v>0.6927358016992581</c:v>
              </c:pt>
              <c:pt idx="11">
                <c:v>1.0265900832242296</c:v>
              </c:pt>
              <c:pt idx="12">
                <c:v>1.3267900441114968</c:v>
              </c:pt>
              <c:pt idx="13">
                <c:v>1.5950239851948786</c:v>
              </c:pt>
              <c:pt idx="14">
                <c:v>1.86325792627826</c:v>
              </c:pt>
              <c:pt idx="15">
                <c:v>2.1314918673616416</c:v>
              </c:pt>
              <c:pt idx="16">
                <c:v>2.3997258084450217</c:v>
              </c:pt>
              <c:pt idx="17">
                <c:v>2.667959749528403</c:v>
              </c:pt>
              <c:pt idx="18">
                <c:v>2.9562646659815077</c:v>
              </c:pt>
              <c:pt idx="19">
                <c:v>3.252503372615613</c:v>
              </c:pt>
              <c:pt idx="20">
                <c:v>3.4934264068492893</c:v>
              </c:pt>
              <c:pt idx="21">
                <c:v>3.712012172555548</c:v>
              </c:pt>
              <c:pt idx="22">
                <c:v>3.8501324317789187</c:v>
              </c:pt>
              <c:pt idx="23">
                <c:v>3.922962447370536</c:v>
              </c:pt>
              <c:pt idx="24">
                <c:v>3.9569760876231888</c:v>
              </c:pt>
              <c:pt idx="25">
                <c:v>3.972076279644344</c:v>
              </c:pt>
              <c:pt idx="26">
                <c:v>3.982862131088026</c:v>
              </c:pt>
              <c:pt idx="27">
                <c:v>3.990566310690656</c:v>
              </c:pt>
              <c:pt idx="28">
                <c:v>3.996069296121106</c:v>
              </c:pt>
              <c:pt idx="29">
                <c:v>4</c:v>
              </c:pt>
            </c:numLit>
          </c:xVal>
          <c:yVal>
            <c:numLit>
              <c:formatCode>General</c:formatCode>
              <c:ptCount val="30"/>
              <c:pt idx="0">
                <c:v>-6</c:v>
              </c:pt>
              <c:pt idx="1">
                <c:v>-4.600658391389352</c:v>
              </c:pt>
              <c:pt idx="2">
                <c:v>-3.728726055808752</c:v>
              </c:pt>
              <c:pt idx="3">
                <c:v>-3.0800669224780335</c:v>
              </c:pt>
              <c:pt idx="4">
                <c:v>-2.5103106564014355</c:v>
              </c:pt>
              <c:pt idx="5">
                <c:v>-1.8896572303802095</c:v>
              </c:pt>
              <c:pt idx="6">
                <c:v>-1.0367106778220374</c:v>
              </c:pt>
              <c:pt idx="7">
                <c:v>0.00855500796657395</c:v>
              </c:pt>
              <c:pt idx="8">
                <c:v>0.7173621785712099</c:v>
              </c:pt>
              <c:pt idx="9">
                <c:v>1.5226199033938765</c:v>
              </c:pt>
              <c:pt idx="10">
                <c:v>2.185567916614275</c:v>
              </c:pt>
              <c:pt idx="11">
                <c:v>2.7985046585832336</c:v>
              </c:pt>
              <c:pt idx="12">
                <c:v>3.2223752067776594</c:v>
              </c:pt>
              <c:pt idx="13">
                <c:v>3.531885810522441</c:v>
              </c:pt>
              <c:pt idx="14">
                <c:v>3.8144795325423706</c:v>
              </c:pt>
              <c:pt idx="15">
                <c:v>4.0838051127319765</c:v>
              </c:pt>
              <c:pt idx="16">
                <c:v>4.328765415992666</c:v>
              </c:pt>
              <c:pt idx="17">
                <c:v>4.559328020518565</c:v>
              </c:pt>
              <c:pt idx="18">
                <c:v>4.792938393876255</c:v>
              </c:pt>
              <c:pt idx="19">
                <c:v>4.874261034098363</c:v>
              </c:pt>
              <c:pt idx="20">
                <c:v>4.845797868948439</c:v>
              </c:pt>
              <c:pt idx="21">
                <c:v>4.729843978068357</c:v>
              </c:pt>
              <c:pt idx="22">
                <c:v>4.421149119568433</c:v>
              </c:pt>
              <c:pt idx="23">
                <c:v>4.002751631674327</c:v>
              </c:pt>
              <c:pt idx="24">
                <c:v>3.883222595815188</c:v>
              </c:pt>
              <c:pt idx="25">
                <c:v>3.7908740382058745</c:v>
              </c:pt>
              <c:pt idx="26">
                <c:v>3.6515183526372983</c:v>
              </c:pt>
              <c:pt idx="27">
                <c:v>3.5258929239237493</c:v>
              </c:pt>
              <c:pt idx="28">
                <c:v>3.4154647124262665</c:v>
              </c:pt>
              <c:pt idx="29">
                <c:v>3.325270256214884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.2"/>
          <c:min val="-6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log₁₀(Qrh / W m⁻³)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4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z [cm]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original COMSOLからのsigned difference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two_term</c:v>
          </c:tx>
          <c:spPr>
            <a:solidFill xmlns:a="http://schemas.openxmlformats.org/drawingml/2006/main">
              <a:srgbClr val="007FAE"/>
            </a:solidFill>
            <a:ln xmlns:a="http://schemas.openxmlformats.org/drawingml/2006/main" w="9525">
              <a:solidFill>
                <a:srgbClr val="007FAE"/>
              </a:solidFill>
              <a:prstDash val="solid"/>
            </a:ln>
          </c:spPr>
          <c:invertIfNegative val="0"/>
          <c:cat>
            <c:strLit>
              <c:ptCount val="4"/>
              <c:pt idx="0">
                <c:v>electron</c:v>
              </c:pt>
              <c:pt idx="1">
                <c:v>mean E</c:v>
              </c:pt>
              <c:pt idx="2">
                <c:v>Ar*</c:v>
              </c:pt>
              <c:pt idx="3">
                <c:v>Pabs</c:v>
              </c:pt>
            </c:strLit>
          </c:cat>
          <c:val>
            <c:numLit>
              <c:formatCode>0.0</c:formatCode>
              <c:ptCount val="4"/>
              <c:pt idx="0">
                <c:v>-35.39196273201437</c:v>
              </c:pt>
              <c:pt idx="1">
                <c:v>46.72962395103222</c:v>
              </c:pt>
              <c:pt idx="2">
                <c:v>-44.978352589074234</c:v>
              </c:pt>
              <c:pt idx="3">
                <c:v>15.450946807591048</c:v>
              </c:pt>
            </c:numLit>
          </c:val>
        </c:ser>
        <c:ser>
          <c:idx val="1"/>
          <c:order val="1"/>
          <c:tx>
            <c:v>MC</c:v>
          </c:tx>
          <c:spPr>
            <a:solidFill xmlns:a="http://schemas.openxmlformats.org/drawingml/2006/main">
              <a:srgbClr val="B87900"/>
            </a:solidFill>
            <a:ln xmlns:a="http://schemas.openxmlformats.org/drawingml/2006/main" w="9525">
              <a:solidFill>
                <a:srgbClr val="B87900"/>
              </a:solidFill>
              <a:prstDash val="solid"/>
            </a:ln>
          </c:spPr>
          <c:invertIfNegative val="0"/>
          <c:cat>
            <c:strLit>
              <c:ptCount val="4"/>
              <c:pt idx="0">
                <c:v>electron</c:v>
              </c:pt>
              <c:pt idx="1">
                <c:v>mean E</c:v>
              </c:pt>
              <c:pt idx="2">
                <c:v>Ar*</c:v>
              </c:pt>
              <c:pt idx="3">
                <c:v>Pabs</c:v>
              </c:pt>
            </c:strLit>
          </c:cat>
          <c:val>
            <c:numLit>
              <c:formatCode>0.0</c:formatCode>
              <c:ptCount val="4"/>
              <c:pt idx="0">
                <c:v>-34.962239379342044</c:v>
              </c:pt>
              <c:pt idx="1">
                <c:v>46.11484512727508</c:v>
              </c:pt>
              <c:pt idx="2">
                <c:v>-45.542566144853524</c:v>
              </c:pt>
              <c:pt idx="3">
                <c:v>15.482610689471832</c:v>
              </c:pt>
            </c:numLit>
          </c:val>
        </c:ser>
        <c:ser>
          <c:idx val="2"/>
          <c:order val="2"/>
          <c:tx>
            <c:v>Prop</c:v>
          </c:tx>
          <c:spPr>
            <a:solidFill xmlns:a="http://schemas.openxmlformats.org/drawingml/2006/main">
              <a:srgbClr val="72B51F"/>
            </a:solidFill>
            <a:ln xmlns:a="http://schemas.openxmlformats.org/drawingml/2006/main" w="9525">
              <a:solidFill>
                <a:srgbClr val="72B51F"/>
              </a:solidFill>
              <a:prstDash val="solid"/>
            </a:ln>
          </c:spPr>
          <c:invertIfNegative val="0"/>
          <c:cat>
            <c:strLit>
              <c:ptCount val="4"/>
              <c:pt idx="0">
                <c:v>electron</c:v>
              </c:pt>
              <c:pt idx="1">
                <c:v>mean E</c:v>
              </c:pt>
              <c:pt idx="2">
                <c:v>Ar*</c:v>
              </c:pt>
              <c:pt idx="3">
                <c:v>Pabs</c:v>
              </c:pt>
            </c:strLit>
          </c:cat>
          <c:val>
            <c:numLit>
              <c:formatCode>0.0</c:formatCode>
              <c:ptCount val="4"/>
              <c:pt idx="0">
                <c:v>-34.80246399366912</c:v>
              </c:pt>
              <c:pt idx="1">
                <c:v>45.88013985335786</c:v>
              </c:pt>
              <c:pt idx="2">
                <c:v>-45.5125891356742</c:v>
              </c:pt>
              <c:pt idx="3">
                <c:v>15.494613095134424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difference [%]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electron inventory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original</c:v>
          </c:tx>
          <c:spPr>
            <a:ln xmlns:a="http://schemas.openxmlformats.org/drawingml/2006/main" w="20955">
              <a:solidFill>
                <a:srgbClr val="666666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17"/>
              <c:pt idx="0">
                <c:v>-7</c:v>
              </c:pt>
              <c:pt idx="1">
                <c:v>-6.75</c:v>
              </c:pt>
              <c:pt idx="2">
                <c:v>-6.5</c:v>
              </c:pt>
              <c:pt idx="3">
                <c:v>-6.25</c:v>
              </c:pt>
              <c:pt idx="4">
                <c:v>-6</c:v>
              </c:pt>
              <c:pt idx="5">
                <c:v>-5.75</c:v>
              </c:pt>
              <c:pt idx="6">
                <c:v>-5.5</c:v>
              </c:pt>
              <c:pt idx="7">
                <c:v>-5.25</c:v>
              </c:pt>
              <c:pt idx="8">
                <c:v>-5</c:v>
              </c:pt>
              <c:pt idx="9">
                <c:v>-4.75</c:v>
              </c:pt>
              <c:pt idx="10">
                <c:v>-4.5</c:v>
              </c:pt>
              <c:pt idx="11">
                <c:v>-4.25</c:v>
              </c:pt>
              <c:pt idx="12">
                <c:v>-4</c:v>
              </c:pt>
              <c:pt idx="13">
                <c:v>-3.75</c:v>
              </c:pt>
              <c:pt idx="14">
                <c:v>-3.5</c:v>
              </c:pt>
              <c:pt idx="15">
                <c:v>-3.25</c:v>
              </c:pt>
              <c:pt idx="16">
                <c:v>-3</c:v>
              </c:pt>
            </c:numLit>
          </c:xVal>
          <c:yVal>
            <c:numLit>
              <c:formatCode>General</c:formatCode>
              <c:ptCount val="17"/>
              <c:pt idx="0">
                <c:v>0.05385174600511415</c:v>
              </c:pt>
              <c:pt idx="1">
                <c:v>0.07577880743817608</c:v>
              </c:pt>
              <c:pt idx="2">
                <c:v>0.17417378252180363</c:v>
              </c:pt>
              <c:pt idx="3">
                <c:v>0.4179735409521065</c:v>
              </c:pt>
              <c:pt idx="4">
                <c:v>0.7645716988142623</c:v>
              </c:pt>
              <c:pt idx="5">
                <c:v>1.1221699662466273</c:v>
              </c:pt>
              <c:pt idx="6">
                <c:v>1.4122337015005297</c:v>
              </c:pt>
              <c:pt idx="7">
                <c:v>1.646511217154882</c:v>
              </c:pt>
              <c:pt idx="8">
                <c:v>1.9419005619955403</c:v>
              </c:pt>
              <c:pt idx="9">
                <c:v>2.3367771239955313</c:v>
              </c:pt>
              <c:pt idx="10">
                <c:v>2.645332226266917</c:v>
              </c:pt>
              <c:pt idx="11">
                <c:v>2.7571720171362415</c:v>
              </c:pt>
              <c:pt idx="12">
                <c:v>2.8168970924227974</c:v>
              </c:pt>
              <c:pt idx="13">
                <c:v>2.860463886291182</c:v>
              </c:pt>
              <c:pt idx="14">
                <c:v>2.8975019973879226</c:v>
              </c:pt>
              <c:pt idx="15">
                <c:v>2.9275517316867976</c:v>
              </c:pt>
              <c:pt idx="16">
                <c:v>2.943044430673796</c:v>
              </c:pt>
            </c:numLit>
          </c:yVal>
        </c:ser>
        <c:ser>
          <c:idx val="1"/>
          <c:order val="1"/>
          <c:tx>
            <c:v>two_term</c:v>
          </c:tx>
          <c:spPr>
            <a:ln xmlns:a="http://schemas.openxmlformats.org/drawingml/2006/main" w="20955">
              <a:solidFill>
                <a:srgbClr val="007FAE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1"/>
              <c:pt idx="0">
                <c:v>-7</c:v>
              </c:pt>
              <c:pt idx="1">
                <c:v>-6.75</c:v>
              </c:pt>
              <c:pt idx="2">
                <c:v>-6.5</c:v>
              </c:pt>
              <c:pt idx="3">
                <c:v>-6.25</c:v>
              </c:pt>
              <c:pt idx="4">
                <c:v>-6</c:v>
              </c:pt>
              <c:pt idx="5">
                <c:v>-5.75</c:v>
              </c:pt>
              <c:pt idx="6">
                <c:v>-5.5</c:v>
              </c:pt>
              <c:pt idx="7">
                <c:v>-5.25</c:v>
              </c:pt>
              <c:pt idx="8">
                <c:v>-5</c:v>
              </c:pt>
              <c:pt idx="9">
                <c:v>-4.75</c:v>
              </c:pt>
              <c:pt idx="10">
                <c:v>-4.5</c:v>
              </c:pt>
              <c:pt idx="11">
                <c:v>-4.25</c:v>
              </c:pt>
              <c:pt idx="12">
                <c:v>-4</c:v>
              </c:pt>
              <c:pt idx="13">
                <c:v>-3.7499999999999996</c:v>
              </c:pt>
              <c:pt idx="14">
                <c:v>-3.5</c:v>
              </c:pt>
              <c:pt idx="15">
                <c:v>-3.25</c:v>
              </c:pt>
              <c:pt idx="16">
                <c:v>-2.9999999999999996</c:v>
              </c:pt>
              <c:pt idx="17">
                <c:v>-2.75</c:v>
              </c:pt>
              <c:pt idx="18">
                <c:v>-2.5</c:v>
              </c:pt>
              <c:pt idx="19">
                <c:v>-2.25</c:v>
              </c:pt>
              <c:pt idx="20">
                <c:v>-2</c:v>
              </c:pt>
            </c:numLit>
          </c:xVal>
          <c:yVal>
            <c:numLit>
              <c:formatCode>General</c:formatCode>
              <c:ptCount val="21"/>
              <c:pt idx="0">
                <c:v>0.06372313719443344</c:v>
              </c:pt>
              <c:pt idx="1">
                <c:v>0.11858786525107579</c:v>
              </c:pt>
              <c:pt idx="2">
                <c:v>0.279697618398132</c:v>
              </c:pt>
              <c:pt idx="3">
                <c:v>0.5258027170903224</c:v>
              </c:pt>
              <c:pt idx="4">
                <c:v>0.7810824477497591</c:v>
              </c:pt>
              <c:pt idx="5">
                <c:v>0.9841029266697159</c:v>
              </c:pt>
              <c:pt idx="6">
                <c:v>1.121130046305079</c:v>
              </c:pt>
              <c:pt idx="7">
                <c:v>1.26317905859739</c:v>
              </c:pt>
              <c:pt idx="8">
                <c:v>1.4814492121822072</c:v>
              </c:pt>
              <c:pt idx="9">
                <c:v>1.7098103039113173</c:v>
              </c:pt>
              <c:pt idx="10">
                <c:v>1.844445999870261</c:v>
              </c:pt>
              <c:pt idx="11">
                <c:v>1.87263492574906</c:v>
              </c:pt>
              <c:pt idx="12">
                <c:v>1.8887343809272965</c:v>
              </c:pt>
              <c:pt idx="13">
                <c:v>1.8962564344083046</c:v>
              </c:pt>
              <c:pt idx="14">
                <c:v>1.899309031865048</c:v>
              </c:pt>
              <c:pt idx="15">
                <c:v>1.9007403081740497</c:v>
              </c:pt>
              <c:pt idx="16">
                <c:v>1.9014432425831018</c:v>
              </c:pt>
              <c:pt idx="17">
                <c:v>1.9016878277747125</c:v>
              </c:pt>
              <c:pt idx="18">
                <c:v>1.9017116346759566</c:v>
              </c:pt>
              <c:pt idx="19">
                <c:v>1.9017123526724946</c:v>
              </c:pt>
              <c:pt idx="20">
                <c:v>1.9017123785777905</c:v>
              </c:pt>
            </c:numLit>
          </c:yVal>
        </c:ser>
        <c:ser>
          <c:idx val="2"/>
          <c:order val="2"/>
          <c:tx>
            <c:v>monte_carlo</c:v>
          </c:tx>
          <c:spPr>
            <a:ln xmlns:a="http://schemas.openxmlformats.org/drawingml/2006/main" w="20955">
              <a:solidFill>
                <a:srgbClr val="B87900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1"/>
              <c:pt idx="0">
                <c:v>-7</c:v>
              </c:pt>
              <c:pt idx="1">
                <c:v>-6.75</c:v>
              </c:pt>
              <c:pt idx="2">
                <c:v>-6.5</c:v>
              </c:pt>
              <c:pt idx="3">
                <c:v>-6.25</c:v>
              </c:pt>
              <c:pt idx="4">
                <c:v>-6</c:v>
              </c:pt>
              <c:pt idx="5">
                <c:v>-5.75</c:v>
              </c:pt>
              <c:pt idx="6">
                <c:v>-5.5</c:v>
              </c:pt>
              <c:pt idx="7">
                <c:v>-5.25</c:v>
              </c:pt>
              <c:pt idx="8">
                <c:v>-5</c:v>
              </c:pt>
              <c:pt idx="9">
                <c:v>-4.75</c:v>
              </c:pt>
              <c:pt idx="10">
                <c:v>-4.5</c:v>
              </c:pt>
              <c:pt idx="11">
                <c:v>-4.25</c:v>
              </c:pt>
              <c:pt idx="12">
                <c:v>-4</c:v>
              </c:pt>
              <c:pt idx="13">
                <c:v>-3.7499999999999996</c:v>
              </c:pt>
              <c:pt idx="14">
                <c:v>-3.5</c:v>
              </c:pt>
              <c:pt idx="15">
                <c:v>-3.25</c:v>
              </c:pt>
              <c:pt idx="16">
                <c:v>-2.9999999999999996</c:v>
              </c:pt>
              <c:pt idx="17">
                <c:v>-2.75</c:v>
              </c:pt>
              <c:pt idx="18">
                <c:v>-2.5</c:v>
              </c:pt>
              <c:pt idx="19">
                <c:v>-2.25</c:v>
              </c:pt>
              <c:pt idx="20">
                <c:v>-2</c:v>
              </c:pt>
            </c:numLit>
          </c:xVal>
          <c:yVal>
            <c:numLit>
              <c:formatCode>General</c:formatCode>
              <c:ptCount val="21"/>
              <c:pt idx="0">
                <c:v>0.06277731673832983</c:v>
              </c:pt>
              <c:pt idx="1">
                <c:v>0.11506801899763743</c:v>
              </c:pt>
              <c:pt idx="2">
                <c:v>0.2762176080432534</c:v>
              </c:pt>
              <c:pt idx="3">
                <c:v>0.5284368033993787</c:v>
              </c:pt>
              <c:pt idx="4">
                <c:v>0.7890866487553329</c:v>
              </c:pt>
              <c:pt idx="5">
                <c:v>0.9955578820156795</c:v>
              </c:pt>
              <c:pt idx="6">
                <c:v>1.135169502922383</c:v>
              </c:pt>
              <c:pt idx="7">
                <c:v>1.2787450183924107</c:v>
              </c:pt>
              <c:pt idx="8">
                <c:v>1.4951172659250107</c:v>
              </c:pt>
              <c:pt idx="9">
                <c:v>1.73914345099748</c:v>
              </c:pt>
              <c:pt idx="10">
                <c:v>1.8566713116973435</c:v>
              </c:pt>
              <c:pt idx="11">
                <c:v>1.886011867346336</c:v>
              </c:pt>
              <c:pt idx="12">
                <c:v>1.901924518133645</c:v>
              </c:pt>
              <c:pt idx="13">
                <c:v>1.909013227036159</c:v>
              </c:pt>
              <c:pt idx="14">
                <c:v>1.9120133263105907</c:v>
              </c:pt>
              <c:pt idx="15">
                <c:v>1.9134137531909572</c:v>
              </c:pt>
              <c:pt idx="16">
                <c:v>1.9140901917812294</c:v>
              </c:pt>
              <c:pt idx="17">
                <c:v>1.9143282072711678</c:v>
              </c:pt>
              <c:pt idx="18">
                <c:v>1.9143530887930253</c:v>
              </c:pt>
              <c:pt idx="19">
                <c:v>1.9143524022043559</c:v>
              </c:pt>
              <c:pt idx="20">
                <c:v>1.9143523718101356</c:v>
              </c:pt>
            </c:numLit>
          </c:yVal>
        </c:ser>
        <c:ser>
          <c:idx val="3"/>
          <c:order val="3"/>
          <c:tx>
            <c:v>propagator</c:v>
          </c:tx>
          <c:spPr>
            <a:ln xmlns:a="http://schemas.openxmlformats.org/drawingml/2006/main" w="20955">
              <a:solidFill>
                <a:srgbClr val="72B51F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1"/>
              <c:pt idx="0">
                <c:v>-7</c:v>
              </c:pt>
              <c:pt idx="1">
                <c:v>-6.75</c:v>
              </c:pt>
              <c:pt idx="2">
                <c:v>-6.5</c:v>
              </c:pt>
              <c:pt idx="3">
                <c:v>-6.25</c:v>
              </c:pt>
              <c:pt idx="4">
                <c:v>-6</c:v>
              </c:pt>
              <c:pt idx="5">
                <c:v>-5.75</c:v>
              </c:pt>
              <c:pt idx="6">
                <c:v>-5.5</c:v>
              </c:pt>
              <c:pt idx="7">
                <c:v>-5.25</c:v>
              </c:pt>
              <c:pt idx="8">
                <c:v>-5</c:v>
              </c:pt>
              <c:pt idx="9">
                <c:v>-4.75</c:v>
              </c:pt>
              <c:pt idx="10">
                <c:v>-4.5</c:v>
              </c:pt>
              <c:pt idx="11">
                <c:v>-4.25</c:v>
              </c:pt>
              <c:pt idx="12">
                <c:v>-4</c:v>
              </c:pt>
              <c:pt idx="13">
                <c:v>-3.7499999999999996</c:v>
              </c:pt>
              <c:pt idx="14">
                <c:v>-3.5</c:v>
              </c:pt>
              <c:pt idx="15">
                <c:v>-3.25</c:v>
              </c:pt>
              <c:pt idx="16">
                <c:v>-2.9999999999999996</c:v>
              </c:pt>
              <c:pt idx="17">
                <c:v>-2.75</c:v>
              </c:pt>
              <c:pt idx="18">
                <c:v>-2.5</c:v>
              </c:pt>
              <c:pt idx="19">
                <c:v>-2.25</c:v>
              </c:pt>
              <c:pt idx="20">
                <c:v>-2</c:v>
              </c:pt>
            </c:numLit>
          </c:xVal>
          <c:yVal>
            <c:numLit>
              <c:formatCode>General</c:formatCode>
              <c:ptCount val="21"/>
              <c:pt idx="0">
                <c:v>0.06251313981595834</c:v>
              </c:pt>
              <c:pt idx="1">
                <c:v>0.11412096525162435</c:v>
              </c:pt>
              <c:pt idx="2">
                <c:v>0.2747559678085361</c:v>
              </c:pt>
              <c:pt idx="3">
                <c:v>0.5276334984564912</c:v>
              </c:pt>
              <c:pt idx="4">
                <c:v>0.7898364768908486</c:v>
              </c:pt>
              <c:pt idx="5">
                <c:v>0.9982992871940797</c:v>
              </c:pt>
              <c:pt idx="6">
                <c:v>1.1389993776817156</c:v>
              </c:pt>
              <c:pt idx="7">
                <c:v>1.283149051544484</c:v>
              </c:pt>
              <c:pt idx="8">
                <c:v>1.4994899680602691</c:v>
              </c:pt>
              <c:pt idx="9">
                <c:v>1.74196796434038</c:v>
              </c:pt>
              <c:pt idx="10">
                <c:v>1.860988558964805</c:v>
              </c:pt>
              <c:pt idx="11">
                <c:v>1.8905289547423012</c:v>
              </c:pt>
              <c:pt idx="12">
                <c:v>1.9065561292133015</c:v>
              </c:pt>
              <c:pt idx="13">
                <c:v>1.9136018878467906</c:v>
              </c:pt>
              <c:pt idx="14">
                <c:v>1.9167082357325218</c:v>
              </c:pt>
              <c:pt idx="15">
                <c:v>1.9181103987057522</c:v>
              </c:pt>
              <c:pt idx="16">
                <c:v>1.9187924523708642</c:v>
              </c:pt>
              <c:pt idx="17">
                <c:v>1.9190286859186891</c:v>
              </c:pt>
              <c:pt idx="18">
                <c:v>1.9190528108406373</c:v>
              </c:pt>
              <c:pt idx="19">
                <c:v>1.9190517650055128</c:v>
              </c:pt>
              <c:pt idx="20">
                <c:v>1.9190517264878768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Ne [10¹⁴]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-2"/>
          <c:min val="-7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t [s]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13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13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Ar* inventory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13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scatterChart>
        <c:scatterStyle val="line"/>
        <c:ser>
          <c:idx val="0"/>
          <c:order val="0"/>
          <c:tx>
            <c:v>original</c:v>
          </c:tx>
          <c:spPr>
            <a:ln xmlns:a="http://schemas.openxmlformats.org/drawingml/2006/main" w="20955">
              <a:solidFill>
                <a:srgbClr val="666666"/>
              </a:solidFill>
              <a:prstDash val="dash"/>
            </a:ln>
          </c:spPr>
          <c:marker>
            <c:symbol val="none"/>
            <c:size val="2"/>
          </c:marker>
          <c:xVal>
            <c:numLit>
              <c:formatCode>General</c:formatCode>
              <c:ptCount val="17"/>
              <c:pt idx="0">
                <c:v>-7</c:v>
              </c:pt>
              <c:pt idx="1">
                <c:v>-6.75</c:v>
              </c:pt>
              <c:pt idx="2">
                <c:v>-6.5</c:v>
              </c:pt>
              <c:pt idx="3">
                <c:v>-6.25</c:v>
              </c:pt>
              <c:pt idx="4">
                <c:v>-6</c:v>
              </c:pt>
              <c:pt idx="5">
                <c:v>-5.75</c:v>
              </c:pt>
              <c:pt idx="6">
                <c:v>-5.5</c:v>
              </c:pt>
              <c:pt idx="7">
                <c:v>-5.25</c:v>
              </c:pt>
              <c:pt idx="8">
                <c:v>-5</c:v>
              </c:pt>
              <c:pt idx="9">
                <c:v>-4.75</c:v>
              </c:pt>
              <c:pt idx="10">
                <c:v>-4.5</c:v>
              </c:pt>
              <c:pt idx="11">
                <c:v>-4.25</c:v>
              </c:pt>
              <c:pt idx="12">
                <c:v>-4</c:v>
              </c:pt>
              <c:pt idx="13">
                <c:v>-3.75</c:v>
              </c:pt>
              <c:pt idx="14">
                <c:v>-3.5</c:v>
              </c:pt>
              <c:pt idx="15">
                <c:v>-3.25</c:v>
              </c:pt>
              <c:pt idx="16">
                <c:v>-3</c:v>
              </c:pt>
            </c:numLit>
          </c:xVal>
          <c:yVal>
            <c:numLit>
              <c:formatCode>General</c:formatCode>
              <c:ptCount val="17"/>
              <c:pt idx="0">
                <c:v>0.001207641667943163</c:v>
              </c:pt>
              <c:pt idx="1">
                <c:v>0.0038247296785471024</c:v>
              </c:pt>
              <c:pt idx="2">
                <c:v>0.014646673626580323</c:v>
              </c:pt>
              <c:pt idx="3">
                <c:v>0.048579375018015215</c:v>
              </c:pt>
              <c:pt idx="4">
                <c:v>0.12215033176649422</c:v>
              </c:pt>
              <c:pt idx="5">
                <c:v>0.2569019410185345</c:v>
              </c:pt>
              <c:pt idx="6">
                <c:v>0.48630440676724657</c:v>
              </c:pt>
              <c:pt idx="7">
                <c:v>0.85206518159736</c:v>
              </c:pt>
              <c:pt idx="8">
                <c:v>1.430307834546895</c:v>
              </c:pt>
              <c:pt idx="9">
                <c:v>2.135203856968078</c:v>
              </c:pt>
              <c:pt idx="10">
                <c:v>2.7677504882791295</c:v>
              </c:pt>
              <c:pt idx="11">
                <c:v>3.306322401692441</c:v>
              </c:pt>
              <c:pt idx="12">
                <c:v>3.817326736639269</c:v>
              </c:pt>
              <c:pt idx="13">
                <c:v>4.343454313004056</c:v>
              </c:pt>
              <c:pt idx="14">
                <c:v>4.910244442088036</c:v>
              </c:pt>
              <c:pt idx="15">
                <c:v>5.431268754591354</c:v>
              </c:pt>
              <c:pt idx="16">
                <c:v>5.707998639363053</c:v>
              </c:pt>
            </c:numLit>
          </c:yVal>
        </c:ser>
        <c:ser>
          <c:idx val="1"/>
          <c:order val="1"/>
          <c:tx>
            <c:v>two_term</c:v>
          </c:tx>
          <c:spPr>
            <a:ln xmlns:a="http://schemas.openxmlformats.org/drawingml/2006/main" w="20955">
              <a:solidFill>
                <a:srgbClr val="007FAE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1"/>
              <c:pt idx="0">
                <c:v>-7</c:v>
              </c:pt>
              <c:pt idx="1">
                <c:v>-6.75</c:v>
              </c:pt>
              <c:pt idx="2">
                <c:v>-6.5</c:v>
              </c:pt>
              <c:pt idx="3">
                <c:v>-6.25</c:v>
              </c:pt>
              <c:pt idx="4">
                <c:v>-6</c:v>
              </c:pt>
              <c:pt idx="5">
                <c:v>-5.75</c:v>
              </c:pt>
              <c:pt idx="6">
                <c:v>-5.5</c:v>
              </c:pt>
              <c:pt idx="7">
                <c:v>-5.25</c:v>
              </c:pt>
              <c:pt idx="8">
                <c:v>-5</c:v>
              </c:pt>
              <c:pt idx="9">
                <c:v>-4.75</c:v>
              </c:pt>
              <c:pt idx="10">
                <c:v>-4.5</c:v>
              </c:pt>
              <c:pt idx="11">
                <c:v>-4.25</c:v>
              </c:pt>
              <c:pt idx="12">
                <c:v>-4</c:v>
              </c:pt>
              <c:pt idx="13">
                <c:v>-3.7499999999999996</c:v>
              </c:pt>
              <c:pt idx="14">
                <c:v>-3.5</c:v>
              </c:pt>
              <c:pt idx="15">
                <c:v>-3.25</c:v>
              </c:pt>
              <c:pt idx="16">
                <c:v>-2.9999999999999996</c:v>
              </c:pt>
              <c:pt idx="17">
                <c:v>-2.75</c:v>
              </c:pt>
              <c:pt idx="18">
                <c:v>-2.5</c:v>
              </c:pt>
              <c:pt idx="19">
                <c:v>-2.25</c:v>
              </c:pt>
              <c:pt idx="20">
                <c:v>-2</c:v>
              </c:pt>
            </c:numLit>
          </c:xVal>
          <c:yVal>
            <c:numLit>
              <c:formatCode>General</c:formatCode>
              <c:ptCount val="21"/>
              <c:pt idx="0">
                <c:v>0.001583834800985991</c:v>
              </c:pt>
              <c:pt idx="1">
                <c:v>0.00644611963549461</c:v>
              </c:pt>
              <c:pt idx="2">
                <c:v>0.02476331944081269</c:v>
              </c:pt>
              <c:pt idx="3">
                <c:v>0.06981252337180976</c:v>
              </c:pt>
              <c:pt idx="4">
                <c:v>0.1573771926194917</c:v>
              </c:pt>
              <c:pt idx="5">
                <c:v>0.3110969837953947</c:v>
              </c:pt>
              <c:pt idx="6">
                <c:v>0.5646746358478786</c:v>
              </c:pt>
              <c:pt idx="7">
                <c:v>0.9545293706491206</c:v>
              </c:pt>
              <c:pt idx="8">
                <c:v>1.487196138140956</c:v>
              </c:pt>
              <c:pt idx="9">
                <c:v>1.9851964924500958</c:v>
              </c:pt>
              <c:pt idx="10">
                <c:v>2.3901456881133893</c:v>
              </c:pt>
              <c:pt idx="11">
                <c:v>2.643400319992022</c:v>
              </c:pt>
              <c:pt idx="12">
                <c:v>2.8134462602291364</c:v>
              </c:pt>
              <c:pt idx="13">
                <c:v>2.927990737170407</c:v>
              </c:pt>
              <c:pt idx="14">
                <c:v>3.011917542788761</c:v>
              </c:pt>
              <c:pt idx="15">
                <c:v>3.086238316101701</c:v>
              </c:pt>
              <c:pt idx="16">
                <c:v>3.140634885570779</c:v>
              </c:pt>
              <c:pt idx="17">
                <c:v>3.161628287653593</c:v>
              </c:pt>
              <c:pt idx="18">
                <c:v>3.1637158587676093</c:v>
              </c:pt>
              <c:pt idx="19">
                <c:v>3.1637800162966396</c:v>
              </c:pt>
              <c:pt idx="20">
                <c:v>3.163782309417538</c:v>
              </c:pt>
            </c:numLit>
          </c:yVal>
        </c:ser>
        <c:ser>
          <c:idx val="2"/>
          <c:order val="2"/>
          <c:tx>
            <c:v>monte_carlo</c:v>
          </c:tx>
          <c:spPr>
            <a:ln xmlns:a="http://schemas.openxmlformats.org/drawingml/2006/main" w="20955">
              <a:solidFill>
                <a:srgbClr val="B87900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1"/>
              <c:pt idx="0">
                <c:v>-7</c:v>
              </c:pt>
              <c:pt idx="1">
                <c:v>-6.75</c:v>
              </c:pt>
              <c:pt idx="2">
                <c:v>-6.5</c:v>
              </c:pt>
              <c:pt idx="3">
                <c:v>-6.25</c:v>
              </c:pt>
              <c:pt idx="4">
                <c:v>-6</c:v>
              </c:pt>
              <c:pt idx="5">
                <c:v>-5.75</c:v>
              </c:pt>
              <c:pt idx="6">
                <c:v>-5.5</c:v>
              </c:pt>
              <c:pt idx="7">
                <c:v>-5.25</c:v>
              </c:pt>
              <c:pt idx="8">
                <c:v>-5</c:v>
              </c:pt>
              <c:pt idx="9">
                <c:v>-4.75</c:v>
              </c:pt>
              <c:pt idx="10">
                <c:v>-4.5</c:v>
              </c:pt>
              <c:pt idx="11">
                <c:v>-4.25</c:v>
              </c:pt>
              <c:pt idx="12">
                <c:v>-4</c:v>
              </c:pt>
              <c:pt idx="13">
                <c:v>-3.7499999999999996</c:v>
              </c:pt>
              <c:pt idx="14">
                <c:v>-3.5</c:v>
              </c:pt>
              <c:pt idx="15">
                <c:v>-3.25</c:v>
              </c:pt>
              <c:pt idx="16">
                <c:v>-2.9999999999999996</c:v>
              </c:pt>
              <c:pt idx="17">
                <c:v>-2.75</c:v>
              </c:pt>
              <c:pt idx="18">
                <c:v>-2.5</c:v>
              </c:pt>
              <c:pt idx="19">
                <c:v>-2.25</c:v>
              </c:pt>
              <c:pt idx="20">
                <c:v>-2</c:v>
              </c:pt>
            </c:numLit>
          </c:xVal>
          <c:yVal>
            <c:numLit>
              <c:formatCode>General</c:formatCode>
              <c:ptCount val="21"/>
              <c:pt idx="0">
                <c:v>0.0014909729630860503</c:v>
              </c:pt>
              <c:pt idx="1">
                <c:v>0.006022680139181661</c:v>
              </c:pt>
              <c:pt idx="2">
                <c:v>0.0236295187401644</c:v>
              </c:pt>
              <c:pt idx="3">
                <c:v>0.067924778490244</c:v>
              </c:pt>
              <c:pt idx="4">
                <c:v>0.15486457060818543</c:v>
              </c:pt>
              <c:pt idx="5">
                <c:v>0.30775782306593163</c:v>
              </c:pt>
              <c:pt idx="6">
                <c:v>0.5601928112533657</c:v>
              </c:pt>
              <c:pt idx="7">
                <c:v>0.9476014002702432</c:v>
              </c:pt>
              <c:pt idx="8">
                <c:v>1.4687522420766383</c:v>
              </c:pt>
              <c:pt idx="9">
                <c:v>1.9976221826629308</c:v>
              </c:pt>
              <c:pt idx="10">
                <c:v>2.37468476631342</c:v>
              </c:pt>
              <c:pt idx="11">
                <c:v>2.623781474418268</c:v>
              </c:pt>
              <c:pt idx="12">
                <c:v>2.791009879910159</c:v>
              </c:pt>
              <c:pt idx="13">
                <c:v>2.9008239367616846</c:v>
              </c:pt>
              <c:pt idx="14">
                <c:v>2.9827227424945795</c:v>
              </c:pt>
              <c:pt idx="15">
                <c:v>3.055746879000937</c:v>
              </c:pt>
              <c:pt idx="16">
                <c:v>3.1084295834837956</c:v>
              </c:pt>
              <c:pt idx="17">
                <c:v>3.1288791954920536</c:v>
              </c:pt>
              <c:pt idx="18">
                <c:v>3.1310624327454377</c:v>
              </c:pt>
              <c:pt idx="19">
                <c:v>3.13100346178311</c:v>
              </c:pt>
              <c:pt idx="20">
                <c:v>3.1310008159481977</c:v>
              </c:pt>
            </c:numLit>
          </c:yVal>
        </c:ser>
        <c:ser>
          <c:idx val="3"/>
          <c:order val="3"/>
          <c:tx>
            <c:v>propagator</c:v>
          </c:tx>
          <c:spPr>
            <a:ln xmlns:a="http://schemas.openxmlformats.org/drawingml/2006/main" w="20955">
              <a:solidFill>
                <a:srgbClr val="72B51F"/>
              </a:solidFill>
              <a:prstDash val="solid"/>
            </a:ln>
          </c:spPr>
          <c:marker>
            <c:symbol val="none"/>
            <c:size val="2"/>
          </c:marker>
          <c:xVal>
            <c:numLit>
              <c:formatCode>General</c:formatCode>
              <c:ptCount val="21"/>
              <c:pt idx="0">
                <c:v>-7</c:v>
              </c:pt>
              <c:pt idx="1">
                <c:v>-6.75</c:v>
              </c:pt>
              <c:pt idx="2">
                <c:v>-6.5</c:v>
              </c:pt>
              <c:pt idx="3">
                <c:v>-6.25</c:v>
              </c:pt>
              <c:pt idx="4">
                <c:v>-6</c:v>
              </c:pt>
              <c:pt idx="5">
                <c:v>-5.75</c:v>
              </c:pt>
              <c:pt idx="6">
                <c:v>-5.5</c:v>
              </c:pt>
              <c:pt idx="7">
                <c:v>-5.25</c:v>
              </c:pt>
              <c:pt idx="8">
                <c:v>-5</c:v>
              </c:pt>
              <c:pt idx="9">
                <c:v>-4.75</c:v>
              </c:pt>
              <c:pt idx="10">
                <c:v>-4.5</c:v>
              </c:pt>
              <c:pt idx="11">
                <c:v>-4.25</c:v>
              </c:pt>
              <c:pt idx="12">
                <c:v>-4</c:v>
              </c:pt>
              <c:pt idx="13">
                <c:v>-3.7499999999999996</c:v>
              </c:pt>
              <c:pt idx="14">
                <c:v>-3.5</c:v>
              </c:pt>
              <c:pt idx="15">
                <c:v>-3.25</c:v>
              </c:pt>
              <c:pt idx="16">
                <c:v>-2.9999999999999996</c:v>
              </c:pt>
              <c:pt idx="17">
                <c:v>-2.75</c:v>
              </c:pt>
              <c:pt idx="18">
                <c:v>-2.5</c:v>
              </c:pt>
              <c:pt idx="19">
                <c:v>-2.25</c:v>
              </c:pt>
              <c:pt idx="20">
                <c:v>-2</c:v>
              </c:pt>
            </c:numLit>
          </c:xVal>
          <c:yVal>
            <c:numLit>
              <c:formatCode>General</c:formatCode>
              <c:ptCount val="21"/>
              <c:pt idx="0">
                <c:v>0.0014710006469217675</c:v>
              </c:pt>
              <c:pt idx="1">
                <c:v>0.0059398591460208495</c:v>
              </c:pt>
              <c:pt idx="2">
                <c:v>0.023419196310673834</c:v>
              </c:pt>
              <c:pt idx="3">
                <c:v>0.06760012359673534</c:v>
              </c:pt>
              <c:pt idx="4">
                <c:v>0.15435799597027058</c:v>
              </c:pt>
              <c:pt idx="5">
                <c:v>0.3069023232397632</c:v>
              </c:pt>
              <c:pt idx="6">
                <c:v>0.5586059851457154</c:v>
              </c:pt>
              <c:pt idx="7">
                <c:v>0.945638850297877</c:v>
              </c:pt>
              <c:pt idx="8">
                <c:v>1.4663207810081746</c:v>
              </c:pt>
              <c:pt idx="9">
                <c:v>1.9931325455010367</c:v>
              </c:pt>
              <c:pt idx="10">
                <c:v>2.3732117458458966</c:v>
              </c:pt>
              <c:pt idx="11">
                <c:v>2.6233891198863817</c:v>
              </c:pt>
              <c:pt idx="12">
                <c:v>2.791357368574898</c:v>
              </c:pt>
              <c:pt idx="13">
                <c:v>2.900474863818399</c:v>
              </c:pt>
              <c:pt idx="14">
                <c:v>2.9836777372229535</c:v>
              </c:pt>
              <c:pt idx="15">
                <c:v>3.056810274879822</c:v>
              </c:pt>
              <c:pt idx="16">
                <c:v>3.110140670759873</c:v>
              </c:pt>
              <c:pt idx="17">
                <c:v>3.13058348730637</c:v>
              </c:pt>
              <c:pt idx="18">
                <c:v>3.132714111267333</c:v>
              </c:pt>
              <c:pt idx="19">
                <c:v>3.132622913567836</c:v>
              </c:pt>
              <c:pt idx="20">
                <c:v>3.13261951315536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NAr* [10¹⁵]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-2"/>
          <c:min val="-7"/>
        </c:scaling>
        <c:delete val="0"/>
        <c:axPos val="b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log₁₀ t [s]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A9A9A9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675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5D5D5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13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1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Function EEDF − Original Maxwellian (t=1 ms)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 b="1">
              <a:solidFill>
                <a:srgbClr val="2F2F2F"/>
              </a:solidFill>
              <a:latin typeface="Noto Sans JP"/>
              <a:ea typeface="Noto Sans JP"/>
              <a:cs typeface="Noto Sans JP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two_term</c:v>
          </c:tx>
          <c:spPr>
            <a:solidFill xmlns:a="http://schemas.openxmlformats.org/drawingml/2006/main">
              <a:srgbClr val="007FAE"/>
            </a:solidFill>
            <a:ln xmlns:a="http://schemas.openxmlformats.org/drawingml/2006/main" w="9525">
              <a:solidFill>
                <a:srgbClr val="007FAE"/>
              </a:solidFill>
              <a:prstDash val="solid"/>
            </a:ln>
          </c:spPr>
          <c:invertIfNegative val="0"/>
          <c:cat>
            <c:strLit>
              <c:ptCount val="4"/>
              <c:pt idx="0">
                <c:v>electron inventory</c:v>
              </c:pt>
              <c:pt idx="1">
                <c:v>mean energy</c:v>
              </c:pt>
              <c:pt idx="2">
                <c:v>Ar* inventory</c:v>
              </c:pt>
              <c:pt idx="3">
                <c:v>absorbed power</c:v>
              </c:pt>
            </c:strLit>
          </c:cat>
          <c:val>
            <c:numLit>
              <c:formatCode>0.0</c:formatCode>
              <c:ptCount val="4"/>
              <c:pt idx="0">
                <c:v>-35.39196273201436</c:v>
              </c:pt>
              <c:pt idx="1">
                <c:v>46.729623951032224</c:v>
              </c:pt>
              <c:pt idx="2">
                <c:v>-44.97835258907424</c:v>
              </c:pt>
              <c:pt idx="3">
                <c:v>15.450946807591043</c:v>
              </c:pt>
            </c:numLit>
          </c:val>
        </c:ser>
        <c:ser>
          <c:idx val="1"/>
          <c:order val="1"/>
          <c:tx>
            <c:v>MC</c:v>
          </c:tx>
          <c:spPr>
            <a:solidFill xmlns:a="http://schemas.openxmlformats.org/drawingml/2006/main">
              <a:srgbClr val="B87900"/>
            </a:solidFill>
            <a:ln xmlns:a="http://schemas.openxmlformats.org/drawingml/2006/main" w="9525">
              <a:solidFill>
                <a:srgbClr val="B87900"/>
              </a:solidFill>
              <a:prstDash val="solid"/>
            </a:ln>
          </c:spPr>
          <c:invertIfNegative val="0"/>
          <c:cat>
            <c:strLit>
              <c:ptCount val="4"/>
              <c:pt idx="0">
                <c:v>electron inventory</c:v>
              </c:pt>
              <c:pt idx="1">
                <c:v>mean energy</c:v>
              </c:pt>
              <c:pt idx="2">
                <c:v>Ar* inventory</c:v>
              </c:pt>
              <c:pt idx="3">
                <c:v>absorbed power</c:v>
              </c:pt>
            </c:strLit>
          </c:cat>
          <c:val>
            <c:numLit>
              <c:formatCode>0.0</c:formatCode>
              <c:ptCount val="4"/>
              <c:pt idx="0">
                <c:v>-34.962239379342044</c:v>
              </c:pt>
              <c:pt idx="1">
                <c:v>46.11484512727509</c:v>
              </c:pt>
              <c:pt idx="2">
                <c:v>-45.542566144853524</c:v>
              </c:pt>
              <c:pt idx="3">
                <c:v>15.482610689471832</c:v>
              </c:pt>
            </c:numLit>
          </c:val>
        </c:ser>
        <c:ser>
          <c:idx val="2"/>
          <c:order val="2"/>
          <c:tx>
            <c:v>Prop</c:v>
          </c:tx>
          <c:spPr>
            <a:solidFill xmlns:a="http://schemas.openxmlformats.org/drawingml/2006/main">
              <a:srgbClr val="72B51F"/>
            </a:solidFill>
            <a:ln xmlns:a="http://schemas.openxmlformats.org/drawingml/2006/main" w="9525">
              <a:solidFill>
                <a:srgbClr val="72B51F"/>
              </a:solidFill>
              <a:prstDash val="solid"/>
            </a:ln>
          </c:spPr>
          <c:invertIfNegative val="0"/>
          <c:cat>
            <c:strLit>
              <c:ptCount val="4"/>
              <c:pt idx="0">
                <c:v>electron inventory</c:v>
              </c:pt>
              <c:pt idx="1">
                <c:v>mean energy</c:v>
              </c:pt>
              <c:pt idx="2">
                <c:v>Ar* inventory</c:v>
              </c:pt>
              <c:pt idx="3">
                <c:v>absorbed power</c:v>
              </c:pt>
            </c:strLit>
          </c:cat>
          <c:val>
            <c:numLit>
              <c:formatCode>0.0</c:formatCode>
              <c:ptCount val="4"/>
              <c:pt idx="0">
                <c:v>-34.80246399366912</c:v>
              </c:pt>
              <c:pt idx="1">
                <c:v>45.880139853357846</c:v>
              </c:pt>
              <c:pt idx="2">
                <c:v>-45.5125891356742</c:v>
              </c:pt>
              <c:pt idx="3">
                <c:v>15.494613095134424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Noto Sans JP"/>
                  <a:ea typeface="Noto Sans JP"/>
                  <a:cs typeface="Noto Sans JP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8E8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788">
                    <a:solidFill>
                      <a:srgbClr val="666666"/>
                    </a:solidFill>
                    <a:latin typeface="Noto Sans JP"/>
                    <a:ea typeface="Noto Sans JP"/>
                    <a:cs typeface="Noto Sans JP"/>
                  </a:rPr>
                  <a:t>signed change [%]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88">
                  <a:solidFill>
                    <a:srgbClr val="666666"/>
                  </a:solidFill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713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750">
              <a:solidFill>
                <a:srgbClr val="666666"/>
              </a:solidFill>
              <a:latin typeface="Noto Sans JP"/>
              <a:ea typeface="Noto Sans JP"/>
              <a:cs typeface="Noto Sans JP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1144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C1B30FE-75B0-45BE-9CEE-26409023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E105F0-B4A5-42AB-82A3-072306B8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50F53-1A7B-4F38-96C4-0B73FDD6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53816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PLASMA MODELING / TECHNICAL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16B08-C5C0-4E09-AF4F-3F6F3DC8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066800"/>
            <a:ext cx="55721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2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2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電子スウォーム閉包の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32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2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物理妥当性と装置影響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9D3E3D-9CC7-4F53-8BAC-EC29AB9F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5191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CDEDF6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 i="0">
                <a:solidFill>
                  <a:srgbClr val="CDEDF6"/>
                </a:solidFill>
                <a:latin typeface="Noto Sans JP"/>
                <a:ea typeface="Noto Sans JP"/>
                <a:cs typeface="Noto Sans JP"/>
              </a:rPr>
              <a:t>two_term · multi_term · Monte Carlo · propagator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CDEDF6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0" i="0">
                <a:solidFill>
                  <a:srgbClr val="CDEDF6"/>
                </a:solidFill>
                <a:latin typeface="Noto Sans JP"/>
                <a:ea typeface="Noto Sans JP"/>
                <a:cs typeface="Noto Sans JP"/>
              </a:rPr>
              <a:t>COMSOL GEC ICP / CCP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EF8893-0729-4009-A0B8-13CB8579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5238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35E42F-6A45-40C7-953E-F94050D7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704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74479-362E-4C3C-99E8-C8B89B96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33800"/>
            <a:ext cx="6096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CHAIN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3F93F4-FF6E-4041-9DA0-11600964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43325"/>
            <a:ext cx="42100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σ(ε) → f(ε, μ) → {kⱼ, μ, D} → {nₑ, nAr*, nAr⁺, Qrh}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858198-BDFA-44B6-A222-14066C19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7200"/>
            <a:ext cx="533400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cd7ee380e4894"/>
          <a:stretch xmlns:a="http://schemas.openxmlformats.org/drawingml/2006/main"/>
        </p:blipFill>
        <p:spPr>
          <a:xfrm xmlns:a="http://schemas.openxmlformats.org/drawingml/2006/main">
            <a:off x="6457950" y="748903"/>
            <a:ext cx="5143500" cy="1950244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F53E0-4DF2-479F-AA9A-E4104067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42887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9AAE7-E47B-46B8-896F-920227F2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38500"/>
            <a:ext cx="2428875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49D7C8-EF6B-43C6-BA0F-BF66A8FC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33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original COMSOL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68E5C0-9BDE-4CE5-8586-FBD66AB3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09975"/>
            <a:ext cx="1847850" cy="1385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3c36f62e34ba6"/>
          <a:stretch xmlns:a="http://schemas.openxmlformats.org/drawingml/2006/main"/>
        </p:blipFill>
        <p:spPr>
          <a:xfrm xmlns:a="http://schemas.openxmlformats.org/drawingml/2006/main">
            <a:off x="6915150" y="3609975"/>
            <a:ext cx="1847850" cy="1385888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EAC21-6875-41CD-80EF-008C87A98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995863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A1A832-1A59-4B65-AAF9-CD213C84A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053013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903E28-A0A3-4ED5-B921-950A37C1F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5096" y="4995863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D02523-D12C-4E96-A076-A72D96758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1271" y="5053013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06EC72-F7E4-41B0-A936-14F3C9BD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043" y="4995863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4BAE23-5E7B-4D25-AE02-F4AECD6B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1218" y="5053013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2C8349-6CA1-42B6-9382-725BDCFE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95863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3E4CDE-4CC0-40EA-9FB1-8A823EE28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5053013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E8445D-2F7C-4350-9A78-18BA9192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995863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770F86-8773-421B-A87E-1EB6EBD61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929188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682DE3-416B-4E4A-A92C-0B2F86A7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665889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1612F5-AA7F-4A9A-9D05-C9F46DDA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99214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82634BF-5520-4BD4-971D-F65D2E4D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4137932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AE34AB-BC11-45D1-ABBA-2ECBE461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071257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FDCA5D-737F-451A-8F54-39AFC05F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525" y="360997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B0EA06-0344-46B5-81D8-947601C25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433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06689A7-E93E-48CE-900E-BFDF63632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86363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8C0EDC8-4689-432E-9F6A-D2CBA5FE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217194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z [cm]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BE4CA8-A822-438D-8025-A95B4989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33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two_term closure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DAA29D4-DB37-4B89-A017-70E1A705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09975"/>
            <a:ext cx="1847850" cy="13858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be176a1044f8b"/>
          <a:stretch xmlns:a="http://schemas.openxmlformats.org/drawingml/2006/main"/>
        </p:blipFill>
        <p:spPr>
          <a:xfrm xmlns:a="http://schemas.openxmlformats.org/drawingml/2006/main">
            <a:off x="9486900" y="3609975"/>
            <a:ext cx="1847850" cy="1385888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29E5D3-76FF-45C3-B381-28FC330FF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995863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CAC8E5-5BCF-43CB-BE2B-ECF293B45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5053013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84FA464-54AF-4FDD-BCA6-58414B17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6846" y="4995863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DE8A5B-26D4-41F8-9072-88DD41D0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3021" y="5053013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8BAFB6-B809-434E-8675-CB451B4F3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6793" y="4995863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91863B-39B4-4786-9C69-0DB39CA7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2968" y="5053013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FBC1470-7517-4F62-82AB-D2FCF4FF0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995863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F1702A-821A-4918-B90C-5BB9C2AF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5053013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DDF32D-FC87-4962-87C7-B4441510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995863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ECEC05F-6127-4A4A-BD4D-DE8BA1D2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929188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05BB2E-922D-4E94-A800-00613BED4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65889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666A49E-B36C-45FD-9AC4-4B851CE64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99214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CAAF09C-90BD-4193-ADCA-F46BF318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137932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A4C1DE-8F2F-4210-8D87-0055C62D8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071257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D94DE3C-DA56-4CE8-A880-32FE10E43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60997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C3F1FC3-53E7-4078-BECF-3B42F649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5433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9E95B8-A146-464E-8C72-B4F5C0260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86363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7D5514B-78FD-4FDA-A553-3D0AC015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5191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Ar / Ar–N₂ / Ar–O₂ / GEC ICP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477705-1D5F-4A86-9F52-8F1617FAE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Physics closure · Numerical evidence · Equipment decision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8255BE6-E7A5-4236-9C56-C3A7C444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9825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B9B4C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B9B4C8"/>
                </a:solidFill>
                <a:latin typeface="Noto Sans JP"/>
                <a:ea typeface="Noto Sans JP"/>
                <a:cs typeface="Noto Sans JP"/>
              </a:rPr>
              <a:t>17 September 2026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532B950-4D30-49CF-8ADB-D085FA6D5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AAA2BF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AAA2BF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27002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12695-7F55-45DD-B433-46A06F63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I. 問題設定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5F736-E47C-42F5-84DB-9BBA4202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66666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CROSS-FUNCTIONAL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734C3E-5189-4DC6-A97B-37D332A0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結論を先に：このデータで主張できること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626FA-7EEB-4D78-8B46-9E8C5B5F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F18DF-81EA-4C24-97A2-7C6380655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2B4DC-BAEF-4C26-A1AB-4ACE1926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E40A0-DB05-4308-93B7-4171A7E4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57200" y="1409700"/>
          <a:ext xmlns:a="http://schemas.openxmlformats.org/drawingml/2006/main" cx="110490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3429000"/>
                <a:gridCol w="4905375"/>
              </a:tblGrid>
              <a:tr h="6667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主張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定量根拠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解釈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6667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純ArのEEDF形状差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最大TV = 3.94%（Prop–2T, 2500 Td）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3実装は広いE/Nで同一物理枝を追う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ICPの3閉包差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 msで⟨ε⟩差 ≤0.58%、nₑ在庫差 ≤0.91%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kinetic solver choice はこのAr条件で二次的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667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original COMSOLとの差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⟨ε⟩ +45.9–46.7%、電子在庫 −34.8–35.4%、Ar* −45%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EEDF family の選択が装置解を支配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混合ガスMCの採否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active-closure 11/12；Ar/N₂ 100 Tdはv8でPASS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Cl₂ 100 Tdのみrare-tail未観測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07E0AC-04CE-4307-9F42-7DAC36B3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01015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反証可能性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9AF20-AC3E-4A2A-A818-5913666CB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943475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CCPの空間分布CSVは保存物に存在しない。したがって本資料はCCP分布比較を“未評価”とし、入力契約と必要な追加実行だけを示す。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3FAB-CC96-4050-9E61-2934609FF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BE48BE-D502-4C6D-8395-33B94EB3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E32B8-7643-4090-9A21-09FFAE29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比較の主眼は「最も高度なsolver」ではなく、支配的なモデル仮定を特定すること。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D4FB85-49AB-4887-8814-D7686B5B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outputs/argon_gec_icp/*; outputs/lxcat_swarm_validation/evaluation/*</a:t>
            </a:r>
          </a:p>
        </p:txBody>
      </p:sp>
    </p:spTree>
    <p:extLst>
      <p:ext uri="{BB962C8B-B14F-4D97-AF65-F5344CB8AC3E}">
        <p14:creationId xmlns:p14="http://schemas.microsoft.com/office/powerpoint/2010/main" val="17786918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EF85BC-E45B-4C3F-9292-0F761C91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I. 問題設定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D998DC-E7C3-4BC4-B4FA-5141A5F0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66666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CROSS-FUNCTIONAL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F9C0E-41DF-4259-886E-8064C1A3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三者で合意すべき評価軸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ACEC05-1AA9-4700-9FC4-7DD8E073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物理妥当性 → 実装受入 → 装置判断を同じ証拠鎖でつなぐ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72ADA9-B4B6-46DC-9C1E-519B13FF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ECBA42-AC54-4B4D-8FD3-1770F0CE2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6A19B5-AF83-41F9-A561-A053C9BF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E7DC5E-FD7E-4451-8BE0-2905A2E1F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BC9FD-7D70-4715-9FA5-0B42851A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8233A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C0E6F1-DACC-44EA-BBC7-2681DF5E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BCBFC9-F626-4AB8-BE67-3E7E2328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1  プラズマ物理学者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E3C1F4-91AF-4E50-B3EF-634916D0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66925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C[f]の仮定は何か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角度展開は収束したか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tailと保存則は両立するか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44769F-BC78-453A-A1C3-C61ECA21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AFA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C77A02-5961-44A5-9904-54966D5D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19250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C73D53-F14A-4332-A58E-90383DD43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335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2  モデリングエンジニア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D3571A-9860-47D8-B4BA-73D8353A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66925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E/N・平均energyのsupportは十分か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補間・単位・反応対応は監査可能か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格子／標本／定常性gateを通るか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6E6FD4-44CD-4013-882D-8A0313FBA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333375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2B5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EE095E-B2E7-4278-BFBB-8C3CC1AEC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77F072-44A4-4F36-A6D7-74D83489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733550"/>
            <a:ext cx="3086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3  装置エンジニア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9114D2-17E2-454D-9C19-BB0A099A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66925"/>
            <a:ext cx="3067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密度・励起種・吸収電力の分布が変わるか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中心／端・軸／径の均一性が変わるか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recipe windowの結論が反転するか</a:t>
            </a:r>
          </a:p>
        </p:txBody>
      </p:sp>
      <p:cxnSp>
        <p:nvCxnSpPr>
          <p:cNvPr id="51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857625" y="25955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762875" y="259556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666666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A930B7-8B54-4070-8FF8-DAA844E0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95750"/>
            <a:ext cx="9144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D681F1-356D-4249-B46C-06FC5D9C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267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共同判断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74200-EAE8-40A1-ADC4-F0624489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10050"/>
            <a:ext cx="7000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20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どのモデル差が支配的か／どの運転領域で現れるか／装置KPIの差が設計余裕を超えるか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A0F054-F27F-45A5-A09F-4C4880D0B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0125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63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163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採用条件：一次データ → solver quality → closure support → 同一MPH・同一時刻 → KPI感度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84C120D-800A-4FB4-8B47-98D14131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6E81B2-DECC-4C2A-BE27-989B35E2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A4C53A-3D53-4B54-9A6D-AF8991B8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本資料は各ページをこの3視点のどれに答えるかで分類し、未取得の証拠を結論から除外する。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383233-62B9-4196-B8CE-3659DF07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[R1] [R2] [R10]  |  docs/{physics_limitations,comsol_workflow}.md</a:t>
            </a:r>
          </a:p>
        </p:txBody>
      </p:sp>
    </p:spTree>
    <p:extLst>
      <p:ext uri="{BB962C8B-B14F-4D97-AF65-F5344CB8AC3E}">
        <p14:creationId xmlns:p14="http://schemas.microsoft.com/office/powerpoint/2010/main" val="13897424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445B44-8853-438B-BFE2-8438FED1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I. 問題設定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8B3A6-5FFE-4B3C-93C8-2FB45C2F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66666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CROSS-FUNCTIONAL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1C2417-D5C0-4704-A25E-3C13507E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評価範囲とエビデンス階層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82ECBE-66BA-4044-8880-2311DFCD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“計算した”と“採用できる”を分離する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C18B7F-7216-4C6E-AC6B-5171520A7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C929AB-D9E2-4F5D-BDF7-FFF2C005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88F0BD-5AAD-42C4-87F2-5B7427C9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1A6CC8-A951-4C19-956C-E96B19A5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57200" y="1476375"/>
          <a:ext xmlns:a="http://schemas.openxmlformats.org/drawingml/2006/main" cx="11049000" cy="3857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4810125"/>
                <a:gridCol w="4524375"/>
              </a:tblGrid>
              <a:tr h="55108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階層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必要条件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本資料での状態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5108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L0 実行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solverが終了しcanonical resultを生成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全3 Swarm系＋multi-term smoke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L1 数値品質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正規化、残差、格子／標本収束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Ar: 合格、混合MC: 条件依存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5108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L2 物理整合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同一XS・同一角度仮定・同一定義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ordinary-XS closureを明示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L3 閉包受入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 support・補間誤差・provenance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ICP: 3/3 accepted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5108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L4 装置比較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同一MPH・同一時刻・定常性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ICP同時刻あり；original Ar*は未定常、CCPなし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108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L5 実験妥当性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診断量・不確かさとの比較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本資料外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023ED0-ADFE-4131-B663-2D80A4B6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7942CB-6D80-4F24-B7A0-E1BF3CE03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85A7F0-6B68-4471-8086-A1C88E71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未達の階層を上位の“妥当性”として読み替えない。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09DD20-BFD3-4C52-8C49-D7D574571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[R2]  |  docs/testing_and_benchmarks.md; docs/comsol_workflow.md</a:t>
            </a:r>
          </a:p>
        </p:txBody>
      </p:sp>
    </p:spTree>
    <p:extLst>
      <p:ext uri="{BB962C8B-B14F-4D97-AF65-F5344CB8AC3E}">
        <p14:creationId xmlns:p14="http://schemas.microsoft.com/office/powerpoint/2010/main" val="10302791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9ABDD2-778D-485F-9DC5-1CD48C38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I. 問題設定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DDA0FE-7371-4992-B7D5-E10E9F89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66666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CROSS-FUNCTIONAL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A1C1B6-0FC3-47C6-B288-ED92E4A1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共通出発点：線形Boltzmann方程式と閉包写像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F4A16-BA4B-48B0-B826-7E980341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254594-8C3E-42D5-9021-BD405F18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7CC46-EACA-461E-89FD-55B30867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43EEA-D3BE-44B3-B2BE-FD566170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F14357-7A61-4232-AF5F-FDB1C5FB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144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2233AF-AAF7-4E40-ACCA-4DF6D9FD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F45502-DCD1-4DB9-8E84-BF1F6D16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LBE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8DF98-0628-4F25-8B1C-67477798C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10115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∂ₜf + v·∇ᵣf − (e/mₑ)(E+v×B)·∇ᵥf = Cₑₙ[f]+Cₑₑ[f]+Sion[f]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2AF04D-5547-4CD4-9D60-0958F50C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1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2BF24-704D-4665-8EF8-F6600835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47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638B80-7B25-4A71-9FC7-B98BCAA7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衝突断面積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DD4AC4-973B-420A-879A-21A5AD716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σⱼ(ε), threshold, angular moment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A1F1B-7D39-43AE-BF77-03DE28BC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47950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7FA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C4B66C-5E8B-475C-BA21-87F0C578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647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9A48A6-3D5E-4F79-8D8F-A0BD6F5E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76225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速度空間解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CBE512-1276-413C-BE3D-EBBC7F4C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095625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f(v, μ) または粒子標本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50449C-5CDC-4225-A34E-DBCF87D87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47950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A6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05227-7ED1-49F7-9B75-2E6C2235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47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425FF-A01E-4667-89F1-82C4D34AE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6225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モーメント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CF0AC1-4387-4ACE-9925-54CFB443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95625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p(ε), W, μN, DN, kⱼ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BFF6F-3F8F-42B2-9DFF-E0774733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21431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2B5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A06962-88C1-43DD-B1F3-8CD52D98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47950"/>
            <a:ext cx="666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EB88E8-CCE0-49F0-B1CE-D0979C96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762250"/>
            <a:ext cx="1895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COMSOL閉包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4341125-C93D-4AFF-B1DD-F56321A8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95625"/>
            <a:ext cx="1876425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Γₑ, Γε, Rₑ, Rε</a:t>
            </a:r>
          </a:p>
        </p:txBody>
      </p:sp>
      <p:cxnSp>
        <p:nvCxnSpPr>
          <p:cNvPr id="70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2667000" y="32099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71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381625" y="32099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72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096250" y="32099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157BB-2574-4E02-84C2-8F82D998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4857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8F2329-44F4-4544-BD6A-B4DF4518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704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C41E4C-5E54-45A7-AD00-149CF6DC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4514850"/>
            <a:ext cx="609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RATE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645BE8-133F-40CB-858B-99DB9BB14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524375"/>
            <a:ext cx="38290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kⱼ = ∫₀∞ σⱼ(ε) v(ε) p(ε)dε,   ∫₀∞p(ε)dε=1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E7CB8EF-B600-411E-AB18-8135B7E6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76750"/>
            <a:ext cx="4333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8DF370-4417-4C64-BA9A-62EA6ABB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76750"/>
            <a:ext cx="7048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0E5AAA-102B-4438-AF23-64B61D29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514850"/>
            <a:ext cx="609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FLUX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ABB962B-A221-4D44-B449-D3855D16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4524375"/>
            <a:ext cx="33051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Γₑ = −nₑμₑ·E − Dₑ·∇nₑ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13C2012-B054-4771-AC3F-87B10F99C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9350F2-A873-4825-ABB1-59DE1DAD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FBA0C6-8FED-4778-BE3E-37B35A07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各solverの差は、LBEの角度表現・衝突演算子・時間発展の離散化に現れる。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BC8F43-7C7F-4676-8AB0-063D21BBF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[R1] [R3] [R5]</a:t>
            </a:r>
          </a:p>
        </p:txBody>
      </p:sp>
    </p:spTree>
    <p:extLst>
      <p:ext uri="{BB962C8B-B14F-4D97-AF65-F5344CB8AC3E}">
        <p14:creationId xmlns:p14="http://schemas.microsoft.com/office/powerpoint/2010/main" val="13158677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267FB0-E3B1-459D-838D-9B321159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I. 問題設定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C7D497-05E4-42D3-AF2F-EB9213E0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66666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CROSS-FUNCTIONAL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ED99DF-AFE3-4596-991C-9F9142D4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記号・規格化・輸送量の定義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262A35-5478-47AC-A2ED-2D7A79ED2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046BB5-34A7-4749-8C60-161EFADA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109E71-288B-44B1-9888-58202263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19C9D-12D8-4DB8-BA0A-53E06BF2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523875" y="1371600"/>
          <a:ext xmlns:a="http://schemas.openxmlformats.org/drawingml/2006/main" cx="10953750" cy="42576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5429250"/>
                <a:gridCol w="3810000"/>
              </a:tblGrid>
              <a:tr h="4730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記号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定義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単位／規格化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4730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8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電子運動エネルギー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30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8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μ = cosθ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速度とEのなす角の余弦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−1 ≤ μ ≤ 1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730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8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p(ε)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energy probability density (EEDF)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∫p dε = 1; eV⁻¹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30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8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Fℓ(v)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Legendre係数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f(v,μ)=ΣFℓPℓ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730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8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E/N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換算電界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 Td = 10⁻²¹ V m²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30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8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W, μN, DN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flux drift, reduced mobility, reduced diffusion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 s⁻¹, m⁻¹V⁻¹s⁻¹, m⁻¹s⁻¹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730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8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時間成長固有値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s⁻¹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30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8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TV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½∫|p−q|dε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0:一致, 1:非重複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DB7438-FC8D-4EA6-9098-EF9F4256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CF8C02-8F5B-4FA9-B5EE-B282D2F64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7EBF4F-3560-4CBC-9B81-93EFBB1B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bulk量とflux量、EEDFとEEPFを混同しない。COMSOLへの入力は契約で定義を固定する。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B9726-E09F-453C-AE55-E46B4AAD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[R1] [R4]  |  electron_swarm/core/product.py; docs/comsol_workflow.md</a:t>
            </a:r>
          </a:p>
        </p:txBody>
      </p:sp>
    </p:spTree>
    <p:extLst>
      <p:ext uri="{BB962C8B-B14F-4D97-AF65-F5344CB8AC3E}">
        <p14:creationId xmlns:p14="http://schemas.microsoft.com/office/powerpoint/2010/main" val="107132789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4E4BABD-AA7E-47CF-AA8A-5EB162CF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II. 実装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C11FEA-136B-4A17-B607-90043152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7FAE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CROSS-FUNCTIONAL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89C5A8-18D1-4AE4-AB93-697B7ACB1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コード処理フロー：設定受理から装置解まで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79ECDC-76AC-485E-A5F4-05F7B50C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D8E98E-89DA-4C8D-A5BE-66099E7E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F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43EE0D-EF83-4F86-A8B8-11741EE7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51715-411E-49C2-BA00-F6E75034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DED36F-4757-46F3-81A1-3CB5CB149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14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D5E58-AD4C-40EA-9125-92844D64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19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5B3188-72DD-4CF6-A678-DF04D764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3355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schema 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5CDDED-4E25-4D86-A4CF-F5DC4E710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066925"/>
            <a:ext cx="1400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run.solvers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physics.features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E5B62-C2A7-41D2-AB1C-08280272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7F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95987-6A0E-401B-B27D-FB89A82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19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AE0A05-0A9E-413B-B9FB-E20F8EF1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173355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D085F7-551C-47CA-B269-BD2F2ACDC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2066925"/>
            <a:ext cx="1400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旧IDとrun.mode拒否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B66E6C-02C7-4221-BDE3-CE718A7B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A6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53D2D-A804-44C6-9747-744E4DD7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19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CA294-4166-4F52-A41A-0C1B6F5A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73355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solve plan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D67616-6D4D-442A-8042-BD28E834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066925"/>
            <a:ext cx="1400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capability×policy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F8EA83-632E-409F-86B3-917766B7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8233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040207-1D48-47B6-ABB1-C0EF2728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5307C-BE41-4BDD-B37A-54FC1265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3355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registry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AF91E5-FCEF-4B22-9744-8F8644B9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066925"/>
            <a:ext cx="1400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canonical solver dispatch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55A759-7026-4ECC-8719-A41803F9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16668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2B51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9FB04D-E7B0-4C43-9F72-F24FD41AF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19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23DCF0-55D3-4D94-9C1B-CA1E84A0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1733550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F0EE94-DB52-4BC6-B41F-14066E73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066925"/>
            <a:ext cx="1400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metadata＋quality</a:t>
            </a:r>
          </a:p>
        </p:txBody>
      </p:sp>
      <p:cxnSp>
        <p:nvCxnSpPr>
          <p:cNvPr id="80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143125" y="2095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81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143375" y="2095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82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143625" y="2095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83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143875" y="2095500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39FDF3-FAAF-4829-AB81-14ADC48F4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67125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144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27BD41-F557-4ECF-96B5-B175961F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67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9899AA-9A1A-46AB-9440-D295320E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781425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SQLite campaign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82539F-0CF3-4E18-A4B4-8AE22F74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114800"/>
            <a:ext cx="1971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case / EEDF / rate / quality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FF33208-8BB7-4139-ABA5-3910F869C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67125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A6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2F28C6-FF82-4E3B-B001-3572AF3D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67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3A0A19-36B9-4685-8333-297F15D9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781425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canonical tables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5B6682-7F9B-4213-82C4-52015D155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114800"/>
            <a:ext cx="1971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E/N軸・mean-energy軸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813567-EBDE-45C3-8B60-B1F00E63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67125"/>
            <a:ext cx="22383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2B51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96333B-4C92-4D0C-85A1-1E1E8267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67125"/>
            <a:ext cx="6667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DC42F3-9F3A-4107-822A-B5B0FE16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781425"/>
            <a:ext cx="1990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COMSOL bundle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FB31D3-EB12-4BBC-9ECA-6848E7D8A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19716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manifest / hash / support</a:t>
            </a:r>
          </a:p>
        </p:txBody>
      </p:sp>
      <p:cxnSp>
        <p:nvCxnSpPr>
          <p:cNvPr id="96" name=""/>
          <p:cNvCxnSpPr>
            <a:stCxn xmlns:a="http://schemas.openxmlformats.org/drawingml/2006/main" id="24" idx="2"/>
            <a:endCxn xmlns:a="http://schemas.openxmlformats.org/drawingml/2006/main" id="32" idx="0"/>
          </p:cNvCxnSpPr>
          <p:nvPr/>
        </p:nvCxnSpPr>
        <p:spPr>
          <a:xfrm xmlns:a="http://schemas.openxmlformats.org/drawingml/2006/main" flipH="1">
            <a:off x="2881313" y="2571750"/>
            <a:ext cx="6429375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666666"/>
            </a:solidFill>
            <a:prstDash val="dash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32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000500" y="41671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36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7191375" y="4167188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087449C-3CDB-4CCF-AC8A-A7FAFB1E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33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責任境界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07ECFAF-2386-4AB9-AD15-B6567FF9A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48250"/>
            <a:ext cx="895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bundleはモデル非依存、MPHタグ・chemistry・RF・壁条件はmodel adapterが所有する。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4E6361F-E1B2-468C-9CED-31B1501F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468D807-52A7-43AC-8F2E-A4CDA5E8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55EF9F-D04C-4830-BACC-1A4AC30A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runnerを薄く保ち、未対応physicsを黙って無視しない。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2A49239-F378-49E1-8439-84D25A3E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docs/dev/architecture.md; electron_swarm/orchestration/*; swarm_workflow/comsol/input/*</a:t>
            </a:r>
          </a:p>
        </p:txBody>
      </p:sp>
    </p:spTree>
    <p:extLst>
      <p:ext uri="{BB962C8B-B14F-4D97-AF65-F5344CB8AC3E}">
        <p14:creationId xmlns:p14="http://schemas.microsoft.com/office/powerpoint/2010/main" val="17652339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5FABBE-00CA-4BEC-943F-8DC052D6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II. 実装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6D4BA-B99A-4965-882B-F892F3DD5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7FAE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CROSS-FUNCTIONAL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84DF76-6A92-40D8-9DFA-C68DF4F22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公開入力仕様：solver mode と physics feature を直交させる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5E4BE-6957-4601-BC6D-E6CE69F4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912AC-A5D4-494B-8C48-93FAB2C4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F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97E3C-D055-4F93-8D54-B7CD0809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09A129-73F6-44EF-942B-E534E4E1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DB1D5A-D2F2-47A9-ADE8-3A94EE3B1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28750"/>
            <a:ext cx="495300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6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89236D-FADB-41CF-9612-52D20592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47675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schema_version: 2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run: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  solvers: [two_term, monte_carlo, propagator]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physics: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  features: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    angular_scattering: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      requested: true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    magnetic_field: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      requested: false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feature_policy: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  unsupported: fail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  approximation: explicit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outputs: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defRPr>
            </a:pPr>
            <a:r>
              <a:rPr sz="1350" b="0" i="0">
                <a:solidFill>
                  <a:srgbClr val="D8EDF3"/>
                </a:solidFill>
                <a:latin typeface="Cascadia Mono"/>
                <a:ea typeface="Cascadia Mono"/>
                <a:cs typeface="Cascadia Mono"/>
              </a:rPr>
              <a:t>  canonical: true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5905500" y="1476375"/>
          <a:ext xmlns:a="http://schemas.openxmlformats.org/drawingml/2006/main" cx="5572125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81125"/>
                <a:gridCol w="2381250"/>
                <a:gridCol w="1809750"/>
              </a:tblGrid>
              <a:tr h="6286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意味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禁止事項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6286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run.solvers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数値表現を選択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run.mode, both, all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physics.features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必要な物理を要求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solver名への埋込み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286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feature_policy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fail / skip / explicit approximation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silent ignore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result.metadata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各solverのhandlingを記録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推定・未記録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3CF66C-0DBF-47A6-8C18-591602614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4914900"/>
            <a:ext cx="5381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例：磁場を要求しpropagatorを選べば、B=0実装はstrict policyで実行前に停止する。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D4041-C057-41E9-A490-D2EB3988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1F6750-0302-442E-9464-A15AFC883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3E83D5-6BAE-4B3C-8745-D477C7DBD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物理要求と数値解法を分けることで、比較結果の意味が監査可能になる。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CED6AF-91E6-4FB4-AB1E-145F8AD8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docs/product_schema_v2.md; electron_swarm/core/feature_resolution.py</a:t>
            </a:r>
          </a:p>
        </p:txBody>
      </p:sp>
    </p:spTree>
    <p:extLst>
      <p:ext uri="{BB962C8B-B14F-4D97-AF65-F5344CB8AC3E}">
        <p14:creationId xmlns:p14="http://schemas.microsoft.com/office/powerpoint/2010/main" val="11317112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1F9315-92FF-48A7-8F97-B12532BB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II. 実装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5B2AA-03A7-4B8D-9232-6FE48DB92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7FAE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CROSS-FUNCTIONAL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FA681-6A57-4409-8E37-067C958A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能力行列：実装済み範囲と物理的意味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A44A8D-0589-44C3-AA42-E6D289C5B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13205E-0161-4CE3-8C1D-2E84D1BB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F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054EA5-3362-4267-8CC8-2130A356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A3261-A88F-49B4-B87F-CA88F944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11239500" cy="31623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24000"/>
                <a:gridCol w="1524000"/>
                <a:gridCol w="1952625"/>
                <a:gridCol w="2095500"/>
                <a:gridCol w="1238250"/>
                <a:gridCol w="2905125"/>
              </a:tblGrid>
              <a:tr h="63246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solver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角度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時間／場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輸送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統計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主要制約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63246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9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two_term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P₀+P₁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homogeneous DC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flux μ,D,energy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強い異方性で切断誤差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9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multi_term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P₀…Pℓ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homogeneous DC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drift＋F₀近似D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なし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ordinary XSは角度closure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3246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9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monte_carlo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粒子軌道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DC; Boris 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flux estimators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あり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attachment trajectory loss未対応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9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propagator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ε×μ; P1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homogeneous DC, B=0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flux drift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なし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bulk/D/energy transport未提供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9ABA85-B505-4033-9D1C-D9C93C17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953000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物理上の注意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4D72E-FF6C-4135-A457-7B6D4713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867275"/>
            <a:ext cx="914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m=0 PNでは任意のcrossed E–Bを表せない。ordinary integral cross sectionは微分断面積を一意に決めない。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8835D-E462-4FD5-B5F9-03872399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D15CE-F8E2-43D1-9C0D-EAB93B6D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8E357-B94E-4D70-9B4C-DE2C98E7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“multi-term”は自動的にexact DCS solverを意味しない。角度モーメントの出所を必ず記録する。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3101AA-984B-462A-A929-2D0D9C5A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[R3] [R4]  |  docs/physics_limitations.md; docs/theory/multiterm_closure.md</a:t>
            </a:r>
          </a:p>
        </p:txBody>
      </p:sp>
    </p:spTree>
    <p:extLst>
      <p:ext uri="{BB962C8B-B14F-4D97-AF65-F5344CB8AC3E}">
        <p14:creationId xmlns:p14="http://schemas.microsoft.com/office/powerpoint/2010/main" val="671755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82655-EFA9-4E3A-AE5F-82EE5FCB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II. 実装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418D37-4DE2-4C06-9100-5D591C60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7FAE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CROSS-FUNCTIONAL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B345BC-BC8D-4FC2-9623-92A4E3C6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比較プロトコル：同一物理・同一定義・独立収束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82AF6E-3F4C-4BA2-97AC-17E9928DA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C5B1D1-EDFA-4A9E-A070-0159FBB8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FA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2CF0E-CCD8-4435-AA4F-31A3E267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6CEFF9-830A-4DDF-9200-F01A1D6C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110490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3810000"/>
                <a:gridCol w="2286000"/>
                <a:gridCol w="3143250"/>
              </a:tblGrid>
              <a:tr h="5905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比較軸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固定するもの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変えるもの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合格判定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905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solver比較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mixture, N,T,E/N, XS, source model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数値表現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TV, ⟨ε⟩, W, rates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格子比較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solverと物理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energy/angular grid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weighted L1, scalar relative error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905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MC比較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物理とbin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seed, particles, replicas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CI/RSE, ESS, lineage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COMSOL比較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MPH, power, p,T, closure ownership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Swarm table source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同時刻＋terminal stationarity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CB18E-2AA9-44B4-9261-591B6DB0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5048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F8D2E-B70D-420F-A6ED-9661B758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704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643988-975D-40F3-8E6A-741762F5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609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METRIC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89CA4E-897C-4FAA-87F6-6528F7D1D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1175" y="4857750"/>
            <a:ext cx="40195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TV(p,q)=½∫|p−q|dε,   δx=|x₁−x₂|/max(|x₁|,|x₂|)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B5296-E425-4A83-87A6-7792AB52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452437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4985F-6ABA-4C8F-881C-AE83A379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810125"/>
            <a:ext cx="7048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8C296-B9EA-459E-B8B9-BA69A3C7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848225"/>
            <a:ext cx="6096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80315C-2AC3-4058-80F5-F18161FB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57750"/>
            <a:ext cx="34956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ESS=(Σw)²/Σw²,   RSE=SE/|mean|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2F3252-6EB2-4BE1-A69D-987C8AD9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9BAA51-2816-4F4E-8078-777FABE0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F4D238-7E6F-4FAE-80F6-039F2384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比較に先立ち、輸送量がfluxかbulkか、MC結果がquality gateを通ったかを確認する。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291C32-EB73-4983-96D3-4DBAE342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[R2] [R4]  |  docs/testing_and_benchmarks.md</a:t>
            </a:r>
          </a:p>
        </p:txBody>
      </p:sp>
    </p:spTree>
    <p:extLst>
      <p:ext uri="{BB962C8B-B14F-4D97-AF65-F5344CB8AC3E}">
        <p14:creationId xmlns:p14="http://schemas.microsoft.com/office/powerpoint/2010/main" val="6205070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434B62-D623-47F4-90AC-40882D18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7EB4FC-FFAD-4765-919B-F61533D4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4879CE-C511-4DB6-B925-FCEE5D6D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two_term 1/3：P₁切断と速度空間の異方性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5A7BD-C05A-4C58-AF3F-73685905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E6A9C5-010B-456D-AAAC-2E43FB30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19C876-96B5-484E-913B-575B28A7C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F01EDB-E78E-4067-BC06-EB743DAB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DB1C6-E5B8-4B60-9808-1FE54023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6572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3372B-2CC7-4133-8697-73317B641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98467A-F2E9-4ADE-BECD-E878CFAA9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ANSATZ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BCF1C-429C-43F4-83C2-207CAEAB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55435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f(v,μ)=F₀(v)P₀(μ)+F₁(v)P₁(μ)=F₀(v)+μF₁(v)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A00A90-D8A2-48BA-A9F4-A4F0F310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81125"/>
            <a:ext cx="4191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91E89-6399-4BC4-BFB2-4BA6D4D7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81125"/>
            <a:ext cx="704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3DC345-80EB-48DF-9314-1A6A7274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1419225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ORDER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43958A-8D68-4D05-B750-DEE89A8F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28750"/>
            <a:ext cx="3162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|F₁/F₀| ≪ 1 なら高次ℓ≥2を無視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50D18A-1F7E-451C-8E4F-48D04732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3380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13B364-2590-48BD-AD41-64E40900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0" cy="2800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1B678E-61D5-4EB4-983C-425EE1E1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0047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v∥ (E方向)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B0B9A3-1994-4D7D-811F-AB57DB6F0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2383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C3E088-3F95-4683-B72D-A90FED1C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876550"/>
            <a:ext cx="1714500" cy="171450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007F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D7F347-159A-483B-993D-435F85EC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101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F₀：等方成分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65D279-F2AE-4FB0-AD11-4527438C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876550"/>
            <a:ext cx="1714500" cy="1714500"/>
          </a:xfrm>
          <a:prstGeom xmlns:a="http://schemas.openxmlformats.org/drawingml/2006/main" prst="ellipse">
            <a:avLst/>
          </a:prstGeom>
          <a:ln xmlns:a="http://schemas.openxmlformats.org/drawingml/2006/main" w="19050">
            <a:solidFill>
              <a:srgbClr val="00A6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220951-D5B5-4F64-8E30-EBDEF2CE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733800"/>
            <a:ext cx="285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B29F2B-755E-4DB4-AC57-1FBA128F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533650"/>
            <a:ext cx="0" cy="2381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14DA5A-E6DB-4525-84AD-49B9C4B39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714625"/>
            <a:ext cx="428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43C3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2D08F6-0CFF-4674-A226-7E4B9839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457450"/>
            <a:ext cx="1571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centroid shift ∝ F₁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EDC5C9-3C6B-435F-982B-DB3037AF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800475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+E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53EFC7-EC9E-45C8-9138-6C1ACCB99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810125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F₀+μF₁：微小な前後非対称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E7EE61-4F63-4AFD-B071-329D28DE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28900"/>
            <a:ext cx="0" cy="2286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DCCEEA-FBDA-4B32-BBEF-4C124AE0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571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射影後の意味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6DD057-4F67-4AB0-BCAA-A10C2905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0099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ℓ=0：粒子数・EEDF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ℓ=1：電界方向flux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4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ℓ≥2：異方性の曲率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D96CA74-9147-4354-8543-E8770B0D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333875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F₁はmomentum-transfer collision νmで緩和し、EがF₀の勾配から駆動する。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590DC8-FF39-4FF6-A26F-FD6799313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6D57836-662A-4447-93B7-8497107E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C26417-1AE4-4932-A164-5BBED380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two-termの誤差は“エネルギー解像度”だけでなく、ℓ=2以上を捨てた角度切断誤差で決まる。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32CCAA9-F322-47F1-A0CA-4C87C3B3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[R1]  |  electron_swarm/solvers/two_term/steady.py</a:t>
            </a:r>
          </a:p>
        </p:txBody>
      </p:sp>
    </p:spTree>
    <p:extLst>
      <p:ext uri="{BB962C8B-B14F-4D97-AF65-F5344CB8AC3E}">
        <p14:creationId xmlns:p14="http://schemas.microsoft.com/office/powerpoint/2010/main" val="3087097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F4D983-8E8F-4ABB-B99F-D6E593ECA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D65CCB-68EB-48BF-9216-9EA53CB3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76E1EC-A319-4FC6-ABA4-AC49AA582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two_term 2/3：エネルギー空間の保存形とScharfetter–Gummel流束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0A16F9-028D-43E7-947B-35DB3C85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EEAF6E-2E2A-4CDF-85D4-66A3AC0C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82B29-8B11-4AA2-9708-BAB79A567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FB0F9-9266-4EED-BC1C-AA29E1B1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EF108-4741-40CE-8E9F-F4851E923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14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A83F26-8839-4893-B687-1BEC8666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9D02D-A268-4044-9537-BE3926471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15DF06-676A-4877-9AC2-4BD82C1E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10115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∂ₜp = −∂εJε + Cinel[p],      Jε = A(ε)p − D(ε)∂εp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71EDF-B0DC-4BFC-9EE5-0E8E8EC0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50958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251175-AAE6-4C6D-BEC0-898F70A15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66950"/>
            <a:ext cx="704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A77C4F-90DA-4713-91BA-5D310FB7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30505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FIELD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74C076-1E42-4B7B-8027-AB91873D4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14575"/>
            <a:ext cx="40671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46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Dfield ∝ E² ε/νm(ε),      Afield = Dfield/(2ε)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648380-7220-4ED1-860A-096DCD23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57340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9B88E8-DB05-4767-8634-9F212DA7D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66950"/>
            <a:ext cx="704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C9C97B-4578-4889-82C2-7D87C18B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30505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ELAST.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3CE22E-B94C-4435-8A45-6FE71648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314575"/>
            <a:ext cx="470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887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Ael = 2(mₑ/M)ν(½kT−ε),   Del = 2(mₑ/M)ν εkT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02DAD5-54DA-4FF6-81BF-927F07A5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147915-9698-46F5-A6BE-8C37F885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957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005332E-BD7F-4DC3-9801-AF652B0CF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067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rPr>
              <a:t>ε0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5F0A9-8A83-4079-984F-711BCAB7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576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42CA3A-FA39-4FF2-885F-3DFBF14D6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957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270AE2-150B-49AB-88B5-35E4BA9B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067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rPr>
              <a:t>ε1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69877B-866F-4433-9027-C23F9A46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576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5FB893-8D57-4712-9C30-B7388F75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6957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A7D20C-6A0F-41C2-A6BB-FF71901F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067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rPr>
              <a:t>ε2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AB44E6-83E9-4513-894A-CF047A5F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576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8DE545-2FDD-4989-8562-5EE6C5DE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957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B1550E0-83E2-4698-B8B7-8EC1F832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67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rPr>
              <a:t>ε3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6CA57C-BC68-4FDC-89BD-33F9CA0B1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576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510982-C608-46F5-BD56-B08A5F1A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6957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7758B21-B602-4BF2-95D5-71F2016A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067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rPr>
              <a:t>ε4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CAFDDFB-E14B-4D87-924A-C62D3953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8576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1FE107-419E-4D15-AB1B-0C690212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957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D10F88-55D0-41BF-984F-8B72DA583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4067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rPr>
              <a:t>ε5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49D4F5-5B3E-4C59-AE75-403B51D26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57625"/>
            <a:ext cx="1238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D13E356-30B9-470C-9C19-837A700B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957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EDC12A-36B4-4FB5-A7A2-1D3DBE40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40671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rPr>
              <a:t>ε6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711361-2275-4B70-8639-3149B7AD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695700"/>
            <a:ext cx="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997416-299B-48AD-AFB5-C6F4B28E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403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D43C3C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D43C3C"/>
                </a:solidFill>
                <a:latin typeface="Cambria Math"/>
                <a:ea typeface="Cambria Math"/>
                <a:cs typeface="Cambria Math"/>
              </a:rPr>
              <a:t>Jᵢ₊½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308D6F-92E3-4549-A736-167FD324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429125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各faceの流束が隣接cellで符号反転 → 離散粒子数保存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DE8EF47-272A-4954-AE20-02D8E839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990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7AA195-D3E3-44DF-9B72-432E79E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33950"/>
            <a:ext cx="7048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EC78B0-3D6E-49FE-8A88-E7D38E93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72050"/>
            <a:ext cx="6096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SG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DD7265-0F48-4603-8968-9A9C6B74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981575"/>
            <a:ext cx="8877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Jᵢ₊½=(D/Δε)[B(−Pe)pᵢ−B(Pe)pᵢ₊₁],  B(x)=x/(eˣ−1),  Pe=AΔε/D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8058C55-A45F-4032-9237-2E7EE183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7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DFAD35A-CE6D-4E7D-80B7-A11E51A3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A6243F4-BD47-450B-9421-605D53FFB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SG流束はdrift-dominated領域でも正値性と指数平衡を保ちやすく、tailの数値振動を抑える。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BFFA299-6671-4816-A25C-4C376E33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[R1] [R7]  |  electron_swarm/solvers/kinetic.py</a:t>
            </a:r>
          </a:p>
        </p:txBody>
      </p:sp>
    </p:spTree>
    <p:extLst>
      <p:ext uri="{BB962C8B-B14F-4D97-AF65-F5344CB8AC3E}">
        <p14:creationId xmlns:p14="http://schemas.microsoft.com/office/powerpoint/2010/main" val="17516318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53657-CB6D-498A-B872-FB7161D24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D259D-6F72-4230-95BB-62DE022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49F44-C48E-414E-8342-BBD16F079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two_term 3/3：観測量・コスト・限界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24FB22-6688-44C5-80C3-FB9D6779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8E063-2B1C-4142-B97D-0D5AA3C0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33542-316D-49E9-93F9-DC355C84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8ABBC9-4F1C-4156-AA24-D131662C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92B3B-C4B4-47D4-9C8D-D810654E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7CE578-77FB-4F28-B26E-E4D22ACA4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E2BA3B-C7DD-4CFB-8F84-497F42049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MOB.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EAC04-9A79-4809-BD3C-72A0A9F03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411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μN = −(γ/3)∫ ε σm⁻¹ ∂εp dε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B130A5-EBA6-474C-913F-52BAC291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F87A62-2BF0-41CF-BF22-88480295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ABB25-36CA-436B-8810-A09120DB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192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DIFF.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A3CA0-030F-4483-B36C-E0F3F728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28750"/>
            <a:ext cx="411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DN = (γ/3)∫ ε σm⁻¹ p dε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523875" y="2362200"/>
          <a:ext xmlns:a="http://schemas.openxmlformats.org/drawingml/2006/main" cx="10953750" cy="3028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52625"/>
                <a:gridCol w="3857625"/>
                <a:gridCol w="5143500"/>
              </a:tblGrid>
              <a:tr h="432707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意味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two_termでの扱い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432707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unknowns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energy grid上のp(ε)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O(Nε)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707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stationary state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 p = g p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規格化付き固有値問題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32707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transport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flux mobility/diffusion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P1 eliminationから算出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707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noise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確率誤差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なし；格子・tail・反復誤差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32707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failure mode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角度異方性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|F2/F0|が無視不可なら系統誤差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32707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有用域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広い条件探索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速いfirst-pass closure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70167A-9699-4F90-99EA-DD038FBA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CAAD7B-BCAC-4572-BE1A-8723FB89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90F3B7-D7BE-4EC6-B030-88C5E6635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高速性は“正確さ”の代替ではない。multi-term/MC/propagatorとの差を角度切断の指標として使う。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1E532C-B8FD-4B64-9966-C62F74F5F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[R1]  |  electron_swarm/solvers/two_term/observables.py</a:t>
            </a:r>
          </a:p>
        </p:txBody>
      </p:sp>
    </p:spTree>
    <p:extLst>
      <p:ext uri="{BB962C8B-B14F-4D97-AF65-F5344CB8AC3E}">
        <p14:creationId xmlns:p14="http://schemas.microsoft.com/office/powerpoint/2010/main" val="112127678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D584EAB-83EF-4331-AFDB-BFEF2B163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B6E957-BD8A-4398-8528-8980A2BB6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C760A3-5D52-475D-8E1D-D775C0DE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multi_term 1/3：Legendre階層とℓ間結合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C48FF-6EEA-412D-9890-9929D1AF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24BA5-353A-487C-A274-08121FE6E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233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CCEB8-1C30-47AA-9FDB-0369DF87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F3271-6832-4A1C-8C3F-1BC8E7E6E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EE3D2E-CA35-43C3-B383-1FC0C2E3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A8040-1111-4B79-9058-62591A9C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4EDAA4-BBBC-4C3E-866C-F2BB9BFB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7DE8B1-9868-4D0B-90E7-4EED703B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3448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f(v,μ)=Σℓ₌₀ᴸ Fℓ(v)Pℓ(μ)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4C0CF-CD2C-4505-86AC-0D26807E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381125"/>
            <a:ext cx="6286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64A302-B3B5-41E5-8EFF-963379C7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381125"/>
            <a:ext cx="70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290E3D-457A-4CEC-85C8-5AADB846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19225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COUP.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EE2B82-1796-46DD-A19F-9D12A683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428750"/>
            <a:ext cx="5257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E-field：Fℓ ↔ Fℓ₋₁,Fℓ₊₁　　collision：νℓFℓ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61458F-D109-4048-8E89-8E18306F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7FA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A1166C-C141-4862-809B-A9782B79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7E5A97-FADA-4BAD-9F43-A19FA40B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1623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F₀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7D1125-8C64-4376-88DB-B427067A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95675"/>
            <a:ext cx="1162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EEDF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0E9C0-AD39-4B7B-8C8F-4A9E5A98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A6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54C26B-F007-4586-B32C-8979B3BA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048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5C4EE3-01DA-4A88-818A-B118A73A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1623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F₁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083157-7497-42BD-B5F5-EAFA3E7F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495675"/>
            <a:ext cx="1162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flux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E93568-607C-4DC1-8E87-256B5551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8233A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72E720-2B88-46D4-843E-D59F024F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048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C25677-7335-4436-A50E-8BBCC6AB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623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F₂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0843679-D86E-44FE-B3C9-19BEE444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495675"/>
            <a:ext cx="1162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quadrupole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87F7E0-EDF2-4479-9FF6-3493E4D4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9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599C07-980C-4A3D-BF2F-1D144003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48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B5205D-94A5-4A8E-BB88-A8F52765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623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F₃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DE6D23-467E-4476-A705-56623745A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95675"/>
            <a:ext cx="1162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odd anisotropy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116439-C727-4868-A717-220D6DA0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1428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2B51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B68F56-D4A3-4DDA-A927-BA495298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48000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50FC41-97E1-4FA2-A61B-2812D1D3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162300"/>
            <a:ext cx="1181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F₄…Fᴸ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5D7916A-36C5-4120-A9B4-654D7937F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6925" y="3495675"/>
            <a:ext cx="11620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fine angular structure</a:t>
            </a:r>
          </a:p>
        </p:txBody>
      </p:sp>
      <p:cxnSp>
        <p:nvCxnSpPr>
          <p:cNvPr id="88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190750" y="3571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3C3C"/>
            </a:solidFill>
            <a:prstDash val="solid"/>
            <a:tailEnd type="arrow" w="med" len="med"/>
          </a:ln>
        </p:spPr>
      </p:cxnSp>
      <p:cxnSp>
        <p:nvCxnSpPr>
          <p:cNvPr id="89" name=""/>
          <p:cNvCxnSpPr>
            <a:stCxn xmlns:a="http://schemas.openxmlformats.org/drawingml/2006/main" id="20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2190750" y="3571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dash"/>
            <a:tailEnd type="arrow" w="med" len="med"/>
          </a:ln>
        </p:spPr>
      </p:cxnSp>
      <p:cxnSp>
        <p:nvCxnSpPr>
          <p:cNvPr id="90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381500" y="3571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3C3C"/>
            </a:solidFill>
            <a:prstDash val="solid"/>
            <a:tailEnd type="arrow" w="med" len="med"/>
          </a:ln>
        </p:spPr>
      </p:cxnSp>
      <p:cxnSp>
        <p:nvCxnSpPr>
          <p:cNvPr id="91" name=""/>
          <p:cNvCxnSpPr>
            <a:stCxn xmlns:a="http://schemas.openxmlformats.org/drawingml/2006/main" id="24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4381500" y="3571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dash"/>
            <a:tailEnd type="arrow" w="med" len="med"/>
          </a:ln>
        </p:spPr>
      </p:cxnSp>
      <p:cxnSp>
        <p:nvCxnSpPr>
          <p:cNvPr id="92" name=""/>
          <p:cNvCxnSpPr>
            <a:stCxn xmlns:a="http://schemas.openxmlformats.org/drawingml/2006/main" id="24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6572250" y="3571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3C3C"/>
            </a:solidFill>
            <a:prstDash val="solid"/>
            <a:tailEnd type="arrow" w="med" len="med"/>
          </a:ln>
        </p:spPr>
      </p:cxnSp>
      <p:cxnSp>
        <p:nvCxnSpPr>
          <p:cNvPr id="93" name=""/>
          <p:cNvCxnSpPr>
            <a:stCxn xmlns:a="http://schemas.openxmlformats.org/drawingml/2006/main" id="28" idx="1"/>
            <a:endCxn xmlns:a="http://schemas.openxmlformats.org/drawingml/2006/main" id="24" idx="3"/>
          </p:cNvCxnSpPr>
          <p:nvPr/>
        </p:nvCxnSpPr>
        <p:spPr>
          <a:xfrm xmlns:a="http://schemas.openxmlformats.org/drawingml/2006/main" flipH="1">
            <a:off x="6572250" y="3571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dash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28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8763000" y="3571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43C3C"/>
            </a:solidFill>
            <a:prstDash val="solid"/>
            <a:tailEnd type="arrow" w="med" len="med"/>
          </a:ln>
        </p:spPr>
      </p:cxnSp>
      <p:cxnSp>
        <p:nvCxnSpPr>
          <p:cNvPr id="95" name=""/>
          <p:cNvCxnSpPr>
            <a:stCxn xmlns:a="http://schemas.openxmlformats.org/drawingml/2006/main" id="32" idx="1"/>
            <a:endCxn xmlns:a="http://schemas.openxmlformats.org/drawingml/2006/main" id="28" idx="3"/>
          </p:cNvCxnSpPr>
          <p:nvPr/>
        </p:nvCxnSpPr>
        <p:spPr>
          <a:xfrm xmlns:a="http://schemas.openxmlformats.org/drawingml/2006/main" flipH="1">
            <a:off x="8763000" y="35718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dash"/>
            <a:tailEnd type="arrow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105EBDD-8492-4609-BE1D-C3F99DF5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717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電界演算子は偶奇momentを交互に結合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96C6C56-8715-4ED8-B929-6671C5FD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38675"/>
            <a:ext cx="7810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580A80-6140-4B53-BF68-34F1CA1EB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3867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490CE2-2548-4DF5-9E4C-769DA719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67677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DAMP.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02BDA68-4DE0-4F27-A048-624269ED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686300"/>
            <a:ext cx="6781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νℓ = Nv[σ₀−σℓ]+νinel = Nvσ₀(1−mℓ)+νinel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43C4DF-D919-4075-8EAE-EE3D409E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98CE4C-3007-4EB9-B90D-5A8AF26C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50546B-E0CF-45CD-8D14-AA52E109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Lを増やした収束は角度切断誤差を測るが、σℓの物理情報が正しいことは別問題。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6B6A57-188B-485E-8441-62CE875FA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[R3] [R4]  |  electron_swarm/solvers/multi_term/operator.py</a:t>
            </a:r>
          </a:p>
        </p:txBody>
      </p:sp>
    </p:spTree>
    <p:extLst>
      <p:ext uri="{BB962C8B-B14F-4D97-AF65-F5344CB8AC3E}">
        <p14:creationId xmlns:p14="http://schemas.microsoft.com/office/powerpoint/2010/main" val="4268975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781D5C-1EFF-476F-94DC-C2981CAF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F6215-876B-443D-85FF-7F29C8E3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7884A5-34EF-44B0-8AD4-8F1995BC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multi_term 2/3：ordinary XS ≠ DCS moment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7FA745-E61C-4042-8CE0-99F980A2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FAD106-E0D9-431A-B8F0-6F054928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233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B1E2E6-4A98-4D8F-860C-04C931CB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B74BD-EA65-440D-856B-3DF71909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DD492-888A-4934-9C79-8026D1112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857CE-2DCC-40DF-A827-4E3BBFA6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25B5B7-0D9E-4FC3-8F03-79EA44936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DCS 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880AED-3C77-48C0-92BA-7D30BBBD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601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σℓ(ε)=2π∫₋₁¹ σ(ε,χ)Pℓ(cosχ)d(cosχ)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E3BCF3-BF0B-4BC5-9726-2213D472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049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7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σtotalとσmomentumだけでは全てのσℓを一意に再構成できない</a:t>
            </a:r>
          </a:p>
        </p:txBody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495300" y="2476500"/>
          <a:ext xmlns:a="http://schemas.openxmlformats.org/drawingml/2006/main" cx="11125200" cy="2333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76500"/>
                <a:gridCol w="2714625"/>
                <a:gridCol w="3476625"/>
                <a:gridCol w="2457450"/>
              </a:tblGrid>
              <a:tr h="58340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angular source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理論的位置付け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表示名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8340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ordinary_xs_closure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total / momentum-transfer XS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仮定したmoment closure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angular-closure PN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pn_dcs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DCSまたは検証済みσℓ table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角度散乱情報を直接使用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DCS-moment PN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8340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isotropic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σℓ&gt;0=0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完全等方散乱仮定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isotropic PN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6C5E53-00F1-43D4-9E97-01FC47A61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809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必要なメタデータ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93D9DC-EE06-4892-B139-DBEE8B31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86350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2F2F2F"/>
                </a:solidFill>
                <a:latin typeface="Cascadia Mono"/>
                <a:ea typeface="Cascadia Mono"/>
                <a:cs typeface="Cascadia Mono"/>
              </a:defRPr>
            </a:pPr>
            <a:r>
              <a:rPr sz="1275" b="0" i="0">
                <a:solidFill>
                  <a:srgbClr val="2F2F2F"/>
                </a:solidFill>
                <a:latin typeface="Cascadia Mono"/>
                <a:ea typeface="Cascadia Mono"/>
                <a:cs typeface="Cascadia Mono"/>
              </a:rPr>
              <a:t>angular_model · source_hash · ℓmax · moment_order · reconstruction_assumption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BE5480-AB2E-4F23-B160-A6DA71F80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C9ECBB-26EF-4514-BB9C-8F3EA929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77530-28B6-45BB-B999-15875301C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本リポジトリのordinary XS multi_termを“exact DCS-based”と記述してはいけない。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D589A6-2FD8-4540-8F50-C9B0C5F1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[R3] [R4]  |  docs/theory/multiterm_closure.md</a:t>
            </a:r>
          </a:p>
        </p:txBody>
      </p:sp>
    </p:spTree>
    <p:extLst>
      <p:ext uri="{BB962C8B-B14F-4D97-AF65-F5344CB8AC3E}">
        <p14:creationId xmlns:p14="http://schemas.microsoft.com/office/powerpoint/2010/main" val="138437044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FD5B7C-0A8C-440B-A66A-DFA8CFB1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69906F-BB8A-4733-AAD5-AD35C253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41F661-E7C8-4198-9ADA-BFA2657A5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multi_term 3/3：staggered PN離散化と回帰基準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1E8948-4569-486B-ABD3-A48C0BAAC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D53F88-3367-48F6-8C0B-7751600B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233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9DE4C1-EB25-4960-B6F5-1742F3C8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4912F0-7AD1-4758-8BB5-18297B14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0C042-3EFA-4F76-9F33-501840BFD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energy grid staggering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8A136-EB4C-4EDE-918A-42DF2C3D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241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145107-0B08-480F-8F13-B2F386B0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4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EF59D0-CD09-46E0-9FAC-B3F88E55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47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E9526A-0B4C-4B78-9DA8-BA5A93209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241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4720A-6EB9-4E87-B339-E621C83A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4975" y="244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A90A4-534F-4878-9C15-9289C5BD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2447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DBEDC8-A942-49D8-B23A-F494791B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241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900ADD-D0B3-4E65-BCA0-BA7EAEDC5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4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588D53-61F2-42D9-9D78-8C9EB1F1D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47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1B4E87-026C-43CA-8651-0CFB8723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241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ADB4B4-4AD9-4E21-BFB4-2D291C032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44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AF875-3765-4299-A224-D8273B318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447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4D5925-1470-4A72-A498-E25B4806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241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6384DB-50B7-4854-9F47-DDABDDFA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4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4E2191-FCED-4FEF-9F77-657976BF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47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1212A7-135E-4F88-A187-492AFD23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5241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AF87AA-1E12-46ED-899F-FC4C2558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244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A29FCB-44CB-40AD-B428-84CF80D2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447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084DBD-D788-479F-B907-CA258653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241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C541D-CF6B-4DD1-833E-D733DE8BE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4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EFEC6A-9214-458E-BFE3-20D0A9FB9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47925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8DF00D-1FED-4F0E-A5CF-2CB4AF02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24125"/>
            <a:ext cx="1000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1144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26B10FA-D711-45EC-AA5C-461042E2D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447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7B6D71-7013-4391-A432-2436816F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9051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● even ℓ：cell center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F679CEB-E75E-47CD-B2B5-0B30DE64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05125"/>
            <a:ext cx="2952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■ odd ℓ：cell face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B00988F-B9CB-472D-B48C-FC2BE19A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14700"/>
            <a:ext cx="685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離散divergenceとgradientをadjoint pairに近づけ、ℓ間fluxの保存性を高める。</a:t>
            </a:r>
          </a:p>
        </p:txBody>
      </p:sp>
      <p:graphicFrame>
        <p:nvGraphicFramePr>
          <p:cNvPr id="79" name=""/>
          <p:cNvGraphicFramePr/>
          <p:nvPr/>
        </p:nvGraphicFramePr>
        <p:xfrm>
          <a:off xmlns:a="http://schemas.openxmlformats.org/drawingml/2006/main" x="7858125" y="1524000"/>
          <a:ext xmlns:a="http://schemas.openxmlformats.org/drawingml/2006/main" cx="3667125" cy="2333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81125"/>
                <a:gridCol w="762000"/>
                <a:gridCol w="762000"/>
                <a:gridCol w="762000"/>
              </a:tblGrid>
              <a:tr h="58340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Ar, 50 Td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two_term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multi_term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差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8340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mean energy [eV]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5.60606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5.58966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−0.293%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drift W [m/s]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122056.9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121552.7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−0.413%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8340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net ion freq [s⁻¹]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244949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283771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+15.85%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8867A8-27BC-4AB6-A132-B526201CE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048125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tail-weighted ionizationはsmall bulk-moment差より敏感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88A180-D38B-44C1-9EAE-E9E110B8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95825"/>
            <a:ext cx="7810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78A084-A4DA-4CBC-A1F2-9B0326E3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695825"/>
            <a:ext cx="70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14DBF0-74D9-4476-8287-3AA4DA8E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733925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EIGEN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94CBF17-62A2-451E-B26C-60C7DB83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743450"/>
            <a:ext cx="6781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AᴾᴺF = gF,    r=‖AᴾᴺF−gF‖/‖F‖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AF6C82-D3CB-4E79-AD9E-5987FCD7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DF58A6-E7F1-4FD3-8CD1-717E03FC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64EA87F-7C93-49FF-A373-0B4535C73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平均エネルギーの一致だけでは、閾値反応率の一致を保証しない。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5D13FA-442B-4933-BC18-93F600E0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[R3]  |  tests/regression_baselines/argon_two_term_multi_term.json</a:t>
            </a:r>
          </a:p>
        </p:txBody>
      </p:sp>
    </p:spTree>
    <p:extLst>
      <p:ext uri="{BB962C8B-B14F-4D97-AF65-F5344CB8AC3E}">
        <p14:creationId xmlns:p14="http://schemas.microsoft.com/office/powerpoint/2010/main" val="154092116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83CDE2-02B1-48B0-B685-CC291737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BEA44B-5B16-4BF5-AD05-F14E34C50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CADA44-FE88-4F9A-8784-6EE8046F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monte_carlo 1/3：軌道積分とnull-collision clock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4E53D8-F547-4745-91B4-F9FA816D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EF012-7C70-44F8-ACE0-6A4506481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C5F7C3-8737-46A7-A01D-BD6DB1FB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A26EC-5EC3-4778-8EAB-4EC45075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475E99-EFF5-4CF5-8511-9AF141CC2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5143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C45053-676F-4BD2-9B75-6AE8AF5AF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F1A567-6F70-4481-A826-2422D19CE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ORBIT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19DAF4-57DB-4BB8-81AE-844D8BB75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41148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mₑ dv/dt = −e(E+v×B),   dr/dt=v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1B0466-C136-4B99-A38F-2FAF156D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561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EBEFB8-B24B-45D8-BA3C-A509ECF0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8112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F920A4-F03B-46FA-8782-B84F4D67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192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B=0 PATH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26E20D-269E-40D1-92DD-4918FE5F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428750"/>
            <a:ext cx="4591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ε(tᵦ)=εface  ⇒  Δtᵢをbinごとに解析分割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4CD0DA-7D24-4B46-9973-6080FE600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DB93E3-6D81-4690-8D3C-3789FCAA5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0" cy="2476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66666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613DDC-9B90-48D8-891A-01126AF2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2432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69DE99-892D-48A9-B3C7-9B1CC813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z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7767B2-060E-4F69-A8AC-9E7DD763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14625"/>
            <a:ext cx="95250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FA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86EB51-0C29-4308-AFEB-08363187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971800"/>
            <a:ext cx="904875" cy="21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90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087084-7188-4C24-9920-A57CB421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90875"/>
            <a:ext cx="857250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FA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740263-A875-43AD-9331-48B33BFD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429000"/>
            <a:ext cx="904875" cy="238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9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FF421F-8E58-4F48-ACEB-29723927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667125"/>
            <a:ext cx="1047750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FA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D3E248-A05B-47D4-A90D-F7AC7550C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924300"/>
            <a:ext cx="1000125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9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1D4BC7-8914-45B7-9547-01EB9EF6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8956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19050">
            <a:solidFill>
              <a:srgbClr val="D43C3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048B3A-80FD-4AB8-97A3-7143799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64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c1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163374-D802-4123-8899-453A1929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114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19050">
            <a:solidFill>
              <a:srgbClr val="D43C3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32E3F8-B128-4A09-946B-42F56607B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8670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c2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76FE27-1B54-4E3F-A49C-F634FC12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3528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43C3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E9C77D-7BA9-4CA9-8C78-17B6FFC7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051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null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2481D2-EEF8-422F-8A7C-2AFD2E2D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590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19050">
            <a:solidFill>
              <a:srgbClr val="D43C3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44E796-1165-4FA0-9D34-E032D1D95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432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c4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4F6721-F77C-4622-929A-9A8FF03E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48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19050">
            <a:solidFill>
              <a:srgbClr val="D43C3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3F0985-F7ED-48D0-A2F2-E0C47DCD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004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c5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CB5021-97D0-4D89-A280-D7B095C4F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194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free flight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6880CF-D3A7-4207-8186-4EC12759D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419350"/>
            <a:ext cx="1476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accepted collision</a:t>
            </a:r>
          </a:p>
        </p:txBody>
      </p:sp>
      <p:graphicFrame>
        <p:nvGraphicFramePr>
          <p:cNvPr id="80" name=""/>
          <p:cNvGraphicFramePr/>
          <p:nvPr/>
        </p:nvGraphicFramePr>
        <p:xfrm>
          <a:off xmlns:a="http://schemas.openxmlformats.org/drawingml/2006/main" x="7715250" y="2476500"/>
          <a:ext xmlns:a="http://schemas.openxmlformats.org/drawingml/2006/main" cx="3476625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285875"/>
                <a:gridCol w="2190750"/>
              </a:tblGrid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段階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確率則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候補時刻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Δt=−lnU/ν*, ν*=NK*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real / null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gσtot/K*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channel j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σj/σtot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post-collision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energy loss＋angular kernel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ED73C9-5377-46E1-895A-C2E3F64FE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A7543C9-E3D3-48AE-9E81-F3506782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99A5F2-7892-4199-92C1-ABA83D15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B=0では一定加速度軌道とenergy-bin交差時刻を解析的に解き、residence massを各binへ保存的に配分する。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3EA2BE0-63C8-4BAF-B923-D54F2DD0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[R5] [R6]  |  mc_core_v8/README_ja.md; electron_swarm/solvers/monte_carlo/orbit.py</a:t>
            </a:r>
          </a:p>
        </p:txBody>
      </p:sp>
    </p:spTree>
    <p:extLst>
      <p:ext uri="{BB962C8B-B14F-4D97-AF65-F5344CB8AC3E}">
        <p14:creationId xmlns:p14="http://schemas.microsoft.com/office/powerpoint/2010/main" val="78324884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BA19B3-8467-43C1-8334-CB721C9D0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0ACD4-0513-4690-8D63-E98D6C769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B083F7-9EBD-4CCC-869E-499375CC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monte_carlo 2/3：衝突モデル・EEDF推定・branching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DC686-EA39-44D7-879B-FD4551C6E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8D4665-0957-4032-AC1C-F8EBFC24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BEFBC4-F3A0-4737-B73B-19E2AB291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264331-BBEF-41DE-AE0F-523C481B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AB8930-C653-44F7-A894-9A53B5E6C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54768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9A8F38-9981-49A8-9F5D-07B2279C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9BC89-1DF0-4339-9C79-6D6EF4E84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EEDF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E4BD0-97E8-4C7A-8F85-5FAA62E6A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44481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pᵢ = [Σevents wΔt]ᵢ /(Δεᵢ Σevents wΔt)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A3BB1D-8947-4C7F-BC4C-C6F06FF6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5286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A7A017-EF90-47CF-89EB-99247255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38112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E51C10-48F5-4D91-84B8-D13E0BCCE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192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CF568-C267-40AA-AB7A-05965199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428750"/>
            <a:ext cx="4257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ν̂ⱼ=Σw∫flight Nσⱼ[ε(t)]v(t)dt / ΣwΔt</a:t>
            </a:r>
          </a:p>
        </p:txBody>
      </p:sp>
      <p:graphicFrame>
        <p:nvGraphicFramePr>
          <p:cNvPr id="49" name=""/>
          <p:cNvGraphicFramePr/>
          <p:nvPr/>
        </p:nvGraphicFramePr>
        <p:xfrm>
          <a:off xmlns:a="http://schemas.openxmlformats.org/drawingml/2006/main" x="495300" y="2362200"/>
          <a:ext xmlns:a="http://schemas.openxmlformats.org/drawingml/2006/main" cx="6858000" cy="2762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1762125"/>
                <a:gridCol w="3381375"/>
              </a:tblGrid>
              <a:tr h="4603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process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relative speed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更新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4603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9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elastic, stationary neutral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momentum transfer; optional angular 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9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elastic, thermal neutral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g=|v−Vn|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exact COM binary collision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603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9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excitation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ε′=ε−Δεj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03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9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ionization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primary/secondary energy sharing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603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9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attachment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現行trajectory lossはunsupported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784AF-9A73-4DD8-9993-D59AF57A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weighted-growth tree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8C2061-2DC5-4816-BCDE-10BDB2BB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57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1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AF0D1C-6971-44E7-94ED-B7A2EC27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9725" y="2933700"/>
            <a:ext cx="342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1FC623-DB56-43CB-86FE-E433F10B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4" name=""/>
          <p:cNvCxnSpPr>
            <a:stCxn xmlns:a="http://schemas.openxmlformats.org/drawingml/2006/main" id="18" idx="4"/>
            <a:endCxn xmlns:a="http://schemas.openxmlformats.org/drawingml/2006/main" id="20" idx="0"/>
          </p:cNvCxnSpPr>
          <p:nvPr/>
        </p:nvCxnSpPr>
        <p:spPr>
          <a:xfrm xmlns:a="http://schemas.openxmlformats.org/drawingml/2006/main" flipH="1">
            <a:off x="8467725" y="3371850"/>
            <a:ext cx="93345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51129D-0F4E-4957-80F5-D4B1BC0A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9338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w1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9B5013-6F8D-4CD2-9EF7-E8F3A3F8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57" name=""/>
          <p:cNvCxnSpPr>
            <a:stCxn xmlns:a="http://schemas.openxmlformats.org/drawingml/2006/main" id="18" idx="4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9372600" y="3371850"/>
            <a:ext cx="28575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FF7B0DB-0987-4594-BE58-9F6E0CF1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338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w2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5E9C45-B630-4CE8-8091-97AE2365E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3857625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cxnSp>
        <p:nvCxnSpPr>
          <p:cNvPr id="60" name=""/>
          <p:cNvCxnSpPr>
            <a:stCxn xmlns:a="http://schemas.openxmlformats.org/drawingml/2006/main" id="18" idx="4"/>
            <a:endCxn xmlns:a="http://schemas.openxmlformats.org/drawingml/2006/main" id="26" idx="0"/>
          </p:cNvCxnSpPr>
          <p:nvPr/>
        </p:nvCxnSpPr>
        <p:spPr>
          <a:xfrm xmlns:a="http://schemas.openxmlformats.org/drawingml/2006/main">
            <a:off x="9401175" y="3371850"/>
            <a:ext cx="87630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B634C71-275A-4AA5-9E0A-44D08F5B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39338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FFFFFF"/>
                </a:solidFill>
                <a:latin typeface="Cambria Math"/>
                <a:ea typeface="Cambria Math"/>
                <a:cs typeface="Cambria Math"/>
              </a:rPr>
              <a:t>w3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1E0A8D-E76A-4A30-BA82-C38B62B5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6672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lineage collapse → Neff低下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5F4B15-19AB-4A3C-98BC-D1D17B942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56539A-C450-4DC3-BD22-602A1E5E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37E6B7-3250-41C0-A643-B070D50D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EEDFと反応率を同一自由飛行から積分し、断面積knot・物理閾値で区間分割することで内部整合を検査できる。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FBD79B-5B4A-4380-9099-244511F3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[R5] [R6]  |  mc_core_v8/README_ja.md; histogram.py; population.py</a:t>
            </a:r>
          </a:p>
        </p:txBody>
      </p:sp>
    </p:spTree>
    <p:extLst>
      <p:ext uri="{BB962C8B-B14F-4D97-AF65-F5344CB8AC3E}">
        <p14:creationId xmlns:p14="http://schemas.microsoft.com/office/powerpoint/2010/main" val="154018338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1AE543-E871-40F4-B900-8138268F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651210-B981-48A2-BCF1-6E116631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5313FA-5AB4-4317-9BE3-23E90EF62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monte_carlo 3/3：輸送・誤差・合格条件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78489-C774-4A16-BEF2-10D82BFB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D58E04-52D4-4C80-B4F9-1454EE3A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FCDFD-117B-4563-A600-C2A02A3E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3F3BC2-A7FA-4430-A60D-708994D86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25A9D-69E9-4860-B89A-B34140F1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6858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74339-76FE-4A9F-B263-DE838FF6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1F423-5905-4ECC-816C-FE6E79D0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TR.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E518B-3602-4A72-A357-EDBFB6EE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582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W = ΣwΔr /(ΣwΔt),   Dij = Cov(δri,δrj)/(2τ)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BC926-348E-4BFE-97BF-F33648BC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81125"/>
            <a:ext cx="3905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1D8DF1-1A0F-45D1-94DF-ED88E29C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8112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7F1404-92A5-4569-8B8F-C0B1EC06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4192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56BE8A-256C-45BC-998E-7904929EB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28750"/>
            <a:ext cx="2876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CI95 = mean ± tν,0.975·SE</a:t>
            </a:r>
          </a:p>
        </p:txBody>
      </p:sp>
      <p:graphicFrame>
        <p:nvGraphicFramePr>
          <p:cNvPr id="36" name=""/>
          <p:cNvGraphicFramePr/>
          <p:nvPr/>
        </p:nvGraphicFramePr>
        <p:xfrm>
          <a:off xmlns:a="http://schemas.openxmlformats.org/drawingml/2006/main" x="495300" y="2352675"/>
          <a:ext xmlns:a="http://schemas.openxmlformats.org/drawingml/2006/main" cx="11125200" cy="3171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3905250"/>
                <a:gridCol w="5219700"/>
              </a:tblGrid>
              <a:tr h="45311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gate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判定量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失敗が示すもの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45311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normalization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|ΣpᵢΔεᵢ−1|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histogram不整合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311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replica RSE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mobility / major rates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seed間ばらつき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5311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stationarity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windowed mean / growth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burn-in不足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311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lag convergence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D(τ), energy-D(τ)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相関時間不足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5311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lineage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ESS≥128かつ≥5% at L/2,L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branching退化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5311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active closure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EEDF-rate consistency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COMSOL入力への採否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41304C-A312-48BF-83BD-3FC197EE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AD01C-927A-4F8E-A324-5944903C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B81CBC-75D6-49B3-8E13-3AA0981B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小さなRSEだけでは不十分。拡散lag、stationarity、lineageを独立に検査する。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B2BF0-0958-4BE3-A062-8FB5CD68E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[R4] [R5]  |  docs/dev/internal_monte_carlo.md</a:t>
            </a:r>
          </a:p>
        </p:txBody>
      </p:sp>
    </p:spTree>
    <p:extLst>
      <p:ext uri="{BB962C8B-B14F-4D97-AF65-F5344CB8AC3E}">
        <p14:creationId xmlns:p14="http://schemas.microsoft.com/office/powerpoint/2010/main" val="8487955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00BE752-4B22-4798-A88B-D6586336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05D203-C678-43D6-A7B0-AE348B11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FB6880-014B-4F2D-AF22-6602EFB17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propagator 1/3：(ε,μ)有限体積とcharacteristic transport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A3F950-59CE-4448-8820-AFA624C0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5628C-DB08-450B-AA6C-693172A9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FA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12F368-782F-4585-A5D2-360EE88A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D743E-05C8-44EB-A0F3-C5C848C92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20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13C79-68D8-497B-8795-E0F09AC2E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6191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81AE6A-2ACF-4A49-9FFF-5770F625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66DD5E-7F89-40C4-ACDD-619FABE27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PHASE PDE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A67BEB-EE46-475D-A5AB-9103EDD3C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5162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∂ₜp + ∂ε(aεp)+∂μ(aμp)=C[p]+gp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05E7F-8F2A-4ADE-A1A8-5171A64C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4524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B3FDC5-D899-448C-950B-30C8367F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41D6B-D56C-4EE0-BF46-6051B333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192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CELL MASS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CDBEAD-E8D2-44E7-8D62-7E75A3DA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1428750"/>
            <a:ext cx="34956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pᵢⱼ = ∫cell(i,j) f(ε,μ)dεdμ ≥ 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E2584-E422-4D3D-8C30-4AF1BDD3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04415C-9B6B-44A2-B6AD-9BF0CC9D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91" y="24288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B1A367-5B0B-4DAC-9E88-0121618A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932" y="24288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41567-72EF-4C71-B35C-92E50FA1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773" y="24288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7C3FDF-228E-43CF-B205-0409F425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614" y="24288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5A5B4B-8F2F-417F-A129-6B1EA974E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455" y="24288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94A8C8-B5AD-4914-A34F-9C233CCA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295" y="24288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FA28470-BA52-4282-AF87-612A2BBD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136" y="24288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9ADF39-A726-4A26-A62F-3F4F2D75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977" y="24288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E801D2-EA64-483F-9194-43CFBBAF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818" y="24288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4DA395-5111-4C1E-A492-0374B64B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59" y="24288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8732BE-6652-473E-AD1D-E01C17D2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792A96-0FD3-4023-A968-BD27592CE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91" y="27622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B5E42B-CEE2-446B-861D-CD1720A0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932" y="27622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DA8FD8-87FD-400A-9136-8A67A191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773" y="27622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EC7F33-2571-42AA-A1CC-C473FF52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614" y="27622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0C720C-2657-4AFE-8BD0-0C8360A4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455" y="27622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114C7DE-C1A7-4C35-8005-62CC2DA1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295" y="27622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D76628-112D-4EED-BD3C-97D5EC5C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136" y="27622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05A67B5-DBFF-492D-8598-D0415CE7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977" y="27622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895AF5-3C2F-4863-810D-4D2AFB041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818" y="27622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B146CC-FF9C-4008-8017-D34C207C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59" y="27622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86C459C-D473-4A79-9079-EED1C1FDF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5EDEA73-28DD-42E8-811B-3404AC49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91" y="30956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E57374-9FAB-4A15-B15D-FD1B3BE2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932" y="30956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8E0AD0-19D1-405E-8717-075429704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773" y="30956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6D3892D-45F5-43FB-B5F9-6B1310AB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614" y="30956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2FBD0D-0A60-467C-A3B6-0714EC65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455" y="30956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6317A85-5DC1-4E74-8A99-4AC204F0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295" y="30956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4256653-A6AE-4E66-9011-5B5822436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136" y="30956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5799D0-25DD-4657-9472-DA28A086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977" y="30956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4254C14-CCB5-440C-93E6-D8D0EDF5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818" y="30956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6BADC43-C989-4835-86E7-E5BB17740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59" y="30956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44D257-4022-4C19-9182-738361A5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290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B6D08C-24E1-43A7-A824-E1781B750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91" y="34290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FBFD7D8-BBBD-46AB-92D2-7C1C34B0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932" y="34290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6A6B4E-32F3-404B-94DF-C154C0C2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773" y="34290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8AF972D-76D0-4BCC-8A74-2C36A916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614" y="34290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721622-45A2-4714-ACE8-2EF4AF7A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455" y="34290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3A87E6B-3581-4C79-B5BB-4226AC4B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295" y="34290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F6504CA-C5DE-44A6-9F7B-09471B7B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136" y="34290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FBB9D73-F11C-44CA-B630-66223493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977" y="34290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95E51B-A8A8-437C-9B97-72C7E086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818" y="34290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3A25C0A-FECA-48CB-A160-5CE53DD4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59" y="34290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C1EFC2-30B6-48FC-A2AC-D2D89CCB9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527E4C2-5879-43C4-982A-38B6D154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91" y="37623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7DA6A1E-EF84-4A71-BDC3-C6E93F8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932" y="37623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797665E-7FA3-4FBE-AAB2-A9EC4346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773" y="37623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7A5ED9C-33AA-4AC7-A81A-8978B16A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614" y="37623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FA10CA-AAB8-4701-8FF5-C6941898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455" y="37623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8A3EB7C-A991-4338-A48C-E7B276B6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295" y="37623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62DC4DD-6253-44FA-904C-78A363BD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136" y="37623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CA5CEC9-68B1-4A24-8503-1E4E45E4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977" y="37623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B435CF8-318E-4664-AC07-5B6811AB5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818" y="37623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8988F3A-0076-493A-B5A4-AE66B25DB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59" y="376237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79B8B04-A05B-4DAD-828A-45F5F239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783D7E3-DBFE-46C6-9344-360D1394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91" y="40957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FAC08E7-43E2-4C09-AB0D-C3675817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932" y="40957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C36BE3D-4380-4AFA-859B-E387AF4C9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773" y="40957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24FE44A-88C9-4E20-8563-516809CA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614" y="40957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A55680D-B4CB-4848-A10C-54AF3F34D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455" y="40957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FDD0BE1-25A9-44DE-8E9D-6BB0021AB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295" y="40957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018654C-4B34-409E-A67A-029CCD74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136" y="40957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2D1557AA-5E95-43EE-B343-24B27D78D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977" y="40957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6026858-0125-4BBA-BCA0-0FCD2F24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818" y="40957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E528282-EB22-4B9E-A889-91736FB0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59" y="409575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4D977DCD-89C0-46D4-8627-0626466C7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291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74060EF-1AB5-44D6-BF4A-D0E3CEBA2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91" y="44291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0F6CE39A-C48F-43A4-938E-F335C746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932" y="44291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649DC72-C1DB-4E61-A5AA-32F0B020A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773" y="44291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7318EC9-49F1-47EB-AB54-1A6DFACC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614" y="44291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8B7706B-9B98-4D5F-90EC-33571620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455" y="44291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FC080EF-28E0-4C8C-BDC6-1D663BBB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295" y="44291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DA19D70-A3F2-4F28-8F06-DCBBBEC29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136" y="44291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14C73DE4-A22F-4FF7-A1F2-80937BB5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977" y="44291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15D53C2-53DD-49DD-8B5D-D7BB2F964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818" y="44291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84C245E-3CF7-4ACE-9881-59E050E0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59" y="4429125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3967281-FB2E-401A-B8D8-176773C8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E630F34-62D2-4220-A6E4-08DE9CDA1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0091" y="47625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0C817F7-BEA3-4EA2-A192-E3036BE9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2932" y="47625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F68BE49A-4B9D-43B8-89F3-591F8AEA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773" y="47625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F1339D0-A788-412B-93ED-EF74E460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8614" y="47625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3DCA3B4-8B54-4F69-B1F4-43B44568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1455" y="47625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A933A24-C3F5-4EF9-A50B-A82FD690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4295" y="47625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7647490-25C4-4F9F-9813-4956028BC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136" y="47625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9E646A79-652B-481C-B5CA-AAC2F6DF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9977" y="47625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9E5A5ED-9607-4766-9E1D-9394EB0C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2818" y="47625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CE23856-112C-4C06-9073-B4AA5FFC2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5659" y="4762500"/>
            <a:ext cx="562841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5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1F8159AA-333B-4CA3-AF2B-390A3EFD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67000"/>
            <a:ext cx="11430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B51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9577367-3479-460D-ABFD-0C7B312C6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790825"/>
            <a:ext cx="11430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3C3C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6567847-5AFF-4FDD-8FB5-0B7353BB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14650"/>
            <a:ext cx="11430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B51F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C9094FA-265B-4C40-BC3A-6E0BB791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038475"/>
            <a:ext cx="11430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3C3C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5BFA7FE-95FE-42DF-A3AC-4825EFE1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162300"/>
            <a:ext cx="11430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B51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72249DA-D86D-432F-83A0-00405FA53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286125"/>
            <a:ext cx="1143000" cy="762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43C3C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826FAE8-E2F3-47A9-A06F-FDD3F8E0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67325"/>
            <a:ext cx="619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log / sinh energy grid → threshold insertion → tail extension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C306ACB-17CE-42F7-83AA-7BD12390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23526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rPr>
              <a:t>μ=+1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6B38F72D-3FA5-4C8D-AAD1-12057228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98157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defRPr>
            </a:pPr>
            <a:r>
              <a:rPr sz="1050" b="0" i="0">
                <a:solidFill>
                  <a:srgbClr val="666666"/>
                </a:solidFill>
                <a:latin typeface="Cambria Math"/>
                <a:ea typeface="Cambria Math"/>
                <a:cs typeface="Cambria Math"/>
              </a:rPr>
              <a:t>μ=−1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44DB8EF-90F2-4E20-BEC7-0D3668CD7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295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characteristics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3BBC975-ECDE-496E-A61D-162B4FD9D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52750"/>
            <a:ext cx="30480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• cell massを流束で移送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• originはcut-cellで整列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• angular relaxationを同一operatorへ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• collision thresholdをfaceに挿入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• response mapは非負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2CC42BD-1823-48C3-B73F-AE4258C6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4F93F51-3BF2-4F4F-995E-0142CC7A5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DEF578B-2885-4212-BDAF-4972BDC0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位相空間cell massを直接発展させ、負のEEDFを作らないresponse mapを構成する。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C54B3A5E-5AF5-45A6-ABAA-373062A2F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[R3]  |  electron_swarm/solvers/propagator/grid.py; operator.py</a:t>
            </a:r>
          </a:p>
        </p:txBody>
      </p:sp>
    </p:spTree>
    <p:extLst>
      <p:ext uri="{BB962C8B-B14F-4D97-AF65-F5344CB8AC3E}">
        <p14:creationId xmlns:p14="http://schemas.microsoft.com/office/powerpoint/2010/main" val="68477555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42D551-147F-484F-898A-A72DA7E8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A89F11-C02F-4563-88D3-E2758EBDE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A8E804-A9B2-41C6-9E48-A67CAD02F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propagator 2/3：Perron responseと実(ε,μ)分布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BB17F1-90B3-41C2-9E22-BD0EE1F2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729928-16DA-45BC-A403-98060BB0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FA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F23EF0-DF46-4CD9-8858-11DE8FD3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CF36AC-95B4-48E8-87D6-592C7405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21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512B5-A708-4C15-A987-46EB5E02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4572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7119F-508D-419E-BF04-88E89A34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ACD040-8D9C-42AB-9638-8475CB95A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E40EBE-86BC-4BDF-9B91-33D1D2C0E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pout=R(g)pin,   ρ[R(g*)]=1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0A68C-141F-4EB0-8166-D87C08B0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81125"/>
            <a:ext cx="3810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3DDB1-5A3E-46DC-A555-7DE0F735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381125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B84BC-23CC-4BFE-ADC1-C794DC872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419225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CAYLEY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BF1EB9-0F24-4A62-B804-FCDD3FED9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428750"/>
            <a:ext cx="2781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RΔ≈(I−ΔL/2)⁻¹(I+ΔL/2)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41C332-1D5F-49BC-AD14-279C41DCF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81125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3A9532-218A-44E3-A59A-066EE6E10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381125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84E141-3992-405F-ADC7-92FE7E20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419225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NET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DE68E-BE0F-40B8-8CFB-3E1A951A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1428750"/>
            <a:ext cx="1162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g*=ν⁺−ν⁻</a:t>
            </a:r>
          </a:p>
        </p:txBody>
      </p:sp>
      <p:graphicFrame>
        <p:nvGraphicFramePr>
          <p:cNvPr id="74" name="Chart"/>
          <p:cNvGraphicFramePr/>
          <p:nvPr/>
        </p:nvGraphicFramePr>
        <p:xfrm>
          <a:off xmlns:a="http://schemas.openxmlformats.org/drawingml/2006/main" x="523875" y="2286000"/>
          <a:ext xmlns:a="http://schemas.openxmlformats.org/drawingml/2006/main" cx="6762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a7c1867d60e472f"/>
          </a:graphicData>
        </a:graphic>
      </p:graphicFrame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6D9FC-971D-40C9-A10F-55CB7B41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524500"/>
            <a:ext cx="24084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5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4E354B-1351-474A-9B43-C570C8BFD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5321" y="5524500"/>
            <a:ext cx="24084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4E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54C49-EC50-4C31-AC34-C4A6BEB41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6643" y="5524500"/>
            <a:ext cx="24084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1E940C-C953-4C59-A4EE-0B0C4F20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7964" y="5524500"/>
            <a:ext cx="24084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423DFD-29DC-4C97-A1E2-0FD8A4C8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86" y="5524500"/>
            <a:ext cx="24084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CC1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80C8F2-EDFC-478F-B733-6CAFC5400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0607" y="5524500"/>
            <a:ext cx="24084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63B04A-2F44-4F28-81E2-F3EB73759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1929" y="5524500"/>
            <a:ext cx="240846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DB02C-D04C-4376-99CD-CBAF75EE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48325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10^-40.0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090C7-F614-42CD-A909-9B6BAFC5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648325"/>
            <a:ext cx="809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10^-1.3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D951D9-4994-4C90-84D4-CBF1CE30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81250"/>
            <a:ext cx="3238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response construction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4F0724-ACE1-43CB-B743-05F42C14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1381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2B51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96327E-09C9-469C-AF92-E50ECD092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F7CB04-EB2D-43D2-86B7-0D16A965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971800"/>
            <a:ext cx="1133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thin shell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D657D7-3CC6-49C8-9580-DF4DC8820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3305175"/>
            <a:ext cx="1114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71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Cayley / diamond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0D58C29-CF7F-4974-BC33-103B55F5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1381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A6D9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58ABC7-5B99-4A45-BACE-7096A7B3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85750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CD31A9-430B-4B58-9472-43447D01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971800"/>
            <a:ext cx="1133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refine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F898E86-A051-4A41-BB7A-C3EF3030A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305175"/>
            <a:ext cx="1114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33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positive local map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6F709D-5A1D-4C8D-8084-1FCC2054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1381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8233A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E8DEA70-9DDA-4DED-94B7-9A39426A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719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FC0108-736D-4029-AD9A-EA2DD32FB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286250"/>
            <a:ext cx="1133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compose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E0210FF-EEBC-454C-A881-9FA932372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619625"/>
            <a:ext cx="1114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36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Redheffer product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7C1695-61FA-4EB5-8BA4-D801C07A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71950"/>
            <a:ext cx="138112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90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4CEF262-C9C6-4628-BF7B-A13C3C362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1719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8986C3-71F0-41EC-901B-C80C247C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286250"/>
            <a:ext cx="11334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eigenmode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A9FFCC-3B44-49FB-8FAD-A306612A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619625"/>
            <a:ext cx="11144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Arnoldi + Brent</a:t>
            </a:r>
          </a:p>
        </p:txBody>
      </p:sp>
      <p:cxnSp>
        <p:nvCxnSpPr>
          <p:cNvPr id="101" name=""/>
          <p:cNvCxnSpPr>
            <a:stCxn xmlns:a="http://schemas.openxmlformats.org/drawingml/2006/main" id="31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9191625" y="32766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31" idx="2"/>
            <a:endCxn xmlns:a="http://schemas.openxmlformats.org/drawingml/2006/main" id="39" idx="0"/>
          </p:cNvCxnSpPr>
          <p:nvPr/>
        </p:nvCxnSpPr>
        <p:spPr>
          <a:xfrm xmlns:a="http://schemas.openxmlformats.org/drawingml/2006/main">
            <a:off x="8501063" y="36957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03" name=""/>
          <p:cNvCxnSpPr>
            <a:stCxn xmlns:a="http://schemas.openxmlformats.org/drawingml/2006/main" id="39" idx="3"/>
            <a:endCxn xmlns:a="http://schemas.openxmlformats.org/drawingml/2006/main" id="43" idx="1"/>
          </p:cNvCxnSpPr>
          <p:nvPr/>
        </p:nvCxnSpPr>
        <p:spPr>
          <a:xfrm xmlns:a="http://schemas.openxmlformats.org/drawingml/2006/main">
            <a:off x="9191625" y="45910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04" name=""/>
          <p:cNvCxnSpPr>
            <a:stCxn xmlns:a="http://schemas.openxmlformats.org/drawingml/2006/main" id="35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10358438" y="369570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B544488-1F92-47F1-8333-F7E28358C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B5C11F1-B0B5-44D6-9908-213B44B6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E6E2CD4-1373-41DF-8AF5-DD6E8BDB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Perron固有ベクトルがstationary positive mode、ρ=1の根がgrowth gを与える。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E30F84-8FDB-4B98-8FBA-F2721ED7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[R3]  |  propagator_function_eedf_mean_energy_guarded.sqlite: energy_angle_bins</a:t>
            </a:r>
          </a:p>
        </p:txBody>
      </p:sp>
    </p:spTree>
    <p:extLst>
      <p:ext uri="{BB962C8B-B14F-4D97-AF65-F5344CB8AC3E}">
        <p14:creationId xmlns:p14="http://schemas.microsoft.com/office/powerpoint/2010/main" val="1202942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D3587-530E-4047-8F3A-EC373708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7E5D64-87B6-486A-B1A9-8ED75A784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15A34E-FD9E-4AB2-AE64-FA5C62BB8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propagator 3/3：観測量とdeterministic refinement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51DD7-942E-4F71-B3FF-D209002E4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DC584-2729-4907-A8F1-21546FEF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FA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2A3600-93D0-49EF-8218-90191B487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DC8FA3-1B44-4613-BF37-8E62573D2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E8F91-ECB1-4B4F-9520-C5558DD5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5429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3337DD-CD84-45A6-986F-4BFE117CB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972DA8-4FD8-466C-ABBE-3080CAC0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MOM.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239F9-5F9C-4032-8ABE-CDDE86D6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p(εi)=Σj pᵢⱼ/Δεi,   ⟨ε⟩=Σij εi pᵢⱼ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22912-D236-4711-82E5-18CDA5A8D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5334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FDD30-8652-4DF2-B6B1-15FF514D9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81125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827134-D6A8-490B-B0F2-AC51A1A1B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419225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DRIFT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647B32-FEE9-444A-9B33-A7BE05B1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428750"/>
            <a:ext cx="4305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W=Σij pᵢⱼ⟨v⟩i μj</a:t>
            </a:r>
          </a:p>
        </p:txBody>
      </p:sp>
      <p:graphicFrame>
        <p:nvGraphicFramePr>
          <p:cNvPr id="38" name=""/>
          <p:cNvGraphicFramePr/>
          <p:nvPr/>
        </p:nvGraphicFramePr>
        <p:xfrm>
          <a:off xmlns:a="http://schemas.openxmlformats.org/drawingml/2006/main" x="495300" y="2381250"/>
          <a:ext xmlns:a="http://schemas.openxmlformats.org/drawingml/2006/main" cx="11125200" cy="2238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2333625"/>
                <a:gridCol w="1809750"/>
                <a:gridCol w="1619250"/>
                <a:gridCol w="2505075"/>
              </a:tblGrid>
              <a:tr h="55959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qualification set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grid pair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max δ⟨ε⟩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max δW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max weighted L1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5959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 maxent 0.05–1 Td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medium / fine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0.393%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0.544%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0.637%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959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 inelastic 10–500 Td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medium / fine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0.178%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0.619%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5959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GEC high field 4000 Td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300×48 / 600×72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0.374%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0.547%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0.252%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4D291-AD2A-43D9-A582-CBE6F544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未提供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AFBB9B-13F5-48E1-873A-6C84184C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924425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validated bulk drift/diffusion、energy transport、B≠0、RF/time-periodic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71A1F0-70BF-48D0-A00C-FC393957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71F406-5194-4934-9022-DE9D2D0EB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04FDF-4E54-481E-B88C-4BC90161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propagatorの強みは統計ノイズのない独立離散化；範囲外のtransportを推定で補わない。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88143A-ADF5-4022-B02F-712799F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docs/testing_and_benchmarks.md; propagator_*_qualification.json</a:t>
            </a:r>
          </a:p>
        </p:txBody>
      </p:sp>
    </p:spTree>
    <p:extLst>
      <p:ext uri="{BB962C8B-B14F-4D97-AF65-F5344CB8AC3E}">
        <p14:creationId xmlns:p14="http://schemas.microsoft.com/office/powerpoint/2010/main" val="211117763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CEC034-CA7C-4C62-89DC-1FA33FA5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III. SWARM理論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221DE0-A07C-409A-91E3-579BDE86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PLASMA PHYSICS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8B8EC-3DD8-4114-8EB5-FDC91168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4手法の数理構造と使い分け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EAFB23-E0EC-4A22-BE7E-F0915242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20EBF9-2E10-430A-8131-9F13CC9F4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14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98FF9-7B01-4067-87B6-7A067FF4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24461-1C80-4A8F-993B-123F9FE5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23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00050" y="1428750"/>
          <a:ext xmlns:a="http://schemas.openxmlformats.org/drawingml/2006/main" cx="11315700" cy="3067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76375"/>
                <a:gridCol w="1952625"/>
                <a:gridCol w="2571750"/>
                <a:gridCol w="952500"/>
                <a:gridCol w="1333500"/>
                <a:gridCol w="3028950"/>
              </a:tblGrid>
              <a:tr h="61341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solver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状態変数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主誤差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noise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計算コスト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半導体開発での役割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61341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two_term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p(ε)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ℓ≥2切断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低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広いrecipe sweep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multi_term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F₀…Fᴸ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ℓmax＋angular source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なし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中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角度閉包の感度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1341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monte_carlo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particle histories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sampling＋collision model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あり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独立検算、B場、複雑trajectory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1341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propagator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cell mass p(ε,μ)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grid＋P1 collision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なし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中～高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deterministic独立検算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F29897-E86E-49BD-A836-37128A56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選択規則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AFCA90-C3B8-47B0-8A00-9E66A8865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762500"/>
            <a:ext cx="9191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① two_termで探索 → ② propagatorで離散化独立性 → ③ multi_termで角度次数 → ④ MCで軌道・統計的反証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B6DFD1-C303-4FBE-A2F4-0956F1FB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A8153-0C7C-48B0-A27D-65E6A7FA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77F47-9165-4630-A4B3-C911E506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solver名ではなく、支配的な誤差源に対して直交する検算を選ぶ。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D9671D-BE5F-4EEC-B4CB-FF37F7DC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[R1] [R3] [R5]</a:t>
            </a:r>
          </a:p>
        </p:txBody>
      </p:sp>
    </p:spTree>
    <p:extLst>
      <p:ext uri="{BB962C8B-B14F-4D97-AF65-F5344CB8AC3E}">
        <p14:creationId xmlns:p14="http://schemas.microsoft.com/office/powerpoint/2010/main" val="62942534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642465-E983-481E-86DE-6F979025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B2086D-D2F8-4C12-9E06-329CC370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A0DBAA-4C08-4078-9189-C34E5C487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衝突断面積のprovenanceと共通物理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E886F-F9F6-4FF4-9EA3-00119FD3E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E99FE2-41F3-4EDD-9155-EF137462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C2F97-5560-4ECC-BDE7-52F46C6C9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97D45-739E-466C-9004-A1AA17BDB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24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495300" y="1476375"/>
          <a:ext xmlns:a="http://schemas.openxmlformats.org/drawingml/2006/main" cx="111252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86000"/>
                <a:gridCol w="1143000"/>
                <a:gridCol w="2857500"/>
                <a:gridCol w="4838700"/>
              </a:tblGrid>
              <a:tr h="57150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gas / set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processes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本比較で使用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注意点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7150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 / Biagi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pure Ar, mixtures共通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elastic・excitation・ionization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N₂ / Biagi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46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 90% + N₂ 10%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rotation欠落；1 Tdは境界参照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7150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O₂ / Biagi full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attachment sensitivity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binary dissociative attachmentを含む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O₂ common no-attachment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3-solver main comparison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電気陰性plasma予測ではない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5FFF3-0416-430D-9822-3F59308A7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14875"/>
            <a:ext cx="1524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source hashes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A05995-DC06-4F2F-AB09-C424EBF0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657725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 i="0">
                <a:solidFill>
                  <a:srgbClr val="2F2F2F"/>
                </a:solidFill>
                <a:latin typeface="Cascadia Mono"/>
                <a:ea typeface="Cascadia Mono"/>
                <a:cs typeface="Cascadia Mono"/>
              </a:defRPr>
            </a:pPr>
            <a:r>
              <a:rPr sz="1200" b="0" i="0">
                <a:solidFill>
                  <a:srgbClr val="2F2F2F"/>
                </a:solidFill>
                <a:latin typeface="Cascadia Mono"/>
                <a:ea typeface="Cascadia Mono"/>
                <a:cs typeface="Cascadia Mono"/>
              </a:rPr>
              <a:t>Ar 11f7…  |  N₂ 430e…  |  O₂ full cfb…  |  O₂ no-attachment af040…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EE7B2A-E35C-499F-A687-AF144B457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8750"/>
            <a:ext cx="1028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再現条件：Tg=300 K, p=13.3 Pa, homogeneous DC, B=0, e–e off, E/N={1,10,100,1000} 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B62C6-E03F-40D9-B7D7-96AE7246B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A5F55-7E02-437F-BE08-C5FF4130C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47CAB9-D10C-4B92-B956-6FAA5D8D3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solver差を解釈する前に、process setとattachment有無を一致させる。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EF961E-13E8-449F-9F6A-7CA77459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[R2]  |  outputs/lxcat_swarm_validation/raw_lxcat/*; evaluation/README_ja.md</a:t>
            </a:r>
          </a:p>
        </p:txBody>
      </p:sp>
    </p:spTree>
    <p:extLst>
      <p:ext uri="{BB962C8B-B14F-4D97-AF65-F5344CB8AC3E}">
        <p14:creationId xmlns:p14="http://schemas.microsoft.com/office/powerpoint/2010/main" val="2409157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4DDDB-43B3-4694-B7EA-91E467CB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6717C-0F0A-4A48-959D-23C78624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C7EC03-EAE7-48FD-A480-CF8D1DFA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純Ar：EEDFのE/N依存と3-solver一致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5780E-8F41-4F0C-BFCC-56C52F6E5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縦軸はenergy PDF p(ε)、両軸log₁₀表示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636F68-3E1D-4DA4-8A6C-F7F2DB40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974E40-6087-4C7D-999F-7B0BE972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0F8A8-66A4-4795-AA2F-EBE57ED4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13786-C16C-447C-93C4-7CC965F16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25</a:t>
            </a:r>
          </a:p>
        </p:txBody>
      </p:sp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7f84c7c70745a0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334125" y="1381125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4d6a493d224eed"/>
          </a:graphicData>
        </a:graphic>
      </p:graphicFrame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428625" y="3571875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177a5e08a21404c"/>
          </a:graphicData>
        </a:graphic>
      </p:graphicFrame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6334125" y="3571875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da087244944dba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F088FB-5DD8-4911-BCE0-9332708D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4357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FA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43CDF-5221-4A83-A8DE-EE00FC870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two_term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4B4C1C-59FD-442D-95DB-433AED45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74357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9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B16764-1FA2-4985-AB38-A04C40433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monte_carlo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CB2435B-134A-4CBB-9963-24D46954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743575"/>
            <a:ext cx="36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FAC0C3-AB4D-4798-95CD-5ECD9365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propagator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E34E3-C552-40D1-976B-70CF74961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407DDA-CD30-45E6-97CF-55AD7782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0367CE-6878-4025-8F63-A816F086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E/N上昇でtailが11.5 eV励起・15.8 eV電離閾値へ伸びる。差はbulkよりtail-weighted rateで増幅される。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9883B0-E1BA-4226-874C-93ACEDE06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[R1] [R2]  |  outputs/argon_gec_icp/{two_term,monte_carlo,propagator}_tables/*/eedf.csv</a:t>
            </a:r>
          </a:p>
        </p:txBody>
      </p:sp>
    </p:spTree>
    <p:extLst>
      <p:ext uri="{BB962C8B-B14F-4D97-AF65-F5344CB8AC3E}">
        <p14:creationId xmlns:p14="http://schemas.microsoft.com/office/powerpoint/2010/main" val="163270695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189F07-1611-43F6-9A4C-0E5B77C34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4A523-0718-4422-A9E3-DDD161A25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B62786-442A-4226-A0D5-065DCEB2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純Ar：EEDF距離は最大4%未満、最大差は高電界tail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73D8BB-284C-4C24-9227-0A2D5CE32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88501B-8F10-479F-BE69-5A75DF299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91561-830B-41EA-B2C4-2D9469F61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9436B-8557-43C7-A1B3-FCD4B010A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26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c390a7c5acb43cc"/>
          </a:graphicData>
        </a:graphic>
      </p:graphicFrame>
      <p:graphicFrame>
        <p:nvGraphicFramePr>
          <p:cNvPr id="24" name=""/>
          <p:cNvGraphicFramePr/>
          <p:nvPr/>
        </p:nvGraphicFramePr>
        <p:xfrm>
          <a:off xmlns:a="http://schemas.openxmlformats.org/drawingml/2006/main" x="8048625" y="1619250"/>
          <a:ext xmlns:a="http://schemas.openxmlformats.org/drawingml/2006/main" cx="3429000" cy="1952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952500"/>
                <a:gridCol w="809625"/>
                <a:gridCol w="809625"/>
                <a:gridCol w="857250"/>
              </a:tblGrid>
              <a:tr h="650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pair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max TV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E/N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reported δ⟨ε⟩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650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MC−2T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3.81%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2500 Td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2.98%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Prop−2T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3.94%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2500 Td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2.00%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5003EA-0104-4D4B-B537-5804D5B8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286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TVは全エネルギー域の確率質量差。局所的なtail相対差とは異なる。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8F755-A437-49CE-84C9-B26995546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0125"/>
            <a:ext cx="280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max: 3.94%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72430D-8391-489D-AF21-FD1C9F05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B83CA6-86F7-4048-8AB8-3E3270CD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37B735-E37A-4529-A8EB-B79F0B96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純Arの3-solver間差は小さいが、rateは閾値積分なのでTVだけで合否を決めない。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52C15D-A961-4F51-9FDD-FFE4EF15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outputs/argon_gec_icp/eedf_comparison/eedf_comparison_metrics.csv</a:t>
            </a:r>
          </a:p>
        </p:txBody>
      </p:sp>
    </p:spTree>
    <p:extLst>
      <p:ext uri="{BB962C8B-B14F-4D97-AF65-F5344CB8AC3E}">
        <p14:creationId xmlns:p14="http://schemas.microsoft.com/office/powerpoint/2010/main" val="42001150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F990F7-4E96-43E2-B42D-DF3A06283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E8019-CEA2-4694-84FD-2B436D4A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7053B-375A-43D1-BBCD-BC7D9F05D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純Ar：平均エネルギーとflux driftの比較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9902B6-C723-4735-89D6-EDB7E0AE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D913C-D5C0-476C-B9FD-9D4F56AC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DAA94A-EE20-4A85-8052-51D0DD9A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5B1B4D-F147-431F-9B35-3BEF72F4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27</a:t>
            </a:r>
          </a:p>
        </p:txBody>
      </p:sp>
      <p:graphicFrame>
        <p:nvGraphicFramePr>
          <p:cNvPr id="21" name="Chart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5476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f93e46f9ec84fa1"/>
          </a:graphicData>
        </a:graphic>
      </p:graphicFrame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238875" y="1476375"/>
          <a:ext xmlns:a="http://schemas.openxmlformats.org/drawingml/2006/main" cx="54768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9046b22865e4000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7032EF-1089-4F7A-B56B-E1920AD1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7C7FD4-F907-417E-9B74-9CA05E5C3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1044D0-59CD-4DFA-91BF-0995DA29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平均エネルギーとdriftの一致はbulk moment整合を示すが、angular closureとtail rateの検証を置き換えない。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14365-6F1C-4EFC-8F78-965728FA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transport_vs_en.csv for three solvers</a:t>
            </a:r>
          </a:p>
        </p:txBody>
      </p:sp>
    </p:spTree>
    <p:extLst>
      <p:ext uri="{BB962C8B-B14F-4D97-AF65-F5344CB8AC3E}">
        <p14:creationId xmlns:p14="http://schemas.microsoft.com/office/powerpoint/2010/main" val="172530591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01339-AD1D-4A53-A522-7A59CB69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05083-783D-4CA2-8BBC-ACE76326D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49A22-FF6F-4D26-8D60-3185E2A6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純Ar：励起・電離rateはEEDF tailを選択的に読む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1F208E-3E6D-41F9-8615-8DC6623E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5B939-E428-4E24-865A-02D3E147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3D481A-14E7-4B62-B791-FB4E13B5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0A804-03C5-4567-80CD-8FEFAE85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28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547687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f5ecc272f641fb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238875" y="1476375"/>
          <a:ext xmlns:a="http://schemas.openxmlformats.org/drawingml/2006/main" cx="5476875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3c5bf643c54c53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AFDA7D-0305-4F11-8A69-5536A93A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314950"/>
            <a:ext cx="638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D43C3C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D43C3C"/>
                </a:solidFill>
                <a:latin typeface="Cambria Math"/>
                <a:ea typeface="Cambria Math"/>
                <a:cs typeface="Cambria Math"/>
              </a:rPr>
              <a:t>kⱼ=∫threshold∞ σⱼvp dε：閾値以下のbulkは寄与しない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0C4C74-788B-4A84-BAC0-7C3AAEDE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0030E2-1E27-46AD-9AAA-49D2A493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A1C7BF-7C65-4934-94DC-173D3F61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EEDFの“見た目の一致”より、対象反応のkernel σⱼvとの重なりを評価する。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3D727-0269-4FC3-87A1-90E8EBE6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rates_vs_en.csv; Ar thresholds 11.5 / 15.8 eV</a:t>
            </a:r>
          </a:p>
        </p:txBody>
      </p:sp>
    </p:spTree>
    <p:extLst>
      <p:ext uri="{BB962C8B-B14F-4D97-AF65-F5344CB8AC3E}">
        <p14:creationId xmlns:p14="http://schemas.microsoft.com/office/powerpoint/2010/main" val="11750342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6368C-6ABD-469C-9F65-C2FB0D5D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EB801F-9F28-43A2-8E10-73C0568E6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8BD960-9D55-4336-9121-C58C6021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純Ar：数値品質とclosure採用の判定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70EF96-7276-455F-B9DF-1C583FEB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D0C2E-4328-4D4D-8C21-25BFD1D8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0AAF1D-F0B8-455F-8DE7-EF2E81D3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05BF6-7F51-4E47-B64B-9419BA832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29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1114425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1809750"/>
                <a:gridCol w="2857500"/>
                <a:gridCol w="4095750"/>
              </a:tblGrid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solver / gate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passed / total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最大・代表値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解釈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two_term table quality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14 / 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tail-converged bundle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deterministic closure available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MC full qualification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 / 14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stationarity / lagが制限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全輸送量を一括採用しない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MC active closure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14 / 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Function-EEDF必要量に限定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COMSOL入力としてqualified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propagator core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14 / 14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max residual 1.43e-15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deterministic convergence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EEDF normalization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all shown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max error 4.44e-16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確率質量保存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99A45-A3DF-4761-B477-356AC20E1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重要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08627-03A7-4579-BC6D-3BD9DFD8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53000"/>
            <a:ext cx="9334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MCのfull transport failureとFunction-EEDF closure acceptanceは矛盾しない。採用対象の物理量が異なる。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F9B884-32A0-41F2-BBF9-C8248ACB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D8F5CA-DA53-4427-9774-06EF37E5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99A57B-8B73-4944-BCA2-96F0E1BA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quality gateはsolver全体の称号ではなく、使用する出力量ごとの契約。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6D2990-0C38-474C-8C26-1550F475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quality.csv for three solvers; run_status.json</a:t>
            </a:r>
          </a:p>
        </p:txBody>
      </p:sp>
    </p:spTree>
    <p:extLst>
      <p:ext uri="{BB962C8B-B14F-4D97-AF65-F5344CB8AC3E}">
        <p14:creationId xmlns:p14="http://schemas.microsoft.com/office/powerpoint/2010/main" val="577861893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EE7714-7DA1-4282-ADBD-5BDB4B0FD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7304C6-02C5-4B70-A2F0-7D7C071B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55AB44-0012-4E32-A39C-0BF389EB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混合ガス比較：Ar 90% + additive 10%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F319D-9850-41FF-AA94-00A50582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357EA3-B0F0-4C61-9E38-7C86297B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233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489DA-25B3-4D72-9C67-18410D8DF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7588E-A5BC-46B8-98EB-8CD7536D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30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11144250" cy="2619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95500"/>
                <a:gridCol w="3238500"/>
                <a:gridCol w="3238500"/>
                <a:gridCol w="2571750"/>
              </a:tblGrid>
              <a:tr h="65484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case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energy sink / source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期待されるEEDF効果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比較上の制約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65484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Ar/N₂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N₂ vibrational/electronic excitation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1–10 eV域の冷却・構造変化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Biagi setのrotation欠落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5484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Ar/O₂ no attachment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O₂ vibrational/electronic excitation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low-energy bulkとtailを再配分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main 3-solver共通物理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5484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Ar/O₂ + DA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e+O₂→O+O⁻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population growthを負方向へ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MC trajectory loss未対応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9D6BC5-4579-4658-9F1C-95DB2B48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42862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635E31-E4FB-4D9E-AD9C-F3AA476CE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7048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D1784-7B40-4BF1-AA17-EE3057E5A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60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MIX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E9C8C6-C4B8-4835-8301-1AD895531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0675" y="4572000"/>
            <a:ext cx="32575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Σs xs=1,   Cmix=Σs xs 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69FF4A-C209-47EF-9BB6-8F824852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4762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B1634-0438-42AD-8A73-FADA868FC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70485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DE74E7-61D4-4026-8C1F-BD1B9EC8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62475"/>
            <a:ext cx="6096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LOSS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B9A88C-8C01-4F80-A720-137DF5D0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72000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Rattach = nₑN xO₂ katt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3B82AA-4968-4720-8E67-94874ABFD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E8E7D0-6973-48F8-962D-E0DBCEB2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BAC3E6-BF2D-4B01-8BA5-57A9291D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組成差は“平均断面積”ではなく、各閾値kernelとEEDFの自己整合再配分として現れる。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BB28B-3DE2-42A8-ADB8-B06D81F5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[R2]  |  outputs/lxcat_swarm_validation/evaluation/README_ja.md</a:t>
            </a:r>
          </a:p>
        </p:txBody>
      </p:sp>
    </p:spTree>
    <p:extLst>
      <p:ext uri="{BB962C8B-B14F-4D97-AF65-F5344CB8AC3E}">
        <p14:creationId xmlns:p14="http://schemas.microsoft.com/office/powerpoint/2010/main" val="708478620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48B9C4-274A-4147-8693-1862B2F8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38C10F-7846-4934-9610-FDA3A7AC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4B698-8330-455C-B573-BE6C45E48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Ar 90% + N₂ 10%：EEDFと振動励起による冷却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7817FD-BF3D-4687-BBD3-9A022BCA9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5E6BB0-1061-4BF5-8A45-EEB3D33C2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233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B1F367-D98D-42C0-B656-D913B94B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08186-AC50-44BA-B701-304C2A6E8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31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ed9e13a269340e1"/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334125" y="1381125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f5936c8c644807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8625" y="3571875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d669b25d804395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334125" y="3571875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a22e995b8ae4b3b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42775E-550E-4DCC-812B-6679C7BA9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43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F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A52C9-2251-4D11-852D-8C4ECC1B7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3880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two_term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DC8817-92B9-46CC-BD17-0723E784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743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9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BD73E-DE68-41AB-9468-9F727F29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63880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raw MC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7A7CBC-B3BB-48F8-977A-A77B3BB4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43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64FF3A-D89F-4AEB-BB2D-A2C62900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propagator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89EC30-1C1F-4F06-A516-5E339372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FE1B1-2337-4FB5-981C-B123CBCCD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248A0B-6D23-405E-9BF7-89AC41FC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10 Tdで⟨ε⟩=1.297–1.328 eV；N₂の非弾性lossがAr単ガスより低いenergy bulkを形成する。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40B002-5694-44BE-AE58-1FAE2167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[R2]  |  lxcat_swarm_validation tables + MC aggregate EEDF</a:t>
            </a:r>
          </a:p>
        </p:txBody>
      </p:sp>
    </p:spTree>
    <p:extLst>
      <p:ext uri="{BB962C8B-B14F-4D97-AF65-F5344CB8AC3E}">
        <p14:creationId xmlns:p14="http://schemas.microsoft.com/office/powerpoint/2010/main" val="436508196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F5BEA-5EED-438B-8003-E834561A8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2BF04-41C8-4857-8C71-FCC47E11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5432ED-A857-4093-BCC3-A4377E7B7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Ar/N₂：raw EEDF差とMC資格を同じE/N軸で読む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235DF-2E43-43A5-8470-989D00FA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33FC9-538B-4380-B69D-A43CA7807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233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998191-2C6B-4AA7-9491-90FB873A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CAFA3F-71D4-4443-9187-5D4E2692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32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53816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72f1bd45614389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191250" y="1476375"/>
          <a:ext xmlns:a="http://schemas.openxmlformats.org/drawingml/2006/main" cx="5381625" cy="2714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f82d3b67faf478f"/>
          </a:graphicData>
        </a:graphic>
      </p:graphicFrame>
      <p:graphicFrame>
        <p:nvGraphicFramePr>
          <p:cNvPr id="24" name=""/>
          <p:cNvGraphicFramePr/>
          <p:nvPr/>
        </p:nvGraphicFramePr>
        <p:xfrm>
          <a:off xmlns:a="http://schemas.openxmlformats.org/drawingml/2006/main" x="2428875" y="4333875"/>
          <a:ext xmlns:a="http://schemas.openxmlformats.org/drawingml/2006/main" cx="7334250" cy="1476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24000"/>
                <a:gridCol w="1428750"/>
                <a:gridCol w="2190750"/>
                <a:gridCol w="2190750"/>
              </a:tblGrid>
              <a:tr h="2952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1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E/N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full transport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active closure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1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mobility RSE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2952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78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 Td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FAIL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2.23%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78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 Td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FAIL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0.15%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2952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78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 Td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FAIL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952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78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1000 Td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78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0.01%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05F8F-C0FC-4931-BC97-20842DAA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13E8C8-C920-4F7C-9356-F5C8F0E55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BAD0BD-69DD-42D2-89BA-22F74F0A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active closure 4/4、full transport 1/4。100 Tdはgrowth整合を満たすがdiffusion lagは未収束。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1BD35D-7CB8-493C-849B-40A846481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mc_refinement_v7 + mc_core_v8; conservative union-grid TV</a:t>
            </a:r>
          </a:p>
        </p:txBody>
      </p:sp>
    </p:spTree>
    <p:extLst>
      <p:ext uri="{BB962C8B-B14F-4D97-AF65-F5344CB8AC3E}">
        <p14:creationId xmlns:p14="http://schemas.microsoft.com/office/powerpoint/2010/main" val="386108238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EBD79-DE84-4497-AE31-2ED20A2A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121D3C-EFDA-49DC-99AC-7E4DE586D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D6381-293D-4CDD-9282-7E42C808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Ar 90% + O₂ 10%：共通no-attachment閉包のEEDF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5F611-65D7-4F58-80BA-DE04B921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48C76B-BE06-40ED-A210-CD24D2AC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233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13E19-3DF0-4607-B594-1F984ABC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4591C-2215-4E5E-87C0-8AB26F55C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33</a:t>
            </a:r>
          </a:p>
        </p:txBody>
      </p:sp>
      <p:graphicFrame>
        <p:nvGraphicFramePr>
          <p:cNvPr id="29" name="Chart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b89fc4e9e6b4b9a"/>
          </a:graphicData>
        </a:graphic>
      </p:graphicFrame>
      <p:graphicFrame>
        <p:nvGraphicFramePr>
          <p:cNvPr id="30" name="Chart"/>
          <p:cNvGraphicFramePr/>
          <p:nvPr/>
        </p:nvGraphicFramePr>
        <p:xfrm>
          <a:off xmlns:a="http://schemas.openxmlformats.org/drawingml/2006/main" x="6334125" y="1381125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868731fa7d4d92"/>
          </a:graphicData>
        </a:graphic>
      </p:graphicFrame>
      <p:graphicFrame>
        <p:nvGraphicFramePr>
          <p:cNvPr id="31" name="Chart"/>
          <p:cNvGraphicFramePr/>
          <p:nvPr/>
        </p:nvGraphicFramePr>
        <p:xfrm>
          <a:off xmlns:a="http://schemas.openxmlformats.org/drawingml/2006/main" x="428625" y="3571875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6ae87b3219d41cf"/>
          </a:graphicData>
        </a:graphic>
      </p:graphicFrame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6334125" y="3571875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396f3509bc4ce0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F1D00B-DD1A-427B-A44E-4AB957D8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743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7F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03787-2B45-4582-A79E-14F2A922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63880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two_term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1996F7-31D6-414D-95F8-73A41CA5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743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9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C60BD3-5135-43C6-9798-75D9AF32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63880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raw MC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140F72-0AE7-44D8-BF9E-FBB39F41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7435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1C0BA3-47BE-455B-9161-81F34FB9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38800"/>
            <a:ext cx="1095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propagator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3C45DB-A2B5-4F8E-A821-B73E585E1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E9544-092F-42A0-8698-E7C72E553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AEF603-8F5B-4BF0-92DC-E813200A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1 Tdのraw MC–2T TV=4.32%が最大。active closureは4/4、full transportは10/1000 Tdのみ合格。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7F7803-249D-4FF7-974A-47FBEC7FA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[R2]  |  O₂ common no-attachment 13-process set</a:t>
            </a:r>
          </a:p>
        </p:txBody>
      </p:sp>
    </p:spTree>
    <p:extLst>
      <p:ext uri="{BB962C8B-B14F-4D97-AF65-F5344CB8AC3E}">
        <p14:creationId xmlns:p14="http://schemas.microsoft.com/office/powerpoint/2010/main" val="168229268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020AFD-184C-4BA5-ABF0-50175F9B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F4DE53-9C7A-4844-B356-E918AAEE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02C881-2C81-4A6A-8F77-0594A164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O₂ attachment：EEDF shape差が小さくてもpopulation growthは反転する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1F42C-B039-49D6-B1AC-FA5108AF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37D86-3AF5-4845-8BB4-C36F1B24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233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F725A-87C2-4E5B-8FF7-57AD2DA5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776BA9-7A5A-4A50-A0F9-75DBB49F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34</a:t>
            </a:r>
          </a:p>
        </p:txBody>
      </p:sp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533400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044d385dc584524"/>
          </a:graphicData>
        </a:graphic>
      </p:graphicFrame>
      <p:graphicFrame>
        <p:nvGraphicFramePr>
          <p:cNvPr id="26" name=""/>
          <p:cNvGraphicFramePr/>
          <p:nvPr/>
        </p:nvGraphicFramePr>
        <p:xfrm>
          <a:off xmlns:a="http://schemas.openxmlformats.org/drawingml/2006/main" x="6191250" y="1476375"/>
          <a:ext xmlns:a="http://schemas.openxmlformats.org/drawingml/2006/main" cx="5381625" cy="3238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143000"/>
                <a:gridCol w="952500"/>
                <a:gridCol w="1666875"/>
                <a:gridCol w="1619250"/>
              </a:tblGrid>
              <a:tr h="64770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2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E/N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TV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 (no att.) [s⁻¹]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2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 (+DA) [s⁻¹]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64770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 Td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0.000%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1.17e-11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-0.056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 Td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0.349%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0.014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-6535.990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4770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 Td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0.016%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1.50e+5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1.35e+5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1000 Td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0.002%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4.65e+7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4.65e+7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905194-D4DB-478C-BED1-4AF5AB8C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00625"/>
            <a:ext cx="7429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B4E5C-C18D-4343-A3C4-F5AC7938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000625"/>
            <a:ext cx="704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0D8CB7-E488-4B4F-818A-E8C055B0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038725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AF4AA6-15AF-47A6-A556-52E3782B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048250"/>
            <a:ext cx="640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Cattach[p] = −Nvσatt(ε)p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985AA-3DC1-4137-8C72-849458D6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3B5207-D6BA-4AEE-B189-AC0CB691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2022EB-A050-403C-9431-4E6824AA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10 Td：TV=0.349%・⟨ε⟩−0.458%でも、gは+0.014→−6.54×10³ s⁻¹。密度収支はtail形状以上に敏感。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9F784-44DB-4855-A580-E42940C9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evaluation/attachment_sensitivity.csv</a:t>
            </a:r>
          </a:p>
        </p:txBody>
      </p:sp>
    </p:spTree>
    <p:extLst>
      <p:ext uri="{BB962C8B-B14F-4D97-AF65-F5344CB8AC3E}">
        <p14:creationId xmlns:p14="http://schemas.microsoft.com/office/powerpoint/2010/main" val="68420933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579EB0-0EE9-4D12-A1B3-05F2EB23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6735F-BAA7-4EB7-81B9-630196E15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D3A1E-C2AE-44C5-AE57-63EBA5B4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混合ガスMC：EEDF・rate閉包とfull transportを分離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5BD1AA-D501-42C7-ACCF-3846ACB6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05964-3DF0-4B5B-93B8-7942D49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233A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000459-E7E4-4092-85A8-AAD6A8491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34240-3337-4CAC-8960-CDEF1FDD3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35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11334750" cy="1952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71625"/>
                <a:gridCol w="1714500"/>
                <a:gridCol w="1714500"/>
                <a:gridCol w="6334125"/>
              </a:tblGrid>
              <a:tr h="48815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mixture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active closure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full transport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critical evidence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48815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9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Ar/O₂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4/4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2/4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 Tdでraw MC–2T TV=4.32%; no-attachment共通物理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8815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9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Ar/N₂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4/4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1/4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 Tdはv8でgrowth整合PASS; fullはtime horizon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8815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9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Ar/Cl₂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3/4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1/4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9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 Tdの35.5/43.5 eV二重電離が全replica未観測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2" name=""/>
          <p:cNvGraphicFramePr/>
          <p:nvPr/>
        </p:nvGraphicFramePr>
        <p:xfrm>
          <a:off xmlns:a="http://schemas.openxmlformats.org/drawingml/2006/main" x="428625" y="3714750"/>
          <a:ext xmlns:a="http://schemas.openxmlformats.org/drawingml/2006/main" cx="11334750" cy="1666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1809750"/>
                <a:gridCol w="1476375"/>
                <a:gridCol w="1047750"/>
                <a:gridCol w="2381250"/>
                <a:gridCol w="3190875"/>
              </a:tblGrid>
              <a:tr h="5556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1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 Td case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growth interval max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direct−event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active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full failure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1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wall / barriers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556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Ar/N2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0.995546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-1.554%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time_horizon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550.2 s / 151.0 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Ar/Cl2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0.994423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-1.323%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FAIL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rare_tail + time_horizon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236.6 s / 184.5 M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69159-5C0D-448E-B5D0-4A9EB00C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16EE5-55D8-42CC-A667-DDBF8E21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F80543-1DEE-4D4D-B391-C7C35546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12点中active closure 11、full transport 4。未合格軸をEEDF破損へ読み替えず、time_horizonとrare_tailを別々に扱う。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4F9E2A-3E6F-4854-9AC4-CFCEA0148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mc_refinement_v7/evaluation/refinement/qualification_status.csv; mc_core_v8/evaluation/metrics.csv</a:t>
            </a:r>
          </a:p>
        </p:txBody>
      </p:sp>
    </p:spTree>
    <p:extLst>
      <p:ext uri="{BB962C8B-B14F-4D97-AF65-F5344CB8AC3E}">
        <p14:creationId xmlns:p14="http://schemas.microsoft.com/office/powerpoint/2010/main" val="1796922446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9D5FAF-EE61-4310-9569-0F1BBDB0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B23DE-87D0-4100-AB4F-FCE1DD2FB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C9B4C-0A30-441D-89A0-48A3E5FC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100 Td物性比較：組成効果とsolver差を分離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80C70-6C63-4741-ADC1-F4A84EB7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Ar/N₂のMCはv8、Ar/O₂のMCはv7最終DB；O₂はno-attachment共通衝突集合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368F18-7E4C-48DC-97BB-97506508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883472-5E62-47D1-B062-4A1AB3BF7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E5DB8-63B0-4A6F-AC72-463B9C48F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A62DC-486C-48B8-808C-87089586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36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428625" y="1381125"/>
          <a:ext xmlns:a="http://schemas.openxmlformats.org/drawingml/2006/main" cx="54292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f3533ce2b7b44b5"/>
          </a:graphicData>
        </a:graphic>
      </p:graphicFrame>
      <p:graphicFrame>
        <p:nvGraphicFramePr>
          <p:cNvPr id="25" name="Chart"/>
          <p:cNvGraphicFramePr/>
          <p:nvPr/>
        </p:nvGraphicFramePr>
        <p:xfrm>
          <a:off xmlns:a="http://schemas.openxmlformats.org/drawingml/2006/main" x="6238875" y="1381125"/>
          <a:ext xmlns:a="http://schemas.openxmlformats.org/drawingml/2006/main" cx="5429250" cy="3190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fd39485e1ad488f"/>
          </a:graphicData>
        </a:graphic>
      </p:graphicFrame>
      <p:graphicFrame>
        <p:nvGraphicFramePr>
          <p:cNvPr id="26" name=""/>
          <p:cNvGraphicFramePr/>
          <p:nvPr/>
        </p:nvGraphicFramePr>
        <p:xfrm>
          <a:off xmlns:a="http://schemas.openxmlformats.org/drawingml/2006/main" x="904875" y="4705350"/>
          <a:ext xmlns:a="http://schemas.openxmlformats.org/drawingml/2006/main" cx="10382250" cy="9715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333500"/>
                <a:gridCol w="1809750"/>
                <a:gridCol w="1714500"/>
                <a:gridCol w="5524500"/>
              </a:tblGrid>
              <a:tr h="24288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gas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⟨ε⟩ solver spread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 solver spread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物理的解釈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24288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4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0.26%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Ramsauer領域から非弾性tailへ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4288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4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Ar/N₂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0.58%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0.69%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振動励起がenergyを冷却しmobilityを再配分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24288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4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Ar/O₂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0.42%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0.62%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O₂振動・電子励起；付着は除外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0FC58-A6E4-4FC0-A546-F9C0F8CD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571C0-B9FE-4FFE-945A-3B7CF426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B5E05C-159F-4AB8-97E8-F208A5FDD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100 Tdでは組成による平均エネルギー差（Ar→混合気）がsolver内差より大きい。装置設計ではgas chemistryを先に固定する。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28D428-9F40-4C6F-9FD7-47B779C5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transport_vs_en.csv; mc_refinement_v7; mc_core_v8 aggregate_scalars.csv</a:t>
            </a:r>
          </a:p>
        </p:txBody>
      </p:sp>
    </p:spTree>
    <p:extLst>
      <p:ext uri="{BB962C8B-B14F-4D97-AF65-F5344CB8AC3E}">
        <p14:creationId xmlns:p14="http://schemas.microsoft.com/office/powerpoint/2010/main" val="18765224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4EB5D4A-B4A9-4A63-AEDA-6CC392C8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B04AA6-9560-416D-B4A2-DDB4B0F1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DE7000-9545-4DBF-AEDA-62D8B95E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E/N × 組成のsolver不一致地図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BD88D4-5537-40DD-A550-EF379D82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各セルは3 solver間の最大pairwise total-variation distance；同じ確率規格化・共通energy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814BC1-F9FE-4562-B455-EAD2A1EBC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AE2DD-576C-4D91-BFC6-3B001F46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98ED3E-B8D1-4815-8038-19855C4C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66136-6170-4602-885D-8B244FEA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37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B2C6E-5313-4A26-ADE2-C7710346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295400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05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mixture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1BF90-F9EF-45C7-AEB7-4E076A0E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295400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 Td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9D1A12-5F83-4094-B5D5-D7B49F987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295400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 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953D00-3986-4A2A-BB78-39EE6C4A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295400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100 Td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99F47-FF6D-4F72-9EE0-20AD26F75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95400"/>
            <a:ext cx="14954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1000 Td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B2E14-C192-4C33-AEBB-7A93AEE0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669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F0D22B-42C0-47CD-AE6E-3E367015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695450"/>
            <a:ext cx="1495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CEEA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2ADCD-2E49-4076-BF5A-BF7602BCD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8192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1.38%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56AB49-EC69-44C1-ABA5-EA7CA988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15265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要感度確認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7D0F46-2336-431D-A5CF-192747DA4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695450"/>
            <a:ext cx="1495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E9F6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94023B-335F-4DC8-B292-0E53A24D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18192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0.60%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922BC-0B88-4A31-9CED-72844928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5265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solver差 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28BE94-7B82-4104-8E4E-76F4A42B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95450"/>
            <a:ext cx="1495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FF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82794D-9BC6-42FC-A572-4989A40D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8192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0.44%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606B0-3AEF-495C-BA31-3D74AE98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15265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solver差 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B68214-214C-4C79-B7B0-06D496EF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695450"/>
            <a:ext cx="1495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BFE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65765C8-50B7-4684-8C10-E01F60987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18192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1.80%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3515B5-DB3C-4560-B424-F64E5767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15265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要感度確認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C208BF-F565-4617-A5FF-B97A8A4D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051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Ar 90% / N₂ 10%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656AE0-63DB-4765-8CCB-DA94D1EC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533650"/>
            <a:ext cx="1495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DFF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038383-C0CC-49B0-87C9-3CC8148E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574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0.89%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76F18E-5E6D-4FA3-9784-774275B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99085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solver差 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DD5063-3BF1-4479-AC6E-7646E3E9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33650"/>
            <a:ext cx="1495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CFEB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0D6DB2-B75A-4F7A-BBC3-88272FC49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6574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1.33%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A0D030-E068-4A37-8278-31F454FC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99085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要感度確認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05FB707-6E38-4B26-91C1-7F8778A8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1495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E4F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85348D-09CF-44E8-B9A7-51D94291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574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0.75%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11C78C-5C6E-46FB-AA79-94204C91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99085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solver差 小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02F200-CF2C-4EE7-AD74-DF179032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33650"/>
            <a:ext cx="1495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CC0E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927A48-07E1-47D6-B65D-2A33288F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26574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1.76%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367336-4DB7-4926-A359-1A63E11F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9085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要感度確認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195490-6676-4545-9115-E6C050CC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4330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Ar 90% / O₂ 10%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93F5673-0357-40C4-A6EF-3E614D9C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371850"/>
            <a:ext cx="1495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F52B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3F26C38-5CFD-436B-AE96-C735B7390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956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4.32%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7345460-BA2B-4EA2-9FAA-8E2A1431C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2905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10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tail / low-field要監査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A0B1ABD-E972-47F3-8E8D-6D3D4E92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71850"/>
            <a:ext cx="1495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F0F9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B95FCF-24E9-4651-B055-070785C8C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34956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0.43%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32F79A-F155-40F5-A4BB-C0CB9F41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382905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solver差 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A986ED-32E3-4D05-96DB-DA7A7729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371850"/>
            <a:ext cx="1495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EDF7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3F2FE54-3038-4609-81A6-9A35BE83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4956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0.50%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8357613-0C5C-4E89-B18F-4BD899CA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82905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solver差 小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ACE9DD-2647-4890-9F2B-67A3F2310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71850"/>
            <a:ext cx="14954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E4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008D184-ED74-4035-A2BF-A843772D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495675"/>
            <a:ext cx="13430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1.76%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F6F0956-C86C-4D5B-9475-F1E5AB869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829050"/>
            <a:ext cx="13620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10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要感度確認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32D1B6F-ECA3-4CBA-9E11-371DECC91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6192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最大差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8C2F3C-1C02-4DCB-88ED-0A3A82BC2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52625"/>
            <a:ext cx="2286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DF7"/>
          </a:solidFill>
          <a:ln xmlns:a="http://schemas.openxmlformats.org/drawingml/2006/main" w="9525">
            <a:solidFill>
              <a:srgbClr val="8233A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Ar/O₂・1 Td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4.32%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 i="0">
                <a:solidFill>
                  <a:srgbClr val="8233A6"/>
                </a:solidFill>
                <a:latin typeface="Noto Sans JP"/>
                <a:ea typeface="Noto Sans JP"/>
                <a:cs typeface="Noto Sans JP"/>
              </a:rPr>
              <a:t>raw MC vs two_term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722CE3E-7B0B-4E42-A32B-6F28E139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27660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高電界側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D87C447-458A-46DD-9E6A-FBA31955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0045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1000 Tdでは全組成 1.76–1.80%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propagator–two_termが最大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BACB01E-2DE3-4C06-9946-D09E98146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5148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解釈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14EA174-C8C4-4660-891B-AB3771333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10125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711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組成・E/Nによる分布変化は一様でない。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88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差が最大の条件だけをMC・PN収束の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88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追加監査点に選ぶ。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C83B7A-1387-4D57-BFDB-319F7CF4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DF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A0F5DD-715B-43E0-9103-E153D918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813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725A233-1AA8-43C1-A120-3056D503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F4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61A2F4-515E-48DC-B6E2-9D55415C4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9938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E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F0D29F4-B72B-4CEC-B085-D53C2189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E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53937F4-69A5-4443-A66F-BD5DEAF7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3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E7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F865591-0CD3-4C06-A1CA-0D43D896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E2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2819A34-36D6-4E36-9C61-7A9C66257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6188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FD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D3C858C-61CB-4AF9-9A94-3B9E5E26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3D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D3C6824-C937-4BE5-9EC6-BE9D40ED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4313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6D5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E5AF62B-2C75-4CCE-A03C-70F4C069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D0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3A38DC2-D1F0-4B21-AB96-3CC99811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CC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7B7E7BE-0DFC-4CEF-A96D-02C93113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0C7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0EEF02-4E97-48C8-AF34-942D33D0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0563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85CD6FA-8D4F-4952-B144-464622BA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BE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2E6F2ED-8D9E-4ED2-A8DC-C7564FB5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688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A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9A1142F-0B22-44E2-8BC8-B1D72DC2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B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92BF1F8-038F-4412-8575-8F12B67B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813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B1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BF1629-3510-410A-AE60-8CACECA8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D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506E412-1105-463F-A891-DCDBD8956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4938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A8D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9C3C45A-6E57-44E7-8E70-674ADEF4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A3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261F387-346C-40A8-8F50-5AD96A12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3063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9D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85D73AC-7E94-4918-A831-3B47572E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98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E415ECB-FA2E-4008-80D5-9D195397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188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92D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F909B7C-1446-475A-8E5F-8931BCF62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8CC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28515B2-BBDD-41B6-A002-BCE6E1977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313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6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EFA7EE5-1DCD-40BD-AFFE-5783110A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8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9167755-8B7C-4A54-B54A-66113316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438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7B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E6336A17-8E56-49B1-841C-70A75D37C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5C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5112355-CDA7-4706-94A8-C6F0589B5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5563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6FC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7EEB85E-7C05-4D61-97C6-097CA16D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6A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5ECF1F2-C9D5-439A-913F-8EA4E738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3688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64B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7B28EEA-CB74-4070-A52E-E13CC1829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5E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6803E0C-30FE-4A88-81F5-0F5EAE51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858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BEF71263-4172-4A8B-88CD-9A597A853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53B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DA378E6-4F5A-49E8-9A65-646C472E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9938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4DB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BECD8043-D00C-4384-BA13-8A88773E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47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A9302B6-AA6F-490B-A4D5-A80A925E7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063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41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F8593C0-CE93-4493-B3B8-1DF0EAAD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3C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FEB6884-8D9E-4AC9-AD12-B4F48B435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188" y="4572000"/>
            <a:ext cx="12192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F3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CBA9DBDF-5AD3-4E97-9D94-AD0178B0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7625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7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0%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0DC10295-CEC3-417C-B790-E85C95175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762500"/>
            <a:ext cx="571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2.5%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12531F2-DCAA-4A2D-A8AD-71B2DAFB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762500"/>
            <a:ext cx="523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5%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C112BCD5-7AC6-431B-BF77-3D1C9709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3434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8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max pairwise TV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4C853267-5315-422D-8925-EFA48340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03A3FF1-6201-40B4-8C87-72648D95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155411E9-0270-48D4-A484-02DF0841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solver選択を固定順位にせず、E/N・組成ごとの不一致地図で精密計算点を選ぶ。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95D29B8F-1A36-4F38-A1A8-3AF382769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pure-Ar and mixture EEDF comparison metrics; conservative union-grid TV</a:t>
            </a:r>
          </a:p>
        </p:txBody>
      </p:sp>
    </p:spTree>
    <p:extLst>
      <p:ext uri="{BB962C8B-B14F-4D97-AF65-F5344CB8AC3E}">
        <p14:creationId xmlns:p14="http://schemas.microsoft.com/office/powerpoint/2010/main" val="75253724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F9D0C7-8DDD-48A9-AB4F-02688363B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03575-2B5F-4227-8DEE-B3AF60C5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6E142A-F727-4F9C-B0EA-AA62E797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計算速度とノイズ：比較可能な実測値だけを示す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5962FD-38DE-4048-A572-7DBDF472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62D4D-DB3A-4F44-9112-616DADE4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14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66138-2AAE-4C42-B5FA-187422A3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08B3C-7F01-45E2-8833-F44619DC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38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5476875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6d329afb32749fc"/>
          </a:graphicData>
        </a:graphic>
      </p:graphicFrame>
      <p:graphicFrame>
        <p:nvGraphicFramePr>
          <p:cNvPr id="24" name=""/>
          <p:cNvGraphicFramePr/>
          <p:nvPr/>
        </p:nvGraphicFramePr>
        <p:xfrm>
          <a:off xmlns:a="http://schemas.openxmlformats.org/drawingml/2006/main" x="6191250" y="1428750"/>
          <a:ext xmlns:a="http://schemas.openxmlformats.org/drawingml/2006/main" cx="5524500" cy="2714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428750"/>
                <a:gridCol w="1095375"/>
                <a:gridCol w="1000125"/>
                <a:gridCol w="952500"/>
                <a:gridCol w="1047750"/>
              </a:tblGrid>
              <a:tr h="67865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MC 100 Td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actual barriers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wall time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throughput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6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statistical reading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67865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Ar/N2 90/10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8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151.0 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8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550.2 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8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274 k/s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8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union-knot scanが支配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7865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Ar/Cl2 90/10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8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184.5 M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8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236.6 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8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780 k/s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8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rare-tail 4/4実行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67865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scaling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8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Np×barriers×replicas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8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host共用実測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8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case依存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8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CI ∝ Neff⁻¹ᐟ² は独立性が前提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64433D-2599-44CE-A147-ED0D8A503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10075"/>
            <a:ext cx="504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左：COMSOL closure適用＋solve（同一PC・同一MPH）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21F34-2C7A-453F-A147-7B4E834F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6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06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右上：2つの4-worker campaignを同時実行した運用wall time。単独microbenchmarkではない。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02C238-BE9D-4597-A588-93BC4A3E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63086-BC7F-4C17-B034-90E56AC1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1B1FAA-8C3E-4C45-9021-3EBBE722A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決定論solverの離散化誤差とMCの標本誤差は交換可能でない。目的精度に対する総計算費用で比較する。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CAB4F4-68FC-40CB-A03D-A30E7312D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comsol_*_function_eedf/run_status.json; mc_core_v8/evaluation/metrics.csv</a:t>
            </a:r>
          </a:p>
        </p:txBody>
      </p:sp>
    </p:spTree>
    <p:extLst>
      <p:ext uri="{BB962C8B-B14F-4D97-AF65-F5344CB8AC3E}">
        <p14:creationId xmlns:p14="http://schemas.microsoft.com/office/powerpoint/2010/main" val="177911644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720E00-24AE-45CB-A8B0-010C97F7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IV. 実データ：SWARM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AAE00-4A2C-47E5-970A-E42AF37C8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PHYSICS ·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5B0FA9-E2EF-4E88-B596-868120C8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誤差予算：数値誤差・モデル誤差・入力誤差を分解する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EFADD-13CA-4E3A-932C-8E0CB5887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A3018-B4C6-40FE-80B8-76C27496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14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EAF719-D9B4-42FC-9049-B8A06E0E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88FB8F-5646-4D49-9465-C5EAFEC6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39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381000" y="1428750"/>
          <a:ext xmlns:a="http://schemas.openxmlformats.org/drawingml/2006/main" cx="114300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524000"/>
                <a:gridCol w="2714625"/>
                <a:gridCol w="1952625"/>
                <a:gridCol w="2381250"/>
                <a:gridCol w="2857500"/>
              </a:tblGrid>
              <a:tr h="53067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層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誤差源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観測量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低減手段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残る限界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3067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cross section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dataset / threshold / angular info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rate kernel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provenance・代替set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実験XS不確かさ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angular model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P1 truncation / DCS closure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W, anisotropy, tail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 convergence / MC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ordinary XS非一意性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3067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energy grid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threshold / tail / SG flux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p, rates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refinement・tail gate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extrapolation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MC sampling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finite histories / lineage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CI, RSE, ESS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replicas・longer lag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rare event cost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3067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 interpolation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E/N–meanE 2D table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local rates / 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adaptive nodes・moment check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local-field assumption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6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device model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RF heating / walls / chemistry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spatial fields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same MPH・stationarity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6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nonlocal kinetics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1787C-5869-464F-970D-C4982D5C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57800"/>
            <a:ext cx="866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2CC42B-D8B7-4DE3-B45F-6433C3D1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57800"/>
            <a:ext cx="704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4DD76-E96D-423B-B748-51888274D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95900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2D4B45-E29D-4B77-9EA1-42423CB4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8425" y="5305425"/>
            <a:ext cx="763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δKPI² ≈ Σα (∂KPI/∂qα)² δqα² + 2Σα&lt;β Covαβ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BB32DD-C31A-49AA-B034-F85678611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7DBB1A-5F12-4D88-B562-FE41FD8D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F06E62-3975-4852-981B-DBB5CC69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solver間差は総誤差の一部。装置KPIへ感度伝播して初めて開発優先度になる。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0725C3-1A5D-4501-92CA-519A199BA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[R2] [R10]</a:t>
            </a:r>
          </a:p>
        </p:txBody>
      </p:sp>
    </p:spTree>
    <p:extLst>
      <p:ext uri="{BB962C8B-B14F-4D97-AF65-F5344CB8AC3E}">
        <p14:creationId xmlns:p14="http://schemas.microsoft.com/office/powerpoint/2010/main" val="190836209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BEF861-1AE7-4B0C-BF26-1930981C1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V. COMSOL閉包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E88CF1-32BD-4E58-8E47-A70AD848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689A43-1035-492A-AF4E-BA0C022B0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COMSOL plasma model：連続・平均エネルギー方程式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967A8-4EA8-40C8-B028-C452CEEB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BA4B45-F2CA-4119-82EF-C2FEA4EAD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78663-6C8F-4BA1-BC44-D616E355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90F996-D500-4E34-AFD3-E2B2B52C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2AA77B-15D0-4C22-ABF9-64EEF423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342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7F8A78-AF0D-47D1-BA0E-8190BBD84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8C6A9D-02FF-4B04-9DE4-BEAE757F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N-BAL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EDE5A-34CD-4F81-ACC8-502CB8828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2400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∂ₜnₑ + ∇·Γₑ = Rₑ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39DC0C-B7C1-4CA1-B345-904995AD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81125"/>
            <a:ext cx="738187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B096A7-DC9D-4518-B530-FBAD2AFB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381125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12C30A-EE13-4395-BED0-058895D9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19225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FLUX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AF62CF-C767-48CC-B75F-6B44CC41D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428750"/>
            <a:ext cx="63531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Γₑ = −nₑ μₑ·E − Dₑ·∇nₑ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16654C-2187-4EE3-A837-3A159C44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28850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52093C-734B-459E-9177-BDF63A21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228850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5B6BE1-2267-4743-A6F2-F0C23B22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266950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E-BAL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FDB70E-3402-411B-8F00-2FD56436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∂ₜnε + ∇·Γε + E·Γₑ = Rε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07A7EE-BA5F-46B8-84D0-0F883D76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582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B6068E-4528-40CA-96C9-81EEF6E1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228850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CC862-12D6-416C-8A21-0555670F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2266950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E-FLUX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8E9BA06-563B-44CA-A713-415337B5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76475"/>
            <a:ext cx="480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Γε = −nε με·E − Dε·∇nε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00830-F2C8-4280-8A75-1343054D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76575"/>
            <a:ext cx="4953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125FC8-6735-4D86-B19F-C1A5EA0E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76575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D25617-01A7-48B1-87F6-47E28290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3114675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88FF33-1AC1-4C5D-91A5-119FF417F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24200"/>
            <a:ext cx="3924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Rₑ=Σj xj kj Nn nₑ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28371A-04AC-400C-A749-22093409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76575"/>
            <a:ext cx="58293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8A2541-F616-432D-AA2F-D83A7237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076575"/>
            <a:ext cx="7048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CA5F21-7797-41D5-B979-FAF07DA0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3114675"/>
            <a:ext cx="609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COLL.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26EE86-8C28-4165-AD31-BE3D2833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24200"/>
            <a:ext cx="4800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Rε=Σj xj kj Nn nₑ Δεj,   Δεj signed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9A7774-B7ED-4962-9504-F2674140B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A6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C8A69C-A8A2-470E-9A97-0D6E58E4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D76914-F3D3-48C5-86B0-2ADBE6AB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481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Swarm tables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01F39F-813F-4D9A-BFCB-4A2BEC68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p(ε|E/N or ⟨ε⟩), μN, kⱼ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7BB65ED-D2E8-4A45-B7D6-E964B289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2B51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9DB9C6-EEF1-41C3-AEFE-05ECC4A8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33387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402880-0F39-4808-9E3B-F32F022C0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4481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local closure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497ECD-A692-45F1-A40B-6F594D85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781550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field pointごとにtable lookup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4BB799-EEE2-4D18-B868-940F5DB96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33875"/>
            <a:ext cx="2857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144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6CFB5B-C3F7-4092-8CFD-3D2171A4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333875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8D98CD3-BA27-485B-A864-FF88DF7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48175"/>
            <a:ext cx="2609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device PDE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012E51-B16B-4310-A8E4-6ACE4E9EC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81550"/>
            <a:ext cx="2590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nₑ,nε,species,EM field</a:t>
            </a:r>
          </a:p>
        </p:txBody>
      </p:sp>
      <p:cxnSp>
        <p:nvCxnSpPr>
          <p:cNvPr id="93" name=""/>
          <p:cNvCxnSpPr>
            <a:stCxn xmlns:a="http://schemas.openxmlformats.org/drawingml/2006/main" id="32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3571875" y="48101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94" name=""/>
          <p:cNvCxnSpPr>
            <a:stCxn xmlns:a="http://schemas.openxmlformats.org/drawingml/2006/main" id="36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7524750" y="481012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38B7C09-3C76-4B1A-96CD-8D135EA7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0A2760-3054-42AC-8921-9DF74BF5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8A7C33-C45F-4E3E-9CEE-00677E3A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Swarmは速度空間closure、COMSOLは実空間輸送・化学・電磁場を解く。二つの責任を混ぜない。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7BAD4D-CD7D-4A61-A923-672353C7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[R13] [R14]  |  docs/comsol_workflow.md</a:t>
            </a:r>
          </a:p>
        </p:txBody>
      </p:sp>
    </p:spTree>
    <p:extLst>
      <p:ext uri="{BB962C8B-B14F-4D97-AF65-F5344CB8AC3E}">
        <p14:creationId xmlns:p14="http://schemas.microsoft.com/office/powerpoint/2010/main" val="170690405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952568-BD1F-4645-8B32-39F9C1D3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V. COMSOL閉包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8D351-02CB-4CE6-8993-FA2E27AA3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99EA0-831D-4DAE-B513-35EE98F2E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COMSOL入力bundle：モデル非依存の監査可能な契約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1C0FB-E46C-4A0E-9D25-B56837CB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BD80D-4C07-4C69-A2DF-7D66A3FD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58E745-1C6F-4371-A362-A05D3C411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D239D-4BAA-4FE8-BB4F-9E08798C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41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76250" y="1428750"/>
          <a:ext xmlns:a="http://schemas.openxmlformats.org/drawingml/2006/main" cx="11144250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2190750"/>
                <a:gridCol w="3429000"/>
                <a:gridCol w="3143250"/>
              </a:tblGrid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artifact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independent variable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dependent data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checks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transport_vs_en.csv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E/N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μN, DN, energy transport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definition / units / support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rates_vs_en.csv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E/N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kⱼ, Townsend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reaction mapping / threshold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eedf.csv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ε, E/N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p(ε)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normalization / moment / tail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*_vs_mean_energy.csv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⟨ε⟩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transport / rates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monotonic branch / coverage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manifest.json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source hash / mixture / policy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provenance / qualified 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B69AC0-88A5-45FD-8E6F-7075B929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00625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adapterが追加するもの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0D6BA0-D741-4A4D-AABC-71101D8FD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33950"/>
            <a:ext cx="862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3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38" b="0" i="0">
                <a:solidFill>
                  <a:srgbClr val="2F2F2F"/>
                </a:solidFill>
                <a:latin typeface="Cascadia Mono"/>
                <a:ea typeface="Cascadia Mono"/>
                <a:cs typeface="Cascadia Mono"/>
              </a:defRPr>
            </a:pPr>
            <a:r>
              <a:rPr sz="1238" b="0" i="0">
                <a:solidFill>
                  <a:srgbClr val="2F2F2F"/>
                </a:solidFill>
                <a:latin typeface="Cascadia Mono"/>
                <a:ea typeface="Cascadia Mono"/>
                <a:cs typeface="Cascadia Mono"/>
              </a:rPr>
              <a:t>MPH tag bindings · closure ownership · reaction names · study step · run conditions · acceptance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94E2C2-3085-4EAA-8634-A47C075A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371357-D3AA-4F03-87CA-3126EB3D4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39C52-219B-4451-B728-AF88D827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同じbundleをCCP/ICPへ使えるが、model adapterなしにMPHへ適用してはいけない。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EFC8FB-47E9-4EF6-A6BF-DAAA216C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docs/comsol_workflow.md; docs/comsol_model_adapters.md</a:t>
            </a:r>
          </a:p>
        </p:txBody>
      </p:sp>
    </p:spTree>
    <p:extLst>
      <p:ext uri="{BB962C8B-B14F-4D97-AF65-F5344CB8AC3E}">
        <p14:creationId xmlns:p14="http://schemas.microsoft.com/office/powerpoint/2010/main" val="192751482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5EA3D-9B56-4760-A302-F19515E7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V. COMSOL閉包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29CFBB-7B49-4AD4-BB66-20649C44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02C2DC-0539-4A8A-B909-29B08618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Function EEDF：2次元補間で確率質量と平均エネルギーを保つ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5BB60-8CB3-4B0B-934B-853E8A8E1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DA21EF-1BED-4512-BD82-33B1AE9E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838E0-9616-4DD8-A5F0-08FFCC41A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F5372D-C0BB-4920-A79D-37007EF80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783F71-A777-4A85-80AB-951B7A5A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144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638515-C755-4E8C-9EDC-008A423A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63FDED-67DB-4DC6-831F-9456F48F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MOM.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38F69-9C43-4CB7-885A-BD086FC5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10115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p(ε;ū) = interp₂D(ε,ū),   ∫p dε=1,   ∫εp dε=ū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495300" y="2428875"/>
          <a:ext xmlns:a="http://schemas.openxmlformats.org/drawingml/2006/main" cx="11125200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09750"/>
                <a:gridCol w="1524000"/>
                <a:gridCol w="1762125"/>
                <a:gridCol w="1714500"/>
                <a:gridCol w="1619250"/>
                <a:gridCol w="2695575"/>
              </a:tblGrid>
              <a:tr h="54768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source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E/N anchors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mean-E nodes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energy nodes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rows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max mean-axis error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4768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two_term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605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56,265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TV 0.495%; rate 0.475%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4768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monte_carlo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114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797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90,858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TV 0.497%; rate 0.493%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4768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propagator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543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48,327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TV 0.455%; rate 0.499%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5505E-CC0E-430D-BED4-C334DAE33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A6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186D3-4A74-4F2A-B3D6-117ACE5E0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05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FF2578-6D2F-4E58-86D8-56DB97624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0196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anchor EEDF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EDD5F-BD14-4217-BA0B-1948A5A4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353050"/>
            <a:ext cx="2114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623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solver-native energy grid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E27F5-FD4B-460C-9B6B-AA0F2A6EB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053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8233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0378BD-E8FD-4F87-ACFA-348D38815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4905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39DC28-8210-42E1-AB4C-6541B4FA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0196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adaptive resample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393579-8386-483A-A35E-8C3E94AF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353050"/>
            <a:ext cx="2114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623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threshold/tail nodes追加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C4EB3D-F6EB-46D8-B17E-50E201DC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05375"/>
            <a:ext cx="2381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2B51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7BDF3-F66B-441D-83D8-BBBB436BA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905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22DCE9-B005-4F63-AD81-CE53C64F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019675"/>
            <a:ext cx="213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COMSOL function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DE59F0-AB03-4B9B-8A45-E4FC6E201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5353050"/>
            <a:ext cx="2114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623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ū–ε 2D table</a:t>
            </a:r>
          </a:p>
        </p:txBody>
      </p:sp>
      <p:cxnSp>
        <p:nvCxnSpPr>
          <p:cNvPr id="55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238500" y="523875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56" name=""/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191375" y="523875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3121E23-F59D-4639-B6F9-62642034A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29E75EE-7B5D-42E0-9BA2-9CD4579B5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E5547D-B5C0-4FBC-9739-9F75AA4F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補間誤差を0.5%以下に抑え、Swarm差とtable materialization差を分離する。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5F0BB2-C766-4078-B747-13FDE9034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docs/comsol_gec_icp.md; bundle manifests</a:t>
            </a:r>
          </a:p>
        </p:txBody>
      </p:sp>
    </p:spTree>
    <p:extLst>
      <p:ext uri="{BB962C8B-B14F-4D97-AF65-F5344CB8AC3E}">
        <p14:creationId xmlns:p14="http://schemas.microsoft.com/office/powerpoint/2010/main" val="2134891983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EE11A9-CD67-43EB-9FDA-FA15E8BD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V. COMSOL閉包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EEEC19-C476-44E8-870D-BEA0A972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45F41C-5E4F-4284-821E-99C80165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3次元応答曲面 I：EEDF p(ε; E/N)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C5D000-8E61-4861-9F05-CCAF27B7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z=log₁₀p、x=log₁₀電子エネルギー、奥行き=log₁₀(E/N)；純Ar・13共通anchor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AE1F8C-339C-4AE1-8E45-81276F8B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D100C2-A338-479D-A9EB-4ECDC78D4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AA0772-6D1C-49E6-BAB0-CE716A95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E93863-9F8A-46D1-8D05-91B04377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43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be25e95a740f2"/>
          <a:stretch xmlns:a="http://schemas.openxmlformats.org/drawingml/2006/main"/>
        </p:blipFill>
        <p:spPr>
          <a:xfrm xmlns:a="http://schemas.openxmlformats.org/drawingml/2006/main">
            <a:off x="333375" y="1167805"/>
            <a:ext cx="11525250" cy="4369991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20B759-4496-4433-A8A7-7E81574A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82AA0-C85D-4B66-AA6C-101108C2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FE4DC-3001-46B8-A5C8-2A11A050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E/N上昇で確率質量が高エネルギー側へ連続移動する。rateはこの曲面とσⱼ(ε)v(ε)の重なりをE/Nごとに積分した量。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08B5AC-8D27-44F4-845A-578C7EC75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[R1] [R2]  |  pure-Ar eedf.csv; display floor p=10⁻⁸ eV⁻¹</a:t>
            </a:r>
          </a:p>
        </p:txBody>
      </p:sp>
    </p:spTree>
    <p:extLst>
      <p:ext uri="{BB962C8B-B14F-4D97-AF65-F5344CB8AC3E}">
        <p14:creationId xmlns:p14="http://schemas.microsoft.com/office/powerpoint/2010/main" val="817022586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F0DD35-1943-42E1-8A86-3C1BABEF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V. COMSOL閉包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31E835-139E-4940-A8E2-4C467A38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9268FD-972A-4A4E-8861-90BACD16F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3次元応答曲面 II：COMSOL Function EEDF f₀(ε; ⟨ε⟩)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263AE0-5494-4771-B023-09362308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実際の eedf_f0_comsol_2d.csv：x=log₁₀ε、奥行き=平均エネルギー、z=log₁₀f₀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F192C6-E259-4154-BC6A-27E2CCA8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6F486-AC6D-4F57-ABB5-E3B67B29C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7AB18-35EE-4EA3-8AB4-3045A7DD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47226B-EF1D-40CC-B7C2-32D39DBFC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44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5045a3a4264255"/>
          <a:stretch xmlns:a="http://schemas.openxmlformats.org/drawingml/2006/main"/>
        </p:blipFill>
        <p:spPr>
          <a:xfrm xmlns:a="http://schemas.openxmlformats.org/drawingml/2006/main">
            <a:off x="1009022" y="1162050"/>
            <a:ext cx="10173956" cy="3857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697AEF-03D6-4BD5-AF31-F6A9B71B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05400"/>
            <a:ext cx="7048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EAEA8E-FB5F-45BB-B3A9-5D0DCA12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05400"/>
            <a:ext cx="704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D863B9-654D-4C0D-A23D-C93AC748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4350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C89C0-B40D-44E1-A4F8-B28260066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53025"/>
            <a:ext cx="601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p(ε;ū)=√ε f₀(ε;ū),  ∫√ε f₀dε=1,  ∫ε√ε f₀dε=ū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115D15-2146-4E33-A627-B9858243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67C5E-17EB-41E2-AAC8-51934BC3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5F488E-9FB0-4782-8FE2-15421C25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COMSOLは局所ūから曲面を切り出す。曲面の滑らかさだけでなく、各切断面の正規化・平均値・rate再構成誤差を監査する。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2A7D06-2B0B-4CAC-A148-71BD6F69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{two_term,monte_carlo,propagator}_bundle/mixture_0000/eedf_f0_comsol_2d.csv</a:t>
            </a:r>
          </a:p>
        </p:txBody>
      </p:sp>
    </p:spTree>
    <p:extLst>
      <p:ext uri="{BB962C8B-B14F-4D97-AF65-F5344CB8AC3E}">
        <p14:creationId xmlns:p14="http://schemas.microsoft.com/office/powerpoint/2010/main" val="1874648639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63670352-D684-4EB4-96B4-B157B902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V. COMSOL閉包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40CDB-6620-4F76-9733-FC528398E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ADFC8-05AB-4DC0-BA05-54F26ADB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GEC ICP：軸対称 r–z 断面と比較条件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FD36A-B808-4ED0-92DB-725C1705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色はoriginal COMSOLのRF吸収密度。外形は共通時刻field exportの計算領域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311E69-D4D3-4D5E-9878-69E645B3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9CD2B1-67FB-4DA5-94D9-89A66EEA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38ECB6-4EFB-404A-AAC5-71FA28FD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1377E-F5EA-415C-B75D-4613FE3A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628FA-8B77-4FBB-A05D-F67ABCF5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4905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original COMSOL Qrh at t = 1 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47A3A-64D9-4CB3-B503-CF19F34D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3" y="1571625"/>
            <a:ext cx="35814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63dce384184a0e"/>
          <a:stretch xmlns:a="http://schemas.openxmlformats.org/drawingml/2006/main"/>
        </p:blipFill>
        <p:spPr>
          <a:xfrm xmlns:a="http://schemas.openxmlformats.org/drawingml/2006/main">
            <a:off x="1281113" y="1571625"/>
            <a:ext cx="3581400" cy="26860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0E299-C1A1-4D87-862F-325B2B15B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3" y="4257675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4F52B-A43D-44E0-9100-30451471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288" y="431482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BD949-C190-461E-9302-2D4FD36A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184" y="4257675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E7ECB7-24B1-4A9D-A5E0-F0AC9118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6359" y="431482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90AA44-024D-4287-9BEC-3F0E7E93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255" y="4257675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F0FBC1-49C6-4976-82B3-86934F11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5430" y="431482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14B4E4-9104-46CE-9070-FD1DF2A7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513" y="4257675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A1E678-3275-429B-8AA6-FF979E5F8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8688" y="4314825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1C959C-0652-4BF8-81BE-B3806CF7A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8" y="425767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193AE1-8C66-4794-86B8-5AB8E0349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3" y="419100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72F587-43D6-4C49-B43F-85936BD0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8" y="3618139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5BCB55-3193-4526-8F36-8ECFA4C3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3" y="3551464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CBD90E-1130-4504-934C-C36F4F1C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8" y="2594882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F30FE6-1DB5-4780-80F5-FF20F9203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3" y="2528207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A6D24B-D0DC-41FA-A487-8C41D619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8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7D84E7-97B9-4902-9071-A003BA196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3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A6017F-01F6-43C5-A948-13B646789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8438" y="44481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A2ED12-8DEE-482E-B53B-CBCC0DBD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828925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z [cm]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5FA902-058C-4246-A00D-BBFD6DBB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382" y="2613560"/>
            <a:ext cx="152400" cy="152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D43C3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F0EA10-222D-4B2A-B25C-043091EF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632" y="1714500"/>
            <a:ext cx="1485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43C3C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13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013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RF吸収ピーク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13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013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2.29e+7 W m⁻³</a:t>
            </a:r>
          </a:p>
        </p:txBody>
      </p:sp>
      <p:cxnSp>
        <p:nvCxnSpPr>
          <p:cNvPr id="148" name=""/>
          <p:cNvCxnSpPr>
            <a:stCxn xmlns:a="http://schemas.openxmlformats.org/drawingml/2006/main" id="31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996582" y="2133600"/>
            <a:ext cx="0" cy="47996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43C3C"/>
            </a:solidFill>
            <a:prstDash val="solid"/>
            <a:tailEnd type="arrow" w="med" len="me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1E0D74-2360-4BFB-92BC-7790F9EE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81375"/>
            <a:ext cx="781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90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r = 0 回転軸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A65E18-575F-4FB7-9E24-EA8D4B7F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83FFA9-A575-405C-8999-F782F19B4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1663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0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9DD20A1-EB23-43F2-8DBE-8841E388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0777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0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21F9439-FA43-4EA1-BCF0-577F1A5D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9890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1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31AA9E-4CDA-4270-8AE9-B94986F0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9003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3CDBCA-94B8-437E-BF3B-CB3DDD42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8116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2394B9-97E0-47EF-B5EF-ECF2EE02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230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2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8C83DF3-6E31-44DF-B407-B4AF83F6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6343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2A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255BB46-9684-4E72-B92C-EA5F87E3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456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1F2440-CC6C-4643-A04A-2211E2F8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4570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33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AFBB485-3AE1-4AC0-83E4-1EC4CFE2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683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38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80C29F-1F99-4312-B43D-D8AADE1B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796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3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7667707-2C5E-4125-9A74-191960AE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1909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97B4A3-65DE-423F-8DD8-3276C0C0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023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6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F90DB80-6D2C-45D1-AD26-C04E7F5C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0136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EB5369-2715-42EC-A876-24157F69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9249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3A85C9-83FE-4D44-AB99-5359DB3FB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363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7C2A891-B69F-4FBE-9204-EB0A5157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7476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6D6BAB8-C315-47FF-94C8-0DF34247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589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5D40CA-5A1A-43A1-8E0F-8A5E76FD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702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0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6837EA-80E6-4900-B8A0-52047226E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4816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F800C82-2198-4195-882A-197FEF1C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3929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9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6694F0-7392-46DA-9899-2B4B0732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042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C3B5A3-9A8A-4FE3-832C-8FA7D417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2155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7743AA8-5A4C-46EE-9988-BEEA6DE6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269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EB03ED3-2A1B-4147-BB4C-BAE09F00D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0382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16C2DE0-C1C1-4E57-8FAB-C4764B8E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9495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B8A59E6-F36E-4632-A710-B32DEF97F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609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51FA4B3-8048-4B05-A271-F9EDE95A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7722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632ABFC-C7B8-4989-B40E-0038649D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6835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6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7401285-DB72-4CD6-B8E2-CAEBDAF2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5948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CF1B9CD-5F71-49F9-A46B-74801020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5062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6A1C79-40AF-4A64-9CFE-75602B85E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2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832925A-3F79-4CDD-90A0-A89D57F5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288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8C00DD2-C7EE-4FDE-A43B-5D37E6B6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2402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AD77A95-1FF7-48A9-B997-7BF703A0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515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81844CE-A573-45D0-ABB2-30872C4C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0628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55963212-9C65-4EED-A701-2FCC9E07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741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3514E54-08E7-4AB2-8B21-0287DB6C4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855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8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86B81AE-6EA4-4928-850C-896B84CF8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968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80B8464-7E40-4FE7-98C8-6262DB88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7081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36DB05E-F092-4682-A206-29E95C6E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195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DCC2844-3A66-41EA-8054-A09A73A6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5308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B6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BBEBB17-9371-4158-A9F2-942A0664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4421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B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2A0D4B8-B48F-4CC0-8AF9-E8100046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534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D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3E1ED0A-5391-4706-898A-4702B03B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648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591999-EF50-4040-B6BD-545C2C9E3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761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3637CA5-FF97-4E19-A9F2-C6DB57D4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0874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37E22D6-0F9F-4337-A26C-50EECA0A3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9988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9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7A61D10-61BB-4F7C-9ED1-730D2A8A9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101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6BCFB161-25C9-460D-A60E-7A88FF10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214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F5D9255-F550-4447-8E17-2AE3468CF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327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D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07A9FDBC-876D-4426-976F-5A4E2AD8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6441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D4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EA348D8-2ED7-4D98-8672-CB611E21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5554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6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5674EF0-A309-4B90-BC7B-79394AF85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667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AD4CA39-095E-4E9E-AC9B-FAEC416A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3780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F3BDF1CB-27DF-4CDE-8F9B-8A56BC389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2894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D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0FF0F9A-2150-4AEF-9583-A13223E1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007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B5280B7-09C5-47F6-83B4-919D6856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1120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C959F08-E1AB-4EE8-80B1-FCB10A71F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0234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3BF07D6-6590-4460-B9F0-0D1FBC60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9347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0DAC124-56DF-4495-87C1-E0850BB4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8460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A7BB3B6-B007-4F6C-96DA-0E0B2881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7573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2C85946-FB93-4F8F-B960-D97865E0A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6687" y="4905375"/>
            <a:ext cx="52923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7E8F116F-D277-44A8-BF3C-034937312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05375"/>
            <a:ext cx="314325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226DFCA-0F5F-4698-92EA-E31A1496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7516" y="50292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2E72FCA-28B9-4685-886F-39071510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616" y="506730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10²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44BCE555-87A1-496F-A41F-4B58CA83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266" y="50292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961D051-83A7-43F8-A9BD-23CA8D1D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366" y="506730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10⁴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5803736-4118-4035-9C9F-13C5A119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3016" y="5029200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43F4E3E-D7D2-497F-87C8-351C089D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0116" y="506730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10⁶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C4DE1FA3-0760-4C1B-AAC6-8172444B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31432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24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log₁₀(Qrh / W m⁻³)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C3DC550-E587-4DB1-919F-07C8B5BCA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29225"/>
            <a:ext cx="31432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modified Shepard, k=10。表示下限Qmax×10⁻⁶。統計は節点値</a:t>
            </a:r>
          </a:p>
        </p:txBody>
      </p:sp>
      <p:graphicFrame>
        <p:nvGraphicFramePr>
          <p:cNvPr id="223" name=""/>
          <p:cNvGraphicFramePr/>
          <p:nvPr/>
        </p:nvGraphicFramePr>
        <p:xfrm>
          <a:off xmlns:a="http://schemas.openxmlformats.org/drawingml/2006/main" x="6048375" y="1352550"/>
          <a:ext xmlns:a="http://schemas.openxmlformats.org/drawingml/2006/main" cx="5476875" cy="33147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28875"/>
                <a:gridCol w="3048000"/>
              </a:tblGrid>
              <a:tr h="41433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parameter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41433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0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RF frequency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0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13.56 MHz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433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0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coil power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0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1500 W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1433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0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pressure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0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2.66644 Pa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433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0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gas temperature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0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300 K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1433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0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comparison 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0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0.001 s (exact interpolation)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1433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0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Swarm terminal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0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0.01 s; spatial comparisonには不使用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14338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0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0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same mesh / same MPH / four closures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5E25698-1817-427D-A186-85157838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810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4047D08-4E50-40BA-92B7-138457AA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704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FDD753B6-802D-4EE1-86F6-8BD31F50A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752975"/>
            <a:ext cx="609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AXISYM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778F697-A048-439A-8E9B-8BA021CA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762500"/>
            <a:ext cx="3781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dV = 2πr dr dz,   X = ∫Ω X(r,z) dV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D984D575-8CE9-4DBA-BA7F-E4E0E95E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48101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比較：original / two_term / monte_carlo / propagator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4EF5B28-1AA3-4AD5-8BF3-94DE2F9A3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79ABFC1-C4A6-41AE-A7D3-27F54DD10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08D8F22-F3EF-4D1A-A654-CC4566EED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4ケースを同一MPH・同一4545節点・同一時刻1 msで比較。originalのAr*はこの時刻で未定常のため、差は閉包＋過渡応答として読む。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E51B7EC-251E-4ADD-BD34-A38E5A67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[R8] [R9] [R13]  |  comparison_exports/*/fields_common_time.csv; docs/comsol_gec_icp.md</a:t>
            </a:r>
          </a:p>
        </p:txBody>
      </p:sp>
    </p:spTree>
    <p:extLst>
      <p:ext uri="{BB962C8B-B14F-4D97-AF65-F5344CB8AC3E}">
        <p14:creationId xmlns:p14="http://schemas.microsoft.com/office/powerpoint/2010/main" val="204828269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CA1186-096C-42E7-AF33-A45DF51AC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V. COMSOL閉包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3CB71-0918-4436-843A-50ED370A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9FFF15-7FF4-4DB6-B9BC-BAB0B85BC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ICP closure ownership：空間差をSwarm閉包へ帰属する条件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B662E8-E968-4A99-9343-D93D6B49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B51B6-7C07-45AE-BF8D-13FFDF14E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2233C5-7528-4BDC-B589-B4C2BCE5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AB22E6-2792-4671-BF8C-2D418E48B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46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361950" y="1352550"/>
          <a:ext xmlns:a="http://schemas.openxmlformats.org/drawingml/2006/main" cx="114681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857375"/>
                <a:gridCol w="1571625"/>
                <a:gridCol w="1762125"/>
                <a:gridCol w="2095500"/>
                <a:gridCol w="1809750"/>
                <a:gridCol w="2371725"/>
              </a:tblGrid>
              <a:tr h="46434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18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closure item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18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original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18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two_term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18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monte_carlo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18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propagator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18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owner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46434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0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EEDF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Maxwellian family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Function EEDF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weighted-growth Function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P1 Function EEDF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closure-specific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0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electron mobility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model-defined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imported μN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imported μN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imported μN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closure-specific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6434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0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electron diffusion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model-defined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Einstein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Einstein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Einstein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0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elastic energy loss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model-defined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XS integral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XS integral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XS integral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6434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0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inelastic chemistry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embedded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embedded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embedded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embedded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same reactions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6434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0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RF field / heating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frequency-transient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frequency-transient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frequency-transient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frequency-transient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64344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0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walls / species BC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same MPH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same MPH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same MPH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same MPH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0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93D3B2-CD39-46E6-9277-50C5D2B7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38750"/>
            <a:ext cx="904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3FE41-927D-43D2-8A9B-270B6779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38750"/>
            <a:ext cx="704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753664-1CFC-444D-967A-C57CF538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76850"/>
            <a:ext cx="609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LMEA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F3569A-CBC3-498B-B2C6-87D2468EB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286375"/>
            <a:ext cx="802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E/N(r,z,t) ⇄ ⟨ε⟩ ⇄ {p(ε;⟨ε⟩), μN} ⇄ {Rj, σp, Qrh}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8D7B47-B228-4BFD-AB78-79D1128FA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2A3842-84F5-4BFB-9F6B-B70A6FC8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39EEA7-67B0-473A-B815-75BA54D3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originalとの差はEEDF family＋transport closureの差、3 Swarm列同士はrestricted local-mean-energy内のsolver差として解釈する。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618AB-0E36-4C3F-88F6-CAE61C2D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[R10] [R11] [R13]  |  comsol_modes/maps/argon_gec_icp_*.yaml</a:t>
            </a:r>
          </a:p>
        </p:txBody>
      </p:sp>
    </p:spTree>
    <p:extLst>
      <p:ext uri="{BB962C8B-B14F-4D97-AF65-F5344CB8AC3E}">
        <p14:creationId xmlns:p14="http://schemas.microsoft.com/office/powerpoint/2010/main" val="621173601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F2380F15-FC90-4B8A-8AB5-A5B24974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E3682-B6D5-4A01-B47C-67E629FD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698F96-0BB4-473F-A4CE-5489ADC8E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電子密度 nₑ：originalは高密度、3つのkinetic閉包は相互に近い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9D8843-9620-480A-9CCD-41D66C083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original / two_term / MC / propagatorを同一global scale・t = 1 ms・4545共通節点で比較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F2E58-30B7-401D-8E4A-A92C2878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24B52-F9DA-4872-9B40-7E57D26C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D83A3-974E-4F53-AA49-33D74E45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71FC83-5FF4-492A-8DA3-7DF0CB7E4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D454EE-BB09-4BD0-BE31-DA30B622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original COMSOL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A1BD0F-D297-4138-91C0-CC29C884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cc52a7f974b7c"/>
          <a:stretch xmlns:a="http://schemas.openxmlformats.org/drawingml/2006/main"/>
        </p:blipFill>
        <p:spPr>
          <a:xfrm xmlns:a="http://schemas.openxmlformats.org/drawingml/2006/main">
            <a:off x="561975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B881A9-A38D-455D-B8A5-37B21898E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07A5BC-4CE6-4E34-9D20-13B2A56D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6E2F86-5753-4E5E-8A35-E750FF3FA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029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6F2202-E26A-4680-A3C2-52770563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204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30DA6-9D1D-45AE-9BCD-71B472FC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82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4FF949-3EEB-41D4-9249-0318C04B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257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20F160-04B6-4625-A83F-527F8EC9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4F0CF0-27AD-4F10-B855-42A49D99D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7DDF09-58FD-4313-8F45-620EF134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38260A-D611-4E7F-AA7A-06733257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CEB744-A7BA-4D28-AB36-FCB7AE1B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D752DD-A917-41F9-A096-C8D794B50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A2D430-2017-4485-9772-6A43A5C2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1E39C42-D734-4FE0-9E3C-01080393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9A0F0C-524C-4455-AE1A-62EB81B3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D88237-F3C6-42B2-8510-F7CEC1A4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2EE8C9-F1E7-4277-A9F1-DF49904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B57F1AD-5F82-4A55-862C-F309104E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393156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z [cm]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AFA2C56-965A-4B63-BFFF-41C07A60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two_term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099414-201D-4AB8-8AD1-74386EA1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e569e1bf44fd0"/>
          <a:stretch xmlns:a="http://schemas.openxmlformats.org/drawingml/2006/main"/>
        </p:blipFill>
        <p:spPr>
          <a:xfrm xmlns:a="http://schemas.openxmlformats.org/drawingml/2006/main">
            <a:off x="3524250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008F36-C91A-42CD-85BC-0969C1CAF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7CA448-2B71-4AFE-A321-BCFCD227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C53A156-A3CB-4600-B0E5-AA4FF917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304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5D8A6D-250D-429E-9B9A-0CB0B2C7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479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177974-8FDA-42F8-8D32-8B6AA727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357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042C609-4D73-4D8F-A4AA-20BDB60E9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532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A56E39-7D32-478F-A41D-DCF6DCD8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A1513C-0D61-47E7-B82C-ECACA125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F9F374-9996-426D-9BFD-43B2DD9BD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47204E-EE9B-4F62-8BAE-BD60139F9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588F56B-CBB8-40B4-A08A-DC3B8EDBB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19721EF-F46B-4732-8F4D-8CFEBEF7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EA64FE-291B-4D68-8AFE-8CD3CCB0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940E8E-25CE-4477-AB7D-AD1848B0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7965E1A-53A8-4317-B62B-B65D1C85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B1BFAD-CF1A-4649-814B-D8FD77BE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844340D-CD21-4FE7-BAA9-CE38B6CE4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24195A-21C9-4B81-A2B2-009D47AE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monte_carlo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429EA4-2421-4926-8CE4-4115742C8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f837a250e4a21"/>
          <a:stretch xmlns:a="http://schemas.openxmlformats.org/drawingml/2006/main"/>
        </p:blipFill>
        <p:spPr>
          <a:xfrm xmlns:a="http://schemas.openxmlformats.org/drawingml/2006/main">
            <a:off x="6486525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98663B4-6996-4D09-B9BC-4E4F4FD5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109302-B1F0-4AC0-9999-DE2BBA20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D33FCCB-33A1-45A5-A5C7-EC0528B65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579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7AC5D7A-40FE-45DF-BD3F-A87078E4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754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2357C1E-2EC3-4348-A788-28DBF77E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32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0F4339-F6C7-42F2-A32A-2AF82BE3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807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AB93DBF-71D1-4E24-8287-9A4054AF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3D9787-97E1-41E6-892A-2CA762C74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803AA5D-F3AC-44B4-B324-6DA2F88F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886E31-5140-4C44-9677-8CD3F1AF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A4DC99F-064D-43D0-ACD8-1F3600C2F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5F111E0-4D8D-4AB2-8B0D-DD924993D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0D06E29-6797-4998-9872-4BC18B11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E438597-9DD8-41A1-9CD4-CFC6AA12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52C1727-0361-4FC8-ADF7-ACD68AF7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CD671F-9ADF-405D-B9AA-0E8FE93B0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D52BE30-1925-40EF-873B-C1C9D32E3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62E4621-AAF2-46D6-A1FC-3661D858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propagator P1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1CE423F-2992-479B-92EA-A81AC085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c64fb13cc4f30"/>
          <a:stretch xmlns:a="http://schemas.openxmlformats.org/drawingml/2006/main"/>
        </p:blipFill>
        <p:spPr>
          <a:xfrm xmlns:a="http://schemas.openxmlformats.org/drawingml/2006/main">
            <a:off x="9448800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D1D355-CE60-46EE-94AF-E99BFEFDF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55C44EB-C32A-468E-AD65-56D62B2F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8B91EF1-B8E3-46E1-B549-CE5164CA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854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F877632-2ED3-4882-86A9-C9727F3E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B6FDBA5-CBFA-4F75-B8F4-6467451E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907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1FF9B24-86DA-4C98-B141-8F09BE0E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82F57B04-6CC5-4693-BF32-831841CFA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F53C97-14A2-43A3-A6C0-9DBEEE5E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59A7BF1-B418-491A-B4DD-A4E41FA8E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A18C20-6186-478D-A752-A0445B27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EFC6F1C-C172-4EC3-BB08-6B2A7214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F16B4245-53B4-4CFC-AA21-8C66E397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B1407BBC-EDD6-4140-9DAE-4A7221BB4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E4B875F-4517-47E6-92F6-3FAEEF6B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A40CDE8-5F2D-4B3F-B17E-B583112E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692DE0E-4693-462C-B9C7-DF89D893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0F69D88-0602-4DEC-BE86-D777721BD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B03F74F-DDEC-4259-AC80-4F715A418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86D68BF-E4FF-4EF7-8F7C-21908FB7A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98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0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EA513B9A-8D60-41D4-A280-2A7507D4B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0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FA6C6A4-4D93-4640-ADD8-4DA8830B9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95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1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AE2049C-E346-4F35-84ED-91BA1D13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386FECDC-A9CD-4134-A778-24632F40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92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1D4DA65-4B94-4BE8-BAA5-4B625928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40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2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C132C41-57AE-48D1-998C-32727DB1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89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2A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39686881-EA5C-4F30-B5EB-B7D30DB8E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52FC0AA-38F6-444F-9541-4ECC4F6C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85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33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A8CCD00-0594-4D4F-BD3F-80549C1F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34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38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E3F7C66-3BA0-4D08-BC4F-B7675A9A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2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3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BC6F3BA-93B8-4DE5-8867-53685B2E0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C8D0978-AA43-4ADC-92B0-75540212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79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6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E1940089-9CE8-4678-A967-7383D80E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28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97CA307B-34E2-42BD-8F53-F6F881B1A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979D9D7-AF70-4995-9397-92BC198A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A4630C5-4A0E-4210-B8CC-60D399C7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73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5C7F332-4186-4C2C-9A7F-3F67C411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21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290D442-CC0F-4345-8CF9-0FEBA20B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70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0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7BC978B0-F484-4A7A-BE0F-1940ACF2C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F9C3750-E81D-4DDA-A6B3-A83F7E6C8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67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9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160B935-B230-4DAD-8ADC-5FB65B11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15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4ABE3075-5A68-47CF-B8DC-CF8B391B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64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608C815-99FC-4D03-91AC-FEB26998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1030E7F-D006-41EC-ACCF-6A211A65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60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BB68973-B171-4247-B334-DC2E6503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09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444BFE5-AC2E-4F0E-A64F-91D786E49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57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FE20B55-C904-4B5D-9BC2-C6C5FD40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06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EEB192A-1287-40DA-AF05-0FBDE8A1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54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6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224ECD41-06FA-4A74-B373-96A6FADA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3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1ACB020A-491B-4C91-A388-DE2F05A2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51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534E542-DBA0-477B-94F2-8F913E64F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2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D90251F3-9EE6-4982-A46A-4238148A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48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CA89E68-1617-4D5B-91E5-887C1149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96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2A7402B-143D-432C-B24F-C06631D56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5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FDAC52A-7A29-4051-91D0-45614F25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5785DE2-6E1B-4496-AA83-92DE46AB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2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38772F8-DBBD-4E42-9B94-80FC54FC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90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8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0B17C1E-61AE-4765-8811-0BA61F44E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39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CB45F6F-404E-4D25-9D75-F76E37585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5854445-94AA-4E68-B969-17B2222B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35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15BED99-7F60-43C0-BB8B-4D853A14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84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B6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37B42BB7-E876-45F3-A743-4C23D194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32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B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B60863E-A6F9-46FD-A241-FAAC49C0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D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29FF490-CCD6-47AA-9B13-97215A9F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29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4F7584E7-3B99-4085-BF1A-B92329E6A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78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21AB1933-86F3-40DF-AC95-6DFFCD16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6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58FDF0B-DC79-479A-B7E2-592F3083E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9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456DAB8-EC40-4723-B3ED-95D13E71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23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325B3BF4-DEF8-43F4-84A5-D97F7E11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71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9001043-B080-42C2-9016-6596E3B6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0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D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1C3409C-454E-4662-8119-D857ACF7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D4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4CC2B91-F62A-4FB8-980E-69AB681F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17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6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25A1B48-3ABD-4D6A-B061-E2BE36D9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65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5CF7DD7-8262-4959-9B63-20F22D56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214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DB378D40-195B-4085-AB41-A699CD61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D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F7FF90D0-AAAE-41D9-857B-5572CC047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10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AD8801C-C168-4F7F-BC8C-143CAD27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59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CDD5984-5340-4C19-BFC1-079823DD6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07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5450C650-E38C-4D8E-9C4A-EB61B798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6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5323BB1-BA60-49AA-9AAD-32E9B275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04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DB98EB6-088B-44E2-B2C5-A969B0F0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53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8C673A85-1DFF-49D8-A661-86AF7339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01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5BB76B9B-AB93-4D7E-A301-F7B4DCCDA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191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D909F631-10AC-4349-BFDE-604A0038C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4614E8C5-E305-4EF2-A61B-F1439037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10¹⁴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1E16193-C644-4199-AEC7-1DAD8A09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357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6F1CBD03-2739-449B-BEF1-82257018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457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10¹⁵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D95FB5BA-842D-494B-8BA3-0C1756D8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214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2F6F9A2C-3A89-47F6-AA68-30263645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314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10¹⁶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8522E3A8-9D83-443A-B6B9-5E5F2310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071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4DEC1FA5-4C2E-4736-B320-219F5A90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171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10¹⁷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D4DEDFF4-E492-4FD6-96BA-8203170B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929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FEFA94E-DFCF-4C37-A3E2-3940280E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029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10¹⁸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911F21F4-5A69-4F3E-8715-485B92FE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419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24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log₁₀(nₑ / m⁻³)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7C1AAA8C-A6B7-4F62-8CDC-04349608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2B51F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0F2C51F-FC89-4219-AA14-6C32F3F4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∂nₑ/∂t + ∇·Γₑ = Sion − Sloss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Γₑ = −μₑ nₑ E − Dₑ∇nₑ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9AA7F73-BDF8-42DF-9FD9-A2A074DC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A6D9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659A388E-7E5A-4265-B58B-A41A317C8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9107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03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peak：original 1.47e+18、two_term 1.01e+18 m⁻³。極大は局所生成だけでなく拡散・壁損失を含むbalance。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8D94D17-89EB-4C93-84E5-75B70EFBC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C48E2CB3-EA02-4A92-839F-01034F34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AC363DD2-13E5-42E0-9109-E283418C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体積積分Neのoriginal比（2T / MC / P1）= -35.4% / -35.0% / -34.8%。kinetic 3列内spreadは0.91%。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5E089D51-03CC-45D3-A8DF-516A05D3E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outputs/argon_gec_icp/comparison_exports/{original,two_term,monte_carlo,propagator}/fields_common_time.csv</a:t>
            </a:r>
          </a:p>
        </p:txBody>
      </p:sp>
    </p:spTree>
    <p:extLst>
      <p:ext uri="{BB962C8B-B14F-4D97-AF65-F5344CB8AC3E}">
        <p14:creationId xmlns:p14="http://schemas.microsoft.com/office/powerpoint/2010/main" val="15616811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C8550892-4714-46B8-96F7-A02A4DC0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86151D-7FB7-40E0-B16A-D1879539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A60818-79C6-4AAA-883D-2F08A87D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電子平均エネルギー：kinetic EEDFで高エネルギー領域が拡大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05AD3-5750-4BC8-AB15-D197FB96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original / two_term / MC / propagatorを同一global scale・t = 1 ms・4545共通節点で比較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C41495-FEAA-4D47-8FD5-15CC8B79C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52AC0-888B-4CEF-A23C-D9E932FD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5A788E-8712-4BFB-AB17-ECF8446E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3939CD-82DE-4E1A-9566-0D7FDA351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4BF434-5F0A-4711-92F3-20129646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original COMSOL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C1DF95-6359-4643-8439-56DE4D368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6313cc50f94917"/>
          <a:stretch xmlns:a="http://schemas.openxmlformats.org/drawingml/2006/main"/>
        </p:blipFill>
        <p:spPr>
          <a:xfrm xmlns:a="http://schemas.openxmlformats.org/drawingml/2006/main">
            <a:off x="561975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EEB659-FF1C-4744-B87D-ABF7AF3D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03C289-14C9-4209-9A31-EE220F5F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FC9234-5B70-4A76-BD6D-063290594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029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8884A7-A536-45A5-8DD2-C2A27EBC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204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79CBF1-68CC-4B2C-93D1-E092E585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82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A90379-C23D-4909-B36C-3871217E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257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9E94D6-5C50-4E35-A58D-A5B0AD5C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A87AF1-9DB9-496A-BA9C-B4146BD6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29F8F-CA65-4C3B-99E2-1214C977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BAAE3-CE10-465B-B8B0-5546365A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D961FD-DCB2-4089-BF77-0909F962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CBEF4-BDF8-431C-8B9B-D8534A6BC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2D5981-4DD1-416F-AE60-3CC53945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6A56C8-C11F-40D9-B091-CFE984747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D6F4B9-A53D-4C95-874A-98BFB80CC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7C225D-E124-453B-9168-745366308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DB0267-F180-4CAD-AF66-3289BB74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404D49-965A-447A-94EA-8CE7A764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393156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z [cm]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DA8546-B4E1-4B6D-A1FB-704ABFAD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two_term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27ECED-8195-4C06-A40B-1983B0B4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29801de9754f70"/>
          <a:stretch xmlns:a="http://schemas.openxmlformats.org/drawingml/2006/main"/>
        </p:blipFill>
        <p:spPr>
          <a:xfrm xmlns:a="http://schemas.openxmlformats.org/drawingml/2006/main">
            <a:off x="3524250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30F186-B31C-4343-A0A9-BB53D7988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7B9CC7-8976-4412-89BD-6DB4213E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93C53D-B124-4887-BCA0-54C3FFF86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304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D93AB6-2EBF-478B-918F-7EBAE8A3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479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0429D7-0B3F-47D9-835A-65DEEDDD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357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F1E105-3A28-4A36-9481-6A294873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532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6701DF-326B-465F-98A7-4996BEA5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05BCF9-9CF4-4115-97B6-0AA7A96B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316451-027C-46E3-A0FF-329EB65A6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C27046-2483-4239-83DE-4170E225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F7D72C-4965-4FF4-90A3-A91E201C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CA7E80F-4E7A-4FB3-AE04-DD74A67E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C1B4A8-5BFC-4096-9166-866F53864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9401D1-2F60-49B6-8A3B-D0FB2AB8C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6947DDE-125A-4488-A0AE-C5A6CF05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A7E62FA-F08B-4FCB-8AFD-A018E4CB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D3F3346-13DE-4A57-B0A0-C4840E023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E8C346-11D1-4B65-81B2-AFA7EE27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monte_carlo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A91191-5556-4A83-9073-2D76AAB72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5f1b883e504b39"/>
          <a:stretch xmlns:a="http://schemas.openxmlformats.org/drawingml/2006/main"/>
        </p:blipFill>
        <p:spPr>
          <a:xfrm xmlns:a="http://schemas.openxmlformats.org/drawingml/2006/main">
            <a:off x="6486525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F2B479-B764-4E16-905E-894E52259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684722F-CFA2-4614-B6FA-6B64251F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4C0E75-372A-45CC-A512-D6F04947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579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CF501A8-B077-4D32-80D3-8670C8B0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754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A710B4-DB5C-4F77-987A-EF683009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32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8287F1-199E-44D4-9E21-7B177BEE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807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1400595-DCBF-4F5B-9C70-6566B647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2BC2EE-DF14-4E82-BB10-EE342892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A102047-F4B5-4C62-A0D9-95283988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928904E-5C8E-4C07-9B78-C4660BBBA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A140277-F584-414A-B4B9-709E3F026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4D77CE0-DA0F-44CE-8E7D-26732ABA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7B02687-67FD-4DA4-AE1D-96A70425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3784664-EDC3-467A-AE67-54E92C25E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8A464BD-9C1E-4879-830C-236AFB66C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57AF74-461E-4D69-B04F-BFBF2390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B985CFC-3FA0-4A3A-840A-F6DD3A58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0E6B05E-1BF0-434B-AA71-91CD061F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propagator P1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EF731F3-156A-4E8D-AA92-8E2ACBC0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b9d3b759e14ebe"/>
          <a:stretch xmlns:a="http://schemas.openxmlformats.org/drawingml/2006/main"/>
        </p:blipFill>
        <p:spPr>
          <a:xfrm xmlns:a="http://schemas.openxmlformats.org/drawingml/2006/main">
            <a:off x="9448800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E4E1AEC-598F-429F-8644-48539D0E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61740FF-75C8-4325-B563-28E73E3F1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F31710D-E94B-454A-8982-5AE196C1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854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E42073A-1749-4E00-A3C4-C3E56E68F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7CE6A70D-D523-439E-9800-3619C204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907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C0D8FB0-6527-4587-9575-1C677168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71B5F77-CB37-4439-8D0F-A9B02EF3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4755D87-F8BB-44F7-A3A0-98E50195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C6EAAB1-A5D5-455A-A9DA-BB6C5C6A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48FF006-3940-4E3D-A41F-26F844C8C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2E5C976F-7D32-4F20-B17E-F1383DE6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7DB21D4-FEBE-4C33-A366-D42A5BBC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9750B42-04E6-45CF-9AB6-B557E2A9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A1FBCE0-16D5-4D51-920F-6BCFFB8D1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C410376-E3AA-4B00-AD00-A0A97577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AF4E6B4-F4C1-4A75-85A7-5FDDEF78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0B2C238-3DD9-4A2B-BF95-F181E3E0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5913468-7375-4E95-BEB4-EA85B366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33E946B-EE9C-48DD-94FC-5FBCC977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98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0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298F520-BD67-4590-80B1-343297B77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0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F3B32BC-75F3-4164-8187-1FCE676D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95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1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0C94F0C-2CB4-488E-9CE9-64F8823B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BB40312-CB01-49BC-9090-70E3C503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92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85D9663-022F-4CE4-B21F-B3BF0838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40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2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D926891-D836-4331-BC6B-BF10F3E1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89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2A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FD8192D-FD54-4C20-8C0B-95587286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571CAC9-89A3-4E4D-9294-4541CA0B5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85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33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5B5E4A3-BEA9-4C35-A35E-833E7E3D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34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38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4F3ABD2-99D6-4D62-B323-E99DBDC8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2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3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B2244C5-9DB1-43A4-9A58-3E0A95C2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CF0C8E75-E0CC-4E2E-8859-792DBEA8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79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6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AB87BE3-55BE-4067-A9CB-9682C4AAC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28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733D4DCE-6AC7-4481-98C7-42559AA6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4979E4B-63C7-4892-8414-25067F06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317B3D2-9A8E-4E8A-845C-5DA61740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73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C4DEC05-29CE-47E7-A516-5CC2306BC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21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7F1E27F-2850-4184-95C7-F1D529737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70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0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28E7453-5D98-40FD-8D41-4E1AC9AF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D3D9459-5C1C-4E92-97A6-888D7B86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67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9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0610592-56CE-4619-91C0-0F32AB1DB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15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5D467EA-9C15-42AD-9453-E9CE509B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64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8A5540C-D0F4-46B6-A36F-CB0C056E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E00AA9C-66F4-4C5A-AC08-ACBEAE5D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60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9338A37-DBF4-4CA4-9F12-A0E082DC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09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8A077EB-8E5F-4257-B8F7-51D67F07E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57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5B4DE97-E93E-43E5-B075-A7AABE868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06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411F02F9-2A8C-42C9-BD24-74CE8951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54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6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8C25804-7F53-4448-AA1F-0479E89E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3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F3D2F2C3-B4BC-4980-8288-38ECF2C6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51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73A9C2E-A006-43BF-9DF8-CE3B458F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2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3384039-9C66-4386-9BE4-FD75EBB9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48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C69F6455-F595-4A43-9CEE-834DB46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96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51922C5-D058-48FB-96BE-507603FE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5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35A758F-7D4E-4664-8291-770A8C1E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20EE7E23-2998-4A33-A1E5-0C81FF3F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2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F5E5507-CBE3-49D1-820C-AD6D401A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90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8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EE27A7D-4676-46AE-BC0C-20489B97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39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69B16DC-4686-4CAC-B5C4-9EDAA654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6582179-8337-420E-A706-856E269F7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35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77D2EDF-5B3C-4FD1-BA0C-5C32144A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84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B6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AABF2547-62C7-4812-9ADE-4BA03CE5F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32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B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77B3B90-F2C2-413E-9F0C-3565508CD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D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DE42515B-6E59-459C-B93A-92C3D659F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29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ED15D134-E0F8-4B3E-BF8C-1329B7A0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78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244DA97-0FE0-4CC0-B3E3-4B334510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6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08665637-2AEE-47F1-94ED-B133C3EB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9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512BFB1-1A7B-49C0-BA40-65986B5E3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23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C7C43995-649D-4B18-B42F-3A83A0FC3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71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11B44089-3D70-4285-A61A-D2301F910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0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D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0CD16D12-9C4A-4A87-A031-47624BE5A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D4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70625F6-7A8A-4F41-83E3-9125CCFEA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17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6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2D1F51E-2AB9-4D57-8B9C-73B427FC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65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EA01474B-9465-42E6-B58B-ED3614A4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214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8C30EB2A-6D59-4B3C-A53B-204A05B22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D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6858848D-5D64-4A20-9B22-B604D789F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10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3FBE29A0-4B22-4DE8-8DE3-93E394BE9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59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9AF9708D-75DF-4B6C-B028-02792A2D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07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74862023-0CD9-4158-BED5-55E87F4B7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6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95D1D57F-80F0-416B-80AF-1817186FB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04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C5C840C8-AF1B-496F-B65F-2ACDE980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53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C1CFD472-6448-498C-8402-5B68D6BA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01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07B5F422-0FFC-4D73-9979-3CB9B4D6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191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FEF1E78-B0B2-45C6-89AB-F1A6842DB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2288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1F5134C9-4F0E-42B6-9C26-F82B123D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9388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176361D2-7AC9-4552-A270-284BF2064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616F06F-9868-463C-8D80-AD100B412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2ADFAB50-0B00-4436-B1B9-A31664AE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4212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F542E8BF-54C2-447C-9F04-70AC9939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312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3DF976EA-0927-4AF1-ACCD-9C73FBEC1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0173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7C45D3F2-9437-45AB-AA20-B295DB4E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273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AD4F303C-54F5-4338-B9E0-66CE7A6C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6135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1EDB8CE1-C86F-4850-9C8B-A3A4C4439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235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1CF92744-1164-4BD1-BF93-1957304D3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419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24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⟨ε⟩ [eV]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003BAB27-DB30-4E34-80FF-04BA445DE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2B51F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A6592915-937F-49D3-B894-128061644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wₑ = nₑ⟨ε⟩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∂wₑ/∂t + ∇·Γε = Qrh − Σj Δεj Rj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5FFF7B93-6B3B-4191-B2AE-204C5F55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A6D9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F0C211AA-DC29-43E0-BE00-D54D5817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9107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03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peak：original 5.79、two_term 8.82 eV。⟨ε⟩は1電子当たりenergyで、nₑ極大と同義ではない。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0D6E379-B81A-4E4C-9F8D-B1FB10C71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B6260990-6642-4B7E-87F2-3077313CA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87622BA-10F8-462C-A234-FF558189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electron-weighted ⟨ε⟩のoriginal比（2T / MC / P1）= +46.7% / +46.1% / +45.9%。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204205E-4321-4DC0-81BA-EAFAA242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outputs/argon_gec_icp/comparison_exports/{original,two_term,monte_carlo,propagator}/fields_common_time.csv</a:t>
            </a:r>
          </a:p>
        </p:txBody>
      </p:sp>
    </p:spTree>
    <p:extLst>
      <p:ext uri="{BB962C8B-B14F-4D97-AF65-F5344CB8AC3E}">
        <p14:creationId xmlns:p14="http://schemas.microsoft.com/office/powerpoint/2010/main" val="1670138166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AF307C78-0DAC-4BF5-8CAD-9CF8535C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04A03F-59D5-4805-BB00-42B195FA1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700813-748F-4BD8-A76B-47046825F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Ar* metastable：tail積分と過渡蓄積が空間差を増幅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328D9-73AE-4019-824D-5D624BA4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original / two_term / MC / propagatorを同一global scale・t = 1 ms・4545共通節点で比較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504DBF-EAEE-406D-BED8-62F9A842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AB9299-A9AE-4224-964F-6896749F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B70B83-33C0-4FDD-9FC2-47742BB6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01BB46-B2FF-41D5-B5A4-6C5289B0C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B458CD-9E1F-40AC-8A33-55B9776EF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original COMSOL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5D0084-3789-45BE-8144-2E7D1A3B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f5b748c974de9"/>
          <a:stretch xmlns:a="http://schemas.openxmlformats.org/drawingml/2006/main"/>
        </p:blipFill>
        <p:spPr>
          <a:xfrm xmlns:a="http://schemas.openxmlformats.org/drawingml/2006/main">
            <a:off x="561975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929071-49DF-405C-B7C1-D8D8431B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604CD3-BA06-446A-85F4-16E3B01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F8723C-A6EF-493C-87C2-5872484A5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029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C087C8-5220-448B-A382-0052BAC3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204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FDC368-5C64-4933-88B4-D3CDC9CF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82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84D74FA-C4C9-4E79-9D46-49EF8929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257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9CFF9-F443-4C81-9E15-5E47A6AF9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4381C9-D690-43F8-BBEA-AB39A550E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85ECF-AB06-4B9D-B862-3BC6DB5C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5B1EA4-BC14-4C9D-B027-D8644522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280FB9-603F-4E49-8B71-7DEFF331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910902-254C-4435-BA3A-ECA40636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B2303F-0694-423C-9D7C-CACF0D7A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C649796-34F1-454B-AB1B-A71BA404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5B9947-B79B-4057-ACA7-43C7A6347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273A523-6CDB-4F45-B02C-30DB3803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12917D-9F40-448B-997D-4224D098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2B53DE-F039-48A1-A704-59400DCA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393156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z [cm]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0E6020-9BCF-4B75-84AD-87AD94FB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two_term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8DE40D-8102-4ACC-8637-E9CAE1C4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6ce40e60854bab"/>
          <a:stretch xmlns:a="http://schemas.openxmlformats.org/drawingml/2006/main"/>
        </p:blipFill>
        <p:spPr>
          <a:xfrm xmlns:a="http://schemas.openxmlformats.org/drawingml/2006/main">
            <a:off x="3524250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F3077D-14C5-4896-B784-0FC985125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DD36D6-74B0-4C2A-9D20-235B7038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ED60A2-5BD3-4B4E-BAEB-FD0B5AB5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304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77CF71-4DBA-494D-B498-58EAED7A5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479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1E90564-910E-4304-BBD8-2861118B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357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A3BCE9E-2CCA-40EC-A336-8A7B512DF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532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1EC6A7-5C7A-43E3-8C74-A02340EE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1FBEE6-1B57-434C-B2CF-4CEF420B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57E34F-FD9A-47E8-AB8D-BEAEFC52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CE68267-92F6-424C-8D65-E5A45C32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FE4591C-80A8-42DA-887C-98467B1C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8267777-0889-42E5-913C-E7FC69F6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9A89E3-007D-47E8-ABE6-AB345CF7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50C8244-272D-4585-9C53-DBDFFD7F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5B9E773-422B-456A-A84A-67F84E59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168DF2C-DE89-4B58-86B3-885473EF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81529C8-6DEF-4903-9471-513353A2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B14FA47-9604-45C8-AF99-6066A67C5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monte_carlo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09E3B0-61F0-46CE-85B3-0AE31CA81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e279b049749ba"/>
          <a:stretch xmlns:a="http://schemas.openxmlformats.org/drawingml/2006/main"/>
        </p:blipFill>
        <p:spPr>
          <a:xfrm xmlns:a="http://schemas.openxmlformats.org/drawingml/2006/main">
            <a:off x="6486525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C2077B-54F3-41A2-B58B-325C3F51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2DD1574-8E89-43C3-A142-37554097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E328D2-C947-4F8B-BA16-4709B996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579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8F7100-E7D6-4378-8DDE-B09B54E01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754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71EAAF4-E1E7-4BCC-8355-7916B8173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32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7A6A65C-E1E4-4F15-B6EF-0F9779822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807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DA0C2E-B410-45C2-8245-EFE36234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B186AB9-9F5C-4340-8F6D-F35E5678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DC00D2F-1F7D-4934-99FC-E4289442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89EF795-AC91-46D8-8A57-CA09B0442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41D408A-9AE5-425D-B01E-C25F3AF1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F5BB10E-0CF7-42BE-8AB0-DDBBD060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313C538-B303-49BF-8181-DAE7BF9A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1CCC0A6-960F-4FD1-899E-C30BAEA6B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F6CBFC8-37B0-45CF-A505-AA6A3C4A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15BEFC-1405-412F-BEA5-5D764FF5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AFFC3656-B7B8-42F1-9827-231326B5A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F41EBA3-285C-49BC-917A-781CDA6F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propagator P1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F40000C-517F-48A2-8F37-B336550B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08cdeb1ae54b01"/>
          <a:stretch xmlns:a="http://schemas.openxmlformats.org/drawingml/2006/main"/>
        </p:blipFill>
        <p:spPr>
          <a:xfrm xmlns:a="http://schemas.openxmlformats.org/drawingml/2006/main">
            <a:off x="9448800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71730EA-A144-45EC-8D2E-7A885EA9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45D12DE-DA4A-4A67-A670-029EE938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0AE79F3-B20B-403F-BEDC-AD9CB4F2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854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BE67779-43E8-4FDE-B3A4-2D8C5C017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BB0C8E6-77FF-4DEE-8FE4-CC2FB000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907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33E4663-E238-4E7D-B0D4-36E97E3EB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781F6BEE-E2B9-460B-B125-7BA2B476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53C81AD-8B12-4077-8EFB-C3FFEFA9F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A7A88636-0041-4691-9562-69263824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EDBECC7-3F06-4E4C-ADAB-7AC32004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3E2C0A4-D935-4087-8CE1-D8B5881A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2DF8004-7D71-4FD5-AD56-B42F85A4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1DA122C-4BFE-4D31-9A1C-18FD467F6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37FB67D-A312-468A-AE11-60DFF850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75EC0067-C7B8-4CBC-8D60-F6CB81AE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F622B32-2E2C-4592-A032-F152FB435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24D2E6F-9118-497C-8927-6CC96611B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2D670FB-732E-4A59-9C1B-502399917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80CB2FA3-9848-488B-83A3-653B8878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98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0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8F2FEF5C-68AF-400F-B24D-00B7983A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0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C899DC3-DF21-4156-A2ED-2E4725D0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95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1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CC6E17D-A487-4098-8EC4-5E806E4E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599C5DC-30A3-4CB5-9CE6-6A40981F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92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7038BBA-FB9E-4D0C-A208-A08195649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40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2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C633738-8B96-4AAF-8EDC-06FDBE7B2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89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2A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D8936D38-59A8-4232-A52F-748041EBD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620CD749-965F-4562-AB9D-E2DBBCF9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85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33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78863F8-9836-4A98-924C-E2995228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34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38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7F8E55A-9B89-4E08-A8F8-390F74EF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2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3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067A0E1-7131-464F-808B-E31D8587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9AA82C-59BB-4203-89E2-1D62C7A0E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79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6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3D74D86-DF3E-4F9D-B0B9-091FD6C02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28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63A4322-E50B-48BE-ADBE-FCE0E778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0397B88-FBC9-4743-A49F-DEBD108E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2CAEB470-1067-4EE4-A2D4-0BD72E469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73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53D9494A-AF7D-419E-849B-1AB4314F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21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C34383B-60BB-4244-AAF9-F1A7BE60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70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0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C96E33E-78F6-4B24-9E8E-C1CE506B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CB41846A-783B-43AA-B025-22ED50E4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67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9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3F7A1379-FAE1-4F98-BABF-254CCE544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15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E26C8791-0088-4318-8893-F3D083E61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64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2C2B56E-7C5C-42D6-A1B8-8D45F35E9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027DB70E-BA26-4E06-A2EB-B94D024C0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60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8BBD4E2-2524-48FF-8792-D7D22766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09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5529788-27F7-4094-BD53-CE6AD2AC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57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BDFE1E5A-193F-4EB6-B960-E499D63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06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BBF0807-BB5B-4CB7-B89E-62A3EA4B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54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6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69D4C24-7BA1-40AC-B595-EAC30793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3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69E0A2B-1E51-4BB5-82B4-5B309F708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51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2424572-EF5D-4E91-917C-F15CB5DA5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2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6A5AA5B6-9C24-43B5-8241-0CD151CF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48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12F59AC-3F1A-4C6C-BA9B-DB4F8EBC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96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22676F43-1CDC-4FA9-BA9C-5D476CFB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5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1D73A8AE-A650-44A7-A7AB-05C18E15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A642A3E-0E9C-45B8-BA84-16CDABF4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2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8FAD568-1160-4C7C-9DD5-A35890538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90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8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04F5526F-8A6D-4FAC-B120-91DCF19F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39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1B20B4C-CB35-4E9D-8CB2-2C37F7FCB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B4A55F6-D72C-458A-817C-F04346A6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35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C2FDF34-77A2-4DC1-8CE1-0D1FE8D8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84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B6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31FA25A-2AEA-4CA5-B2C2-252414A4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32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B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4410D8BD-418D-4CE3-A7AF-51F49681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D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AA2AC90-7FA4-4027-9840-0D927C42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29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24F691DD-6EE8-40BD-A68A-02DCE6ED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78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ACF9E32A-A00F-4A97-A094-4097EE39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6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8ED3D6E3-6BD6-4639-9F00-DBCBB8FD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9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83158924-35CC-4791-AAE2-74C443BF9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23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D745BDE-2C94-474F-BBB5-FAD9B57E4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71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DD2EA5EF-753E-4E16-A5CA-6956DD8E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0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D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68D68AF-52D0-4F41-9597-9F0E19BA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D4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5F2C408-B3A0-412E-AA45-DD7470B2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17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6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4785897-F201-46B4-A24F-CEC5574D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65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C9B12F1-3EE0-4F2B-89DD-0DF7E084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214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957BAC16-1EBA-4D5D-AA76-334B3BAB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D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75FC1637-3235-41EB-A5F2-698EE416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10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A2CDDD7-0325-40EE-8044-8DE824D6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59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60DD931-7DE9-41D7-A322-DE3134F4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07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0AEF5C8-B8B6-451D-AAA4-5F430394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6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59046B4-1B44-41B4-A7AD-6684C7CF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04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AF2D4F01-7B0E-4CD0-B508-DCB3ECE2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53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BB462F83-EF00-4DEC-A87B-DAEB35EA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01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91C7B0E3-583C-4CBB-8AC7-8A2AEE30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191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8D061EB5-DE76-4C78-BA44-06E8D492A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7219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4DDF83B-D04E-4FD3-B16D-E849077C6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4319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10¹⁵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A5AA719-7E51-4272-95EF-2743402A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017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78C4A3F9-8591-4560-B798-23C3B529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6117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10¹⁶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C8041AF-3FC6-4A28-80AC-BBF810E7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815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99C55CC1-F094-42A5-8626-70B3B323D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7915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10¹⁷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EE042D2C-04EA-4CB9-9353-3E63B1E7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612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C94AB92-FA8E-4DD9-B33C-5D747E66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9712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10¹⁸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0A7EA4BC-AB8C-41EB-879D-C53AA2D15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4410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A50E84D-CF95-4CBE-AB3E-9E58C48E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1510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10¹⁹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463B6692-BB2A-496E-8E60-AEE61AEB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419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24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log₁₀(nAr* / m⁻³)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D15118D4-1CE3-4589-9776-100211E3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2B51F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3EDA1554-E766-4BB5-B7DD-C544F1E6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S* = nₑ nAr kexc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kexc = ∫[11.5 eV, ∞] σexc(ε)v(ε)p(ε)dε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BB8E8188-3F13-4B9E-9C80-C5E6A81C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A6D9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32AE825B-5DC2-425C-A59C-0C47387C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9107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03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nAr*は励起生成・拡散・壁quench・stepwise ionizationの履歴量。originalは1 msでmetastable stationarity gateのみ未通過。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FD50155-59A6-4860-B9BE-046EBDDE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2928E7EA-5BDC-4EF0-9990-79E05F33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60A4DC56-2E2B-4193-B7CE-975C096A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体積積分NAr*のoriginal比（2T / MC / P1）= -45.0% / -45.5% / -45.5%。この差は定常値差と断定しない。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60AD10F9-ABB9-4D76-860F-21F1086F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outputs/argon_gec_icp/comparison_exports/{original,two_term,monte_carlo,propagator}/fields_common_time.csv</a:t>
            </a:r>
          </a:p>
        </p:txBody>
      </p:sp>
    </p:spTree>
    <p:extLst>
      <p:ext uri="{BB962C8B-B14F-4D97-AF65-F5344CB8AC3E}">
        <p14:creationId xmlns:p14="http://schemas.microsoft.com/office/powerpoint/2010/main" val="8964952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DE9EDB9A-85EE-40F8-8356-9F17409F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FC6CB-7C12-494D-B4F7-BE863113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B66BCD-363B-42BA-9D27-8CAFC06D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Ar⁺：電子密度応答を追随し、壁近傍で準中性から外れる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1B563C-5D32-4BF4-A20D-0DCAADD9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original / two_term / MC / propagatorを同一global scale・t = 1 ms・4545共通節点で比較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9D8E1-C74A-462B-B1DE-20111FD7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DDCF8-89EC-446C-B941-166625B8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C9196-A6B6-480E-B1BF-7BBCCA09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1CFE7-0891-4EF4-AE69-85012061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BBF8D8-788A-4A28-9EFE-4E15A1DF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original COMSOL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FFE72-0679-4F5B-B34A-EBA1D950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8e6a5ec25c47d6"/>
          <a:stretch xmlns:a="http://schemas.openxmlformats.org/drawingml/2006/main"/>
        </p:blipFill>
        <p:spPr>
          <a:xfrm xmlns:a="http://schemas.openxmlformats.org/drawingml/2006/main">
            <a:off x="561975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19349-EE2F-4628-A0BB-6575D916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68D9F5-CCD2-4415-934C-171369A2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7B7A1-CC14-4047-A05C-AAD7DF6A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029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78F12-43C5-48AC-990E-59E22CA0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204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7B8A8C-A508-440B-8B2E-4FB0DF48F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82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02CACD-D70B-4EE2-AC56-6006F6D1B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257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3CE595-A178-43C5-82B6-E02BC5F70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1ACDB6-D95B-416F-A3FE-72E340D5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7FF14-F834-42F5-AA1C-BD593D78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B1E6D5-F1F5-431F-A060-4C7E172D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5DA38-DBA9-43D0-A6A2-C6D6ED33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FFB55-6084-4F9C-B543-62BA619B9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EC17B4-0F80-4E17-8EA8-B4DEA1D2C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2F2E8C-30EF-4D7E-955D-C0285847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F129EF-C84C-4175-A5F6-4AA8EE850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C044C0-82E2-41E2-B239-67CD1148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03D5F7-D8F5-4A59-BF8D-077F6428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A00ADF-FA81-48C3-93DE-67A9E168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393156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z [cm]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24F3E7-C661-49A2-8858-C2E507D6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two_term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E40BF0-B41D-40DC-98D5-765788B7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194e3d72541e2"/>
          <a:stretch xmlns:a="http://schemas.openxmlformats.org/drawingml/2006/main"/>
        </p:blipFill>
        <p:spPr>
          <a:xfrm xmlns:a="http://schemas.openxmlformats.org/drawingml/2006/main">
            <a:off x="3524250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C01113-4A6A-4903-873B-A02F10AD8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C9F9F9-2AFC-420D-825C-51CA84B6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857AF4-03C0-419B-B948-E3D5DB35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304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C4FAAC3-13DB-455B-9C83-622B6D5DB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479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8696DF-C1ED-40B5-8A9F-D1BCDA1A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357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FDD76D-A0D4-4CA2-AE7B-4F54FC5E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532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8E85D2-14EB-411D-B671-FEE791BE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10A8193-9E0B-4253-99CC-52402E50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6DC449E-E56E-4C8F-A8FB-1BB3DD4B5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0975258-5E2F-409D-8570-DBE293D1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C6EB241-8430-4334-95CA-06476B12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3CB83A-F3F5-4F7D-9E0E-92932934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DBF62A7-44EE-4594-93FA-7D5365BEB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C90A8DB-03C5-4A05-86E6-4E8529DF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A97CE3-69A5-44A5-A1D5-600485FE8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1A8E72-7960-4BE9-8EDE-09B68F969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0E2AFCE-D838-4240-A44E-F1F5B1FF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52D58A0-2058-42AB-9DC2-816C43DB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monte_carlo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F0582E-47D0-4AFD-A8BA-FB07DC29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181c1ccbb4431"/>
          <a:stretch xmlns:a="http://schemas.openxmlformats.org/drawingml/2006/main"/>
        </p:blipFill>
        <p:spPr>
          <a:xfrm xmlns:a="http://schemas.openxmlformats.org/drawingml/2006/main">
            <a:off x="6486525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ED3E911-160C-471F-B82C-4C1A7005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2957045-0F23-4252-B976-D443A2FD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D02874E-1C23-4914-B492-039E1BB7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579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3E0065C-C4C9-4865-B561-1F9BDF08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754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766EA76-1ED2-47EC-90AA-154927C02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32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497CA8-957A-42AF-B3E6-44C3FABB8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807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0AC081B-BEE2-4E81-8D3E-BA11D436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BE74CDC-DC2B-4E8B-9D3C-E05673D5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62EA2F-B3AC-4D0E-BAD9-EE2A1035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B7A116-E6EF-4C59-8ED2-AEA591DAC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C61C69-3E2F-4C6E-9A7B-9987E4D9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EF59A7-3EDC-41EF-86A1-C62DFF82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29DFE7F-A8E0-4043-AC4F-101FCC94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5FF2773-908A-4C35-A2D7-F17DCFF9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46E3A7E-B390-4963-859F-797904960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9663668-BE37-4ED9-B601-CCDFEC898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013453B-E41D-4246-9056-298715186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F113198-FE2D-449B-8CA9-179894E8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propagator P1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1325C29-285D-4F37-9512-8B88E8730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d0b2ad43a34618"/>
          <a:stretch xmlns:a="http://schemas.openxmlformats.org/drawingml/2006/main"/>
        </p:blipFill>
        <p:spPr>
          <a:xfrm xmlns:a="http://schemas.openxmlformats.org/drawingml/2006/main">
            <a:off x="9448800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6445AA-C883-4919-A278-B0E83815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7E18053-815F-4134-A9EA-A93F5B56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F5F9BDA-EEB7-4276-B4FD-0D30BCF22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854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9314D52-13B8-4CC1-959B-0C20C59E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5E2001A-F53F-4B68-A5FA-5B5156242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907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425F2D2-A0B0-44C4-B56A-A4BB30ECC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F083C60-47F3-40DD-9E3B-5F92A5C58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88379DCF-58AC-4FB3-A4D5-903B7645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1B49C12-67B3-42CE-907B-CFADBD83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8F398EB-AC2C-4316-98F1-59CDEEB64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74B3B81-23B5-4C98-9373-9DB8D94B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76D6D7-0C39-452E-A8BE-C4CF898C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B525B8B-AC1F-4E27-9BFD-657C865FB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B4A1B4AF-AB87-4EC3-9A1F-21402079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42AF654-76BA-4356-97FA-012A071A4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3CC2B8C-273A-4752-9C13-6B87D11F4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C6387B7-0BC2-4413-B1EE-9208A36E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81FA101-3933-4E9E-B061-3721D2BE2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715DEA53-A78C-417A-9A9B-AA4FBD7E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98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0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4076A38-E362-4C4D-BCAF-7DC92E3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0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D2C05A1C-DDEF-418F-B5BA-18AB16DA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95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1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5788136-F2D2-4F31-99D0-5660360F0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D558BE1-7902-4F4C-B7F5-6FBE4C56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92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19BEA81-5809-4A03-AA38-83011C306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40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2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5603479-9678-4F20-9CD5-4A3972E1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89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2A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CB78A97-F0F5-4BCF-88E0-E8F4FA6A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01463EE-2503-40CB-9D92-61046A82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85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33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6A496F30-3E55-4231-BCF9-8085B8E5A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34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38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5DE64FA-0B32-4465-AE8C-27F2445C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2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3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A5C5C1C-2E21-4C1E-9F7C-F125137A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D69D119-65EF-4FB5-BE76-26D43266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79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6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8B89A423-CF2B-4E75-8012-C8221E46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28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FF91516-C576-4D25-AF3A-E87DB97B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63B21132-847D-42EE-88D8-2C30FC05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98E26E8-904A-404F-9E9C-C3FBBAA8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73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A5529070-60F4-4194-92FA-B2A2C48D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21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B77E4DF-5942-455C-8A9B-38627B18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70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0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14DBB5E-8CC5-4C84-8AB5-A4FD4DD9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DCEB329-BEF7-47E5-86AB-2D66E1DE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67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9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4C00227-A077-45FE-91E6-F1062A77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15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313661E8-2C83-45CA-893B-46E2F8CE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64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FBBF9DAA-2C7B-4CAA-B185-27ED76BE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3C29AC4-13E1-4904-A22C-7E5FB005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60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D5DE532-5369-4093-AB7E-520FDF5D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09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46B77F2F-DEB3-495D-855D-5E8CB2B4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57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88737E1-C2D9-46E8-BD29-5B91392D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06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480C1E9-9A33-4113-83D8-4858EE10D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54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6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3380532-3516-42CA-8C12-EA83BF68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3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21BC88F-4B86-42FE-B146-32E337CF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51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A927AB6-9333-45B7-BE2D-F10276D1E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2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93D7AC5-A353-4662-9688-CA6BD11BB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48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B9FDD48-7CD3-4696-8D90-E098E9C4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96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DD168EBA-CA44-4E77-BFE6-73F2B6E8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5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2D245E4B-D82B-4FFB-BCC7-E588D0728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7A2F2BD-B918-4156-8BB6-CE243D6F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2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F8C2CBF-1F8D-4303-A12A-6B757290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90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8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945B860-6EC5-43E1-B6EA-77961A13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39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1904D04B-3210-4E2F-A3F6-B30AD459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5526A24-E8C7-4EEC-A31F-10793481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35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A978B410-49AD-4525-AE3D-8BEB92735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84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B6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795E290-E77B-4F51-ABE0-08D716EB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32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B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C0C588C-D380-40A9-8380-6B64A07D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D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E43334D3-9EF7-4651-BF25-101B8695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29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ACCA5EA1-2ED1-4D8D-B7E4-45B6BA1C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78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7AB476B9-2FC8-43A3-9FC5-B3F68D48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6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6F35153-C96A-4D4A-815C-330BF015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9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6D10844-31A5-4CBC-A2DA-2E57D2E45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23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6D87723-5F31-4AE8-80CA-584522F6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71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AAE74032-739C-4271-BB8B-BD2BDB5B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0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D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6216B319-9A40-4737-8CEE-8CCB3EC0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D4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A251D8BE-BBED-421A-BA22-2CA4E831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17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6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1B22DE7E-6639-4334-BC31-39D053D6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65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B0D60516-4921-43B8-8218-258B72A10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214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46E51124-E116-487D-8E78-8D036450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D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909B73E-7334-4438-AE2A-5BC340A5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10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60B89681-1F4F-4BE7-BAE6-C5AAA3FFF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59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4EAF447C-30B2-4FCF-8B77-1ACBACA2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07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E2A5288A-BB8E-427D-8F31-31FD57E7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6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6C3927DC-B9A9-4213-B4AD-C926F3C23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04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CDAD2CC-AADB-4D73-953A-CB3078265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53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BF8DB14-7F20-48A8-AAB7-9E1040C99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01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DCD6EF60-42E0-4006-A8BC-2120CCEC1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191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10D00676-3741-46E2-B79A-4946B888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E25A2DB-096C-43BC-B511-A14961B3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10¹⁴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088D4442-2F05-43A6-964F-B6F091EB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357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A5DCD9CA-1F63-43BC-AB38-7F5AA317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457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10¹⁵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FA6C5E71-9D36-4C38-A0F7-47B8B45D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6214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68FCE002-895C-47A3-8F6F-4F78FBB5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314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10¹⁶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E4E76BA-109E-4F07-8448-E28DE5E5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4071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1D8A2869-3B84-4FDD-BB90-DB1300F1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1171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10¹⁷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E2379C67-AEFA-4115-B51E-4024B10C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929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A1E28A44-5E5B-4381-A3EF-6AA5F130A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9029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10¹⁸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F006B120-1459-4BF3-BEAB-290B44375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419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24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log₁₀(nAr⁺ / m⁻³)</a:t>
            </a:r>
          </a:p>
        </p:txBody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F2A9721-069B-4450-A9B4-91C3FE56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2B51F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DCE5FA3A-917F-459B-903E-06DA821E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∇·(ε₀∇φ) = −e(nAr⁺ − nₑ)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λD/L ≪ 1 なら nAr⁺ ≃ nₑ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7FC57264-5EBF-4114-9B6D-17FD60DA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A6D9"/>
            </a:solidFill>
            <a:prstDash val="solid"/>
          </a:ln>
        </p:spPr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41F3E8ED-C86A-45EA-8E5E-B2988DDA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9107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03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two_termの|nAr⁺−nₑ|/maxはmedian 0.17%、p95 18.9%。壁・sheath節点を含む。</a:t>
            </a:r>
          </a:p>
        </p:txBody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A580FEFD-075E-42CC-BDE8-A440D2B5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D29C1273-3E75-4F2F-8450-B5814798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2898C881-CC84-4CAB-A7F5-508AD689D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体積積分NAr⁺のoriginal比（2T / MC / P1）= -35.4% / -35.0% / -34.8%。nₑと同じglobal応答。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0D400782-6EAB-4720-9933-07F54E96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outputs/argon_gec_icp/comparison_exports/{original,two_term,monte_carlo,propagator}/fields_common_time.csv</a:t>
            </a:r>
          </a:p>
        </p:txBody>
      </p:sp>
    </p:spTree>
    <p:extLst>
      <p:ext uri="{BB962C8B-B14F-4D97-AF65-F5344CB8AC3E}">
        <p14:creationId xmlns:p14="http://schemas.microsoft.com/office/powerpoint/2010/main" val="1340716881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8C1C72F8-E103-4980-A7FF-15B55742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F5BDB1-7204-4F2D-824B-A07348E5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4874E9-F896-49DF-A22D-AD53E453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RF吸収 Qrh：kinetic transportがconductivityと場を自己整合に変更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A184BF-A17D-420B-801A-F040EEE1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original / two_term / MC / propagatorを同一global scale・t = 1 ms・4545共通節点で比較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E82ABF-5916-4316-B6C5-C1A36684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C9F16-302C-4F9F-B22A-3355C3F9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2B30F-59B0-4A3B-86DA-6BD7D1B4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66975-B293-4502-8008-3ED62B2C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95A35C-400E-48AB-B420-9FEA9219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original COMSOL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A2603-4780-44B9-9DBF-EEEA7127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1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4b162b39a43b8"/>
          <a:stretch xmlns:a="http://schemas.openxmlformats.org/drawingml/2006/main"/>
        </p:blipFill>
        <p:spPr>
          <a:xfrm xmlns:a="http://schemas.openxmlformats.org/drawingml/2006/main">
            <a:off x="561975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7B8D90-0196-4267-BBF6-7F831E21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3E8B55-8EC8-4D38-823D-B2FF2877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A58EB3-CB6A-4A93-B5D8-4171054E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029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7E5C7-C7B5-4D71-807A-F16C3984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2204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A1DC02-C985-4123-8FBA-723C7BAC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0082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B1854C-7516-4D34-8722-6C89A410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6257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5354BF-F2D6-4D82-8E5C-6ECD26FBE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570EAD-6B25-497F-90B7-A90F6CF94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5B77E0-B93F-491D-8A7A-0C152B161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F527A-78DE-4B5C-955B-26F3D3BB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D2B643-E468-4DB2-92A7-D87A26A1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D439E3-80BC-411C-939E-65DD6114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BFE6B6-ECC4-44F7-9869-8F33978C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594526-B13A-435D-B5AB-A9B088671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562E78-7D39-459A-BED3-5EA3AA60B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3A8901-4856-4BC9-9813-CD11C94DA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251B93-2910-44F8-BFCB-56FF04343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3D2AF5-D634-4738-9A8B-BDEA60E89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393156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z [cm]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AB5738-0ADA-4A20-B956-698E47F7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two_term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746913-0F23-4457-ACB4-F280735A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66eda5d1fb4546"/>
          <a:stretch xmlns:a="http://schemas.openxmlformats.org/drawingml/2006/main"/>
        </p:blipFill>
        <p:spPr>
          <a:xfrm xmlns:a="http://schemas.openxmlformats.org/drawingml/2006/main">
            <a:off x="3524250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74121C-4287-4E02-80C9-E13856FD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4658F3-5468-4B1E-BEFA-FBDCA5B2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AB3A23-E245-41CD-BD33-91B95AC6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304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0C2798-9EA9-4AE4-B425-77ED35CC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4479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B25424F-D45E-4C09-B298-7F35F3A49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2357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C3C892C-0559-4E8E-8A22-89999F5AA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532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8A76A3E-E84F-4995-A444-8A3811C8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DB3816-F516-454C-848F-EDC0F681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7FFB6B-B89A-42A7-B4D2-66C957AB7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1B895A-8CDB-4996-982F-E2E46F4B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71F16E0-1399-49ED-87B4-E6514C1D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DC55EC-78C2-4FC6-B8B4-E2E1EDEB1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285C139-DB7C-498A-A3D7-A7E1C369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82ECEF-BA91-483A-AA7A-7EF81B611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ADE0DF0-FC27-4066-9526-344A1C9A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3DB9E5-1CBC-4ED7-8A30-BC9CA548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AFF1915-B111-4B8F-82F7-BFBF0ABA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EE030D-F059-4A79-8592-A58868BF4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monte_carlo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8CD95E-F729-4448-AA90-6357207E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37e9ab0f84c77"/>
          <a:stretch xmlns:a="http://schemas.openxmlformats.org/drawingml/2006/main"/>
        </p:blipFill>
        <p:spPr>
          <a:xfrm xmlns:a="http://schemas.openxmlformats.org/drawingml/2006/main">
            <a:off x="6486525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9F1B88C-4402-414E-BA24-A55E0721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AE82212-23DC-4123-A748-2CBB1D9EB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ABADDEE-ABC1-454B-95C7-8390E68B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0579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CEC47CE-6CAA-48D4-8FD2-C272A404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6754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0E5606-1F22-4444-8A20-BE841AA2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32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1AC952D-9E38-4FBE-AE24-7C135665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807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A926D76-D737-4D31-B281-D41A8349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D6DC870-F470-4B1B-862E-3E9409A9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4ED4CE-30C1-4DAA-977F-BEE059C6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057A38-48D7-4D9A-9196-435084A77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3D8E92E-3D5C-4D05-8EDF-11066D3D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1741C1F-4AA6-4518-B276-4DFA120C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54F12F1-15D1-487A-BE40-B0BD5C2C8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20643F3-2E0C-4490-91A7-85E48678E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D19B8F5-720B-418F-975D-3F3FEC00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3F47094-75DB-4D04-A122-F9AD42EB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98B6229-5568-4240-8D2F-91697A2B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B7B30DA-7D6C-4D73-BBB0-4A77CA3C8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2954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961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propagator P1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CDA23CE-79EA-4DCF-BCB7-3802A911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571625"/>
            <a:ext cx="2419350" cy="18145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  <a:prstDash val="solid"/>
          </a:ln>
        </p:spPr>
      </p:sp>
      <p:pic>
        <p:nvPicPr>
          <p:cNvPr id="2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9b69092920426b"/>
          <a:stretch xmlns:a="http://schemas.openxmlformats.org/drawingml/2006/main"/>
        </p:blipFill>
        <p:spPr>
          <a:xfrm xmlns:a="http://schemas.openxmlformats.org/drawingml/2006/main">
            <a:off x="9448800" y="1571625"/>
            <a:ext cx="2419350" cy="1814513"/>
          </a:xfrm>
          <a:prstGeom xmlns:a="http://schemas.openxmlformats.org/drawingml/2006/main" prst="rect">
            <a:avLst/>
          </a:prstGeom>
        </p:spPr>
      </p:pic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728B5E3-8E67-4E1A-95F7-3CA543769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F212722-0F73-4B43-B344-E158C300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DB88EEC-7DAE-4550-8AD2-A13C4172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2854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40B4062-5463-4214-9FE4-088C72E6F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9029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DAA4176-64CE-4C0C-8C0D-3716FF76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6907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B73A4DE-C80A-48F3-B8D6-DC3EF092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3082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E11D68D3-65BB-47FF-9E6E-958322D5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3386138"/>
            <a:ext cx="0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B43CA0E-6A84-405B-9FAE-73E0B7C8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44325" y="3443288"/>
            <a:ext cx="2476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7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543FF10-8B84-4367-ADF9-B4577C661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8613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DB85F1F-6FDC-42A4-A8BE-B396C557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1946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1B6623F-3DF3-49F3-A495-F0889AB3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54111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CD7F8BB-5BB4-46A7-9E75-5D7FC84F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887436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7E2842F-9BE2-4E83-904F-DD39E035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262868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DA21DE3-8774-45E1-99C5-9755C0C0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6193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94704FC4-6D50-484F-8AA1-DB9D8379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1571625"/>
            <a:ext cx="47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666666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0F775645-E7C8-4E52-8C7B-17E1B2F4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504950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154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5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D7ED0A8-9221-4AC9-A4E9-5D658681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35766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183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13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 [cm]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1CA9076-C0F9-47DD-9C30-D8FF705E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0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3E5DDDC-7724-4725-8408-927A76FE2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598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0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6F471C79-6561-45C3-B160-846103ADF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0F6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2762F60-89FD-43F4-BE56-8B34BCDC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695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14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8A12CB8B-AD75-4E0E-8D39-088B90947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43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A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E36FAA9-28BB-4886-8FCD-CFE6812D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92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1F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AA7355F7-BABC-469B-A942-CE9414A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340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25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51F7BBC-CB5E-45E8-9C40-E5AAAAD6D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889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2A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547E52D-0ED1-4CB0-89B4-40C2CDF41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2E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A187B9FA-1CB0-4651-BC74-CD21B9F0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85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33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A62448C5-ACA1-4157-8288-B789860A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534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38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B903B992-5689-421E-9FD6-6B8EE0CB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082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3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BE79150-82EF-450D-A993-27C10AC4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31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1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21DECAD-291E-4CE6-89E7-26775BAA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79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46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0D619028-5C8D-4C7E-A69E-9AE290E71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728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A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A0490D90-97AB-4F49-8B59-402853122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276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4F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A83E0DFE-59F8-4C5D-B768-24183721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A53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210D6BC-6C95-4A3C-AA83-8D6EF1555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373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7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8683C04-017B-4125-820F-C2E439606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21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65C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A9B950B-F3C6-467A-8865-84A12F490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470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60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3D31F20B-C75B-450E-8F52-8A86DC064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018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64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3129465-F3D1-4ED6-8B30-6D26A85B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67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69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939565C4-02D4-4569-B894-2418AAAE5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15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C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31E1B90-091A-4A48-873B-AF361B4A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64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0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A886352-B754-46DA-B55D-16F050A7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4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E984C34-18FC-47D9-9D06-23998E1C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760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77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9DC590D-3C00-4E02-B24B-01CAD2CE4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309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7B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DC47CEA4-9955-4BFF-8053-B9FF1FCB7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857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F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E1B9A4B-7FD5-4386-87D5-01FDF1CB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406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8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661C087-C3A2-424A-9175-BE993318F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954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6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9410AFD-AA20-4526-AE5E-472111BB6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503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8A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4CC96ABC-7545-4222-A9B5-FE0C4D98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051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8E8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7C89265-5D29-43E8-830F-33C01C49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928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0D9E364-C846-425D-8B3C-15B3AEDBD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148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96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B0DB9038-F936-4F8F-B8F3-3315167A1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696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9A8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DCFD545-5905-44A9-B986-0692357C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5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F5D57D30-76F0-41DD-BFC1-248F89EB4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793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A1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DE465835-D5FD-4022-8552-6EBB614DD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342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58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9520D2C2-0C04-4571-B30C-81C42B56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90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A8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B395B97-A439-4F1B-8BD3-C1F04902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439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C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A99A06A4-BE57-46CA-A321-4FBA3982A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AF7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925AAF1-80D2-48A5-ABB8-1DA20984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535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B37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4BA07A56-F6B0-477C-A32F-D4DA55932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084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B67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223A4005-6F90-4799-80FB-FBBEFBF4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632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BA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0A7DA4B-5FC5-492C-8BD5-C348D95B3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3BD7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15D528ED-7BE0-455B-BCED-1F347B26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729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C0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8A2C0E18-841B-4E1E-9C39-56B11117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278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3C3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DEA75D3D-6F83-4392-B530-A33C36979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826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C6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4C1794E7-FCDD-4E83-8EF2-E0572E77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3C9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C6D2F21D-52DA-4AA0-847C-9E3B5B7F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923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CC5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D00F3A8-31AD-4AA9-AFD9-ADD54D761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471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CF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68E17B2E-852E-45FC-8EF4-43A864AE3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020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D1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C4CEB634-E31F-4609-A606-700023D3A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568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8D4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0D524D6A-E77F-47E4-AEB5-226841B8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1172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D6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CE9AFBFE-41D0-4B0E-A6CD-BD5EC104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665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D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11E4E8E6-F17E-4A47-BAD2-557604B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214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6DB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77A80F31-3738-4553-8BA7-D4E1CDAE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0DD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D558D89-FD04-472D-B8EA-E8CB7D29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3109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DF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8D7E1192-2F8C-4A4E-B24E-470B829C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8594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E0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F9FEC6F5-B10A-4DA2-A523-E9A5EB23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4078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E12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B372A5BC-4D23-4F39-9FFF-02ACC5DC3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9563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3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4838B73B-5494-49B3-9B72-90E87357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5047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5AB3D661-0E76-40F4-BC91-65D915A6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0531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5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E6BED1AD-E2D7-4E61-8495-1910E8B0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6016" y="4229100"/>
            <a:ext cx="69294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6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78E0C66A-3BA5-4C9E-ABAF-746B0125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229100"/>
            <a:ext cx="41910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37570132-E9E3-4E4C-AD50-184C7BC5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7121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78AC4BC2-DFC8-4774-8DE8-25330BC2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4221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10²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45EB2166-6625-42D6-8864-F2F087132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621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4573BF6-8533-4A62-82A5-D09F5B38E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721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10³</a:t>
            </a:r>
          </a:p>
        </p:txBody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E77F09A-FB47-482F-85C1-E0C7824B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4121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DB8E20A1-57CB-4684-9383-7C972956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1221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10⁴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C3D5ACF-03CD-4A6B-AFF6-51AD4681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2621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F6A84DB-6FD7-41E0-9632-726B500EE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9721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10⁵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B165C158-CCA8-4E86-A1DE-F6C4574A2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1121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D233F92A-8F1D-442C-8588-9C00A999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8221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10⁶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0CB8C98B-E16D-4049-92A4-606EA658B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621" y="43529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F2381539-32BB-4CC4-9AA7-12F73FCA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6721" y="43910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10⁷</a:t>
            </a:r>
          </a:p>
        </p:txBody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891380AE-3A99-481A-8B04-48B61D4A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4191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24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log₁₀(Qrh / W m⁻³)</a:t>
            </a:r>
          </a:p>
        </p:txBody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CEF109DC-0E72-41E1-9C88-30DA660B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552950"/>
            <a:ext cx="4191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Qrh &lt; Qmax×10⁻⁶はunder-range表示。統計は未クリップ値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1B81781F-3F1E-42D2-BAEF-74DEC207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72B51F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59F4514B-E9CF-4F32-BF51-DA40629CB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91075"/>
            <a:ext cx="5095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Qrh = ½ Re(J·E*)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313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≈ ½ Re(σp)|Eθ|²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94936B3D-DA48-474D-B421-31C0D63E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62500"/>
            <a:ext cx="0" cy="819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A6D9"/>
            </a:solidFill>
            <a:prstDash val="solid"/>
          </a:ln>
        </p:spPr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F908C1CE-2594-4E0E-B794-FBAF27D6E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791075"/>
            <a:ext cx="5191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3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03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peak：original 2.29e+7、two_term 2.03e+7 W m⁻³。r=0ではEθ対称性により低下。</a:t>
            </a:r>
          </a:p>
        </p:txBody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8710B57E-BB01-436F-8529-C06CE112D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3FB54835-8A5C-4246-A158-DFF0BA2A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D58C5B3D-0DB8-4B24-927B-49308C8A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体積積分Pabsのoriginal比（2T / MC / P1）= +15.5% / +15.5% / +15.5%。coil powerは全ケース1500 W。</a:t>
            </a:r>
          </a:p>
        </p:txBody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490CFB7F-FACC-4D44-9DCB-43CD5778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outputs/argon_gec_icp/comparison_exports/{original,two_term,monte_carlo,propagator}/fields_common_time.csv</a:t>
            </a:r>
          </a:p>
        </p:txBody>
      </p:sp>
    </p:spTree>
    <p:extLst>
      <p:ext uri="{BB962C8B-B14F-4D97-AF65-F5344CB8AC3E}">
        <p14:creationId xmlns:p14="http://schemas.microsoft.com/office/powerpoint/2010/main" val="436701601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8BE7AC-B73A-4BA5-86A9-00970F177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E4190-E0E5-48EE-BF35-5395168D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771E44-DF58-4180-AD91-BFDEE0E2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wafer面 line-out：径方向の形状差と絶対energy差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43CCA7-92E3-4E19-A038-27A7FEE32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z = 0 のexport節点（r = 0–8.0 cm）；密度・metastableは各caseの軸上値で規格化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BB6C94-F7E8-4E61-A43C-29985768D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EDCDD4-FF04-422B-B8C2-6B94B8D5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7B5C76-454E-49AD-8ACE-60F94269E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2D71D-EF0D-4671-B91D-FABB6EE7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52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mlns:a="http://schemas.openxmlformats.org/drawingml/2006/main" x="266700" y="1381125"/>
          <a:ext xmlns:a="http://schemas.openxmlformats.org/drawingml/2006/main" cx="371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b6ec76e700d4d1c"/>
          </a:graphicData>
        </a:graphic>
      </p:graphicFrame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4238625" y="1381125"/>
          <a:ext xmlns:a="http://schemas.openxmlformats.org/drawingml/2006/main" cx="371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c64d6c3c384864"/>
          </a:graphicData>
        </a:graphic>
      </p:graphicFrame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8210550" y="1381125"/>
          <a:ext xmlns:a="http://schemas.openxmlformats.org/drawingml/2006/main" cx="371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063e945fee40ac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7D09FA-3E63-4236-900D-280E289C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7A7A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0CEE6-5DF0-41AA-B0F5-8EA229399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324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 i="0">
                <a:solidFill>
                  <a:srgbClr val="7A7A7A"/>
                </a:solidFill>
                <a:latin typeface="Noto Sans JP"/>
                <a:ea typeface="Noto Sans JP"/>
                <a:cs typeface="Noto Sans JP"/>
              </a:defRPr>
            </a:pPr>
            <a:r>
              <a:rPr sz="885" b="1" i="0">
                <a:solidFill>
                  <a:srgbClr val="7A7A7A"/>
                </a:solidFill>
                <a:latin typeface="Noto Sans JP"/>
                <a:ea typeface="Noto Sans JP"/>
                <a:cs typeface="Noto Sans JP"/>
              </a:rPr>
              <a:t>original COMSOL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B2BFF-D57C-48E8-B52E-E8FB770A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00A6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5392F6-4179-40C0-BE47-264965F4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24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88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two_term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BE96B5-D7DE-47AD-BA99-9B50C6A9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72B5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82F2B7-36F9-4BD0-B70B-18812998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324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885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monte_carlo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A8B108-1A49-4EB3-8296-35D88D39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29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00AFA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70EBE9-87B9-4BA0-BD2C-5D7782EC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24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885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propagator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06955D-0D8D-4FBA-8456-DB974637C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361060-7FCC-45E1-87D1-8C291918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85A8F5-8FDE-45C1-99E6-946C5A9B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kinetic 3閉包は径方向形状までほぼ重なる。一方、originalは平均energyが低く、Ar*のedge減衰も緩い。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9F950-3DD4-4868-A063-4BE97F613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fields_common_time.csv exact nodes; z = 0 m; no raster resampling</a:t>
            </a:r>
          </a:p>
        </p:txBody>
      </p:sp>
    </p:spTree>
    <p:extLst>
      <p:ext uri="{BB962C8B-B14F-4D97-AF65-F5344CB8AC3E}">
        <p14:creationId xmlns:p14="http://schemas.microsoft.com/office/powerpoint/2010/main" val="1177916199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01519-59BD-4AA0-A08A-70991556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99346-BC83-4997-AFCA-8703162C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8F689-7185-448B-ADCF-93C2DA2C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axis line-out：生成・蓄積・RF吸収の高さ方向結合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B59947-BB70-4F48-A083-50FC689DC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r = 0、t = 1 ms；gray dashed = original、cyan = 2T、green dashed = MC、teal = P1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4532D9-626D-42F4-AD68-FCC25A86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022D0-C08D-493C-9F02-4EF1AFB4E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D9C9D-9A68-4C02-BB6E-C3114C05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DE700-0D53-42C3-9A7D-7A63FC0A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53</a:t>
            </a:r>
          </a:p>
        </p:txBody>
      </p:sp>
      <p:graphicFrame>
        <p:nvGraphicFramePr>
          <p:cNvPr id="33" name="Chart"/>
          <p:cNvGraphicFramePr/>
          <p:nvPr/>
        </p:nvGraphicFramePr>
        <p:xfrm>
          <a:off xmlns:a="http://schemas.openxmlformats.org/drawingml/2006/main" x="266700" y="1381125"/>
          <a:ext xmlns:a="http://schemas.openxmlformats.org/drawingml/2006/main" cx="371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14306bee0448ae"/>
          </a:graphicData>
        </a:graphic>
      </p:graphicFrame>
      <p:graphicFrame>
        <p:nvGraphicFramePr>
          <p:cNvPr id="34" name="Chart"/>
          <p:cNvGraphicFramePr/>
          <p:nvPr/>
        </p:nvGraphicFramePr>
        <p:xfrm>
          <a:off xmlns:a="http://schemas.openxmlformats.org/drawingml/2006/main" x="4238625" y="1381125"/>
          <a:ext xmlns:a="http://schemas.openxmlformats.org/drawingml/2006/main" cx="371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e7f5974af984d3a"/>
          </a:graphicData>
        </a:graphic>
      </p:graphicFrame>
      <p:graphicFrame>
        <p:nvGraphicFramePr>
          <p:cNvPr id="35" name="Chart"/>
          <p:cNvGraphicFramePr/>
          <p:nvPr/>
        </p:nvGraphicFramePr>
        <p:xfrm>
          <a:off xmlns:a="http://schemas.openxmlformats.org/drawingml/2006/main" x="8210550" y="1381125"/>
          <a:ext xmlns:a="http://schemas.openxmlformats.org/drawingml/2006/main" cx="37147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eca9acbb2b34e24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130E9-51BB-4978-B00C-C3FE707E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29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7A7A7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4B03B1-691D-4DAB-9EF4-0ACFC814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5324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 i="0">
                <a:solidFill>
                  <a:srgbClr val="7A7A7A"/>
                </a:solidFill>
                <a:latin typeface="Noto Sans JP"/>
                <a:ea typeface="Noto Sans JP"/>
                <a:cs typeface="Noto Sans JP"/>
              </a:defRPr>
            </a:pPr>
            <a:r>
              <a:rPr sz="885" b="1" i="0">
                <a:solidFill>
                  <a:srgbClr val="7A7A7A"/>
                </a:solidFill>
                <a:latin typeface="Noto Sans JP"/>
                <a:ea typeface="Noto Sans JP"/>
                <a:cs typeface="Noto Sans JP"/>
              </a:rPr>
              <a:t>original COMSOL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770423-7E9C-482D-8719-6343258D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00A6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54E7AB-3179-4CA1-9325-239D964B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24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88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two_term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98D56-E78D-4AB4-86BE-52A9FF67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29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72B51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ED978E-4F1B-43D7-A137-A53DA1EF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324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885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monte_carlo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EDCC0F-1489-4CE0-A0BC-04969A21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4292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6670">
            <a:solidFill>
              <a:srgbClr val="00AFA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685E19-1A19-4531-9289-A31921ED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5324475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85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885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propagator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A3136B-A969-451E-A78B-F9F1FA74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5619750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Qrh表示floor = 10⁻⁶ W m⁻³（積分・統計には未使用）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4F20E3-0037-4651-A88F-B64ECC641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341999-9965-44F7-A784-769E73749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6D3449-6B57-4DFE-AE18-48D7A440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kinetic 3閉包は同じ高さ方向構造を与える。originalとの差は局所反応だけでなく、RF場との自己整合を介して全軸へ伝播する。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21F1AF-6D2B-4542-9DD9-249EB677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centerline extracted from the 4545 common-time nodes; t = 0.001 s</a:t>
            </a:r>
          </a:p>
        </p:txBody>
      </p:sp>
    </p:spTree>
    <p:extLst>
      <p:ext uri="{BB962C8B-B14F-4D97-AF65-F5344CB8AC3E}">
        <p14:creationId xmlns:p14="http://schemas.microsoft.com/office/powerpoint/2010/main" val="36351400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5762F68-8EC6-43F1-BB66-15A8609E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CD17E7-EA06-49A2-B50F-7C8CED01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64C4F4-473F-4285-8469-948779690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original基準差 I：電子密度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453511-9958-43E8-A72A-7E673046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δs = 100(x − xoriginal)/max(|x|,|xoriginal|)：−100～+100%に有界な節点差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5CD63-3F95-4204-9E88-455EC33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6F6605-6F7B-4443-AEB1-2A0429E5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E9356-9300-4E05-8FFA-3A35D17E5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0246EE-5C1A-4D73-B377-B3A295E5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75E88-2393-4C24-95B8-45C193D2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two_term −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D10C90-E6F9-4B89-B607-A766986B0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076575" cy="2307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fb6ac88374dfb"/>
          <a:stretch xmlns:a="http://schemas.openxmlformats.org/drawingml/2006/main"/>
        </p:blipFill>
        <p:spPr>
          <a:xfrm xmlns:a="http://schemas.openxmlformats.org/drawingml/2006/main">
            <a:off x="742950" y="1600200"/>
            <a:ext cx="3076575" cy="230743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8BE3E-E48D-4D8E-85BA-7979851A7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DFB757-615F-4CC9-BF12-01F872CEA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337EA3-49F0-4930-9FE3-16AF4582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4FCD23-E79B-4165-B4C0-9D26D94C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8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1E5B9B-7DE4-4213-8732-C5A9C88C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8792B5-ADD4-40B0-853B-13A6A485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7770C-E571-44C6-A759-63317B088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50481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14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3CD6D-8AFF-4B7A-AFFF-897CF85AF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430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14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7C4B8F-3446-4C10-9E62-73B28293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47.6%　p95 77.9%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0.99449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B06C6A-4070-4BDE-B08E-9836AFCD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monte_carlo − original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FC5029-3403-457C-9A6F-EF265404A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00200"/>
            <a:ext cx="3305175" cy="2478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cddeb65b604242"/>
          <a:stretch xmlns:a="http://schemas.openxmlformats.org/drawingml/2006/main"/>
        </p:blipFill>
        <p:spPr>
          <a:xfrm xmlns:a="http://schemas.openxmlformats.org/drawingml/2006/main">
            <a:off x="4371975" y="1600200"/>
            <a:ext cx="3305175" cy="2478881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486DA7-889C-4125-A67A-42970C92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B1F14B-1B62-4B7E-AA0A-2B51974AA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A93289-8516-472D-9451-0245C0D4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3FCAAC-B595-4B71-8C9F-C99D7A474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313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C996A1A-B255-425E-9EA5-3816FFF2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D51E07-CEC1-46E6-8BDB-C232A4FE2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0442C00-B40A-48CC-BACB-E51B717CF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47.3%　p95 77.9%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0.99420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56D053-B3FC-4C66-8663-8C74E1A1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propagator − original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8445D4-5A39-440B-A192-2D0C1096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305175" cy="2478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9219786bb54f28"/>
          <a:stretch xmlns:a="http://schemas.openxmlformats.org/drawingml/2006/main"/>
        </p:blipFill>
        <p:spPr>
          <a:xfrm xmlns:a="http://schemas.openxmlformats.org/drawingml/2006/main">
            <a:off x="8229600" y="1600200"/>
            <a:ext cx="3305175" cy="2478881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F72B46-74A4-4F4D-81AC-703FAA6F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BEAB59-E50E-4325-A3A2-2FA62370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8883CC2-85EF-4033-BA85-29BE028AB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88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B0E8EA-8CDD-4AEF-A2E4-583F7DF19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5EEB52-47C1-44C2-925B-D051D8067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4CA7DA-54EF-48BB-81FF-53917D978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27F7E7E-7DF0-4537-A93C-21A942621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47.4%　p95 77.8%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0.99422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DFEBDC-D9A3-42B8-9E11-1D13EF48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20DE697-D539-4B09-AE04-21EBC1BE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88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413D1BC-F26A-4D6D-95A4-BD1CCE66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39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A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8BB297-D342-4090-92F9-23EDD916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89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D503C37-2206-483E-9216-364E0525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40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18EC00-FC11-4537-90DE-07CC9111A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1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315D171-166C-4F9F-9E0C-1B2B120DB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42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89DA6F0-7AD1-4ECE-BA29-11366E5E4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93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7865ED5-B36A-49A9-ACF2-FD669AFB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C12409D-842E-4BC1-A8CA-5A6E1F89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94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8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ADD52D-FADF-4F6C-8FD0-6FAA68B5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45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3D52AE2-911F-44C8-AFF8-E354D1B4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8DF1E1-82A0-4B38-9623-9735E4009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E16488D-FE65-46AA-BDF5-224C6228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97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D5D0729-EFAA-4290-AA32-7532788AC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48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9AB783-FAA4-42F2-8825-3A31E4E1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99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CDB378B-601D-4DF8-BFD2-FBBFF3B30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9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1A229C9-6476-41DA-8180-3FC1C62B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00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BDB9674-11FB-4B4A-AD06-E89D2F4A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51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B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A1BD08A-5DD7-4630-93F5-E29BC12E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02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19279F3-B2D6-4389-9755-4539EFEE0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53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4351667-C99A-4C94-B8B8-C66E47C39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03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16EE7B8-5BF5-431A-9987-291803E5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4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2FA4219-20D3-46E7-94EA-6F98DE011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05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4AD3A89-1DCD-4377-B592-550E1FDF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CE0C92-AF06-4E2D-AD43-956BD2DD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07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E4704F-2150-46C8-BA5E-E991BAEF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7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C9DFE54-7D0C-46CE-B6EC-CC6846EC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08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C1BD417-C7B3-4FD8-93B9-0122F283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59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4CAB4D5-3B6F-48F2-A6D8-2BD9A2D8C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10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AA9AA0A-494F-408F-9091-295D86E4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60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3645766-5B84-4635-95C0-D33FC28C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11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DF2D89B-B162-4476-8FC4-C5C2383E8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A8BA195-850C-4BF7-A716-03047520C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13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1862B05-BC62-42D4-B840-7DA42C47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64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A0E8281-7A4C-4569-8375-C75DA0C3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14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5CAC322-2D77-4674-9571-7DB74A21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65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4CC6CE47-2992-4107-B306-24B997918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16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A5B15A6-AEA6-43A8-A4F0-2FF042F48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67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F62EBFD7-33FE-4091-91FC-5656F07A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18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9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ACFD54F-FCA3-40E7-A529-59B30031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0DFF705-BBC4-49DB-8D38-22FB8E82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19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EE32FF-D614-427D-BB44-99BD025F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70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9FB19B9-80AE-4151-92D2-AEE65A4A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21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E4CAA99-A11D-40DA-8667-7D1E11AD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71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7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285DFBB-E770-4A07-A0F6-2605A15C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22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0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8527F0F5-BC66-4C18-82D4-14A58AA5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73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9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C6BDE62-E589-414F-96AC-E8E71788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24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9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6C54E22-AE93-4696-8687-71AA2839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6FC1B90-4072-43F4-9879-21B517AA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25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F7D285D7-9E72-4B60-9DA7-712A0FFE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76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CFE0AFF1-7492-4C0E-A673-86E353FA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27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6C17645-7FD4-49CF-BBBD-0670B3CF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78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F8DBAB66-4792-4A3F-9A3C-A5408937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28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4FB0B9C5-ED21-4365-AE2E-AD292F9A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79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B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35FC2EA-9E67-4F22-BBA3-7489F61D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30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A5D758D1-63C3-4508-A0D5-CB73C30C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5A7D7C3-51E2-4C72-BE57-EA18CBFF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32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4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5908040-26D4-41C9-9063-F6A75B560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82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DAC56B3-D259-4C21-B534-07D63605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33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65132CAC-2A8D-41A2-9AEB-4099C3CA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2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6F398A7-2094-4183-A969-ED76DD72E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35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0DE742A-E3B4-411D-9405-0715C584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85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1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D620B810-F000-49B4-A272-1652432B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36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3F7CA7-4E1E-4E43-BF1F-C97FE46E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86300"/>
            <a:ext cx="400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08EA36D-E64F-4006-9324-3ADC5720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F3F29658-9B90-4D30-A978-590FD25E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−100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AA671F7-0B87-4269-BD55-530FBCF80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F512572-9F0D-4066-87A1-435BCB60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2F2C465-49A1-4C2A-8E0B-B329632E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732D796-2555-4ECF-8CD1-A58253664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+100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23E97291-4A89-45FB-8F25-545B6A606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24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nₑ: δs [%], display ±100%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5129639-436D-4A2B-9350-E344BA629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1015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blue: originalより低い　red: originalより高い。統計は未クリップ節点値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0203C8B-4721-4963-9FDC-BD434917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38675"/>
            <a:ext cx="3667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9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9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3つのkinetic閉包で同じ低密度化パターン。局所差はwall・低密度域で大きく、積分Neは約−35%。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8524CBD1-DA36-4499-ACC0-870A8250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816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866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体積積分のoriginal比（2T / MC / P1）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-35.4% / -35.0% / -34.8%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C804D542-A77C-411E-887A-2239FD2F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69A302E-713E-4577-809A-2EA56255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D5E3CF3-5DBB-4316-A451-1DED6C321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originalとの差はkinetic 3手法間差より一桁以上大きい。EEDF familyとtransport closureの選択が密度解を支配する。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6A091ADD-70F3-4E8A-9B26-CB588E19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fields_common_time.csv; 4545 identical nodes; original COMSOL reference</a:t>
            </a:r>
          </a:p>
        </p:txBody>
      </p:sp>
    </p:spTree>
    <p:extLst>
      <p:ext uri="{BB962C8B-B14F-4D97-AF65-F5344CB8AC3E}">
        <p14:creationId xmlns:p14="http://schemas.microsoft.com/office/powerpoint/2010/main" val="856494016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371294B-8EE9-4827-BDCE-33F912B4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05B568-4202-4CA7-A82E-94DC56D5B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A6FF4-8EE2-45B7-AD42-801F104E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original基準差 II：電子平均エネルギー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FBF56-0BFE-4454-A7CD-11E38E8C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δs = 100(x − xoriginal)/max(|x|,|xoriginal|)：−100～+100%に有界な節点差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C376F-04D4-40B4-B7A8-A924479B7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98CB9B-A834-42BB-91B4-CEF51DF8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D90EA6-3087-4758-932D-AD2B64444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E4C5F-70F1-48BD-A0CC-61E61919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65D8A1-ED16-42E5-B25C-76E787912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two_term −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9B1F4-333B-4BFE-8958-51A48A38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076575" cy="2307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d061d7af9746f4"/>
          <a:stretch xmlns:a="http://schemas.openxmlformats.org/drawingml/2006/main"/>
        </p:blipFill>
        <p:spPr>
          <a:xfrm xmlns:a="http://schemas.openxmlformats.org/drawingml/2006/main">
            <a:off x="742950" y="1600200"/>
            <a:ext cx="3076575" cy="230743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78996-30BC-418A-80CA-13BC72EE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5B4C62-E22B-4198-BC4F-3D321853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71E87-C12B-48E4-9713-05ECC8F53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1D2ED5-605C-43DA-A89A-2B52BF41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8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8917C1-7209-42C7-A578-A3536FDA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469B4A-AEAF-43A4-9464-2D10A89EA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EEC39-B935-40C1-A547-626645C2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50481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14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291A11-D0FC-465F-B304-4698DF3B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430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14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2C014C-4192-4434-A5E7-FDD4210C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20.7%　p95 33.3%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0.99241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DBF8AA-4537-4408-8D1A-66A3A8EA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monte_carlo − original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2B371-0056-4E6E-B982-5700A7DC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00200"/>
            <a:ext cx="3305175" cy="2478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c273a5a8cc4ddc"/>
          <a:stretch xmlns:a="http://schemas.openxmlformats.org/drawingml/2006/main"/>
        </p:blipFill>
        <p:spPr>
          <a:xfrm xmlns:a="http://schemas.openxmlformats.org/drawingml/2006/main">
            <a:off x="4371975" y="1600200"/>
            <a:ext cx="3305175" cy="2478881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BC0DB5-6675-441F-B2B9-096D3B27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AA0FE4-97AB-43D1-84CD-D1074A5E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EB30C28-1C37-45CB-ABC9-519484B8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CA78EB0-2EA4-46C8-A523-71A27C8F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313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388E18-0DE2-4272-B64A-043D84D1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10FF830-1B5B-41C0-87CD-324FEF6C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49DECF-7745-4632-A659-76F1AA6B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20.4%　p95 33.0%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0.99226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B2DF33-29F2-4BE7-AC6D-C57A7517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propagator − original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63FF07-2565-4BA1-A1C3-E7CA6338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305175" cy="2478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3a2331627b4533"/>
          <a:stretch xmlns:a="http://schemas.openxmlformats.org/drawingml/2006/main"/>
        </p:blipFill>
        <p:spPr>
          <a:xfrm xmlns:a="http://schemas.openxmlformats.org/drawingml/2006/main">
            <a:off x="8229600" y="1600200"/>
            <a:ext cx="3305175" cy="2478881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26C214-83F3-45DC-AEDF-B024D2A5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A7B3897-09C6-47AF-946D-170975C8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C56FE6-C0B2-40EE-B5B0-7FBE95D3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88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86400AC-A41B-4719-8AA5-B98FB9EF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01A47C-AAF3-4EF9-945D-FE7D3FB9A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CC9BAC-0578-46BF-8583-8A7F0E4D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5E2837-8E59-4A69-BB01-0C27FEF1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20.2%　p95 32.9%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0.99228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B6849B3-BBB6-4269-A453-A6050C1F7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265A38D-1852-4869-BC77-A2340067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88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DA11342-8F48-4FFF-90C4-6530353FD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39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A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90ACE12-F339-45B2-B2AC-72F4863C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89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4E0D92-9833-4F3D-9452-D0BE7AF5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40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CEA1248-428C-4331-A28C-9F5F01933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1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6995EED-9D5E-465A-B609-6CA951369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42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812141-4795-4D5F-9A97-F13EFCF28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93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5226099-645B-42E2-9405-D135F6E20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18A821E-5209-4D14-B83C-EDB19624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94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8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55F7011-4519-485B-8E6C-37D603E0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45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8141B6B-1DE6-4044-A2CC-C3616A79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9F31FAD-A9BF-436E-9064-A3C9BABF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6C703C-ED3D-48E7-9362-335B7522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97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CD8506-A1DE-484F-B091-649D9E262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48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26FEB5-7286-4E2D-90D7-D9E51231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99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A2D38C-BE9F-4468-996B-C82D78BD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9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053589-622B-4BC5-B203-5D2242748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00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682957E-8BBA-4B43-A801-5AE378A4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51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B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41581A1-C974-4105-AF1C-3BB5D7AC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02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4580D2B-9AA8-45A2-90B7-572EA68C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53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06A62B7-9D2E-4BCC-8FA6-3F0255DC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03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C864E1B-2608-4093-BF4C-B3CAC7A0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4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013F6F5-5827-425F-AD61-A4C66730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05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1E87E09C-C20E-40B3-A751-82A206833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A061D59-B899-4E47-9780-5AFE31A7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07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0A73C0D-D6F9-4806-847A-563492D3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7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B2D30652-4CBF-4DB9-8E0F-BDF43BD2D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08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E983BA8-ED20-4774-A77C-DA8C6A7F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59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1D33F7-8043-411A-BD0F-ABDE9A0A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10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3A7C582-F60C-4181-962B-FF291682A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60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B849E2D-1610-44E8-BEF7-0E7554C1F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11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A5A655A-2A9C-4327-8844-DE62730C9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FD28BAB-D598-4548-9237-68BAB0A6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13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49D1718-55F4-4AFA-B08D-31818C96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64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C708FF3F-CB0C-41BD-9B6B-E9EFD3E2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14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8D86FA64-A432-4936-B7F4-5D12F777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65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A21C4C5-950A-4A86-8B0B-A9D13777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16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61C5233-597B-4F73-9B14-AF60C672D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67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7FBC4A1-520B-4927-B2D1-57369E57E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18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9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4454E71-C83B-4AFA-AED6-02D5AEE7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5C01F19C-3D51-4A42-AD0C-6BB9ECB8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19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7A3EEC3-25DB-4B04-8E49-2442D0850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70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667AF92-FAF7-4D29-9241-859F5FBC6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21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7775F2D-9919-43DB-83BF-AAD7FCED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71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7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5C6A476-A0F8-4BD2-972B-9FA4CB82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22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0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1C5F9AB-6705-4503-B519-AC16E9A1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73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9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BAC8B12D-E2B0-44FF-AC95-113B6A5E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24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9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BAC06564-02F0-4573-8D6D-B3C14D38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96D1621-AE05-4CBF-B9C7-59A0F36C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25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5548936-3AB9-466F-8264-6A3E5C9D1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76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9E4E5C9D-C75E-415F-B406-7692F6B8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27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4A82EA99-0011-4F73-B1B6-1EF37A7E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78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DD7B80E-46C8-4CB5-9934-1834A68D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28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EBCA3F60-7E9C-4297-8DE6-E9840982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79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B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4624BFFD-76D3-49A5-B060-2C56B198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30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8716FC23-68B5-468B-BCF0-7F4F5C16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BDFA0C0-1D1A-4166-BCEF-7B0713A1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32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4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99B4B97-81D9-40EA-9AE4-46CF50406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82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70ECAD1-860C-4EA8-B4CD-11582337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33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5C2AC248-E2E9-483D-ADB3-0BF76219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2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E85F558-031C-4302-8C9A-A4753C1DA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35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E4645C2-4E79-4593-8EF5-148F0CE2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85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1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B50C9316-4083-47B6-8EFC-B3541274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36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BB1DE99-0B51-4FED-BA27-5F492257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86300"/>
            <a:ext cx="400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0141FF1-B99C-4C25-ACD7-A810E7213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261F016-7D85-41F0-B0D0-2DB74A06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−50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E708CD71-3E9D-4D44-9DB2-206DF1780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5974C37-0C34-4D3E-9A1D-F826B659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C79D874-9076-4283-9F88-19A8B4F76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D4FA9026-0796-4EF4-9396-7AA911F9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+50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4EDB8BE2-67BD-4B4F-B169-DA993A41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24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⟨ε⟩: δs [%], display ±50%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05369FB-85B2-4075-955A-4E524D19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1015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blue: originalより低い　red: originalより高い。統計は未クリップ節点値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3C007E01-A281-4C92-B08D-4CA9D3E53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38675"/>
            <a:ext cx="3667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9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9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全kinetic列で正偏差が広がる。高い局所平均energyが励起・電離kernelの重みを変える。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5CB017C-E154-4034-BD60-4F233369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816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866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体積積分のoriginal比（2T / MC / P1）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+46.7% / +46.1% / +45.9%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28436494-6E00-40B5-A5BC-5E12C4AC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3AED813-00B0-4134-897B-F4D853B4D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3D1BB6D-2394-43DA-B8C2-35685CAF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electron-weighted平均はoriginalより約+46%。局所最大だけでなく、電子密度重み付き積分で確認する。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888D1DB-060B-4086-8571-B0348051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fields_common_time.csv; 4545 identical nodes; original COMSOL reference</a:t>
            </a:r>
          </a:p>
        </p:txBody>
      </p:sp>
    </p:spTree>
    <p:extLst>
      <p:ext uri="{BB962C8B-B14F-4D97-AF65-F5344CB8AC3E}">
        <p14:creationId xmlns:p14="http://schemas.microsoft.com/office/powerpoint/2010/main" val="715831063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9ABF0611-FA3E-4CDD-91DD-05251778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217EB5-2191-443D-ACC0-0958384B2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50AD9-8840-4B97-A502-9E4D84BC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original基準差 III：Ar* metastable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DE70B-8E39-4DE1-B3D9-F7130328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δs = 100(x − xoriginal)/max(|x|,|xoriginal|)：−100～+100%に有界な節点差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45AC0-618D-4416-9E59-2CBD1CAD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364DD-67E5-4B18-9AE5-5AFBDD97B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9F137A-4E97-4BB8-A6E1-AB19E841C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525E4-AD7C-44CF-865D-5D4326013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10C710-92F4-48B2-88D8-35D2DFD4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two_term −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0EAFD-ADD8-4D83-9E25-2C5F4150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076575" cy="2307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9b482aeb64e41"/>
          <a:stretch xmlns:a="http://schemas.openxmlformats.org/drawingml/2006/main"/>
        </p:blipFill>
        <p:spPr>
          <a:xfrm xmlns:a="http://schemas.openxmlformats.org/drawingml/2006/main">
            <a:off x="742950" y="1600200"/>
            <a:ext cx="3076575" cy="230743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1AC91-0A4E-4948-9278-623BA78C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17FB22-0D56-4167-9998-FBA376BC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B2D70E-7949-43CD-BB7A-499BDFFB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FE7E0-D0E7-4D6B-81C9-C0A00113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8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CC67BB-5BD2-4577-A911-40A6E1E18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FA6BDA-76B8-4D55-851D-334C655E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577D2-BE40-4A38-9D3B-D9BC4CB66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50481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14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B6248F-1548-4670-A486-9E7F50923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430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14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879BE6-3738-4672-BCF1-222DAAD6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70.1%　p95 94.5%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0.93772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94F73-3B6A-4821-BB88-7E25AD792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monte_carlo − original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9F26F-9256-4FDE-8AE8-12D77CEB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00200"/>
            <a:ext cx="3305175" cy="2478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ca84fd8c74de8"/>
          <a:stretch xmlns:a="http://schemas.openxmlformats.org/drawingml/2006/main"/>
        </p:blipFill>
        <p:spPr>
          <a:xfrm xmlns:a="http://schemas.openxmlformats.org/drawingml/2006/main">
            <a:off x="4371975" y="1600200"/>
            <a:ext cx="3305175" cy="2478881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0840D2-1CB4-49EB-BE5C-0088D80E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2B49A2-E0E9-47E9-97D0-529564AD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7B6B8A-3C3F-4983-98DB-7963A498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63F08F-1EB3-45FD-83E9-588CE4A2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313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B856EE9-3BED-45CF-BB01-49118AA42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C94E0F-5C2A-46F8-9E6E-2A66320A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2A68C3-0ACF-433D-BF3B-CF2A1634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70.9%　p95 94.7%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0.93510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8B64CAF-6565-4458-8428-D1860D50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propagator − original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7F3866-CCFB-4D91-8BF6-F689E33B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305175" cy="2478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512b41000a4ab3"/>
          <a:stretch xmlns:a="http://schemas.openxmlformats.org/drawingml/2006/main"/>
        </p:blipFill>
        <p:spPr>
          <a:xfrm xmlns:a="http://schemas.openxmlformats.org/drawingml/2006/main">
            <a:off x="8229600" y="1600200"/>
            <a:ext cx="3305175" cy="2478881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06D37E-AE2F-4940-A537-D8D12F7A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BC1713-B1AE-40F4-929E-C77B2A50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995AC6-7E21-439C-997B-03D2E8E4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88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CAF691C-888B-4E30-AD4E-03EA0E50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BA4DBCA-E782-4E69-9CDC-9F7A5C6A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E356357-1A69-485B-8B32-A60090A9E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6092548-CDBD-4128-908E-51B2714B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70.8%　p95 94.6%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0.93577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2CB2B9-7C41-457E-8A02-2814E4F0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885DB05-F006-4070-9A03-5998C0B07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88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18409E2-9C7D-4EEB-9D2D-FAEBBA78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39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A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281EA38-A700-43C4-8542-7C84223C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89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0D3D0F-8C13-415C-89B2-701720433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40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73FBACC-6A2A-4149-A7D6-C7BB62C33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1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5EE57D9-73BE-40E0-9727-CAF4633F9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42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60906B-2175-4755-8687-AE6A700E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93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2017754-E86C-48A6-B9D2-5F6F72F9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7ABE67-1E45-421A-9F5B-51B28E8B8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94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8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7FD817-34E4-4F7E-B90B-9EAEEAD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45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DAFBD7D-863D-46AF-B19A-79F8B81D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4F480B-F80C-4415-AB81-8AA56D076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1FC172-671A-4894-8704-12344C7F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97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8EA8424-4D30-42AD-B060-B563DBCB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48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125721D-942C-400B-A184-D0C5C199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99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3EC0D8B-35C0-4D53-ACDB-0CC11E61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9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6868245-3962-4603-AF27-A2A87A3D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00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085A55C-6960-4CF1-8E3C-BA5342130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51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B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929FD7-0BDD-4F04-8AB1-A1C37F68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02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91AFD1E-A0F1-4349-9855-4D3A5EC2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53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223A074-0FA7-4194-ACCC-6A8E3A4A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03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36A9A31-62CA-4652-B20B-C9D4B3F8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4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226DF7-19F4-43FF-BBC9-27213E1C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05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9AFD075-1E65-4E80-94C5-E08F84202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F4B077-8FEC-463F-8796-CBAC52822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07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134DBD5-3E67-48E9-B750-9DA89C65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7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29F27C9-3A33-4C96-B81E-2F3A74761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08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8A6065E-5779-4A8B-8916-DE839A9D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59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92F96E14-AEAF-4A19-94B1-056951EAE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10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636D5BE-03FB-4C91-8697-38EB473B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60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CC7EC0F-D6C3-49E2-9BAC-0A76FFA2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11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3B65150-0D7C-4339-8C90-1B0DE4AB0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F96FDF-DD60-4363-8DDC-4509970A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13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CE477EE4-6AB5-4BF5-A5D6-CCB0E21B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64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0AEAD28-D800-450A-A6C4-F76C201B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14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0B103F4-2543-4507-A404-F22A365B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65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A1FDC204-78F1-4075-8E90-D51935DC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16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4932E9F-3B48-4BAC-B15A-C29DC7860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67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CF306B0-8556-460B-8890-411CB6F2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18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9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E02D2B3-3103-4588-B457-BE24CD2E8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B1FFF1D-4F52-4B9E-80FC-D0ED890B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19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5CABFA7-8286-422D-848B-1224B0E5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70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2A81C8D-50EA-4EC7-AE0A-95A1BE7D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21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6DAD670F-D5EA-441F-B576-8CEF1BBD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71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7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4D34178-FD2B-45AE-B6AA-0BF8D0050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22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0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BD32AEE-4595-40A2-8FE3-A056E936F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73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9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2F84C7D-0778-432E-8309-95EEBDDE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24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9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3677F666-F174-4AED-9073-66E3D860D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AF0CBEC-FFD0-48A4-94ED-5DB8FA04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25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9770CBBC-F476-45B3-89B4-F0A059EB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76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56F74CD4-461B-45DF-906E-5797D788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27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9EF9C3E2-6B90-4845-9E71-681ED61A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78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C314F5A-2ECA-48CF-9392-80B47367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28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D8C91A3-8CCA-4E5B-8F5B-8568DC20D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79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B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1CD24E7-350D-41FB-94CF-504AC74B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30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D5032A26-E745-43FE-AD3E-15B86B86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4B08996-1075-4756-B29F-23E48273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32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4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1C910E8-5B82-46E1-91DE-311B5DD4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82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5DDCAD4-F33C-4FD6-B74E-A15DC51C6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33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94489A2-A9DE-4DAB-A106-98EF3FF3F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2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F36885A-936F-41A1-A06C-A76A1565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35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D8C8684-8D60-4DCF-8A86-AB6B471B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85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1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B349E73-2A95-46DB-9F14-108F56D67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36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8BDB0E80-6E56-42F0-8321-2E7ADBF9D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86300"/>
            <a:ext cx="400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EB0823C-5BB3-44AE-AB8E-FEF43034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0F50BC4-B585-4BC7-B090-DD5B310A0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−100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51C2771-807E-4D8D-8C8C-791DC9ED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56B35EE-8961-4BB1-AA18-1B0BDF19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B3D8559-D6CD-434B-9B4A-2DF9C6DF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F033FBE4-F52B-421A-A604-11937E4E1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+100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BB62DB8-DCD1-4485-B4BC-6385EFF5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24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nAr*: δs [%], display ±100%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DADE5EAC-8874-43D2-B9D5-27DE41BA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1015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blue: originalより低い　red: originalより高い。統計は未クリップ節点値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5C0B0A10-105E-4410-985B-CBD8180EE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38675"/>
            <a:ext cx="3667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9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9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局所的には符号が混在するが、体積積分は約−45%。originalのAr*は1 msで未定常なので過渡差を含む。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BA004517-2401-4851-ABD7-118665B0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816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866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体積積分のoriginal比（2T / MC / P1）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-45.0% / -45.5% / -45.5%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DD41643-E52B-46BF-8806-51EF674EF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23B1EE0B-A3E1-4AD4-AADB-318863C1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4E68CC37-9141-4468-98A6-668D91BD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Ar*はtail-sensitive chemistryと緩和時間の双方を読む量。1 ms差を定常closure差だけに帰属しない。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556E20FE-39D2-4DD5-A84E-7B18E871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fields_common_time.csv; 4545 identical nodes; original COMSOL reference</a:t>
            </a:r>
          </a:p>
        </p:txBody>
      </p:sp>
    </p:spTree>
    <p:extLst>
      <p:ext uri="{BB962C8B-B14F-4D97-AF65-F5344CB8AC3E}">
        <p14:creationId xmlns:p14="http://schemas.microsoft.com/office/powerpoint/2010/main" val="888724570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06759D97-D015-49CF-B42B-091D9BF8B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7B4BD-FEEE-4373-B533-0DB0A143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D4433-85A2-43F4-B080-BA687A39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original基準差 IV：Ar⁺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A7679-D4A0-4421-8528-C74A1ECD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δs = 100(x − xoriginal)/max(|x|,|xoriginal|)：−100～+100%に有界な節点差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9DE42-8A0F-4EFA-9DAB-7755BDE4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5D9C4-837F-44B7-BCFA-E742C5747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A2D18E-1552-4D7C-A186-B5FAA97A8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250CB-E427-4D94-9DB0-45EBBBD9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A67E4-8510-4425-A186-A8064140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two_term −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DA566-75D9-48C9-9FF5-F7C460D8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076575" cy="2307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4616fdc7641e7"/>
          <a:stretch xmlns:a="http://schemas.openxmlformats.org/drawingml/2006/main"/>
        </p:blipFill>
        <p:spPr>
          <a:xfrm xmlns:a="http://schemas.openxmlformats.org/drawingml/2006/main">
            <a:off x="742950" y="1600200"/>
            <a:ext cx="3076575" cy="230743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3A750-C250-4A2B-B27F-CC8E92E4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839789-8824-483F-93F5-6AB1FF1A8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5FD20B-6368-488F-80CC-EE8286909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A59D4D-8271-479D-85BA-764A8C31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8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4293A-20B0-4EDC-938E-7707DF46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2E23C1-0A26-4B6D-82C8-B399AD26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15241D-7F7C-45DF-A837-05A1F9F4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50481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14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5643EE-32C8-474B-B681-4F8FB005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430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14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63D047-D2D9-4E4C-8BB4-A2663765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47.7%　p95 77.9%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0.99447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80C11-9D6E-4F58-82D2-E06A356E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monte_carlo − original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F2A2F6-7C83-451A-94C0-52755B9C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00200"/>
            <a:ext cx="3305175" cy="2478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fe7076ff946f1"/>
          <a:stretch xmlns:a="http://schemas.openxmlformats.org/drawingml/2006/main"/>
        </p:blipFill>
        <p:spPr>
          <a:xfrm xmlns:a="http://schemas.openxmlformats.org/drawingml/2006/main">
            <a:off x="4371975" y="1600200"/>
            <a:ext cx="3305175" cy="2478881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ABCFA4D-090F-49BA-8629-7CEA8C77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4C4B47-30EA-4C78-AF42-79ED8AE1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1218ED-C667-494A-8BA2-DB3990BAB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7A2967-24B1-4511-84F2-B97B27BA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313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8CB59E-8AF3-4095-9B63-0BF1262D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00275E-D024-4528-9C6E-BA57C166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F7AEED-ACCA-4506-9925-D38337E5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47.5%　p95 77.9%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0.99419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457DDF-9BF8-4140-987D-88953486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propagator − original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48544D-788D-4F18-BD51-74CEE23DF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305175" cy="2478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e41a9378c34128"/>
          <a:stretch xmlns:a="http://schemas.openxmlformats.org/drawingml/2006/main"/>
        </p:blipFill>
        <p:spPr>
          <a:xfrm xmlns:a="http://schemas.openxmlformats.org/drawingml/2006/main">
            <a:off x="8229600" y="1600200"/>
            <a:ext cx="3305175" cy="2478881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21F186-F805-4D54-9B1D-CF0DCB4C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2452CC-3FAE-427F-A15E-1C9268B6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3D2D6E5-2507-4C62-950D-BE04A609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88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E8DA77A-B5E0-422C-AF39-DEDA9F49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11E9F3-D627-4CEC-928F-BDE0698C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7B07C4-B0B2-4406-AFBC-03E8DD7E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DD78D49-9118-4C93-A131-69859089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47.5%　p95 77.8%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0.99420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A32BCCE-B4FB-4DC2-801A-0F2AA3E9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899429-67A4-4D3B-AD87-025C69BF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88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A4B2C30-F120-406D-95CE-6455C9138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39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A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454A90-0E05-4757-9884-AE659466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89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BCD8640-54B3-4071-8B61-6F28D58B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40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E38C478-3C4D-4515-B1AD-80C6D835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1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B4E0DF-51FB-4519-9270-C2F6FEFF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42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F4A79D-83F7-4C1E-AD81-A5052B4D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93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A0E7727-23E2-46AE-A974-65FD2CC9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3C28A5-3424-48AB-9921-6DE46DDA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94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8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FF88725-6C55-4E0D-A538-615A51F3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45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2C50C8-C876-4AA9-81FD-EBCD13D72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420DC12-7F67-4BE7-BCA0-BD8F5782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23F6DE-2C8B-459D-AA29-63DB2BC1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97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B25C22B-FAFA-44BD-B054-105879035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48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23F632-EFEA-4BC4-B471-E879C763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99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21FDBC-BDC0-4107-B60E-F70D37FC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9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FAB170-97D4-4308-890F-6BF3B4A55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00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A94D566-59D7-4467-82E0-E525BEFC0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51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B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C0FB3E1-5872-4002-9D99-7510C871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02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2ACF22E-5E8D-4DC3-AAD9-C9028639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53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912D90D7-73C8-4035-B321-29682BED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03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A97593D-5685-43C9-A877-B6755FCA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4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7A5493B-E3E9-48D6-8E3F-87220F6E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05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9B49ECE-C42A-4A47-A511-F2637302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AF0BBCA-740E-4D47-9C60-7398C79E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07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18E302B-8A18-4673-B2B5-B89D71E1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7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1389975-CD19-4755-BFD5-1BC4859D6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08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6D210D8-FB8D-4E7B-85D3-B42166031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59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C8F69E8-EEE2-4282-8FD2-9B79D0DAE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10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8F9D4EDC-1B58-4ECF-A9D4-93716B11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60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A7EFD63-E132-4016-B806-55896BF51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11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A717A23-31E4-4D01-ACFE-C71D3D479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A376E71-A0FE-47E2-9AC6-483D39A4D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13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D5D16CC-2425-4190-A378-7B83870B0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64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8EF46C4-E816-4997-B6D8-CFD78F98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14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D7FDFF-B252-47CB-A638-8D1DEA3F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65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D810F40-30C5-47FB-BD8E-3B42899B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16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6A163BE-1B2B-4FDF-8A4C-9DC5AB83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67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93A3E0F-C557-49F4-BB25-A7AF9A17C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18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9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52581F2-E971-4E76-8CD5-1B92012AD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24A6B490-0CC4-49E1-B9D1-A2D7EC22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19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9171F38-A620-4DD7-B201-B46BEF77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70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F1FB669-F53F-4C5A-BAD7-9FCFCD93D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21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FE9FC64-482B-4C89-A1EB-A201A409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71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7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B1358EC-9F35-47AB-BF5E-FDB368102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22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0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52BAE49A-C1A3-4FBB-BABF-0F100553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73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9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303BF8B-1413-4CDB-9176-FE26E4C3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24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9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6A06FF0-847F-4DDD-9A1A-F77BCBCF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4EA02FA4-799B-4E13-B8DC-4DF53A0DA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25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C4E1E829-E894-4647-9E07-040EC94D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76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250601C6-6B73-441C-84D0-10EFAEC54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27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6A7758CF-8A44-4927-BA65-9D592BE0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78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16B2835-FCB2-4ACD-9F2F-9671AD13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28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4E23EB9-93F7-4BCF-9CD6-0B170344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79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B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00888D4-F4CD-489F-9083-B9902BD4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30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21C28EB4-B274-410C-8852-C0A8591FD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501B8552-B460-4712-9ADB-42A8FD2C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32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4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4A02B6C-510D-495F-A977-BED41D9CA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82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92AC4FA8-A152-4CC8-80C9-A9D0034E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33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47F34FF-D2AF-4E60-9C85-7013C87C0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2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F663C57-5E59-43C4-B71B-F1FA49FA6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35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7543FB1-CA9D-4C6A-82AA-2D0206EE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85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1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E580A10-86BF-4CF1-8DE5-4D6E9D60F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36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5547816-1657-4A7F-B7F7-EDFA6E4A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86300"/>
            <a:ext cx="400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0C6B829-DDDA-45B5-BD02-D9B75CF6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D266BC9-0DE2-4948-A108-EF94EA15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−100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BAE25E0-9A67-433B-BB8E-2C4A2A18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7FDB5DA-4D14-4373-ADC9-F651C69E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52C68AF-7943-4D2B-8621-9C89CED9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77F2640-D6F3-4134-AB46-A0A3F8513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+100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3F11E31-AB0A-4476-945A-A64A94D3C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24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nAr⁺: δs [%], display ±100%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EE3D36C-EFA9-4831-9C94-58574DF50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1015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blue: originalより低い　red: originalより高い。統計は未クリップ節点値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1E84E9B-8E01-49E7-8F00-5C92790B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38675"/>
            <a:ext cx="3667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9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9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電子密度とほぼ同じglobal低下。sheath・壁近傍の局所比は準中性近似では説明できない。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BBC3D7E-B2F6-40A0-B1A6-8E34FA7D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816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866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体積積分のoriginal比（2T / MC / P1）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-35.4% / -35.0% / -34.8%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BA9BA173-29FE-4F00-A938-B156E398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7E5ABCD7-F14E-4387-90B1-7245E2AD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1F7A0DC-1F61-443B-A970-7921955C3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ion inventoryは約−35%。バルクの生成・輸送再配分をnₑと対にして評価する。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FFA822B-6FC8-408B-8D18-DDC78EB55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fields_common_time.csv; 4545 identical nodes; original COMSOL reference</a:t>
            </a:r>
          </a:p>
        </p:txBody>
      </p:sp>
    </p:spTree>
    <p:extLst>
      <p:ext uri="{BB962C8B-B14F-4D97-AF65-F5344CB8AC3E}">
        <p14:creationId xmlns:p14="http://schemas.microsoft.com/office/powerpoint/2010/main" val="440708359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765D7545-4D93-4F3F-B3D0-2F9A43836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E06608-9245-43DF-A592-89A44DF4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BCC681-4251-499F-8925-A41BF65F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original基準差 V：RF吸収密度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D79E22-4858-49BB-A0C5-5A1FBC126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δs = 100(x − xoriginal)/max(|x|,|xoriginal|)：−100～+100%に有界な節点差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C376D-4F41-4192-8830-BB7ED374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9DAFFE-EBEF-4112-B593-C0D3BE19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92FBA-7829-434D-85AC-6F4B05949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D0067-A2E5-49DA-A276-64CA7CA9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2E2823-70D6-4B55-9AC5-4E97C551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two_term − original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9003B-3116-4DA4-809F-4DA69E6FE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00200"/>
            <a:ext cx="3076575" cy="23074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0e60742d5d4728"/>
          <a:stretch xmlns:a="http://schemas.openxmlformats.org/drawingml/2006/main"/>
        </p:blipFill>
        <p:spPr>
          <a:xfrm xmlns:a="http://schemas.openxmlformats.org/drawingml/2006/main">
            <a:off x="742950" y="1600200"/>
            <a:ext cx="3076575" cy="2307431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9AE72-775E-44E7-9BDA-1966A9E1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3A46BF-B283-4269-B226-5B469519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E22087-7422-49D5-9DE9-2DA5CC2D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238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44FF8F-B852-4CC5-9DB0-928D5AAA7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5988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ACBDC-2CC7-4CB9-A894-6E2B32CFB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90763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70BF6F-9132-4966-8069-4F89C2DF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94573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B267D2-C942-47E6-B284-D59FBB5D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50481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14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−2.5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1EAA8D-4011-46B8-B1C7-636E4177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543050"/>
            <a:ext cx="2286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14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585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96070B-8F36-44C2-A15B-E459C373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32.5%　p95 98.0%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0.96739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D386D7-E282-47B3-B218-E56D9EA5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monte_carlo − original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E15FE0A-E784-45F8-8ADF-B73D69E6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600200"/>
            <a:ext cx="3305175" cy="2478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55498868804b86"/>
          <a:stretch xmlns:a="http://schemas.openxmlformats.org/drawingml/2006/main"/>
        </p:blipFill>
        <p:spPr>
          <a:xfrm xmlns:a="http://schemas.openxmlformats.org/drawingml/2006/main">
            <a:off x="4371975" y="1600200"/>
            <a:ext cx="3305175" cy="2478881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B05112-51CD-4CD9-B1B8-E93C9B77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8CFEE8-6A06-4119-A4D4-67DA72EE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3DBD98-574B-4A7C-986E-DF12C22F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563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CB6F6E2-DBA5-4040-AC25-EA33EFEA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313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E4AA2-B0EA-4043-9AD8-54C01CEA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183E5B-7E2A-48FF-94C2-657D3947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666A272-DA38-40EF-A4A4-DD26DE188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32.6%　p95 98.0%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0.96775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2FA36A-AC16-4F4C-980B-6330F98B5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28587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propagator − original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5998931-4908-4940-865D-38B54D64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00200"/>
            <a:ext cx="3305175" cy="24788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5D5D5"/>
            </a:solidFill>
            <a:prstDash val="solid"/>
          </a:ln>
        </p:spPr>
      </p:sp>
      <p:pic>
        <p:nvPicPr>
          <p:cNvPr id="1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6721a27c04eaa"/>
          <a:stretch xmlns:a="http://schemas.openxmlformats.org/drawingml/2006/main"/>
        </p:blipFill>
        <p:spPr>
          <a:xfrm xmlns:a="http://schemas.openxmlformats.org/drawingml/2006/main">
            <a:off x="8229600" y="1600200"/>
            <a:ext cx="3305175" cy="2478881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2FC31DE-96C0-4626-B007-5A469341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FD5DE8-534B-401F-B458-41557356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02FA445-5A0A-4D26-8580-4BACBE4C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2188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FBEC9A6-3E6A-48A0-8FA6-E3585B154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6938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FFCC70-30DB-45FB-B068-2EAD8ADF3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079081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2D0306-813F-441B-83C2-BC531CB4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9525" y="4117181"/>
            <a:ext cx="19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92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0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EC3FEF-5F19-4AC6-BD24-1ACF94191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D5D5D5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median |δs| 32.4%　p95 98.0%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15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ρ = 0.96756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3B0CF5-4CD2-4FDB-A417-3720B8E03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4FC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47ECA7-AE4B-4116-AFFB-FB726872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88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5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7A42EE7-491D-45B6-B9C3-89E4CBB0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39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55AC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3FD7E7-AF4C-4C78-BC7D-2B76B5871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89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960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CAB6C66-7C5F-4AB7-8079-5E12C90F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40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5D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DF6FFA-01FC-4432-BBED-A544F2E5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391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B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0CF6C0-8C5E-445F-A7ED-2D4BA6178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642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7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8336FF-4B44-4D63-9FAC-8E211061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893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976E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E26912-072D-4E0A-BAC4-8A2CBD372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43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CE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EBCFCBC-DA15-4E93-A913-74085DB5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94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181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2A2B548-9B0D-4B7C-A6F9-DF5FF9096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45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8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87C2FEB-827F-43BF-9BFB-F41EB6DE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896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8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69F9AE5-6E20-4232-AA98-ABBC48ADA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146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92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283A9FB-9923-4837-9637-33029D140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397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98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73CD369-977A-4F78-8A51-5B5FD81F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648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9E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8CEAC9-9566-439D-959A-695EBF36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99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4A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9A8A24-3FFE-4A7F-88A8-6CBB242A9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BA9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A80E5F-7A9B-4C4A-9922-98B23B35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400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1AF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4EFE7A-7413-4D32-9814-2C852977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651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7B5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4DBA1E-8855-4951-BBA4-ECE42D844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902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BB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6192FEA-5C61-4A53-848D-8CB2EB5D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153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4C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4B58686-0D7C-41C7-8097-BD42DE7A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403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C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F99A8B-3E52-4BC7-BFED-56438B5AD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654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CA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08D0793-1F0F-45CC-9129-62DEABC8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05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CF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30F0C2A-D5CB-4297-95DC-076958A60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156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0D4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2C00C32-54BC-4BBD-B917-CFBBC6F7F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407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2216E8E8-5213-47BF-BA41-D17074CA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657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D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AB3C689-AED9-4D43-B82A-C89EF7ED0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908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E2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B11CD71-65D9-46F0-90D5-A8BDB95D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159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5770E46-D614-4409-A1CA-E2ADCDA6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10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1B81747-765A-4EF3-B992-F66A09DB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660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0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6ADE79B-72E0-4B4C-982C-CB442C4B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911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5DB0B9C-92ED-457E-8748-C0B61F7D6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0AF02E1-6E43-46BC-92CE-FE86C6D75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13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E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DEC5AC5-477F-4A8F-BBC5-715A8D28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664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8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9163385-2355-4A25-9841-3DA7C2FD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914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1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AC346CA-C142-454B-B1ED-A5F7BE47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65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DBD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2352265-C1F2-402C-8C8C-AB3349A7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416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D5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DCE513D-3B5E-481C-B627-EF51E3EA5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667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E4ED611-B4DA-41B7-B34C-943155A1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18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9B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7AB9942-1E5A-4021-A09C-05BDD2A4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168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C2B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4B7D954-39B8-49CD-8B19-60E6D716D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419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CA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66A3E56D-0812-47CD-A8E7-92FB1F61D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70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15331D15-338F-4C8A-9226-53563847E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921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FA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07B9ECA-98E5-469E-AD0A-BE5401259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171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A79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CB952B9-2938-47CF-8E98-24E6A585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422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A0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2579DEF-71E1-442C-9049-73D55A52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73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998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71257021-029C-44D6-96E7-0ED73A759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924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91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F6F279F-7F5E-4E7C-90DE-0FCF9F47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8A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AE8FB208-96DD-425E-9F16-173F28181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425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827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440EFED9-E073-4946-8281-031CDC1B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676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7B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5B7E0C7-9F9E-4853-909E-72C2E19B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927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46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E944DC4-51D7-48A4-A2B6-1FCAA36E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1781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6C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27B9173-F50C-4AE2-B1B8-AF7AEA98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28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64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13C46146-59DF-41F1-87EE-9030D0E44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679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5B5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67DD3F74-3824-4A68-9AC8-53F60929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305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52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415550D-30BB-4606-9E4A-B71C199A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1813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49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F28DC80-0138-4FFD-A935-C81B592F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4320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40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470FE8BC-5E52-4B2A-B4BE-05896433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6828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37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CC7A554-60DE-4BD0-9287-81E36F26B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9336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2D3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317FCE2B-5D2C-48EA-B01C-CE6D0EDB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1844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124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AE1D5DCB-AF14-4223-9D10-145CC42C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4352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E1B3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285DA2C-CDED-47CF-B7AD-FE2BF889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859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A12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4B3CF15-527C-475A-997A-C6E8B2BF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9367" y="4686300"/>
            <a:ext cx="66318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6092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F3459BCB-A862-4262-A267-305BDE911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86300"/>
            <a:ext cx="40005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064AF0C2-729C-4927-9B21-78E403BA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702D0082-66DC-427B-9567-8E8D4727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−100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7650A2D-57F0-4F9C-82BC-E693FF602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93B13F2-7793-4DCC-9975-F47C9690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0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1A4BD03-B9C1-45EE-B9C2-70985860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810125"/>
            <a:ext cx="0" cy="38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8">
            <a:solidFill>
              <a:srgbClr val="66666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2A96973-98F3-48FF-9880-34912854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8482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+100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549B3EA1-DF16-4834-8C52-60A11EEB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4000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8249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93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Qrh: δs [%], display ±100%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4D5D063-433A-4F85-9E12-556A0E54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010150"/>
            <a:ext cx="40005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32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3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blue: originalより低い　red: originalより高い。統計は未クリップ節点値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D4025F2-8586-4743-BB5E-E080C7B19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638675"/>
            <a:ext cx="3667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9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990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Qrh≈0の節点では有界差が±100%へ飽和するため、局所色だけでなくPabs積分を優先する。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656C52C2-EC04-4E8D-8E18-19152B73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81625"/>
            <a:ext cx="552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8663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体積積分のoriginal比（2T / MC / P1）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06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+15.5% / +15.5% / +15.5%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65F0297E-6DD5-45A9-B68E-7A32FD807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9BD6BF5-82C4-4B37-9359-BF6056D0E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181E4F58-2098-4D73-8127-B72B879E0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Pabsは約+15.5%だがcoil powerは同一1500 W。plasmaへの結合効率と空間再配分が変化した。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285FCB3-C13B-4714-84E8-D861B7AD2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fields_common_time.csv; 4545 identical nodes; original COMSOL reference</a:t>
            </a:r>
          </a:p>
        </p:txBody>
      </p:sp>
    </p:spTree>
    <p:extLst>
      <p:ext uri="{BB962C8B-B14F-4D97-AF65-F5344CB8AC3E}">
        <p14:creationId xmlns:p14="http://schemas.microsoft.com/office/powerpoint/2010/main" val="657551378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A4814E-0AFF-4D78-9B54-96094FCEF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4C570-D1CF-4CA1-9907-E08B1EAAD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F0620-1807-435E-B57B-6F13BCEB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ICP original基準差：局所統計と体積積分を分離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66E5D-9172-4CAA-B684-2C776A500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局所統計は4545節点、積分値はCOMSOL axisymmetric volume operator；すべてt = 1 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D3A9CE-14B9-4180-8914-331D7759C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2DE36C-4BC2-4CDD-94E5-D4AEA5534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377D1-9A2B-4DF8-A189-111409F0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1385E-B1FF-42BF-B2FF-47B042EB0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59</a:t>
            </a:r>
          </a:p>
        </p:txBody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333375" y="1428750"/>
          <a:ext xmlns:a="http://schemas.openxmlformats.org/drawingml/2006/main" cx="11525250" cy="3381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809625"/>
                <a:gridCol w="1619250"/>
                <a:gridCol w="1619250"/>
                <a:gridCol w="1619250"/>
                <a:gridCol w="2714625"/>
                <a:gridCol w="3143250"/>
              </a:tblGrid>
              <a:tr h="563563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4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field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2T median / p95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MC median / p95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P1 median / p95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integrated 2T / MC / P1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reading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63563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5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47.6 / 77.9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47.3 / 77.9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47.4 / 77.8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-35.4% / -35.0% / -34.8%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壁近傍で局所比が増幅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5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⟨ε⟩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20.7 / 33.3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20.4 / 33.0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20.2 / 32.9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+46.7% / +46.1% / +45.9%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全域で正偏差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63563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5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70.1 / 94.5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70.9 / 94.7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70.8 / 94.6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-45.0% / -45.5% / -45.5%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original未定常を含む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3563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5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Ar⁺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47.7 / 77.9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47.5 / 77.9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47.5 / 77.8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-35.4% / -35.0% / -34.8%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nₑと共変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63563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85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Qrh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32.5 / 98.0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32.6 / 98.0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32.4 / 98.0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+15.5% / +15.5% / +15.5%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85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zero近傍は局所比非頑健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38CAC7-E4CD-4E43-BE5C-8D2A88003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67300"/>
            <a:ext cx="952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29EAB-008F-4709-82AB-0BEC8618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67300"/>
            <a:ext cx="704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9BB27-D8FF-4D5D-8330-9DBBBC20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05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METRIC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046BD6-AEBE-4116-BAEC-5E44370F4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14925"/>
            <a:ext cx="8496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δs=100(x−xorig)/max(|x|,|xorig|),   ΔX=100(X−Xorig)/Xorig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7C8DDC-6CF6-4B71-8A34-8CCF12E9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0EA216-A5A4-415A-8F8C-EB268626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907503-A6F2-4B6B-83DE-A8EECA24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局所p95は低信号域で大きくなる。物理判断は絶対map・局所差・空間相関・体積積分を組み合わせる。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305B7-C181-4F4E-A5B4-86D8531D0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fields_common_time.csv; icp_comparison_summary.csv</a:t>
            </a:r>
          </a:p>
        </p:txBody>
      </p:sp>
    </p:spTree>
    <p:extLst>
      <p:ext uri="{BB962C8B-B14F-4D97-AF65-F5344CB8AC3E}">
        <p14:creationId xmlns:p14="http://schemas.microsoft.com/office/powerpoint/2010/main" val="135638857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B6D938-4A64-47E3-A839-54B14B3F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3FF63E-FF8B-4ACC-B32C-DD39259B8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B8FD25-89C1-42E9-B059-1F466575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ICP同時刻積分量：originalと3 Swarm閉包を直接比較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5E3F58-F953-464F-83CE-D521C607C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95350"/>
            <a:ext cx="11144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0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t = 1 ms；originalの保存終端に合わせたexact transient comparison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BD5F41-B32A-4831-92C6-F5470C00A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9292D-7705-4C4D-A952-7856472F6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192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69AF96-D50F-4E07-8C4A-B7A0E32A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455D68-A68C-43F0-ADDF-05AA5369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60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11144250" cy="2381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190750"/>
                <a:gridCol w="2476500"/>
                <a:gridCol w="2095500"/>
                <a:gridCol w="2476500"/>
                <a:gridCol w="1905000"/>
              </a:tblGrid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solver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electron inventory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⟨ε⟩ [eV]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Ar* inventory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1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Pabs [W]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original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2.943e+14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5.1246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5.708e+15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1206.273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two_term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1.901e+14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7.5192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3.141e+15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1392.653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monte_carlo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1.914e+14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7.4877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3.108e+15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1393.035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propagator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1.919e+14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7.4757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3.110e+15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1393.180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1143000" y="3952875"/>
          <a:ext xmlns:a="http://schemas.openxmlformats.org/drawingml/2006/main" cx="9906000" cy="1762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b9d3020fcb404e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27550-F0AD-442C-83E5-DF278648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46F78F-44DC-4218-8E61-7D188FE2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CD437E-FA8C-4C11-A948-253D34FC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kinetic 3列は互いに近い一方、originalからはNe−35%、⟨ε⟩+46%、NAr*−45%、Pabs+15.5%。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97005A-A824-4DE9-AA80-F2F95C93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comsol_model_comparison/icp_comparison_summary.csv</a:t>
            </a:r>
          </a:p>
        </p:txBody>
      </p:sp>
    </p:spTree>
    <p:extLst>
      <p:ext uri="{BB962C8B-B14F-4D97-AF65-F5344CB8AC3E}">
        <p14:creationId xmlns:p14="http://schemas.microsoft.com/office/powerpoint/2010/main" val="1287737205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B0F2FD-60AB-43BD-907B-D65BCC10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4430A9-A88C-4FBE-AAD2-AADFA234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9E8DD1-540D-4A23-BB2F-F98B4A454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ICP時間発展：同時刻比較とterminal stationarityを分離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349B80-7F9B-4A24-AF63-AFE1869E7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E5B646-B668-4AFA-AE50-C5EE8A98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F4C29-F9F4-4FD2-97F2-C03D2B051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CAA21A-CC8E-4199-BF97-B05289CB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61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428625" y="1428750"/>
          <a:ext xmlns:a="http://schemas.openxmlformats.org/drawingml/2006/main" cx="557212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8edf23134644e6d"/>
          </a:graphicData>
        </a:graphic>
      </p:graphicFrame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191250" y="1428750"/>
          <a:ext xmlns:a="http://schemas.openxmlformats.org/drawingml/2006/main" cx="5572125" cy="3524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7319c62a18a4fd7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4FAC9-0008-4575-BCD5-292C9EE2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238750"/>
            <a:ext cx="847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Original Maxwellianは1 msで終了：Ar* adjacent change 11.54% &gt; gate 3%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383B0-B36E-4CA4-A354-2ED4E210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20D74E-AA52-4A9C-9A3A-BC8238CA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C7F568-BDE3-4927-A8BE-8D748C788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Maxwellianの1 ms値はlike-for-like時刻比較には使えるが、terminal stationary baselineではない。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7A0A0D-94CC-486A-BC79-B5C874197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comparison_exports/*/volume_time_series.csv; icp_stationarity_summary.csv</a:t>
            </a:r>
          </a:p>
        </p:txBody>
      </p:sp>
    </p:spTree>
    <p:extLst>
      <p:ext uri="{BB962C8B-B14F-4D97-AF65-F5344CB8AC3E}">
        <p14:creationId xmlns:p14="http://schemas.microsoft.com/office/powerpoint/2010/main" val="2050005963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C5C838-151A-411F-ABC3-43CB4869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VI. GEC ICP空間比較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E8F97F-1C16-408F-9AA6-6E310AB7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54234-9760-4074-A83A-944819CB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1 ms同時刻：Maxwellian仮定とFunction EEDFの差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E378B-21AF-423E-95F1-074B2AC4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F705F2-1B37-4088-97E5-3C76B38D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72B51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AE4074-8F51-422A-86C8-1A37C8EFD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82C86A-83F5-43C8-A8B5-74521057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62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523875" y="1428750"/>
          <a:ext xmlns:a="http://schemas.openxmlformats.org/drawingml/2006/main" cx="7620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5e41b1e18ff4e9d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2E89AD-74D8-4090-A306-53C94023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192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物理的意味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96E049-50E0-4E8D-983F-DA357776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6193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⟨ε⟩ +45.9–46.7%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electron −34.8–35.4%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Ar* −44.9–45.5%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Pabs +15.45–15.49%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8C4CB-2B45-4044-B8D7-D337F2F7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67250"/>
            <a:ext cx="2619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0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0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非Maxwellian tailと輸送の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38" b="0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0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自己整合差が密度・励起種・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38" b="0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0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RF吸収へ伝播。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D31AAF-7E69-4432-901F-F3E8ACA6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F3D41F-A737-4FDC-A021-8CF0971C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C6595F-E858-47A1-9C56-2AABF975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このケースの主要モデル差は3 Swarm solver間ではなく、Maxwellian対Function EEDF。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06AE61-99F5-48C2-8B98-D7195F2D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icp_comparison_summary.csv (common_time_exact, 0.001 s)</a:t>
            </a:r>
          </a:p>
        </p:txBody>
      </p:sp>
    </p:spTree>
    <p:extLst>
      <p:ext uri="{BB962C8B-B14F-4D97-AF65-F5344CB8AC3E}">
        <p14:creationId xmlns:p14="http://schemas.microsoft.com/office/powerpoint/2010/main" val="2032915870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1037DF-8323-48C4-9DC7-1E31D2B6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VII. GEC CCP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97229E-1D52-4F4E-A32A-170C3E7FD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4028E7-81D2-43B9-BFF8-5CEBD949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GEC CCP case：periodic RFとsolver別入力契約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B6A4FD-7061-4B3D-AC6F-6D525407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5110C-D2A8-4C72-BDDA-C2B6744F7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9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9CFFC1-D3B4-4F1E-BFF8-B2421C4B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6B38D-C33E-454F-B7CD-72C4C1AE9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63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FD94E-5CF0-4075-A22B-D69D0820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14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081885-D5F4-43B7-99F1-5E8AE27B8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F7295D-8F19-429B-AEE7-61334B8A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RF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55741-3523-4744-B443-8D504D43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Vrf(t)=V₀ sin(2π·13.56 MHz·t),   solution(t+TRF)=solution(t)</a:t>
            </a:r>
          </a:p>
        </p:txBody>
      </p:sp>
      <p:graphicFrame>
        <p:nvGraphicFramePr>
          <p:cNvPr id="30" name=""/>
          <p:cNvGraphicFramePr/>
          <p:nvPr/>
        </p:nvGraphicFramePr>
        <p:xfrm>
          <a:off xmlns:a="http://schemas.openxmlformats.org/drawingml/2006/main" x="400050" y="2381250"/>
          <a:ext xmlns:a="http://schemas.openxmlformats.org/drawingml/2006/main" cx="11382375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000250"/>
                <a:gridCol w="2190750"/>
                <a:gridCol w="2381250"/>
                <a:gridCol w="2238375"/>
                <a:gridCol w="2571750"/>
              </a:tblGrid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5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item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two_term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monte_carlo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propagator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 owner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5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reaction closure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Function EEDF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preintegrated inelastic rates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Function EEDF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chemistry application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5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mobility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imported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imported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imported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field interpolation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5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diffusion / energy transport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5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elastic energy loss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solver-native external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trajectory external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solver-native external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binding/use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76250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53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RF / sheath / walls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53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 periodic study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5593E5-4987-4C8B-8AAB-70471C97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80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map conditions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67941-A75F-4D58-BD3D-63706CDD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48300"/>
            <a:ext cx="881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13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313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13.56 MHz · 1 W map power · model-defined CCP geometry · periodic acceptance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3F30C5-3B98-422E-806B-B38A58A3E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8F660-1D09-4230-9893-25E50A61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F68C80-4374-4FCA-BA18-B77EAED2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CCPでは時間平均E/NだけでRF位相依存EEDFを表せるかが主要なモデルリスク。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EBF127-94DC-48C0-A9A1-C1FF8089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[R14]  |  docs/comsol_gec_ccp.md; config/comsol/argon_gec_ccp_*_map.yaml</a:t>
            </a:r>
          </a:p>
        </p:txBody>
      </p:sp>
    </p:spTree>
    <p:extLst>
      <p:ext uri="{BB962C8B-B14F-4D97-AF65-F5344CB8AC3E}">
        <p14:creationId xmlns:p14="http://schemas.microsoft.com/office/powerpoint/2010/main" val="624794956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A04AF-64D2-4EE5-9256-2265CC4D8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VII. GEC CCP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F16019-0F22-434D-9692-A27B3ECF4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FA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PLASMA MODELING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A8BF2-F988-4F35-93A6-5DD6BB19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CCP評価状態：Swarm入力はあるが、空間比較の証跡は未取得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3333F6-4014-488D-9B15-7784970A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B85B70-82D7-4DE8-8190-C5BB679A5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79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97FB7-8A17-4D40-8FE5-825165B3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4CCCC-D64A-4BBE-9D56-2999108F4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64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1114425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1571625"/>
                <a:gridCol w="3857625"/>
                <a:gridCol w="3333750"/>
              </a:tblGrid>
              <a:tr h="5556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status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available fact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次に必要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556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propagator campaign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AVAILABLE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54 cases; 0.05–4000 Td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—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aggregate quality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AVAILABLE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54/54 passed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bundle/table access check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556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two_term / MC maps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CONFIGURED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adapter map exists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dry-run + licensed solve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 spatial CSV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MISSING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 ne/meanE/species/Qrh export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same mesh/time export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556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periodic acceptance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MISSING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 terminal audit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cycle-to-cycle gate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094897-A0BA-4533-9996-5DFB136A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A9F11D-ACE8-412E-84DC-A0407E46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387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したがって、CCPの各solver空間分布を本資料で比較・評価することはできない。図を生成すれば捏造になる。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676E97-2C60-4EB4-82E8-A5B5916E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22C793-AEB1-48E9-9856-F77518E1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CA6128-EEB6-4293-B4AB-0A8FE26E3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不足を埋める最小作業：validated bundle → adapter dry-run → COMSOL solve → common phase/time export → periodic gate。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71F361-1182-46F4-A0CA-BDBEB4356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[R14]  |  outputs/argon_gec_ccp/propagator_function_eedf_restricted_lmea.sqlite</a:t>
            </a:r>
          </a:p>
        </p:txBody>
      </p:sp>
    </p:spTree>
    <p:extLst>
      <p:ext uri="{BB962C8B-B14F-4D97-AF65-F5344CB8AC3E}">
        <p14:creationId xmlns:p14="http://schemas.microsoft.com/office/powerpoint/2010/main" val="930007510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DAF08E-3ACB-4B56-922C-7D3C93A1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VIII. 開発への適用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7D5F26-EA4F-4310-90D8-B4E6BF81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72B51F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EQUIPMENT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0DF990-6A90-4891-93F3-788BD6EA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半導体製造開発：物理量から意思決定への写像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56CBE-FB5F-4F3E-AC05-69F6BC95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451DA-2232-4D79-9A0C-1520A3B8A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14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96CDA3-661E-49E6-99EB-80102350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1C4701-1E52-45E1-90C8-6B4D6B5F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65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33375" y="1381125"/>
          <a:ext xmlns:a="http://schemas.openxmlformats.org/drawingml/2006/main" cx="11525250" cy="39528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62125"/>
                <a:gridCol w="2190750"/>
                <a:gridCol w="2286000"/>
                <a:gridCol w="2238375"/>
                <a:gridCol w="3048000"/>
              </a:tblGrid>
              <a:tr h="56469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4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開発課題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Swarm感度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COMSOL観測量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意思決定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4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主な誤判定リスク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6469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dielectric etch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ionization / excitation tail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nₑ, Ar⁺, sheath source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power・pressure window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Maxwellian tail過大/過小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radical-assisted etch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dissociation / attachment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radical source, electronegativity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gas ratio・residence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attachment省略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6469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PECVD / ALD plasma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vibrational/electronic rates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precursor activation map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dose・plasma 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state resolution不足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chamber clean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high-E/N tail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dissociation and wall flux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clean rate・damage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tail cutoff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6469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uniformity tuning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μ,D, local rates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radial/axial 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coil/electrode tuning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local-field破綻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4696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938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damage control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high-energy electron/ion source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sheath-coupled flux proxy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bias・pulse recipe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938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RF phase非局所性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9FE717-9297-46F4-85BA-2FA0D3D3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BFBE2-0894-4393-B644-E02FAB20A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1A219B-3591-4035-ADA3-7B2A06E7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EEDF差を“良い/悪い”で終わらせず、対象reaction kernelと空間KPIへ写像してrecipe判断にする。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6579D0-2D84-40CB-8B0A-948BE81C0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[R10] [R11] [R12]</a:t>
            </a:r>
          </a:p>
        </p:txBody>
      </p:sp>
    </p:spTree>
    <p:extLst>
      <p:ext uri="{BB962C8B-B14F-4D97-AF65-F5344CB8AC3E}">
        <p14:creationId xmlns:p14="http://schemas.microsoft.com/office/powerpoint/2010/main" val="1291024060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889794-4909-4D33-A810-37378DD13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VIII. 開発への適用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C359F-3BD4-483D-BC63-7DFA6DD5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72B51F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EQUIPMENT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E290B9-8E3E-4C2C-9E13-EEE0BADF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いつ有用か：局所閉包の無次元判定とsolver選択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6745F-F4CC-4A7E-B7FC-DE138674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7A118-0617-45C0-A488-374A10DF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14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AC09EA-108D-4B00-A9DF-60368554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AEA2C-223D-469B-84F3-1EF9F5D2D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66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BFB723-553B-4F36-B3B2-F4F70C2D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11144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3A65C5-F0A1-455A-B59A-CE0B98F7B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81125"/>
            <a:ext cx="7048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CAA453-0302-4A22-8313-F728C865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419225"/>
            <a:ext cx="609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CHECK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6E93D3-DC75-41FD-90A2-B02C7B81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28750"/>
            <a:ext cx="10115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 i="0">
                <a:solidFill>
                  <a:srgbClr val="2F2F2F"/>
                </a:solidFill>
                <a:latin typeface="Cambria Math"/>
                <a:ea typeface="Cambria Math"/>
                <a:cs typeface="Cambria Math"/>
              </a:rPr>
              <a:t>Knₑ=λₑ/L,   Ω=ωRF/νm,   β=ωce/νm,   A=|F₂/F₀|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495300" y="2381250"/>
          <a:ext xmlns:a="http://schemas.openxmlformats.org/drawingml/2006/main" cx="11125200" cy="2952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714500"/>
                <a:gridCol w="2857500"/>
                <a:gridCol w="3238500"/>
                <a:gridCol w="3314700"/>
              </a:tblGrid>
              <a:tr h="4921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indicator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≪1の意味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大きいときのリスク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推奨アクション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4921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Knₑ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局所場/局所平均energyが妥当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nonlocal transport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kinetic spatial model / experiment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Ω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電子緩和がRFより速い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phase-resolved EEDF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time-periodic solver / MC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921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β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磁化弱い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cross-field anisotropy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full Yℓm or MC trajectory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921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two-termが妥当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higher angular moments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multi_term ℓ convergence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49212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6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tail mass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grid cutoff影響小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threshold rate bias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6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tail extension + rate gate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A9EC53-670C-412B-8B12-9DE92477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5A3C6E-1BC3-4744-AEF9-1CE1A985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4DC8DA-9C37-4569-965D-1D4F2F6F3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本コードはhomogeneous-swarm closureとして有用。KnₑやΩが大きい装置領域では、局所table自体が主要誤差になる。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C8F306-B3BA-432B-8750-66E97D60E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[R10] [R11] [R12]  |  docs/physics_limitations.md</a:t>
            </a:r>
          </a:p>
        </p:txBody>
      </p:sp>
    </p:spTree>
    <p:extLst>
      <p:ext uri="{BB962C8B-B14F-4D97-AF65-F5344CB8AC3E}">
        <p14:creationId xmlns:p14="http://schemas.microsoft.com/office/powerpoint/2010/main" val="8422902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A114C37-0598-484E-95E7-B41CB783E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VIII. 開発への適用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28F424-3939-4533-BBF6-45E5046A6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72B51F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EQUIPMENT ENGINEERING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9A289-2AA3-4F3B-AE4F-F5241CAE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推奨ワークフロー：広く探索し、差がKPIへ効く点だけ精密化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F4DE1F-CED4-49EB-9145-3E040998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6A4FF-45A6-4532-ABCD-0A7A4B5B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1144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F07FA-E5AC-4CA0-9FAE-A0FC43F4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DA60A2-7BDB-438E-BC32-4CBF739B4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6B9B9-2E15-45C4-BF4F-24E0D07C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1666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144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20F5A9-D8D8-4F8D-9487-1819235CB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66687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A9C05-064F-4B93-8546-CF01D9B0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81175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1. hypothesis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4A1C0-475F-48F6-A704-9FE97302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target reaction / KPI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95896-FB40-4148-98B9-F642228DE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66875"/>
            <a:ext cx="1666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7FA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26B28E-2028-4299-955C-B92DBC22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66687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FA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6466A-6878-4A52-A55A-AE877D44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81175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2. XS audit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A72DD5-5204-4EE8-AAA2-25B5C61F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114550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set / threshold / angle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610F0-578E-4C31-B21F-D5BB7A69B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1666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A6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6C7155-03EA-438A-B8EC-41181633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66687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3227E-2134-4EF3-AF99-574D0176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81175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850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3. two_term sweep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7A471-D030-4196-93C9-1E6975F4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14550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wide E/N × mixture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8195AD-E578-43E0-BF7C-6F4E0735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1666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8233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61C05D-EE93-46E6-910D-EB7DA6B9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66687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233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8F2F63-44C4-4E15-8661-F7A2234A3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781175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4. sensitivity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2A2989-E31B-43FC-BD99-B16AAA26F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14550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tail / rate / 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3DA26-9CC2-4C24-A1C6-7618E23D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66875"/>
            <a:ext cx="1666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B879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0FB8C3-58FF-4C0D-8E6F-D58FA3CAE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666875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45920F-1A4D-4F10-84BD-BBFF389A6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781175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754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5. independent check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51151F-56AE-402F-96A2-01905F7B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1400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prop / PN / MC</a:t>
            </a:r>
          </a:p>
        </p:txBody>
      </p:sp>
      <p:cxnSp>
        <p:nvCxnSpPr>
          <p:cNvPr id="84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095500" y="2119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8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4095750" y="2119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86" name=""/>
          <p:cNvCxnSpPr>
            <a:stCxn xmlns:a="http://schemas.openxmlformats.org/drawingml/2006/main" id="1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096000" y="2119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20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8096250" y="2119313"/>
            <a:ext cx="333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94221D-5BB4-4370-971E-4C1E61A3A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05250"/>
            <a:ext cx="1905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211441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BBE9F6E-7111-4D1A-B39D-267E0C17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9052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BFFF37E-837C-4B45-AA12-44FA8A1B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195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9. process decision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6FC982-4FB3-4AC0-9F94-58F3CFC4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529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margin / uncertainty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229E01F-1331-46C3-9907-CE8B4D59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05250"/>
            <a:ext cx="1905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D43C3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24C8D00-558F-4E69-89F5-2C100DC8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9052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3C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310D64-2024-41D2-A4DE-C3389B49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195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8. experiment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98C8C0-E97E-4F39-8A37-BB41CEC5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3529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OES/LIF/probe/wafer KPI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5E35BBC-EAA8-4674-8ABB-1281A05D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1905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72B51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DBAFCE-D97F-42A8-85DE-5A06BCE53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39052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2B51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1189E9-88E3-4E59-A9B7-655AE1DE0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0195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7. COMSOL solve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D9FA55B-F8F0-462B-A56A-1F2382D02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529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field + stationarity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8085A87-7858-4A9B-BD95-53FE154E2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05250"/>
            <a:ext cx="1905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00A6D9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4C87A0-B217-41BC-A51F-6CD6DA13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05250"/>
            <a:ext cx="666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10DD9C-F905-492E-9063-A776F073C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019550"/>
            <a:ext cx="1657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6. qualified bundle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045BA6-EBE2-4745-A3F3-83093AF93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352925"/>
            <a:ext cx="1638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manifest + support</a:t>
            </a:r>
          </a:p>
        </p:txBody>
      </p:sp>
      <p:cxnSp>
        <p:nvCxnSpPr>
          <p:cNvPr id="104" name=""/>
          <p:cNvCxnSpPr>
            <a:stCxn xmlns:a="http://schemas.openxmlformats.org/drawingml/2006/main" id="24" idx="2"/>
            <a:endCxn xmlns:a="http://schemas.openxmlformats.org/drawingml/2006/main" id="44" idx="0"/>
          </p:cNvCxnSpPr>
          <p:nvPr/>
        </p:nvCxnSpPr>
        <p:spPr>
          <a:xfrm xmlns:a="http://schemas.openxmlformats.org/drawingml/2006/main">
            <a:off x="9263063" y="2571750"/>
            <a:ext cx="404813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05" name=""/>
          <p:cNvCxnSpPr>
            <a:stCxn xmlns:a="http://schemas.openxmlformats.org/drawingml/2006/main" id="44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7858125" y="435768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06" name=""/>
          <p:cNvCxnSpPr>
            <a:stCxn xmlns:a="http://schemas.openxmlformats.org/drawingml/2006/main" id="40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5095875" y="435768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cxnSp>
        <p:nvCxnSpPr>
          <p:cNvPr id="107" name=""/>
          <p:cNvCxnSpPr>
            <a:stCxn xmlns:a="http://schemas.openxmlformats.org/drawingml/2006/main" id="36" idx="1"/>
            <a:endCxn xmlns:a="http://schemas.openxmlformats.org/drawingml/2006/main" id="32" idx="3"/>
          </p:cNvCxnSpPr>
          <p:nvPr/>
        </p:nvCxnSpPr>
        <p:spPr>
          <a:xfrm xmlns:a="http://schemas.openxmlformats.org/drawingml/2006/main" flipH="1">
            <a:off x="2333625" y="4357688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66666"/>
            </a:solidFill>
            <a:prstDash val="solid"/>
            <a:tailEnd type="arrow" w="med" len="med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0DA3EBA-C860-4391-A0DB-4E475398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91125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 i="0">
                <a:solidFill>
                  <a:srgbClr val="D43C3C"/>
                </a:solidFill>
                <a:latin typeface="Noto Sans JP"/>
                <a:ea typeface="Noto Sans JP"/>
                <a:cs typeface="Noto Sans JP"/>
              </a:rPr>
              <a:t>反証ループ：実験差 → XS/chemistry/locality仮説へ戻す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56156AF-DA9C-44F5-8A70-521DF86D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8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D68F16-44D0-4B31-A5AD-87A27EF1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F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051294-3FB4-49B8-B7D4-D046C9819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00AFA9"/>
                </a:solidFill>
                <a:latin typeface="Noto Sans JP"/>
                <a:ea typeface="Noto Sans JP"/>
                <a:cs typeface="Noto Sans JP"/>
              </a:rPr>
              <a:t>全条件をMCで解くのではなく、KPI感度とevidence gapに基づいて計算資源を配分する。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81CAED-1BC5-46E2-90B5-2B6927BEC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[R2] [R8] [R9]  |  docs/comsol_workflow.md</a:t>
            </a:r>
          </a:p>
        </p:txBody>
      </p:sp>
    </p:spTree>
    <p:extLst>
      <p:ext uri="{BB962C8B-B14F-4D97-AF65-F5344CB8AC3E}">
        <p14:creationId xmlns:p14="http://schemas.microsoft.com/office/powerpoint/2010/main" val="1571796258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9AD258-206B-4163-B735-9C34711C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IX. 結論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91CD9-2DA7-4E83-BFDE-1AF12447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00A6D9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CROSS-FUNCTIONAL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5BC52E-4CE7-4F97-909D-110100A99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結論：物理的に納得できる比較の条件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66C4EE-B4D3-4F42-AAC8-C6089D393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C61B9-E07B-4995-ADBA-313B7DB4B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A6D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96DF9-7A9A-44EC-8CE2-8A12E90B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C18E8-8E41-4ED1-A446-AA2E9E60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68</a:t>
            </a:r>
          </a:p>
        </p:txBody>
      </p:sp>
      <p:graphicFrame>
        <p:nvGraphicFramePr>
          <p:cNvPr id="22" name=""/>
          <p:cNvGraphicFramePr/>
          <p:nvPr/>
        </p:nvGraphicFramePr>
        <p:xfrm>
          <a:off xmlns:a="http://schemas.openxmlformats.org/drawingml/2006/main" x="457200" y="1428750"/>
          <a:ext xmlns:a="http://schemas.openxmlformats.org/drawingml/2006/main" cx="11191875" cy="3143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524125"/>
                <a:gridCol w="3571875"/>
                <a:gridCol w="5095875"/>
              </a:tblGrid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結論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本データの数値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開発上の意味</a:t>
                      </a:r>
                    </a:p>
                  </a:txBody>
                  <a:tcPr marL="91440" marR="91440" marT="45720" marB="45720" anchor="ctr">
                    <a:solidFill>
                      <a:srgbClr val="00A6D9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kinetic solver差は小さい（pure Ar / ICP）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EEDF TV &lt;3.94%; ICP積分量spread ≤1.1%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高速solverで探索し独立solverで反証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tail reactionは高感度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1000 TdでP(ε&gt;120 eV)のMC/2T比=4.0–5.7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rate kernelとrare-event観測で比較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EEDF family差は大きい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original比：⟨ε⟩+46%, electron−35%, Ar*−45%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閉包仮定を優先検証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MCは出力量ごとに採否を分ける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mixture active 11/12; full transport 4/12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time_horizonとrare_tailを分離</a:t>
                      </a:r>
                    </a:p>
                  </a:txBody>
                  <a:tcPr marL="91440" marR="91440" marT="45720" marB="45720" anchor="ctr">
                    <a:solidFill>
                      <a:srgbClr val="F1F1F1"/>
                    </a:solidFill>
                  </a:tcPr>
                </a:tc>
              </a:tr>
              <a:tr h="523875"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l"/>
                      <a:r>
                        <a:rPr sz="1125" b="1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CCPは未評価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spatial CSV / periodic auditなし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57150" tIns="38100" rIns="47625" bIns="38100">
                      <a:normAutofit/>
                    </a:bodyPr>
                    <a:lstStyle/>
                    <a:p>
                      <a:pPr algn="ctr"/>
                      <a:r>
                        <a:rPr sz="1125" b="0">
                          <a:solidFill>
                            <a:srgbClr val="2F2F2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追加solveなしに結論しない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23D6B4-C5F4-4BC1-91B7-758FFBBE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9906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44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E728B-0F05-4AC6-8ECF-8292BA9A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95875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 i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最終メッセージ：仮定 → 離散化 → quality gate → COMSOL ownership → KPI の鎖を切らない。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270A64-3F4B-490E-8E74-B47646548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111442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3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6A8D9-AFC9-49FE-9F90-F267FFC33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86450"/>
            <a:ext cx="6667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7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E3FFEA-1B20-4AAE-904C-BD1468BB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43600"/>
            <a:ext cx="10810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defRPr>
            </a:pPr>
            <a:r>
              <a:rPr sz="1238" b="1" i="0">
                <a:solidFill>
                  <a:srgbClr val="B87900"/>
                </a:solidFill>
                <a:latin typeface="Noto Sans JP"/>
                <a:ea typeface="Noto Sans JP"/>
                <a:cs typeface="Noto Sans JP"/>
              </a:rPr>
              <a:t>次の決定的検証はCCPの同一MPH・同一位相・同一定常性での3閉包比較。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06CED7-6260-4ABC-A77B-96A48B65E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All quantitative claims traced to repository outputs listed in speaker notes.</a:t>
            </a:r>
          </a:p>
        </p:txBody>
      </p:sp>
    </p:spTree>
    <p:extLst>
      <p:ext uri="{BB962C8B-B14F-4D97-AF65-F5344CB8AC3E}">
        <p14:creationId xmlns:p14="http://schemas.microsoft.com/office/powerpoint/2010/main" val="31062713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ACFC8C-678E-4B87-9FF2-AAD5194A6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511627-E8A2-45EB-BD08-C559855B7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66666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CROSS-FUNCTIONAL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19344A-21C7-4F90-AB7D-A3CB8A0DA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参考文献 I：電子Boltzmann・Swarm数値法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35E417-E4A3-41A8-9C6D-5E9B147B5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8B811C-FA09-4B81-8708-40771FD0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66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C29C0D-EAEC-4E24-8BDE-81C019C6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33BCA2-7A20-4306-9C9B-EA1AB301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5BD455-D444-45A9-9F89-60E245FD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811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[R1]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3E1078-54FB-4911-8CEE-858946BC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430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Hagelaar &amp; Pitchford, Plasma Sources Sci. Technol. 14 (2005) 722–733. DOI:10.1088/0963-0252/14/4/011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28BC2C-9B74-4D70-8D0B-3F1642A1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859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34A21-BE48-4B35-ABD1-605C3268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97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[R2]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E1DA1C-5948-41DA-97E3-91D2B8D79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9716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Pitchford et al., Plasma Process. Polym. 14 (2017) 1600098. DOI:10.1002/ppap.201600098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33245A-9DA4-4815-B56C-ACCA4CC8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146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9731DF-32DF-4355-A623-56AA689E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384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[R3]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09507F-1F94-4D51-9774-8913F434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6003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Leyh, Loffhagen &amp; Winkler, Comput. Phys. Commun. 113 (1998) 33–48. DOI:10.1016/S0010-4655(98)00062-9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985FB-5F85-4DD9-8453-4E7E1603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432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70B3E5-FC7F-4D2C-8288-782A3AB7D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670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[R4]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B9977A-2046-41C2-A568-40494A76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289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White, Robson &amp; Ness, Phys. Rev. E 60 (1999) 7457. DOI:10.1103/PhysRevE.60.7457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58B18-DC36-4AD1-806D-2D8D61E6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7719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B78BE1-FFE1-40D1-AE2A-BC39160B6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957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[R5]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112EF7-78FC-4D5B-B9EE-9890B619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8576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Longo, Plasma Sources Sci. Technol. 15 (2006) S181–S188. DOI:10.1088/0963-0252/15/4/S04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8E9C1FC-6270-45C5-90C0-C3F1196C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0055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A2B19E-2543-4400-A2CE-5391C2D4C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[R6]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CF01FE-D2B1-4980-9EA5-BBCD5257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8627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Longo &amp; Diomede, Eur. Phys. J. Appl. Phys. 26 (2004). DOI:10.1051/epjap:2004030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116A08-4BD6-473E-AAA9-B119CFF4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29200"/>
            <a:ext cx="1019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8E8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7C17CA-24F8-4E3F-A74A-BAC4A4E5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53025"/>
            <a:ext cx="523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 i="0">
                <a:solidFill>
                  <a:srgbClr val="007FAE"/>
                </a:solidFill>
                <a:latin typeface="Noto Sans JP"/>
                <a:ea typeface="Noto Sans JP"/>
                <a:cs typeface="Noto Sans JP"/>
              </a:rPr>
              <a:t>[R7]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D3AD0-7EB7-4664-B444-1B9167A71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149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63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Scharfetter &amp; Gummel, IEEE Trans. Electron Devices 16 (1969) 64–77. DOI:10.1109/T-ED.1969.16566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B41381-447F-4564-AFB9-88FCAB2D5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DOIs are included for direct retrieval.</a:t>
            </a:r>
          </a:p>
        </p:txBody>
      </p:sp>
    </p:spTree>
    <p:extLst>
      <p:ext uri="{BB962C8B-B14F-4D97-AF65-F5344CB8AC3E}">
        <p14:creationId xmlns:p14="http://schemas.microsoft.com/office/powerpoint/2010/main" val="1540649486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5F4E82-2BBC-431F-B3EB-9609B97F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0500"/>
            <a:ext cx="3905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863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93B15-B376-4B55-9177-754BDFF3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71450"/>
            <a:ext cx="2000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666666"/>
            </a:solidFill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1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CROSS-FUNCTIONAL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3CBD5A-7B99-4DD5-9B84-D5A916D0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8625"/>
            <a:ext cx="11191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defRPr>
            </a:pPr>
            <a:r>
              <a:rPr sz="2325" b="1" i="0">
                <a:solidFill>
                  <a:srgbClr val="00A6D9"/>
                </a:solidFill>
                <a:latin typeface="Noto Sans JP"/>
                <a:ea typeface="Noto Sans JP"/>
                <a:cs typeface="Noto Sans JP"/>
              </a:rPr>
              <a:t>参考文献 II：GEC装置・非局所動力学・実装資料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271BF0-83B7-41BD-8DA9-13F0F7E1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114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3D1F7-0BD0-4CF3-9EFC-EA01A9EC2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57275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6666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729046-D4DD-4EF9-A242-57094C13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581775"/>
            <a:ext cx="3429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9018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A9A9A9"/>
                </a:solidFill>
                <a:latin typeface="Noto Sans JP"/>
                <a:ea typeface="Noto Sans JP"/>
                <a:cs typeface="Noto Sans JP"/>
              </a:rPr>
              <a:t>SWARM TECHNICAL REVIEW / 2026-09-17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9CBBDD-50F1-437D-B0C7-665C09BD1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5320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F4DDA-FF06-410B-BC01-B57E4E93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33500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[R8]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561BC0-A5B6-406E-AEF4-62A4DCF7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304925"/>
            <a:ext cx="1014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Hargis et al., Rev. Sci. Instrum. 65 (1994) 140–154. DOI:10.1063/1.1144770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4F9A0A-C2AB-4226-8006-8565FE93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14525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[R9]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C96A5-3287-43BE-AA3A-0A599396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885950"/>
            <a:ext cx="1014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Miller et al., J. Res. NIST 100 (1995) 427–439. DOI:10.6028/jres.100.032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7833AE-4615-43EF-8F0D-9E6AE1D5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95550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[R10]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5D925-E569-4396-9D61-6F91FB5B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466975"/>
            <a:ext cx="1014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Godyak, Piejak &amp; Alexandrovich, Plasma Sources Sci. Technol. 11 (2002) 525–543. DOI:10.1088/0963-0252/11/4/320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5C60C-BBDE-4418-A366-07FFA958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076575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[R11]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824158-1869-4369-8FA2-38428EFE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048000"/>
            <a:ext cx="1014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Godyak &amp; Kolobov, Phys. Rev. Lett. 81 (1998) 369. DOI:10.1103/PhysRevLett.81.369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8DB595-0448-4D62-B48F-97CB90CE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57600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[R12]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0B271D-7279-47AF-8ADF-27CA0FD7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629025"/>
            <a:ext cx="1014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Godyak et al., Phys. Rev. E 64 (2001) 026406. DOI:10.1103/PhysRevE.64.026406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D1706F-AEDC-42B9-A3F8-3CACF517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38625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[R13]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E72F61-0390-49F4-ABD6-B136B009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210050"/>
            <a:ext cx="1014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COMSOL 6.4 Application Library: Argon GEC ICP, argon_gec_icp.html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505D7-C6F1-421F-B581-25E38F00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19650"/>
            <a:ext cx="590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defRPr>
            </a:pPr>
            <a:r>
              <a:rPr sz="1088" b="1" i="0">
                <a:solidFill>
                  <a:srgbClr val="72B51F"/>
                </a:solidFill>
                <a:latin typeface="Noto Sans JP"/>
                <a:ea typeface="Noto Sans JP"/>
                <a:cs typeface="Noto Sans JP"/>
              </a:rPr>
              <a:t>[R14]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18CAAB-3E8D-465B-B679-22F40237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91075"/>
            <a:ext cx="10144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 i="0">
                <a:solidFill>
                  <a:srgbClr val="2F2F2F"/>
                </a:solidFill>
                <a:latin typeface="Noto Sans JP"/>
                <a:ea typeface="Noto Sans JP"/>
                <a:cs typeface="Noto Sans JP"/>
              </a:rPr>
              <a:t>COMSOL 6.4 Application Library: GEC CCP Reactor, argon_gec_ccp.html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F77CC7-9554-4C56-AFA1-6BB45C59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76875"/>
            <a:ext cx="1076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5D5D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E2205A-8CFC-46FF-995F-703F74FEE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 i="0">
                <a:solidFill>
                  <a:srgbClr val="211441"/>
                </a:solidFill>
                <a:latin typeface="Noto Sans JP"/>
                <a:ea typeface="Noto Sans JP"/>
                <a:cs typeface="Noto Sans JP"/>
              </a:rPr>
              <a:t>Repository 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F1CB3-6F36-4299-978B-52C67F77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553075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66666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 i="0">
                <a:solidFill>
                  <a:srgbClr val="666666"/>
                </a:solidFill>
                <a:latin typeface="Cascadia Mono"/>
                <a:ea typeface="Cascadia Mono"/>
                <a:cs typeface="Cascadia Mono"/>
              </a:rPr>
              <a:t>docs/{product_schema_v2,physics_limitations,comsol_workflow,comsol_gec_icp,comsol_gec_ccp}.md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666666"/>
                </a:solidFill>
                <a:latin typeface="Cascadia Mono"/>
                <a:ea typeface="Cascadia Mono"/>
                <a:cs typeface="Cascadia Mono"/>
              </a:defRPr>
            </a:pPr>
            <a:r>
              <a:rPr sz="975" b="0" i="0">
                <a:solidFill>
                  <a:srgbClr val="666666"/>
                </a:solidFill>
                <a:latin typeface="Cascadia Mono"/>
                <a:ea typeface="Cascadia Mono"/>
                <a:cs typeface="Cascadia Mono"/>
              </a:rPr>
              <a:t>outputs/argon_gec_icp/* · lxcat_swarm_validation/{mc_refinement_v7,mc_core_v8} · electron_swarm/solvers/*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7448B4-D439-4470-ACB7-667686B7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62700"/>
            <a:ext cx="1047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  <a:r>
              <a:rPr sz="660" b="0" i="0">
                <a:solidFill>
                  <a:srgbClr val="666666"/>
                </a:solidFill>
                <a:latin typeface="Noto Sans JP"/>
                <a:ea typeface="Noto Sans JP"/>
                <a:cs typeface="Noto Sans JP"/>
              </a:rPr>
              <a:t>Official COMSOL pages: doc.comsol.com/6.4/.../argon_gec_{icp,ccp}.html</a:t>
            </a:r>
          </a:p>
        </p:txBody>
      </p:sp>
    </p:spTree>
    <p:extLst>
      <p:ext uri="{BB962C8B-B14F-4D97-AF65-F5344CB8AC3E}">
        <p14:creationId xmlns:p14="http://schemas.microsoft.com/office/powerpoint/2010/main" val="14945456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2026-09-17T01:16:43.9970000Z</dcterms:created>
  <dcterms:modified xsi:type="dcterms:W3CDTF">2026-09-17T01:16:43.9970000Z</dcterms:modified>
</coreProperties>
</file>