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6.xml" ContentType="application/vnd.openxmlformats-officedocument.drawingml.chart+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slides/charts/chart11.xml" ContentType="application/vnd.openxmlformats-officedocument.drawingml.chart+xml"/>
  <Override PartName="/ppt/slides/charts/chart12.xml" ContentType="application/vnd.openxmlformats-officedocument.drawingml.chart+xml"/>
  <Override PartName="/ppt/slides/charts/chart13.xml" ContentType="application/vnd.openxmlformats-officedocument.drawingml.chart+xml"/>
  <Override PartName="/ppt/slides/charts/chart14.xml" ContentType="application/vnd.openxmlformats-officedocument.drawingml.chart+xml"/>
  <Override PartName="/ppt/notesSlides/notesSlide33.xml" ContentType="application/vnd.openxmlformats-officedocument.presentationml.notesSlide+xml"/>
  <Override PartName="/ppt/slides/slide34.xml" ContentType="application/vnd.openxmlformats-officedocument.presentationml.slide+xml"/>
  <Override PartName="/ppt/slides/charts/chart15.xml" ContentType="application/vnd.openxmlformats-officedocument.drawingml.chart+xml"/>
  <Override PartName="/ppt/slides/charts/chart16.xml" ContentType="application/vnd.openxmlformats-officedocument.drawingml.chart+xml"/>
  <Override PartName="/ppt/notesSlides/notesSlide34.xml" ContentType="application/vnd.openxmlformats-officedocument.presentationml.notesSlide+xml"/>
  <Override PartName="/ppt/slides/slide35.xml" ContentType="application/vnd.openxmlformats-officedocument.presentationml.slide+xml"/>
  <Override PartName="/ppt/slides/charts/chart17.xml" ContentType="application/vnd.openxmlformats-officedocument.drawingml.chart+xml"/>
  <Override PartName="/ppt/slides/charts/chart18.xml" ContentType="application/vnd.openxmlformats-officedocument.drawingml.chart+xml"/>
  <Override PartName="/ppt/slides/charts/chart19.xml" ContentType="application/vnd.openxmlformats-officedocument.drawingml.chart+xml"/>
  <Override PartName="/ppt/slides/charts/chart20.xml" ContentType="application/vnd.openxmlformats-officedocument.drawingml.chart+xml"/>
  <Override PartName="/ppt/notesSlides/notesSlide35.xml" ContentType="application/vnd.openxmlformats-officedocument.presentationml.notesSlide+xml"/>
  <Override PartName="/ppt/slides/slide36.xml" ContentType="application/vnd.openxmlformats-officedocument.presentationml.slide+xml"/>
  <Override PartName="/ppt/slides/charts/chart21.xml" ContentType="application/vnd.openxmlformats-officedocument.drawingml.chart+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slides/charts/chart22.xml" ContentType="application/vnd.openxmlformats-officedocument.drawingml.chart+xml"/>
  <Override PartName="/ppt/slides/charts/chart23.xml" ContentType="application/vnd.openxmlformats-officedocument.drawingml.chart+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slides/charts/chart24.xml" ContentType="application/vnd.openxmlformats-officedocument.drawingml.chart+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slides/charts/chart25.xml" ContentType="application/vnd.openxmlformats-officedocument.drawingml.chart+xml"/>
  <Override PartName="/ppt/slides/charts/chart26.xml" ContentType="application/vnd.openxmlformats-officedocument.drawingml.chart+xml"/>
  <Override PartName="/ppt/slides/charts/chart27.xml" ContentType="application/vnd.openxmlformats-officedocument.drawingml.chart+xml"/>
  <Override PartName="/ppt/notesSlides/notesSlide54.xml" ContentType="application/vnd.openxmlformats-officedocument.presentationml.notesSlide+xml"/>
  <Override PartName="/ppt/slides/slide55.xml" ContentType="application/vnd.openxmlformats-officedocument.presentationml.slide+xml"/>
  <Override PartName="/ppt/slides/charts/chart28.xml" ContentType="application/vnd.openxmlformats-officedocument.drawingml.chart+xml"/>
  <Override PartName="/ppt/slides/charts/chart29.xml" ContentType="application/vnd.openxmlformats-officedocument.drawingml.chart+xml"/>
  <Override PartName="/ppt/slides/charts/chart30.xml" ContentType="application/vnd.openxmlformats-officedocument.drawingml.chart+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slides/charts/chart31.xml" ContentType="application/vnd.openxmlformats-officedocument.drawingml.chart+xml"/>
  <Override PartName="/ppt/notesSlides/notesSlide62.xml" ContentType="application/vnd.openxmlformats-officedocument.presentationml.notesSlide+xml"/>
  <Override PartName="/ppt/slides/slide63.xml" ContentType="application/vnd.openxmlformats-officedocument.presentationml.slide+xml"/>
  <Override PartName="/ppt/slides/charts/chart32.xml" ContentType="application/vnd.openxmlformats-officedocument.drawingml.chart+xml"/>
  <Override PartName="/ppt/slides/charts/chart33.xml" ContentType="application/vnd.openxmlformats-officedocument.drawingml.chart+xml"/>
  <Override PartName="/ppt/notesSlides/notesSlide63.xml" ContentType="application/vnd.openxmlformats-officedocument.presentationml.notesSlide+xml"/>
  <Override PartName="/ppt/slides/slide64.xml" ContentType="application/vnd.openxmlformats-officedocument.presentationml.slide+xml"/>
  <Override PartName="/ppt/slides/charts/chart34.xml" ContentType="application/vnd.openxmlformats-officedocument.drawingml.chart+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15cfe53cacb476c" /><Relationship Type="http://schemas.openxmlformats.org/officeDocument/2006/relationships/extended-properties" Target="/docProps/app.xml" Id="R2c9d2fff128c4152" /><Relationship Type="http://schemas.openxmlformats.org/officeDocument/2006/relationships/officeDocument" Target="/ppt/presentation.xml" Id="R8bf32bce10aa4425" /></Relationships>
</file>

<file path=ppt/presentation.xml><?xml version="1.0" encoding="utf-8"?>
<p:presentation xmlns:p="http://schemas.openxmlformats.org/presentationml/2006/main">
  <p:sldMasterIdLst>
    <p:sldMasterId xmlns:r="http://schemas.openxmlformats.org/officeDocument/2006/relationships" id="2147483648" r:id="R88db956d36d048ac"/>
  </p:sldMasterIdLst>
  <p:notesMasterIdLst>
    <p:notesMasterId xmlns:r="http://schemas.openxmlformats.org/officeDocument/2006/relationships" r:id="R38f64f85519b4f6c"/>
  </p:notesMasterIdLst>
  <p:sldIdLst>
    <p:sldId xmlns:r="http://schemas.openxmlformats.org/officeDocument/2006/relationships" id="256" r:id="R2c65f39286a84cd4"/>
    <p:sldId xmlns:r="http://schemas.openxmlformats.org/officeDocument/2006/relationships" id="257" r:id="Reee08162130f491d"/>
    <p:sldId xmlns:r="http://schemas.openxmlformats.org/officeDocument/2006/relationships" id="258" r:id="R9ce2bc9ca10047b5"/>
    <p:sldId xmlns:r="http://schemas.openxmlformats.org/officeDocument/2006/relationships" id="259" r:id="Red727f0a7469402c"/>
    <p:sldId xmlns:r="http://schemas.openxmlformats.org/officeDocument/2006/relationships" id="260" r:id="Rf404326ba14a416a"/>
    <p:sldId xmlns:r="http://schemas.openxmlformats.org/officeDocument/2006/relationships" id="261" r:id="R80fac6f690c4484d"/>
    <p:sldId xmlns:r="http://schemas.openxmlformats.org/officeDocument/2006/relationships" id="262" r:id="R397d4ca75afc4fec"/>
    <p:sldId xmlns:r="http://schemas.openxmlformats.org/officeDocument/2006/relationships" id="263" r:id="R3f88a7e8e6a14d43"/>
    <p:sldId xmlns:r="http://schemas.openxmlformats.org/officeDocument/2006/relationships" id="264" r:id="R8b753eaa4bfe4aff"/>
    <p:sldId xmlns:r="http://schemas.openxmlformats.org/officeDocument/2006/relationships" id="265" r:id="Rb15d4b10837941b5"/>
    <p:sldId xmlns:r="http://schemas.openxmlformats.org/officeDocument/2006/relationships" id="266" r:id="Rf942b66edf234faf"/>
    <p:sldId xmlns:r="http://schemas.openxmlformats.org/officeDocument/2006/relationships" id="267" r:id="Rc62189d501f54e31"/>
    <p:sldId xmlns:r="http://schemas.openxmlformats.org/officeDocument/2006/relationships" id="268" r:id="Ra410cad6eb9645c6"/>
    <p:sldId xmlns:r="http://schemas.openxmlformats.org/officeDocument/2006/relationships" id="269" r:id="R035805d35c1f4f83"/>
    <p:sldId xmlns:r="http://schemas.openxmlformats.org/officeDocument/2006/relationships" id="270" r:id="Re0ed1524ff794ad9"/>
    <p:sldId xmlns:r="http://schemas.openxmlformats.org/officeDocument/2006/relationships" id="271" r:id="Rc678235faa94438a"/>
    <p:sldId xmlns:r="http://schemas.openxmlformats.org/officeDocument/2006/relationships" id="272" r:id="R5893917cc624413a"/>
    <p:sldId xmlns:r="http://schemas.openxmlformats.org/officeDocument/2006/relationships" id="273" r:id="R7dd83030d6cc4b75"/>
    <p:sldId xmlns:r="http://schemas.openxmlformats.org/officeDocument/2006/relationships" id="274" r:id="Rdbbf1dff03e24eec"/>
    <p:sldId xmlns:r="http://schemas.openxmlformats.org/officeDocument/2006/relationships" id="275" r:id="Rc839d991fbf6433c"/>
    <p:sldId xmlns:r="http://schemas.openxmlformats.org/officeDocument/2006/relationships" id="276" r:id="R3c1069eaf5f44202"/>
    <p:sldId xmlns:r="http://schemas.openxmlformats.org/officeDocument/2006/relationships" id="277" r:id="Re73c68fac52940bc"/>
    <p:sldId xmlns:r="http://schemas.openxmlformats.org/officeDocument/2006/relationships" id="278" r:id="Rf7cbc08d23044078"/>
    <p:sldId xmlns:r="http://schemas.openxmlformats.org/officeDocument/2006/relationships" id="279" r:id="R76d3955a100e4472"/>
    <p:sldId xmlns:r="http://schemas.openxmlformats.org/officeDocument/2006/relationships" id="280" r:id="R85c6800d013e4879"/>
    <p:sldId xmlns:r="http://schemas.openxmlformats.org/officeDocument/2006/relationships" id="281" r:id="Re0c7dccb54b1490b"/>
    <p:sldId xmlns:r="http://schemas.openxmlformats.org/officeDocument/2006/relationships" id="282" r:id="R66e8e316bbe74728"/>
    <p:sldId xmlns:r="http://schemas.openxmlformats.org/officeDocument/2006/relationships" id="283" r:id="R4822786c3daa4539"/>
    <p:sldId xmlns:r="http://schemas.openxmlformats.org/officeDocument/2006/relationships" id="284" r:id="R435340e726774fa4"/>
    <p:sldId xmlns:r="http://schemas.openxmlformats.org/officeDocument/2006/relationships" id="285" r:id="Rc86438eeaf6c4687"/>
    <p:sldId xmlns:r="http://schemas.openxmlformats.org/officeDocument/2006/relationships" id="286" r:id="R0a066b81747c40af"/>
    <p:sldId xmlns:r="http://schemas.openxmlformats.org/officeDocument/2006/relationships" id="287" r:id="Rde8957c72f494826"/>
    <p:sldId xmlns:r="http://schemas.openxmlformats.org/officeDocument/2006/relationships" id="288" r:id="R4fe661c35181477c"/>
    <p:sldId xmlns:r="http://schemas.openxmlformats.org/officeDocument/2006/relationships" id="289" r:id="Rb0ffb375a1464135"/>
    <p:sldId xmlns:r="http://schemas.openxmlformats.org/officeDocument/2006/relationships" id="290" r:id="R4d5d53bc269b42c6"/>
    <p:sldId xmlns:r="http://schemas.openxmlformats.org/officeDocument/2006/relationships" id="291" r:id="Rcbc96c002397462a"/>
    <p:sldId xmlns:r="http://schemas.openxmlformats.org/officeDocument/2006/relationships" id="292" r:id="R40422c01a443448a"/>
    <p:sldId xmlns:r="http://schemas.openxmlformats.org/officeDocument/2006/relationships" id="293" r:id="Race9e46a4fd84d65"/>
    <p:sldId xmlns:r="http://schemas.openxmlformats.org/officeDocument/2006/relationships" id="294" r:id="R1b6bd57a407f4ffc"/>
    <p:sldId xmlns:r="http://schemas.openxmlformats.org/officeDocument/2006/relationships" id="295" r:id="R11e4f327a254499d"/>
    <p:sldId xmlns:r="http://schemas.openxmlformats.org/officeDocument/2006/relationships" id="296" r:id="R2d0d1e9361db4946"/>
    <p:sldId xmlns:r="http://schemas.openxmlformats.org/officeDocument/2006/relationships" id="297" r:id="R7012e910e9a24486"/>
    <p:sldId xmlns:r="http://schemas.openxmlformats.org/officeDocument/2006/relationships" id="298" r:id="R1be23b7417d44b8b"/>
    <p:sldId xmlns:r="http://schemas.openxmlformats.org/officeDocument/2006/relationships" id="299" r:id="R8e406924c9ed4571"/>
    <p:sldId xmlns:r="http://schemas.openxmlformats.org/officeDocument/2006/relationships" id="300" r:id="R1dbe72c8e61e4a5a"/>
    <p:sldId xmlns:r="http://schemas.openxmlformats.org/officeDocument/2006/relationships" id="301" r:id="Rd0f8a17cf0f64cd6"/>
    <p:sldId xmlns:r="http://schemas.openxmlformats.org/officeDocument/2006/relationships" id="302" r:id="Rc3f59c2e1a554a5c"/>
    <p:sldId xmlns:r="http://schemas.openxmlformats.org/officeDocument/2006/relationships" id="303" r:id="R53adda69169b48ed"/>
    <p:sldId xmlns:r="http://schemas.openxmlformats.org/officeDocument/2006/relationships" id="304" r:id="R2876bc52d31c4277"/>
    <p:sldId xmlns:r="http://schemas.openxmlformats.org/officeDocument/2006/relationships" id="305" r:id="R8c42352fe4064cf4"/>
    <p:sldId xmlns:r="http://schemas.openxmlformats.org/officeDocument/2006/relationships" id="306" r:id="Rc98eafd9b7bc47ca"/>
    <p:sldId xmlns:r="http://schemas.openxmlformats.org/officeDocument/2006/relationships" id="307" r:id="R6e183707dbeb407c"/>
    <p:sldId xmlns:r="http://schemas.openxmlformats.org/officeDocument/2006/relationships" id="308" r:id="R685d740a92de4f58"/>
    <p:sldId xmlns:r="http://schemas.openxmlformats.org/officeDocument/2006/relationships" id="309" r:id="R12e21cec24d8453d"/>
    <p:sldId xmlns:r="http://schemas.openxmlformats.org/officeDocument/2006/relationships" id="310" r:id="Ra2f257e3f799471e"/>
    <p:sldId xmlns:r="http://schemas.openxmlformats.org/officeDocument/2006/relationships" id="311" r:id="R4023b15249a647b0"/>
    <p:sldId xmlns:r="http://schemas.openxmlformats.org/officeDocument/2006/relationships" id="312" r:id="Ra5057e0c5fa542b8"/>
    <p:sldId xmlns:r="http://schemas.openxmlformats.org/officeDocument/2006/relationships" id="313" r:id="R04828ddb52a84939"/>
    <p:sldId xmlns:r="http://schemas.openxmlformats.org/officeDocument/2006/relationships" id="314" r:id="R0a4586d669424482"/>
    <p:sldId xmlns:r="http://schemas.openxmlformats.org/officeDocument/2006/relationships" id="315" r:id="R82effabe9d2c4f55"/>
    <p:sldId xmlns:r="http://schemas.openxmlformats.org/officeDocument/2006/relationships" id="316" r:id="Re9204ae5e953467e"/>
    <p:sldId xmlns:r="http://schemas.openxmlformats.org/officeDocument/2006/relationships" id="317" r:id="R0b45b7c85a0146a4"/>
    <p:sldId xmlns:r="http://schemas.openxmlformats.org/officeDocument/2006/relationships" id="318" r:id="R3bfd729f640242ba"/>
    <p:sldId xmlns:r="http://schemas.openxmlformats.org/officeDocument/2006/relationships" id="319" r:id="Ra1f49449ed7c4b40"/>
    <p:sldId xmlns:r="http://schemas.openxmlformats.org/officeDocument/2006/relationships" id="320" r:id="R7a99581997ec483f"/>
    <p:sldId xmlns:r="http://schemas.openxmlformats.org/officeDocument/2006/relationships" id="321" r:id="Rb179286d6c1a475a"/>
    <p:sldId xmlns:r="http://schemas.openxmlformats.org/officeDocument/2006/relationships" id="322" r:id="R463c704235564ddd"/>
    <p:sldId xmlns:r="http://schemas.openxmlformats.org/officeDocument/2006/relationships" id="323" r:id="Rf927da5fe3474fa2"/>
    <p:sldId xmlns:r="http://schemas.openxmlformats.org/officeDocument/2006/relationships" id="324" r:id="R09230085fecc48c0"/>
    <p:sldId xmlns:r="http://schemas.openxmlformats.org/officeDocument/2006/relationships" id="325" r:id="Ref681a0d2c67481f"/>
    <p:sldId xmlns:r="http://schemas.openxmlformats.org/officeDocument/2006/relationships" id="326" r:id="R1c36922711624f3f"/>
    <p:sldId xmlns:r="http://schemas.openxmlformats.org/officeDocument/2006/relationships" id="327" r:id="R31dce7df0a884aaa"/>
    <p:sldId xmlns:r="http://schemas.openxmlformats.org/officeDocument/2006/relationships" id="328" r:id="Rff1ed8488cc448fb"/>
    <p:sldId xmlns:r="http://schemas.openxmlformats.org/officeDocument/2006/relationships" id="329" r:id="R91093ea93bdf4e0d"/>
    <p:sldId xmlns:r="http://schemas.openxmlformats.org/officeDocument/2006/relationships" id="330" r:id="Ra702923024f14e34"/>
    <p:sldId xmlns:r="http://schemas.openxmlformats.org/officeDocument/2006/relationships" id="331" r:id="R0203f31f6d1643e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da44cd45a504a63" /><Relationship Type="http://schemas.openxmlformats.org/officeDocument/2006/relationships/slideMaster" Target="/ppt/slideMasters/slideMaster1.xml" Id="R88db956d36d048ac" /><Relationship Type="http://schemas.openxmlformats.org/officeDocument/2006/relationships/notesMaster" Target="/ppt/notesMasters/notesMaster1.xml" Id="R38f64f85519b4f6c" /><Relationship Type="http://schemas.openxmlformats.org/officeDocument/2006/relationships/presProps" Target="/ppt/presProps.xml" Id="Ra9dbf186984846a5" /><Relationship Type="http://schemas.openxmlformats.org/officeDocument/2006/relationships/tableStyles" Target="/ppt/tableStyles.xml" Id="R660298a6a3f84c97" /><Relationship Type="http://schemas.openxmlformats.org/officeDocument/2006/relationships/slide" Target="/ppt/slides/slide1.xml" Id="R2c65f39286a84cd4" /><Relationship Type="http://schemas.openxmlformats.org/officeDocument/2006/relationships/slide" Target="/ppt/slides/slide2.xml" Id="Reee08162130f491d" /><Relationship Type="http://schemas.openxmlformats.org/officeDocument/2006/relationships/slide" Target="/ppt/slides/slide3.xml" Id="R9ce2bc9ca10047b5" /><Relationship Type="http://schemas.openxmlformats.org/officeDocument/2006/relationships/slide" Target="/ppt/slides/slide4.xml" Id="Red727f0a7469402c" /><Relationship Type="http://schemas.openxmlformats.org/officeDocument/2006/relationships/slide" Target="/ppt/slides/slide5.xml" Id="Rf404326ba14a416a" /><Relationship Type="http://schemas.openxmlformats.org/officeDocument/2006/relationships/slide" Target="/ppt/slides/slide6.xml" Id="R80fac6f690c4484d" /><Relationship Type="http://schemas.openxmlformats.org/officeDocument/2006/relationships/slide" Target="/ppt/slides/slide7.xml" Id="R397d4ca75afc4fec" /><Relationship Type="http://schemas.openxmlformats.org/officeDocument/2006/relationships/slide" Target="/ppt/slides/slide8.xml" Id="R3f88a7e8e6a14d43" /><Relationship Type="http://schemas.openxmlformats.org/officeDocument/2006/relationships/slide" Target="/ppt/slides/slide9.xml" Id="R8b753eaa4bfe4aff" /><Relationship Type="http://schemas.openxmlformats.org/officeDocument/2006/relationships/slide" Target="/ppt/slides/slide10.xml" Id="Rb15d4b10837941b5" /><Relationship Type="http://schemas.openxmlformats.org/officeDocument/2006/relationships/slide" Target="/ppt/slides/slide11.xml" Id="Rf942b66edf234faf" /><Relationship Type="http://schemas.openxmlformats.org/officeDocument/2006/relationships/slide" Target="/ppt/slides/slide12.xml" Id="Rc62189d501f54e31" /><Relationship Type="http://schemas.openxmlformats.org/officeDocument/2006/relationships/slide" Target="/ppt/slides/slide13.xml" Id="Ra410cad6eb9645c6" /><Relationship Type="http://schemas.openxmlformats.org/officeDocument/2006/relationships/slide" Target="/ppt/slides/slide14.xml" Id="R035805d35c1f4f83" /><Relationship Type="http://schemas.openxmlformats.org/officeDocument/2006/relationships/slide" Target="/ppt/slides/slide15.xml" Id="Re0ed1524ff794ad9" /><Relationship Type="http://schemas.openxmlformats.org/officeDocument/2006/relationships/slide" Target="/ppt/slides/slide16.xml" Id="Rc678235faa94438a" /><Relationship Type="http://schemas.openxmlformats.org/officeDocument/2006/relationships/slide" Target="/ppt/slides/slide17.xml" Id="R5893917cc624413a" /><Relationship Type="http://schemas.openxmlformats.org/officeDocument/2006/relationships/slide" Target="/ppt/slides/slide18.xml" Id="R7dd83030d6cc4b75" /><Relationship Type="http://schemas.openxmlformats.org/officeDocument/2006/relationships/slide" Target="/ppt/slides/slide19.xml" Id="Rdbbf1dff03e24eec" /><Relationship Type="http://schemas.openxmlformats.org/officeDocument/2006/relationships/slide" Target="/ppt/slides/slide20.xml" Id="Rc839d991fbf6433c" /><Relationship Type="http://schemas.openxmlformats.org/officeDocument/2006/relationships/slide" Target="/ppt/slides/slide21.xml" Id="R3c1069eaf5f44202" /><Relationship Type="http://schemas.openxmlformats.org/officeDocument/2006/relationships/slide" Target="/ppt/slides/slide22.xml" Id="Re73c68fac52940bc" /><Relationship Type="http://schemas.openxmlformats.org/officeDocument/2006/relationships/slide" Target="/ppt/slides/slide23.xml" Id="Rf7cbc08d23044078" /><Relationship Type="http://schemas.openxmlformats.org/officeDocument/2006/relationships/slide" Target="/ppt/slides/slide24.xml" Id="R76d3955a100e4472" /><Relationship Type="http://schemas.openxmlformats.org/officeDocument/2006/relationships/slide" Target="/ppt/slides/slide25.xml" Id="R85c6800d013e4879" /><Relationship Type="http://schemas.openxmlformats.org/officeDocument/2006/relationships/slide" Target="/ppt/slides/slide26.xml" Id="Re0c7dccb54b1490b" /><Relationship Type="http://schemas.openxmlformats.org/officeDocument/2006/relationships/slide" Target="/ppt/slides/slide27.xml" Id="R66e8e316bbe74728" /><Relationship Type="http://schemas.openxmlformats.org/officeDocument/2006/relationships/slide" Target="/ppt/slides/slide28.xml" Id="R4822786c3daa4539" /><Relationship Type="http://schemas.openxmlformats.org/officeDocument/2006/relationships/slide" Target="/ppt/slides/slide29.xml" Id="R435340e726774fa4" /><Relationship Type="http://schemas.openxmlformats.org/officeDocument/2006/relationships/slide" Target="/ppt/slides/slide30.xml" Id="Rc86438eeaf6c4687" /><Relationship Type="http://schemas.openxmlformats.org/officeDocument/2006/relationships/slide" Target="/ppt/slides/slide31.xml" Id="R0a066b81747c40af" /><Relationship Type="http://schemas.openxmlformats.org/officeDocument/2006/relationships/slide" Target="/ppt/slides/slide32.xml" Id="Rde8957c72f494826" /><Relationship Type="http://schemas.openxmlformats.org/officeDocument/2006/relationships/slide" Target="/ppt/slides/slide33.xml" Id="R4fe661c35181477c" /><Relationship Type="http://schemas.openxmlformats.org/officeDocument/2006/relationships/slide" Target="/ppt/slides/slide34.xml" Id="Rb0ffb375a1464135" /><Relationship Type="http://schemas.openxmlformats.org/officeDocument/2006/relationships/slide" Target="/ppt/slides/slide35.xml" Id="R4d5d53bc269b42c6" /><Relationship Type="http://schemas.openxmlformats.org/officeDocument/2006/relationships/slide" Target="/ppt/slides/slide36.xml" Id="Rcbc96c002397462a" /><Relationship Type="http://schemas.openxmlformats.org/officeDocument/2006/relationships/slide" Target="/ppt/slides/slide37.xml" Id="R40422c01a443448a" /><Relationship Type="http://schemas.openxmlformats.org/officeDocument/2006/relationships/slide" Target="/ppt/slides/slide38.xml" Id="Race9e46a4fd84d65" /><Relationship Type="http://schemas.openxmlformats.org/officeDocument/2006/relationships/slide" Target="/ppt/slides/slide39.xml" Id="R1b6bd57a407f4ffc" /><Relationship Type="http://schemas.openxmlformats.org/officeDocument/2006/relationships/slide" Target="/ppt/slides/slide40.xml" Id="R11e4f327a254499d" /><Relationship Type="http://schemas.openxmlformats.org/officeDocument/2006/relationships/slide" Target="/ppt/slides/slide41.xml" Id="R2d0d1e9361db4946" /><Relationship Type="http://schemas.openxmlformats.org/officeDocument/2006/relationships/slide" Target="/ppt/slides/slide42.xml" Id="R7012e910e9a24486" /><Relationship Type="http://schemas.openxmlformats.org/officeDocument/2006/relationships/slide" Target="/ppt/slides/slide43.xml" Id="R1be23b7417d44b8b" /><Relationship Type="http://schemas.openxmlformats.org/officeDocument/2006/relationships/slide" Target="/ppt/slides/slide44.xml" Id="R8e406924c9ed4571" /><Relationship Type="http://schemas.openxmlformats.org/officeDocument/2006/relationships/slide" Target="/ppt/slides/slide45.xml" Id="R1dbe72c8e61e4a5a" /><Relationship Type="http://schemas.openxmlformats.org/officeDocument/2006/relationships/slide" Target="/ppt/slides/slide46.xml" Id="Rd0f8a17cf0f64cd6" /><Relationship Type="http://schemas.openxmlformats.org/officeDocument/2006/relationships/slide" Target="/ppt/slides/slide47.xml" Id="Rc3f59c2e1a554a5c" /><Relationship Type="http://schemas.openxmlformats.org/officeDocument/2006/relationships/slide" Target="/ppt/slides/slide48.xml" Id="R53adda69169b48ed" /><Relationship Type="http://schemas.openxmlformats.org/officeDocument/2006/relationships/slide" Target="/ppt/slides/slide49.xml" Id="R2876bc52d31c4277" /><Relationship Type="http://schemas.openxmlformats.org/officeDocument/2006/relationships/slide" Target="/ppt/slides/slide50.xml" Id="R8c42352fe4064cf4" /><Relationship Type="http://schemas.openxmlformats.org/officeDocument/2006/relationships/slide" Target="/ppt/slides/slide51.xml" Id="Rc98eafd9b7bc47ca" /><Relationship Type="http://schemas.openxmlformats.org/officeDocument/2006/relationships/slide" Target="/ppt/slides/slide52.xml" Id="R6e183707dbeb407c" /><Relationship Type="http://schemas.openxmlformats.org/officeDocument/2006/relationships/slide" Target="/ppt/slides/slide53.xml" Id="R685d740a92de4f58" /><Relationship Type="http://schemas.openxmlformats.org/officeDocument/2006/relationships/slide" Target="/ppt/slides/slide54.xml" Id="R12e21cec24d8453d" /><Relationship Type="http://schemas.openxmlformats.org/officeDocument/2006/relationships/slide" Target="/ppt/slides/slide55.xml" Id="Ra2f257e3f799471e" /><Relationship Type="http://schemas.openxmlformats.org/officeDocument/2006/relationships/slide" Target="/ppt/slides/slide56.xml" Id="R4023b15249a647b0" /><Relationship Type="http://schemas.openxmlformats.org/officeDocument/2006/relationships/slide" Target="/ppt/slides/slide57.xml" Id="Ra5057e0c5fa542b8" /><Relationship Type="http://schemas.openxmlformats.org/officeDocument/2006/relationships/slide" Target="/ppt/slides/slide58.xml" Id="R04828ddb52a84939" /><Relationship Type="http://schemas.openxmlformats.org/officeDocument/2006/relationships/slide" Target="/ppt/slides/slide59.xml" Id="R0a4586d669424482" /><Relationship Type="http://schemas.openxmlformats.org/officeDocument/2006/relationships/slide" Target="/ppt/slides/slide60.xml" Id="R82effabe9d2c4f55" /><Relationship Type="http://schemas.openxmlformats.org/officeDocument/2006/relationships/slide" Target="/ppt/slides/slide61.xml" Id="Re9204ae5e953467e" /><Relationship Type="http://schemas.openxmlformats.org/officeDocument/2006/relationships/slide" Target="/ppt/slides/slide62.xml" Id="R0b45b7c85a0146a4" /><Relationship Type="http://schemas.openxmlformats.org/officeDocument/2006/relationships/slide" Target="/ppt/slides/slide63.xml" Id="R3bfd729f640242ba" /><Relationship Type="http://schemas.openxmlformats.org/officeDocument/2006/relationships/slide" Target="/ppt/slides/slide64.xml" Id="Ra1f49449ed7c4b40" /><Relationship Type="http://schemas.openxmlformats.org/officeDocument/2006/relationships/slide" Target="/ppt/slides/slide65.xml" Id="R7a99581997ec483f" /><Relationship Type="http://schemas.openxmlformats.org/officeDocument/2006/relationships/slide" Target="/ppt/slides/slide66.xml" Id="Rb179286d6c1a475a" /><Relationship Type="http://schemas.openxmlformats.org/officeDocument/2006/relationships/slide" Target="/ppt/slides/slide67.xml" Id="R463c704235564ddd" /><Relationship Type="http://schemas.openxmlformats.org/officeDocument/2006/relationships/slide" Target="/ppt/slides/slide68.xml" Id="Rf927da5fe3474fa2" /><Relationship Type="http://schemas.openxmlformats.org/officeDocument/2006/relationships/slide" Target="/ppt/slides/slide69.xml" Id="R09230085fecc48c0" /><Relationship Type="http://schemas.openxmlformats.org/officeDocument/2006/relationships/slide" Target="/ppt/slides/slide70.xml" Id="Ref681a0d2c67481f" /><Relationship Type="http://schemas.openxmlformats.org/officeDocument/2006/relationships/slide" Target="/ppt/slides/slide71.xml" Id="R1c36922711624f3f" /><Relationship Type="http://schemas.openxmlformats.org/officeDocument/2006/relationships/slide" Target="/ppt/slides/slide72.xml" Id="R31dce7df0a884aaa" /><Relationship Type="http://schemas.openxmlformats.org/officeDocument/2006/relationships/slide" Target="/ppt/slides/slide73.xml" Id="Rff1ed8488cc448fb" /><Relationship Type="http://schemas.openxmlformats.org/officeDocument/2006/relationships/slide" Target="/ppt/slides/slide74.xml" Id="R91093ea93bdf4e0d" /><Relationship Type="http://schemas.openxmlformats.org/officeDocument/2006/relationships/slide" Target="/ppt/slides/slide75.xml" Id="Ra702923024f14e34" /><Relationship Type="http://schemas.openxmlformats.org/officeDocument/2006/relationships/slide" Target="/ppt/slides/slide76.xml" Id="R0203f31f6d1643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9e81d4a37f4d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0b0acd42ce4eaa" /><Relationship Type="http://schemas.openxmlformats.org/officeDocument/2006/relationships/notesMaster" Target="/ppt/notesMasters/notesMaster1.xml" Id="R8ce671adb5db47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59f4262f8c247c4" /><Relationship Type="http://schemas.openxmlformats.org/officeDocument/2006/relationships/notesMaster" Target="/ppt/notesMasters/notesMaster1.xml" Id="Raff46708cb2b45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2154d81a714b11" /><Relationship Type="http://schemas.openxmlformats.org/officeDocument/2006/relationships/notesMaster" Target="/ppt/notesMasters/notesMaster1.xml" Id="R17d9f79993424a3c"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10ce2cbe4c4108" /><Relationship Type="http://schemas.openxmlformats.org/officeDocument/2006/relationships/notesMaster" Target="/ppt/notesMasters/notesMaster1.xml" Id="R0621dac3289d40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c3e625439e44d7" /><Relationship Type="http://schemas.openxmlformats.org/officeDocument/2006/relationships/notesMaster" Target="/ppt/notesMasters/notesMaster1.xml" Id="R93d347456d56446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5a3ad898174b4c" /><Relationship Type="http://schemas.openxmlformats.org/officeDocument/2006/relationships/notesMaster" Target="/ppt/notesMasters/notesMaster1.xml" Id="R01ce1544a7ef4c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fd8b8d2d0dba4bae" /><Relationship Type="http://schemas.openxmlformats.org/officeDocument/2006/relationships/notesMaster" Target="/ppt/notesMasters/notesMaster1.xml" Id="Rc4c22fc52480432d"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da2095a9914ab1" /><Relationship Type="http://schemas.openxmlformats.org/officeDocument/2006/relationships/notesMaster" Target="/ppt/notesMasters/notesMaster1.xml" Id="R07f8102ac1304fb3"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7056e284f44b00" /><Relationship Type="http://schemas.openxmlformats.org/officeDocument/2006/relationships/notesMaster" Target="/ppt/notesMasters/notesMaster1.xml" Id="Re082f273d2454b4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860e0bac9844a56" /><Relationship Type="http://schemas.openxmlformats.org/officeDocument/2006/relationships/notesMaster" Target="/ppt/notesMasters/notesMaster1.xml" Id="R4710a4084e9744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57aba2cb5734a13" /><Relationship Type="http://schemas.openxmlformats.org/officeDocument/2006/relationships/notesMaster" Target="/ppt/notesMasters/notesMaster1.xml" Id="R21decc190c2b479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b1a9bb7e8374cdc" /><Relationship Type="http://schemas.openxmlformats.org/officeDocument/2006/relationships/notesMaster" Target="/ppt/notesMasters/notesMaster1.xml" Id="Refaca1a974c9422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b8868dfcef34114" /><Relationship Type="http://schemas.openxmlformats.org/officeDocument/2006/relationships/notesMaster" Target="/ppt/notesMasters/notesMaster1.xml" Id="R9135c80e3774404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c31f51f766a47c4" /><Relationship Type="http://schemas.openxmlformats.org/officeDocument/2006/relationships/notesMaster" Target="/ppt/notesMasters/notesMaster1.xml" Id="R7618e70b4dc7421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31947cd37f8453c" /><Relationship Type="http://schemas.openxmlformats.org/officeDocument/2006/relationships/notesMaster" Target="/ppt/notesMasters/notesMaster1.xml" Id="R054bb222636841e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d516d17164749dc" /><Relationship Type="http://schemas.openxmlformats.org/officeDocument/2006/relationships/notesMaster" Target="/ppt/notesMasters/notesMaster1.xml" Id="Rd46f6a5124ad4ab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c0edc491c644e5e" /><Relationship Type="http://schemas.openxmlformats.org/officeDocument/2006/relationships/notesMaster" Target="/ppt/notesMasters/notesMaster1.xml" Id="Rb8f6a23cfbca4b9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7b4622849f94e00" /><Relationship Type="http://schemas.openxmlformats.org/officeDocument/2006/relationships/notesMaster" Target="/ppt/notesMasters/notesMaster1.xml" Id="R7f668260e8bd4aa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8d839377258422b" /><Relationship Type="http://schemas.openxmlformats.org/officeDocument/2006/relationships/notesMaster" Target="/ppt/notesMasters/notesMaster1.xml" Id="R3fd30da4164644f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1e79a078b134f42" /><Relationship Type="http://schemas.openxmlformats.org/officeDocument/2006/relationships/notesMaster" Target="/ppt/notesMasters/notesMaster1.xml" Id="Rc6e7f2a191b04aa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03205a81f96419a" /><Relationship Type="http://schemas.openxmlformats.org/officeDocument/2006/relationships/notesMaster" Target="/ppt/notesMasters/notesMaster1.xml" Id="R4e348c6d58024b6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c7389d8fe7d42e4" /><Relationship Type="http://schemas.openxmlformats.org/officeDocument/2006/relationships/notesMaster" Target="/ppt/notesMasters/notesMaster1.xml" Id="R1152ae5d6c4c4f5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b4ffaf91b1f43ca" /><Relationship Type="http://schemas.openxmlformats.org/officeDocument/2006/relationships/notesMaster" Target="/ppt/notesMasters/notesMaster1.xml" Id="R6e7d7078b9e6499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a1bd36ffc424995" /><Relationship Type="http://schemas.openxmlformats.org/officeDocument/2006/relationships/notesMaster" Target="/ppt/notesMasters/notesMaster1.xml" Id="R4ecae3237ce1468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87b2f6853954274" /><Relationship Type="http://schemas.openxmlformats.org/officeDocument/2006/relationships/notesMaster" Target="/ppt/notesMasters/notesMaster1.xml" Id="Rd47420f3113c41e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f1d1cf2c3504535" /><Relationship Type="http://schemas.openxmlformats.org/officeDocument/2006/relationships/notesMaster" Target="/ppt/notesMasters/notesMaster1.xml" Id="R8e00d385cdf2474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f68f3f13e764e4c" /><Relationship Type="http://schemas.openxmlformats.org/officeDocument/2006/relationships/notesMaster" Target="/ppt/notesMasters/notesMaster1.xml" Id="R537425675e2f449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3c24f432376491c" /><Relationship Type="http://schemas.openxmlformats.org/officeDocument/2006/relationships/notesMaster" Target="/ppt/notesMasters/notesMaster1.xml" Id="R3f6623a78b9848b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d4d29d6b6334c0f" /><Relationship Type="http://schemas.openxmlformats.org/officeDocument/2006/relationships/notesMaster" Target="/ppt/notesMasters/notesMaster1.xml" Id="R04da08bd20524a9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eeddc2a47f94229" /><Relationship Type="http://schemas.openxmlformats.org/officeDocument/2006/relationships/notesMaster" Target="/ppt/notesMasters/notesMaster1.xml" Id="Rffaee9fdcec64b6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16fe0abea5645f2" /><Relationship Type="http://schemas.openxmlformats.org/officeDocument/2006/relationships/notesMaster" Target="/ppt/notesMasters/notesMaster1.xml" Id="R6c8deb5254284e7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1aea762c1bd47ca" /><Relationship Type="http://schemas.openxmlformats.org/officeDocument/2006/relationships/notesMaster" Target="/ppt/notesMasters/notesMaster1.xml" Id="Rb7fe7e84017849d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802271ce2414cf9" /><Relationship Type="http://schemas.openxmlformats.org/officeDocument/2006/relationships/notesMaster" Target="/ppt/notesMasters/notesMaster1.xml" Id="Rf05eb15ac54b444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e4c893738f0496b" /><Relationship Type="http://schemas.openxmlformats.org/officeDocument/2006/relationships/notesMaster" Target="/ppt/notesMasters/notesMaster1.xml" Id="R0d94e7cdc906420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8446a5afd0c458a" /><Relationship Type="http://schemas.openxmlformats.org/officeDocument/2006/relationships/notesMaster" Target="/ppt/notesMasters/notesMaster1.xml" Id="R763dc248180b4b0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1f4c7faabb34d5b" /><Relationship Type="http://schemas.openxmlformats.org/officeDocument/2006/relationships/notesMaster" Target="/ppt/notesMasters/notesMaster1.xml" Id="R2792609063c848c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b4216cf48f14861" /><Relationship Type="http://schemas.openxmlformats.org/officeDocument/2006/relationships/notesMaster" Target="/ppt/notesMasters/notesMaster1.xml" Id="R6f56f80895ef4df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1722358014a4b58" /><Relationship Type="http://schemas.openxmlformats.org/officeDocument/2006/relationships/notesMaster" Target="/ppt/notesMasters/notesMaster1.xml" Id="Rdbe0de905786494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ddad39d13b14913" /><Relationship Type="http://schemas.openxmlformats.org/officeDocument/2006/relationships/notesMaster" Target="/ppt/notesMasters/notesMaster1.xml" Id="Raabea592399a4b0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0b2122cb1004c76" /><Relationship Type="http://schemas.openxmlformats.org/officeDocument/2006/relationships/notesMaster" Target="/ppt/notesMasters/notesMaster1.xml" Id="R3e2852c6c02d471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92d25900a254fe7" /><Relationship Type="http://schemas.openxmlformats.org/officeDocument/2006/relationships/notesMaster" Target="/ppt/notesMasters/notesMaster1.xml" Id="Re938b53cea144b3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13d552a66af4b82" /><Relationship Type="http://schemas.openxmlformats.org/officeDocument/2006/relationships/notesMaster" Target="/ppt/notesMasters/notesMaster1.xml" Id="R6e13bf2861cc4ad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166255ac7a54c9c" /><Relationship Type="http://schemas.openxmlformats.org/officeDocument/2006/relationships/notesMaster" Target="/ppt/notesMasters/notesMaster1.xml" Id="Rc24121d8af4b4bb3"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411255dfc9a4c1e" /><Relationship Type="http://schemas.openxmlformats.org/officeDocument/2006/relationships/notesMaster" Target="/ppt/notesMasters/notesMaster1.xml" Id="R63c56311139a44f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82ffc274ece4bad" /><Relationship Type="http://schemas.openxmlformats.org/officeDocument/2006/relationships/notesMaster" Target="/ppt/notesMasters/notesMaster1.xml" Id="R29985f1cd411472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0bb15af7e614b3f" /><Relationship Type="http://schemas.openxmlformats.org/officeDocument/2006/relationships/notesMaster" Target="/ppt/notesMasters/notesMaster1.xml" Id="R90d7960e35cc49c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6e79d5a220643ff" /><Relationship Type="http://schemas.openxmlformats.org/officeDocument/2006/relationships/notesMaster" Target="/ppt/notesMasters/notesMaster1.xml" Id="R394a83b80693438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bd70bb758bec42d0" /><Relationship Type="http://schemas.openxmlformats.org/officeDocument/2006/relationships/notesMaster" Target="/ppt/notesMasters/notesMaster1.xml" Id="Rfc4153f8f1a84060"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f641491c31c24db2" /><Relationship Type="http://schemas.openxmlformats.org/officeDocument/2006/relationships/notesMaster" Target="/ppt/notesMasters/notesMaster1.xml" Id="R30fa58059ef540dc"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99c0c93e02a4efc" /><Relationship Type="http://schemas.openxmlformats.org/officeDocument/2006/relationships/notesMaster" Target="/ppt/notesMasters/notesMaster1.xml" Id="Rfd4398b1ceae4c29"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b5ec80dd40b1446a" /><Relationship Type="http://schemas.openxmlformats.org/officeDocument/2006/relationships/notesMaster" Target="/ppt/notesMasters/notesMaster1.xml" Id="Rce51e9118096454f"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bf4715572ad4cea" /><Relationship Type="http://schemas.openxmlformats.org/officeDocument/2006/relationships/notesMaster" Target="/ppt/notesMasters/notesMaster1.xml" Id="Rd517f6fc4d0340d5"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a91d5934347b48e0" /><Relationship Type="http://schemas.openxmlformats.org/officeDocument/2006/relationships/notesMaster" Target="/ppt/notesMasters/notesMaster1.xml" Id="R1b32e8ac5d4e4379"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50a53644866b4169" /><Relationship Type="http://schemas.openxmlformats.org/officeDocument/2006/relationships/notesMaster" Target="/ppt/notesMasters/notesMaster1.xml" Id="Re007d789eac54693"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5c1c285111ec49ba" /><Relationship Type="http://schemas.openxmlformats.org/officeDocument/2006/relationships/notesMaster" Target="/ppt/notesMasters/notesMaster1.xml" Id="Rf3c4cd469de4482c"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a52673fe9f4e4ab3" /><Relationship Type="http://schemas.openxmlformats.org/officeDocument/2006/relationships/notesMaster" Target="/ppt/notesMasters/notesMaster1.xml" Id="R5d8fbed268c94bcc"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c8a7827ec4604969" /><Relationship Type="http://schemas.openxmlformats.org/officeDocument/2006/relationships/notesMaster" Target="/ppt/notesMasters/notesMaster1.xml" Id="R7d881b9459814665"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8e3e18b69b2f4080" /><Relationship Type="http://schemas.openxmlformats.org/officeDocument/2006/relationships/notesMaster" Target="/ppt/notesMasters/notesMaster1.xml" Id="R11b2e61f2fbf4884"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2a487338a90a433e" /><Relationship Type="http://schemas.openxmlformats.org/officeDocument/2006/relationships/notesMaster" Target="/ppt/notesMasters/notesMaster1.xml" Id="R1276c120f9cc4943"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7b69a1aae5e348e4" /><Relationship Type="http://schemas.openxmlformats.org/officeDocument/2006/relationships/notesMaster" Target="/ppt/notesMasters/notesMaster1.xml" Id="R7c9037198ede477f"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3204f3ab864746c8" /><Relationship Type="http://schemas.openxmlformats.org/officeDocument/2006/relationships/notesMaster" Target="/ppt/notesMasters/notesMaster1.xml" Id="R261c910e646244b8"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11e310ab34934a0d" /><Relationship Type="http://schemas.openxmlformats.org/officeDocument/2006/relationships/notesMaster" Target="/ppt/notesMasters/notesMaster1.xml" Id="Rc2994af5789749ee"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4623fdc9cbef4536" /><Relationship Type="http://schemas.openxmlformats.org/officeDocument/2006/relationships/notesMaster" Target="/ppt/notesMasters/notesMaster1.xml" Id="Rdd983488b2634e87"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a35bcc66027c4a77" /><Relationship Type="http://schemas.openxmlformats.org/officeDocument/2006/relationships/notesMaster" Target="/ppt/notesMasters/notesMaster1.xml" Id="R60aa5c947393413d"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c48d7c0e99984b9f" /><Relationship Type="http://schemas.openxmlformats.org/officeDocument/2006/relationships/notesMaster" Target="/ppt/notesMasters/notesMaster1.xml" Id="Rb2cf65501eca4e85"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b35ba97b93e74502" /><Relationship Type="http://schemas.openxmlformats.org/officeDocument/2006/relationships/notesMaster" Target="/ppt/notesMasters/notesMaster1.xml" Id="R35fefd4929934d69"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ce31f6d1d61749c1" /><Relationship Type="http://schemas.openxmlformats.org/officeDocument/2006/relationships/notesMaster" Target="/ppt/notesMasters/notesMaster1.xml" Id="R6b366e9a51c348c5"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f6482d41024b41ad" /><Relationship Type="http://schemas.openxmlformats.org/officeDocument/2006/relationships/notesMaster" Target="/ppt/notesMasters/notesMaster1.xml" Id="Re1c69fab24bc43b4"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ad537004db1944a5" /><Relationship Type="http://schemas.openxmlformats.org/officeDocument/2006/relationships/notesMaster" Target="/ppt/notesMasters/notesMaster1.xml" Id="Rafa00b3ab709479c"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0c52e97d5a6e4df8" /><Relationship Type="http://schemas.openxmlformats.org/officeDocument/2006/relationships/notesMaster" Target="/ppt/notesMasters/notesMaster1.xml" Id="R5728b2a22cd441e4"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12261aed221f4107" /><Relationship Type="http://schemas.openxmlformats.org/officeDocument/2006/relationships/notesMaster" Target="/ppt/notesMasters/notesMaster1.xml" Id="R617f36de462945da"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cc3031e5501c46ef" /><Relationship Type="http://schemas.openxmlformats.org/officeDocument/2006/relationships/notesMaster" Target="/ppt/notesMasters/notesMaster1.xml" Id="Rcf2c1212392d4dbb"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5eb6732934a14b3a" /><Relationship Type="http://schemas.openxmlformats.org/officeDocument/2006/relationships/notesMaster" Target="/ppt/notesMasters/notesMaster1.xml" Id="R44ff8d613cee49e6"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aed18595a5434d48" /><Relationship Type="http://schemas.openxmlformats.org/officeDocument/2006/relationships/notesMaster" Target="/ppt/notesMasters/notesMaster1.xml" Id="Re73b27867ebf4490"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1f7bb5fb58d84480" /><Relationship Type="http://schemas.openxmlformats.org/officeDocument/2006/relationships/notesMaster" Target="/ppt/notesMasters/notesMaster1.xml" Id="Refead5080cd8496e"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520d6ad80b264369" /><Relationship Type="http://schemas.openxmlformats.org/officeDocument/2006/relationships/notesMaster" Target="/ppt/notesMasters/notesMaster1.xml" Id="Rccdf5d9b59b645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右図は保存済みGEC CCPの周期平均2次元比較。上段は電子密度、下段は電子温度。</a:t>
            </a:r>
          </a:p>
          <a:p xmlns:a="http://schemas.openxmlformats.org/drawingml/2006/main">
            <a:r>
              <a:t>標準COMSOLの組込みDruyvesteyn、two-term Swarm、Monte Carlo Swarmを同一カラースケールで比較する。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導入ではコード名を出さず、まず物理的な問いを共有する。</a:t>
            </a:r>
          </a:p>
          <a:p xmlns:a="http://schemas.openxmlformats.org/drawingml/2006/main">
            <a:r>
              <a:t>この資料の後半では、各問いに対して実データ、COMSOL空間分布、数値品質の証拠を示す。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この流れで重要なのは、Swarm計算と装置計算の責任範囲を分けることである。</a:t>
            </a:r>
          </a:p>
          <a:p xmlns:a="http://schemas.openxmlformats.org/drawingml/2006/main">
            <a:r>
              <a:t>Swarmは一様気体中の電子速度空間を解き、COMSOLはその物性を用いて実空間の保存則を解く。</a:t>
            </a:r>
          </a:p>
          <a:p xmlns:a="http://schemas.openxmlformats.org/drawingml/2006/main">
            <a:r>
              <a:t>表面反応、イオンエネルギー分布、形状変化まで予測するには別モデルが必要である。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Swarm近似では電子密度が十分小さく、空間電荷と電子間衝突を第一近似で無視する。</a:t>
            </a:r>
          </a:p>
          <a:p xmlns:a="http://schemas.openxmlformats.org/drawingml/2006/main">
            <a:r>
              <a:t>速度分布関数 f(v) は電場加熱と各衝突演算子のバランスで決まる。EEDFは f の角度積分から得る。</a:t>
            </a:r>
          </a:p>
          <a:p xmlns:a="http://schemas.openxmlformats.org/drawingml/2006/main">
            <a:r>
              <a:t>プラズマ装置内ではこの局所応答を、E/Nまたは平均エネルギーの関数として参照する。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図は概念図であり、実ガスの定量EEDFではない。後半に純Ar、Ar/N2、Ar/O2の実計算を示す。</a:t>
            </a:r>
          </a:p>
          <a:p xmlns:a="http://schemas.openxmlformats.org/drawingml/2006/main">
            <a:r>
              <a:t>反応速度係数はEEDFと断面積の重み付き積分であるため、閾値より上の小さな確率質量に敏感である。</a:t>
            </a:r>
          </a:p>
          <a:p xmlns:a="http://schemas.openxmlformats.org/drawingml/2006/main">
            <a:r>
              <a:t>同じ平均エネルギーをもつ分布でも、bi-Maxwellian型やDruyvesteyn型では尾部が異なる。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換算電界E/Nは、電子が平均自由時間中に得るエネルギーと衝突による損失の相対尺度である。</a:t>
            </a:r>
          </a:p>
          <a:p xmlns:a="http://schemas.openxmlformats.org/drawingml/2006/main">
            <a:r>
              <a:t>数密度は理想気体近似 N=p/(kBT) で評価した。13.3 Pa、300 Kでは約3.21×10^21 m^-3。</a:t>
            </a:r>
          </a:p>
          <a:p xmlns:a="http://schemas.openxmlformats.org/drawingml/2006/main">
            <a:r>
              <a:t>混合ガスでは同じE/Nでも断面積集合が変わるためEEDFは変化する。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EEDFとEEPFは定義が異なるため混同しない。資料内ではp(ε)をエネルギー確率密度として正規化する。</a:t>
            </a:r>
          </a:p>
          <a:p xmlns:a="http://schemas.openxmlformats.org/drawingml/2006/main">
            <a:r>
              <a:t>flux driftとbulk drift、flux diffusionとbulk diffusionも区別する。COMSOL入力側でどの定義を使うか固定する。</a:t>
            </a:r>
          </a:p>
          <a:p xmlns:a="http://schemas.openxmlformats.org/drawingml/2006/main">
            <a:r>
              <a:t>反応速度係数は断面積、相対速度、EEDFの積分である。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コードは電子Swarmの速度空間閉包を供給する。空間場はCOMSOLが解く。</a:t>
            </a:r>
          </a:p>
          <a:p xmlns:a="http://schemas.openxmlformats.org/drawingml/2006/main">
            <a:r>
              <a:t>表面反応やイオンエネルギー分布まで結論づけるには、表面化学・シース・実験診断との連携が必要である。</a:t>
            </a:r>
          </a:p>
          <a:p xmlns:a="http://schemas.openxmlformats.org/drawingml/2006/main">
            <a:r>
              <a:t>各計算法で未実装の物理機能は、結果メタデータでfail、skip、明示的近似のいずれかとして記録する。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相対コストは同じ問題設定での定性的な目安であり、実測時間は後半の計算速度スライドで示す。</a:t>
            </a:r>
          </a:p>
          <a:p xmlns:a="http://schemas.openxmlformats.org/drawingml/2006/main">
            <a:r>
              <a:t>全手法が同じ衝突物理を解くとは限らない。特にmulti-termの角度散乱入力、Monte Carloの粒子数と付着処理、propagatorの輸送出力範囲を確認する。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計算法の選択は、対象KPIがEEDFのどの領域を読むかで決める。</a:t>
            </a:r>
          </a:p>
          <a:p xmlns:a="http://schemas.openxmlformats.org/drawingml/2006/main">
            <a:r>
              <a:t>平均エネルギーや移動度が支配的ならtwo-termで十分な場合が多い。閾値反応、高E/N、強い角度異方性、B場では独立検算を優先する。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μ=cosθは速度と電場のなす角の余弦。PℓはLegendre多項式である。</a:t>
            </a:r>
          </a:p>
          <a:p xmlns:a="http://schemas.openxmlformats.org/drawingml/2006/main">
            <a:r>
              <a:t>F0は角度平均、F1は電場方向の非対称性を表し、two-term法ではℓ≥2を捨てる。</a:t>
            </a:r>
          </a:p>
          <a:p xmlns:a="http://schemas.openxmlformats.org/drawingml/2006/main">
            <a:r>
              <a:t>この近似誤差はエネルギー格子の細かさとは別物である。格子収束しても角度切断誤差は残る。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A(ε)はエネルギー空間のドリフト、D(ε)はエネルギー拡散を表す。</a:t>
            </a:r>
          </a:p>
          <a:p xmlns:a="http://schemas.openxmlformats.org/drawingml/2006/main">
            <a:r>
              <a:t>有限体積離散化は確率質量を保存する。コードではScharfetter-Gummel型の指数適合流束を使い、tailでの負値と振動を抑える。</a:t>
            </a:r>
          </a:p>
          <a:p xmlns:a="http://schemas.openxmlformats.org/drawingml/2006/main">
            <a:r>
              <a:t>衝突閾値は格子節点またはセル面へ挿入し、反応速度の補間誤差を抑える。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two-term法は開発初期の広域探索に最も実用的である。</a:t>
            </a:r>
          </a:p>
          <a:p xmlns:a="http://schemas.openxmlformats.org/drawingml/2006/main">
            <a:r>
              <a:t>ただしF2以上の角度成分を捨てる近似を含むため、数値収束と物理近似の妥当性を分けて確認する。</a:t>
            </a:r>
          </a:p>
          <a:p xmlns:a="http://schemas.openxmlformats.org/drawingml/2006/main">
            <a:r>
              <a:t>後半の純Ar結果では平均量の一致が良くても、電離のようなtail反応で差が増幅される例を示す。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multi-term PN法はLegendre次数Lまでの連立方程式をエネルギー空間で解く。</a:t>
            </a:r>
          </a:p>
          <a:p xmlns:a="http://schemas.openxmlformats.org/drawingml/2006/main">
            <a:r>
              <a:t>電場項はFℓとFℓ±1を結合し、衝突項は角度モーメントごとに減衰を与える。</a:t>
            </a:r>
          </a:p>
          <a:p xmlns:a="http://schemas.openxmlformats.org/drawingml/2006/main">
            <a:r>
              <a:t>任意の交差E-B場をm=0の軸対称PNだけで表現することはできない。完全な磁場対応にはYℓmまたは粒子軌道が必要である。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普通のtotal cross sectionとmomentum-transfer cross sectionは、散乱角分布の全情報を持たない。</a:t>
            </a:r>
          </a:p>
          <a:p xmlns:a="http://schemas.openxmlformats.org/drawingml/2006/main">
            <a:r>
              <a:t>そのため本リポジトリのordinary integral cross sectionを用いるmulti-termは、角度閉包を仮定したdirect PN solverとして扱う。</a:t>
            </a:r>
          </a:p>
          <a:p xmlns:a="http://schemas.openxmlformats.org/drawingml/2006/main">
            <a:r>
              <a:t>比較ではangular_model、source hash、Lmax、moment order、再構成仮定を記録する。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数値はリポジトリのAr 50 Td回帰基準から引用した。</a:t>
            </a:r>
          </a:p>
          <a:p xmlns:a="http://schemas.openxmlformats.org/drawingml/2006/main">
            <a:r>
              <a:t>平均エネルギーとドリフト速度はよく一致する一方、電離はEEDF tailを読むため差が大きい。</a:t>
            </a:r>
          </a:p>
          <a:p xmlns:a="http://schemas.openxmlformats.org/drawingml/2006/main">
            <a:r>
              <a:t>これはmulti-termが常に正しいことを示すのではなく、角度切断がtail反応に与える感度を示す。角度散乱入力の妥当性は別に確認する。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null-collision法では最大衝突周波数を用いて候補時刻を発生し、実衝突かnullかを受理棄却する。</a:t>
            </a:r>
          </a:p>
          <a:p xmlns:a="http://schemas.openxmlformats.org/drawingml/2006/main">
            <a:r>
              <a:t>磁場を含む場合はBoris型積分で速度を更新できるが、対象ケースでBが要求・実装されたかをメタデータで確認する。</a:t>
            </a:r>
          </a:p>
          <a:p xmlns:a="http://schemas.openxmlformats.org/drawingml/2006/main">
            <a:r>
              <a:t>粒子軌道を直接標本化するため角度展開の切断はないが、有限粒子数と衝突モデルの不確かさをもつ。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EEDFはenergy-bin residence timeで推定する。反応速度は同じ軌道上のhazard integralまたはイベント数から推定する。</a:t>
            </a:r>
          </a:p>
          <a:p xmlns:a="http://schemas.openxmlformats.org/drawingml/2006/main">
            <a:r>
              <a:t>両者から得た速度係数が一致するかを内部整合性として確認する。</a:t>
            </a:r>
          </a:p>
          <a:p xmlns:a="http://schemas.openxmlformats.org/drawingml/2006/main">
            <a:r>
              <a:t>電離分岐や重み付き粒子制御では系譜の退化が有効標本数を減らすため、単純な粒子数だけでは精度を判断できない。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RSEはrelative standard error、ESSはeffective sample size。</a:t>
            </a:r>
          </a:p>
          <a:p xmlns:a="http://schemas.openxmlformats.org/drawingml/2006/main">
            <a:r>
              <a:t>多数の重み付き粒子が同じ祖先から派生すると、見かけの粒子数より独立情報が少ない。</a:t>
            </a:r>
          </a:p>
          <a:p xmlns:a="http://schemas.openxmlformats.org/drawingml/2006/main">
            <a:r>
              <a:t>本データでは混合ガス12条件のうちEEDF・反応速度として採用可能な条件と、輸送係数まで収束した条件を分けて示す。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propagator法では位相空間セルの確率質量を未知量とし、短時間の遷移作用素を構成する。</a:t>
            </a:r>
          </a:p>
          <a:p xmlns:a="http://schemas.openxmlformats.org/drawingml/2006/main">
            <a:r>
              <a:t>電場加速はcharacteristicに沿ったセル間移送、衝突は角度・エネルギーの遷移として表現する。</a:t>
            </a:r>
          </a:p>
          <a:p xmlns:a="http://schemas.openxmlformats.org/drawingml/2006/main">
            <a:r>
              <a:t>現行実装はP1衝突閉包であり、two-termと独立な離散化だが、完全な高次角度散乱ではない。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非負遷移行列の主固有ベクトルが定常な確率分布を与える。成長・減衰がある場合はgを調整し、正規化されたモードを求める。</a:t>
            </a:r>
          </a:p>
          <a:p xmlns:a="http://schemas.openxmlformats.org/drawingml/2006/main">
            <a:r>
              <a:t>Cayley近似や作用素の積は内部実装名であり、説明の中心は定常確率分布と保存性である。</a:t>
            </a:r>
          </a:p>
          <a:p xmlns:a="http://schemas.openxmlformats.org/drawingml/2006/main">
            <a:r>
              <a:t>Monte Carloの標本化ノイズとは独立だが、格子と時間刻みの離散化誤差をもつ。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表はリポジトリのgrid-refinement qualification結果。δはmediumとfine格子の相対差。</a:t>
            </a:r>
          </a:p>
          <a:p xmlns:a="http://schemas.openxmlformats.org/drawingml/2006/main">
            <a:r>
              <a:t>propagatorはEEDFとflux driftの独立検算に有用だが、未提供・未検証のbulk diffusionやenergy transportを補間や推定で埋めてはならない。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手法間差を一つの数値へまとめず、入力・物理モデル・離散化・統計に分ける。</a:t>
            </a:r>
          </a:p>
          <a:p xmlns:a="http://schemas.openxmlformats.org/drawingml/2006/main">
            <a:r>
              <a:t>最終的な開発優先度は、物性qαの不確かさをCOMSOLのKPI感度へ伝播して決める。</a:t>
            </a:r>
          </a:p>
          <a:p xmlns:a="http://schemas.openxmlformats.org/drawingml/2006/main">
            <a:r>
              <a:t>同じ誤った断面積を全手法で使えば、全手法が一致する可能性がある。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コード内部ではschema v2、solve plan、canonical result、COMSOL input bundleなどの名称を使う。次ページで対応を示す。</a:t>
            </a:r>
          </a:p>
          <a:p xmlns:a="http://schemas.openxmlformats.org/drawingml/2006/main">
            <a:r>
              <a:t>重要なのは、未対応物理を暗黙に無視せず、fail・skip・明示的近似として記録することである。</a:t>
            </a:r>
          </a:p>
          <a:p xmlns:a="http://schemas.openxmlformats.org/drawingml/2006/main">
            <a:r>
              <a:t>結果には各計算法が各物理機能をどう扱ったかをメタデータとして残す。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この対応表は、実装レビューと物理レビューの言葉を合わせるためのもの。</a:t>
            </a:r>
          </a:p>
          <a:p xmlns:a="http://schemas.openxmlformats.org/drawingml/2006/main">
            <a:r>
              <a:t>以降のスライドでは、コード固有名を必要最小限にし、平易な物理用語を優先する。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断面積の出所と比較条件。O2の主比較はattachmentを落とした共通閉包であり、電気陰性プラズマの完全モデルではない。</a:t>
            </a:r>
          </a:p>
          <a:p xmlns:a="http://schemas.openxmlformats.org/drawingml/2006/main">
            <a:r>
              <a:t/>
            </a:r>
          </a:p>
          <a:p xmlns:a="http://schemas.openxmlformats.org/drawingml/2006/main">
            <a:r>
              <a:t>Sources:</a:t>
            </a:r>
          </a:p>
          <a:p xmlns:a="http://schemas.openxmlformats.org/drawingml/2006/main">
            <a:r>
              <a:t>- Pitchford et al., Plasma Process. Polym. 14 (2017) 1600098. DOI:10.1002/ppap.201600098</a:t>
            </a:r>
          </a:p>
          <a:p xmlns:a="http://schemas.openxmlformats.org/drawingml/2006/main">
            <a:r>
              <a:t>- outputs/lxcat_swarm_validation/evaluation/README_ja.md</a:t>
            </a:r>
          </a:p>
          <a:p xmlns:a="http://schemas.openxmlformats.org/drawingml/2006/main">
            <a:r>
              <a:t>- outputs/lxcat_swarm_validation/raw_lxcat/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EEDFは確率密度F(ε)そのものを描き、縦軸にlog10変換値を入力していない。PowerPointの対数軸を用いた。</a:t>
            </a:r>
          </a:p>
          <a:p xmlns:a="http://schemas.openxmlformats.org/drawingml/2006/main">
            <a:r>
              <a:t>COMSOL解析分布は f0(ε)=g φ^(-3/2) β1 exp[-(εβ2/φ)^g]、F(ε)=√ε f0(ε)。</a:t>
            </a:r>
          </a:p>
          <a:p xmlns:a="http://schemas.openxmlformats.org/drawingml/2006/main">
            <a:r>
              <a:t>Maxwellian: g=1, β1=2.0729648968, β2=1.5。Druyvesteyn: g=2, β1=0.5191252304, β2=0.7396687798。</a:t>
            </a:r>
          </a:p>
          <a:p xmlns:a="http://schemas.openxmlformats.org/drawingml/2006/main">
            <a:r>
              <a:t>解析分布の平均エネルギーφ（3 Swarmの算術平均）: 10 Td: 5.354 eV / 100 Td: 6.922 eV / 1000 Td: 15.160 eV / 2500 Td: 35.333 eV</a:t>
            </a:r>
          </a:p>
          <a:p xmlns:a="http://schemas.openxmlformats.org/drawingml/2006/main">
            <a:r>
              <a:t>同一平均エネルギーでも解析分布とSwarm EEDFではtail形状が異なるため、閾値反応速度は反応積分で評価する。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純ArのEEDF距離。selected closureはqualified MCがある点ではMCを使用する。</a:t>
            </a:r>
          </a:p>
          <a:p xmlns:a="http://schemas.openxmlformats.org/drawingml/2006/main">
            <a:r>
              <a:t/>
            </a:r>
          </a:p>
          <a:p xmlns:a="http://schemas.openxmlformats.org/drawingml/2006/main">
            <a:r>
              <a:t>Sources:</a:t>
            </a:r>
          </a:p>
          <a:p xmlns:a="http://schemas.openxmlformats.org/drawingml/2006/main">
            <a:r>
              <a:t>- outputs/argon_gec_icp/eedf_comparison/eedf_comparison_metrics.csv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純Arの輸送比較。横軸はcampaign anchorであり、category spacingは対数間隔ではない。数値は元表のflux definitions。</a:t>
            </a:r>
          </a:p>
          <a:p xmlns:a="http://schemas.openxmlformats.org/drawingml/2006/main">
            <a:r>
              <a:t/>
            </a:r>
          </a:p>
          <a:p xmlns:a="http://schemas.openxmlformats.org/drawingml/2006/main">
            <a:r>
              <a:t>Sources:</a:t>
            </a:r>
          </a:p>
          <a:p xmlns:a="http://schemas.openxmlformats.org/drawingml/2006/main">
            <a:r>
              <a:t>- outputs/argon_gec_icp/two_term_tables_tail_converged/mixture_0000/transport_vs_en.csv</a:t>
            </a:r>
          </a:p>
          <a:p xmlns:a="http://schemas.openxmlformats.org/drawingml/2006/main">
            <a:r>
              <a:t>- outputs/argon_gec_icp/monte_carlo_tables/mixture_0000/transport_vs_en.csv</a:t>
            </a:r>
          </a:p>
          <a:p xmlns:a="http://schemas.openxmlformats.org/drawingml/2006/main">
            <a:r>
              <a:t>- outputs/argon_gec_icp/propagator_tables/mixture_0000/transport_vs_en.csv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Ar励起・電離rate。縦軸はlog10。rateの大きな変化はtail確率の増加と断面積kernelの重なりによる。</a:t>
            </a:r>
          </a:p>
          <a:p xmlns:a="http://schemas.openxmlformats.org/drawingml/2006/main">
            <a:r>
              <a:t/>
            </a:r>
          </a:p>
          <a:p xmlns:a="http://schemas.openxmlformats.org/drawingml/2006/main">
            <a:r>
              <a:t>Sources:</a:t>
            </a:r>
          </a:p>
          <a:p xmlns:a="http://schemas.openxmlformats.org/drawingml/2006/main">
            <a:r>
              <a:t>- outputs/argon_gec_icp/two_term_tables_tail_converged/mixture_0000/rates_vs_en.csv</a:t>
            </a:r>
          </a:p>
          <a:p xmlns:a="http://schemas.openxmlformats.org/drawingml/2006/main">
            <a:r>
              <a:t>- outputs/argon_gec_icp/monte_carlo_tables/mixture_0000/rates_vs_en.csv</a:t>
            </a:r>
          </a:p>
          <a:p xmlns:a="http://schemas.openxmlformats.org/drawingml/2006/main">
            <a:r>
              <a:t>- outputs/argon_gec_icp/propagator_tables/mixture_0000/rates_vs_en.csv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純Ar campaignのquality。MC active-closure profileはCOMSOLで必要なEEDF/rate/transport subsetに対する適格性。</a:t>
            </a:r>
          </a:p>
          <a:p xmlns:a="http://schemas.openxmlformats.org/drawingml/2006/main">
            <a:r>
              <a:t/>
            </a:r>
          </a:p>
          <a:p xmlns:a="http://schemas.openxmlformats.org/drawingml/2006/main">
            <a:r>
              <a:t>Sources:</a:t>
            </a:r>
          </a:p>
          <a:p xmlns:a="http://schemas.openxmlformats.org/drawingml/2006/main">
            <a:r>
              <a:t>- outputs/argon_gec_icp/monte_carlo_tables/mixture_0000/quality.csv</a:t>
            </a:r>
          </a:p>
          <a:p xmlns:a="http://schemas.openxmlformats.org/drawingml/2006/main">
            <a:r>
              <a:t>- outputs/argon_gec_icp/propagator_tables/mixture_0000/quality.csv</a:t>
            </a:r>
          </a:p>
          <a:p xmlns:a="http://schemas.openxmlformats.org/drawingml/2006/main">
            <a:r>
              <a:t>- outputs/argon_gec_icp/comsol_monte_carlo_function_eedf/run_status.json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混合条件と物理的期待。O2 attachment sensitivityはtwo-termとpropagatorで別途評価する。</a:t>
            </a:r>
          </a:p>
          <a:p xmlns:a="http://schemas.openxmlformats.org/drawingml/2006/main">
            <a:r>
              <a:t/>
            </a:r>
          </a:p>
          <a:p xmlns:a="http://schemas.openxmlformats.org/drawingml/2006/main">
            <a:r>
              <a:t>Sources:</a:t>
            </a:r>
          </a:p>
          <a:p xmlns:a="http://schemas.openxmlformats.org/drawingml/2006/main">
            <a:r>
              <a:t>- Pitchford et al., Plasma Process. Polym. 14 (2017) 1600098. DOI:10.1002/ppap.201600098</a:t>
            </a:r>
          </a:p>
          <a:p xmlns:a="http://schemas.openxmlformats.org/drawingml/2006/main">
            <a:r>
              <a:t>- outputs/lxcat_swarm_validation/evaluation/README_ja.md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EEDFは確率密度F(ε)そのものを描き、縦軸にlog10変換値を入力していない。PowerPointの対数軸を用いた。</a:t>
            </a:r>
          </a:p>
          <a:p xmlns:a="http://schemas.openxmlformats.org/drawingml/2006/main">
            <a:r>
              <a:t>COMSOL解析分布は f0(ε)=g φ^(-3/2) β1 exp[-(εβ2/φ)^g]、F(ε)=√ε f0(ε)。</a:t>
            </a:r>
          </a:p>
          <a:p xmlns:a="http://schemas.openxmlformats.org/drawingml/2006/main">
            <a:r>
              <a:t>Maxwellian: g=1, β1=2.0729648968, β2=1.5。Druyvesteyn: g=2, β1=0.5191252304, β2=0.7396687798。</a:t>
            </a:r>
          </a:p>
          <a:p xmlns:a="http://schemas.openxmlformats.org/drawingml/2006/main">
            <a:r>
              <a:t>解析分布の平均エネルギーφ（3 Swarmの算術平均）: 1 Td: 0.899 eV / 10 Td: 1.311 eV / 100 Td: 6.155 eV / 1000 Td: 14.900 eV</a:t>
            </a:r>
          </a:p>
          <a:p xmlns:a="http://schemas.openxmlformats.org/drawingml/2006/main">
            <a:r>
              <a:t>同一平均エネルギーでも解析分布とSwarm EEDFではtail形状が異なるため、閾値反応速度は反応積分で評価する。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Ar/N2のmean energy、TV、MC qualification。100 Tdはv8のexact-bin residence / piecewise-linear rate積分でactive closureを通過した。full transport failureはtime-horizonで、EEDF/rate閉包の不合格ではない。</a:t>
            </a:r>
          </a:p>
          <a:p xmlns:a="http://schemas.openxmlformats.org/drawingml/2006/main">
            <a:r>
              <a:t/>
            </a:r>
          </a:p>
          <a:p xmlns:a="http://schemas.openxmlformats.org/drawingml/2006/main">
            <a:r>
              <a:t>Sources:</a:t>
            </a:r>
          </a:p>
          <a:p xmlns:a="http://schemas.openxmlformats.org/drawingml/2006/main">
            <a:r>
              <a:t>- outputs/lxcat_swarm_validation/mc_refinement_v7/evaluation/ar_n2/eedf_comparison/eedf_comparison_metrics.csv</a:t>
            </a:r>
          </a:p>
          <a:p xmlns:a="http://schemas.openxmlformats.org/drawingml/2006/main">
            <a:r>
              <a:t>- outputs/lxcat_swarm_validation/mc_core_v8/evaluation/README_ja.md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EEDFは確率密度F(ε)そのものを描き、縦軸にlog10変換値を入力していない。PowerPointの対数軸を用いた。</a:t>
            </a:r>
          </a:p>
          <a:p xmlns:a="http://schemas.openxmlformats.org/drawingml/2006/main">
            <a:r>
              <a:t>COMSOL解析分布は f0(ε)=g φ^(-3/2) β1 exp[-(εβ2/φ)^g]、F(ε)=√ε f0(ε)。</a:t>
            </a:r>
          </a:p>
          <a:p xmlns:a="http://schemas.openxmlformats.org/drawingml/2006/main">
            <a:r>
              <a:t>Maxwellian: g=1, β1=2.0729648968, β2=1.5。Druyvesteyn: g=2, β1=0.5191252304, β2=0.7396687798。</a:t>
            </a:r>
          </a:p>
          <a:p xmlns:a="http://schemas.openxmlformats.org/drawingml/2006/main">
            <a:r>
              <a:t>解析分布の平均エネルギーφ（3 Swarmの算術平均）: 1 Td: 0.881 eV / 10 Td: 3.172 eV / 100 Td: 6.189 eV / 1000 Td: 15.216 eV</a:t>
            </a:r>
          </a:p>
          <a:p xmlns:a="http://schemas.openxmlformats.org/drawingml/2006/main">
            <a:r>
              <a:t>同一平均エネルギーでも解析分布とSwarm EEDFではtail形状が異なるため、閾値反応速度は反応積分で評価する。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O2のbinary dissociative attachment感度。three-body attachmentは誤用していない。MC attachment trajectory lossは未実装。</a:t>
            </a:r>
          </a:p>
          <a:p xmlns:a="http://schemas.openxmlformats.org/drawingml/2006/main">
            <a:r>
              <a:t/>
            </a:r>
          </a:p>
          <a:p xmlns:a="http://schemas.openxmlformats.org/drawingml/2006/main">
            <a:r>
              <a:t>Sources:</a:t>
            </a:r>
          </a:p>
          <a:p xmlns:a="http://schemas.openxmlformats.org/drawingml/2006/main">
            <a:r>
              <a:t>- outputs/lxcat_swarm_validation/evaluation/attachment_sensitivity.csv</a:t>
            </a:r>
          </a:p>
          <a:p xmlns:a="http://schemas.openxmlformats.org/drawingml/2006/main">
            <a:r>
              <a:t>- docs/physics_limitations.md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v7最終campaignへv8のAr/N2・Ar/Cl2 100 Td結果を反映した資格表。Ar/N2のactive closureはPASS。Ar/Cl2はgrowth整合にはPASSしたが、高閾値二重電離の未観測によりrare_tail軸が残る。full transportはdiffusion lagのtime_horizonを含む。</a:t>
            </a:r>
          </a:p>
          <a:p xmlns:a="http://schemas.openxmlformats.org/drawingml/2006/main">
            <a:r>
              <a:t/>
            </a:r>
          </a:p>
          <a:p xmlns:a="http://schemas.openxmlformats.org/drawingml/2006/main">
            <a:r>
              <a:t>Sources:</a:t>
            </a:r>
          </a:p>
          <a:p xmlns:a="http://schemas.openxmlformats.org/drawingml/2006/main">
            <a:r>
              <a:t>- outputs/lxcat_swarm_validation/mc_refinement_v7/evaluation/refinement/qualification_status.csv</a:t>
            </a:r>
          </a:p>
          <a:p xmlns:a="http://schemas.openxmlformats.org/drawingml/2006/main">
            <a:r>
              <a:t>- outputs/lxcat_swarm_validation/mc_core_v8/evaluation/metrics.csv</a:t>
            </a:r>
          </a:p>
          <a:p xmlns:a="http://schemas.openxmlformats.org/drawingml/2006/main">
            <a:r>
              <a:t>- outputs/lxcat_swarm_validation/mc_core_v8/evaluation/README_ja.md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Tdのmean energyとflux driftを、同一衝突集合を使う3 solverで比較。Ar/N2 MCはv8、Ar/O2 MCはv7 p2048 DBの100 Td scalar。O2はattachmentを除いた共通物理であり、電気陰性輸送の完全モデルではない。</a:t>
            </a:r>
          </a:p>
          <a:p xmlns:a="http://schemas.openxmlformats.org/drawingml/2006/main">
            <a:r>
              <a:t/>
            </a:r>
          </a:p>
          <a:p xmlns:a="http://schemas.openxmlformats.org/drawingml/2006/main">
            <a:r>
              <a:t>Sources:</a:t>
            </a:r>
          </a:p>
          <a:p xmlns:a="http://schemas.openxmlformats.org/drawingml/2006/main">
            <a:r>
              <a:t>- outputs/argon_gec_icp/*_tables/mixture_0000/transport_vs_en.csv</a:t>
            </a:r>
          </a:p>
          <a:p xmlns:a="http://schemas.openxmlformats.org/drawingml/2006/main">
            <a:r>
              <a:t>- outputs/lxcat_swarm_validation/tables/{two_term,propagator}/mixture_000{0,1}/transport_vs_en.csv</a:t>
            </a:r>
          </a:p>
          <a:p xmlns:a="http://schemas.openxmlformats.org/drawingml/2006/main">
            <a:r>
              <a:t>- outputs/lxcat_swarm_validation/mc_core_v8/ar_n2/aggregate/aggregate_scalars.csv</a:t>
            </a:r>
          </a:p>
          <a:p xmlns:a="http://schemas.openxmlformats.org/drawingml/2006/main">
            <a:r>
              <a:t>- outputs/lxcat_swarm_validation/mc_refinement_v7/ar_o2/p2048/monte_carlo.sqlite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Ar、Ar/N2、Ar/O2の共通E/N 1/10/100/1000 Tdについて、two_term、raw/selected MC、propagatorの全pairから最大TVを抽出した。O2はno-attachment共通物理。</a:t>
            </a:r>
          </a:p>
          <a:p xmlns:a="http://schemas.openxmlformats.org/drawingml/2006/main">
            <a:r>
              <a:t/>
            </a:r>
          </a:p>
          <a:p xmlns:a="http://schemas.openxmlformats.org/drawingml/2006/main">
            <a:r>
              <a:t>Sources:</a:t>
            </a:r>
          </a:p>
          <a:p xmlns:a="http://schemas.openxmlformats.org/drawingml/2006/main">
            <a:r>
              <a:t>- .tmp/swarm_physics_conference_20260914/build/conference_data.json</a:t>
            </a:r>
          </a:p>
          <a:p xmlns:a="http://schemas.openxmlformats.org/drawingml/2006/main">
            <a:r>
              <a:t>- outputs/lxcat_swarm_validation/evaluation/</a:t>
            </a:r>
          </a:p>
          <a:p xmlns:a="http://schemas.openxmlformats.org/drawingml/2006/main">
            <a:r>
              <a:t>- outputs/argon_gec_icp/eedf_comparison/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左のCOMSOL時間は同一モデルで比較可能。右のMC時間はAr/N2とAr/Cl2 campaignを同じホスト上で同時実行した実運用証拠であり、solver速度順位ではない。N2の低throughputは大きなunion-knot表の全process走査が支配する。</a:t>
            </a:r>
          </a:p>
          <a:p xmlns:a="http://schemas.openxmlformats.org/drawingml/2006/main">
            <a:r>
              <a:t/>
            </a:r>
          </a:p>
          <a:p xmlns:a="http://schemas.openxmlformats.org/drawingml/2006/main">
            <a:r>
              <a:t>Sources:</a:t>
            </a:r>
          </a:p>
          <a:p xmlns:a="http://schemas.openxmlformats.org/drawingml/2006/main">
            <a:r>
              <a:t>- outputs/argon_gec_icp/comsol_two_term_function_eedf/run_status.json</a:t>
            </a:r>
          </a:p>
          <a:p xmlns:a="http://schemas.openxmlformats.org/drawingml/2006/main">
            <a:r>
              <a:t>- outputs/argon_gec_icp/comsol_monte_carlo_function_eedf/run_status.json</a:t>
            </a:r>
          </a:p>
          <a:p xmlns:a="http://schemas.openxmlformats.org/drawingml/2006/main">
            <a:r>
              <a:t>- outputs/argon_gec_icp/comsol_propagator_function_eedf/run_status.json</a:t>
            </a:r>
          </a:p>
          <a:p xmlns:a="http://schemas.openxmlformats.org/drawingml/2006/main">
            <a:r>
              <a:t>- outputs/lxcat_swarm_validation/mc_core_v8/evaluation/metrics.csv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誤差予算の分類。最後の式は線形誤差伝播の概念式で、独立性がない場合は共分散項を含める。</a:t>
            </a:r>
          </a:p>
          <a:p xmlns:a="http://schemas.openxmlformats.org/drawingml/2006/main">
            <a:r>
              <a:t/>
            </a:r>
          </a:p>
          <a:p xmlns:a="http://schemas.openxmlformats.org/drawingml/2006/main">
            <a:r>
              <a:t>Sources:</a:t>
            </a:r>
          </a:p>
          <a:p xmlns:a="http://schemas.openxmlformats.org/drawingml/2006/main">
            <a:r>
              <a:t>- Pitchford et al., Plasma Process. Polym. 14 (2017) 1600098. DOI:10.1002/ppap.201600098</a:t>
            </a:r>
          </a:p>
          <a:p xmlns:a="http://schemas.openxmlformats.org/drawingml/2006/main">
            <a:r>
              <a:t>- Godyak, Piejak &amp; Alexandrovich, Plasma Sources Sci. Technol. 11 (2002) 525–543. DOI:10.1088/0963-0252/11/4/320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電子数保存式と平均エネルギー保存式の係数として、Swarm由来の移動度、拡散、反応速度、EEDFを使う。</a:t>
            </a:r>
          </a:p>
          <a:p xmlns:a="http://schemas.openxmlformats.org/drawingml/2006/main">
            <a:r>
              <a:t>RF場、壁境界、重粒子化学、装置形状、時間発展はCOMSOL側の責任である。</a:t>
            </a:r>
          </a:p>
          <a:p xmlns:a="http://schemas.openxmlformats.org/drawingml/2006/main">
            <a:r>
              <a:t>比較では同一MPH・同一境界条件・同一反応集合を固定し、Swarm由来の物性入力だけを変える。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旧資料のbundleは、物性表とmanifestをまとめた『COMSOLへ渡す表一式』を意味する。</a:t>
            </a:r>
          </a:p>
          <a:p xmlns:a="http://schemas.openxmlformats.org/drawingml/2006/main">
            <a:r>
              <a:t>装置モデル側の変数tagや反応番号を物性表へ埋め込まず、個別MPHの対応設定に分離する。</a:t>
            </a:r>
          </a:p>
          <a:p xmlns:a="http://schemas.openxmlformats.org/drawingml/2006/main">
            <a:r>
              <a:t>外挿を許さず、E/Nまたは平均エネルギーが表の対応範囲外になった点を検出する。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COMSOLは局所平均エネルギーu-barを状態量としてもつため、E/N表を平均エネルギー軸へ写像して参照する。</a:t>
            </a:r>
          </a:p>
          <a:p xmlns:a="http://schemas.openxmlformats.org/drawingml/2006/main">
            <a:r>
              <a:t>補間後も確率質量1と平均エネルギーu-barを満たすように正規化・補正する。</a:t>
            </a:r>
          </a:p>
          <a:p xmlns:a="http://schemas.openxmlformats.org/drawingml/2006/main">
            <a:r>
              <a:t>TVはtotal variation distance。rate誤差は対象反応速度の補間誤差。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エネルギー軸は0–300 eVの線形目盛。13条件は1、2、3、5、10、20、30、50、100、300、1000、1500、2500 Td。</a:t>
            </a:r>
          </a:p>
          <a:p xmlns:a="http://schemas.openxmlformats.org/drawingml/2006/main">
            <a:r>
              <a:t>E/N上昇に伴い確率質量が高エネルギー側へ連続移動する。</a:t>
            </a:r>
          </a:p>
          <a:p xmlns:a="http://schemas.openxmlformats.org/drawingml/2006/main">
            <a:r>
              <a:t>z軸はlog10 p(ε)で、表示下限は10^-8 eV^-1。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エネルギー軸は0–300 eVの線形目盛。13条件は1、2、3、5、10、20、30、50、100、300、1000、1500、2500 Td。</a:t>
            </a:r>
          </a:p>
          <a:p xmlns:a="http://schemas.openxmlformats.org/drawingml/2006/main">
            <a:r>
              <a:t>各E/N条件を対応する平均エネルギーへ再標識した。COMSOLの平均エネルギー参照表の物理的意味を示す。</a:t>
            </a:r>
          </a:p>
          <a:p xmlns:a="http://schemas.openxmlformats.org/drawingml/2006/main">
            <a:r>
              <a:t>z軸はlog10 p(ε)で、表示下限は10^-8 eV^-1。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GEC ICPの軸対称計算領域と運転条件。Qrhはoriginal COMSOLの1 ms result。originalは保存解が1 msまでで、Swarm閉包ケースは10 msまであるため、空間比較はすべてexact transient interpolationの1 msに統一した。図示には4545節点からmodified Shepard法で補間したが、ピーク値・積分値・差分統計は元節点またはCOMSOL積分演算子から得た。</a:t>
            </a:r>
          </a:p>
          <a:p xmlns:a="http://schemas.openxmlformats.org/drawingml/2006/main">
            <a:r>
              <a:t/>
            </a:r>
          </a:p>
          <a:p xmlns:a="http://schemas.openxmlformats.org/drawingml/2006/main">
            <a:r>
              <a:t>Sources:</a:t>
            </a:r>
          </a:p>
          <a:p xmlns:a="http://schemas.openxmlformats.org/drawingml/2006/main">
            <a:r>
              <a:t>- Hargis et al., Rev. Sci. Instrum. 65 (1994) 140–154. DOI:10.1063/1.1144770</a:t>
            </a:r>
          </a:p>
          <a:p xmlns:a="http://schemas.openxmlformats.org/drawingml/2006/main">
            <a:r>
              <a:t>- Miller et al., J. Res. NIST 100 (1995) 427–439. DOI:10.6028/jres.100.032</a:t>
            </a:r>
          </a:p>
          <a:p xmlns:a="http://schemas.openxmlformats.org/drawingml/2006/main">
            <a:r>
              <a:t>- COMSOL 6.4 Application Library: Argon GEC ICP, argon_gec_icp.html</a:t>
            </a:r>
          </a:p>
          <a:p xmlns:a="http://schemas.openxmlformats.org/drawingml/2006/main">
            <a:r>
              <a:t>- outputs/argon_gec_icp/comparison_exports/original/fields_common_time.csv</a:t>
            </a:r>
          </a:p>
          <a:p xmlns:a="http://schemas.openxmlformats.org/drawingml/2006/main">
            <a:r>
              <a:t>- outputs/argon_gec_icp/comsol_model_comparison/icp_stationarity_summary.csv</a:t>
            </a:r>
          </a:p>
          <a:p xmlns:a="http://schemas.openxmlformats.org/drawingml/2006/main">
            <a:r>
              <a:t>- docs/comsol_gec_icp.md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標準COMSOLケースとSwarm入力ケースの差は、EEDF familyと電子輸送係数の与え方を含む。</a:t>
            </a:r>
          </a:p>
          <a:p xmlns:a="http://schemas.openxmlformats.org/drawingml/2006/main">
            <a:r>
              <a:t>3つのSwarm入力ケース間では同じ反応集合、RF、壁境界、メッシュ、比較時刻を固定する。</a:t>
            </a:r>
          </a:p>
          <a:p xmlns:a="http://schemas.openxmlformats.org/drawingml/2006/main">
            <a:r>
              <a:t>diffusionはEinstein関係を共通に使うため、3 Swarm入力間の独立な拡散係数比較ではない。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電子密度 nₑ：標準COMSOLと3つのSwarm入力を比較。GEC CCP比較図と同じRainbowLight近似、白背景、r–z軸[cm]、手法間共通の線形凡例で再描画した。</a:t>
            </a:r>
          </a:p>
          <a:p xmlns:a="http://schemas.openxmlformats.org/drawingml/2006/main">
            <a:r>
              <a:t>表示レンジ: 0.00 – 1.47e18 nₑ [m⁻³]。</a:t>
            </a:r>
          </a:p>
          <a:p xmlns:a="http://schemas.openxmlformats.org/drawingml/2006/main">
            <a:r>
              <a:t>Original、two-term、Monte Carloは現行fields_common_time.csvの4545共通節点を使用した。</a:t>
            </a:r>
          </a:p>
          <a:p xmlns:a="http://schemas.openxmlformats.org/drawingml/2006/main">
            <a:r>
              <a:t>Propagatorの現行CSVが欠落しているため、保存済みexact-node表面と全節点統計を使用した。補間画像からピーク・統計を再計測していない。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電子平均エネルギー：kinetic EEDFで高エネルギー領域が拡大。GEC CCP比較図と同じRainbowLight近似、白背景、r–z軸[cm]、手法間共通の線形凡例で再描画した。</a:t>
            </a:r>
          </a:p>
          <a:p xmlns:a="http://schemas.openxmlformats.org/drawingml/2006/main">
            <a:r>
              <a:t>表示レンジ: 3.31 – 8.82 〈ε〉 [eV]。</a:t>
            </a:r>
          </a:p>
          <a:p xmlns:a="http://schemas.openxmlformats.org/drawingml/2006/main">
            <a:r>
              <a:t>Original、two-term、Monte Carloは現行fields_common_time.csvの4545共通節点を使用した。</a:t>
            </a:r>
          </a:p>
          <a:p xmlns:a="http://schemas.openxmlformats.org/drawingml/2006/main">
            <a:r>
              <a:t>Propagatorの現行CSVが欠落しているため、保存済みexact-node表面と全節点統計を使用した。補間画像からピーク・統計を再計測していない。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 metastable：tail積分と過渡蓄積が空間差を増幅。GEC CCP比較図と同じRainbowLight近似、白背景、r–z軸[cm]、手法間共通の線形凡例で再描画した。</a:t>
            </a:r>
          </a:p>
          <a:p xmlns:a="http://schemas.openxmlformats.org/drawingml/2006/main">
            <a:r>
              <a:t>表示レンジ: 0.00 – 1.04e19 nAr* [m⁻³]。</a:t>
            </a:r>
          </a:p>
          <a:p xmlns:a="http://schemas.openxmlformats.org/drawingml/2006/main">
            <a:r>
              <a:t>Original、two-term、Monte Carloは現行fields_common_time.csvの4545共通節点を使用した。</a:t>
            </a:r>
          </a:p>
          <a:p xmlns:a="http://schemas.openxmlformats.org/drawingml/2006/main">
            <a:r>
              <a:t>Propagatorの現行CSVが欠落しているため、保存済みexact-node表面と全節点統計を使用した。補間画像からピーク・統計を再計測していない。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Ar⁺：電子密度応答を追随し、壁近傍で準中性から外れる。GEC CCP比較図と同じRainbowLight近似、白背景、r–z軸[cm]、手法間共通の線形凡例で再描画した。</a:t>
            </a:r>
          </a:p>
          <a:p xmlns:a="http://schemas.openxmlformats.org/drawingml/2006/main">
            <a:r>
              <a:t>表示レンジ: 0.00 – 1.47e18 nAr⁺ [m⁻³]。</a:t>
            </a:r>
          </a:p>
          <a:p xmlns:a="http://schemas.openxmlformats.org/drawingml/2006/main">
            <a:r>
              <a:t>Original、two-term、Monte Carloは現行fields_common_time.csvの4545共通節点を使用した。</a:t>
            </a:r>
          </a:p>
          <a:p xmlns:a="http://schemas.openxmlformats.org/drawingml/2006/main">
            <a:r>
              <a:t>Propagatorの現行CSVが欠落しているため、保存済みexact-node表面と全節点統計を使用した。補間画像からピーク・統計を再計測していない。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RF吸収密度：電子輸送が導電率と電磁場を自己整合に変える。GEC CCP比較図と同じRainbowLight近似、白背景、r–z軸[cm]、手法間共通の線形凡例で再描画した。</a:t>
            </a:r>
          </a:p>
          <a:p xmlns:a="http://schemas.openxmlformats.org/drawingml/2006/main">
            <a:r>
              <a:t>表示レンジ: 0.00 – 2.29e7 Qrh [W m⁻³]。</a:t>
            </a:r>
          </a:p>
          <a:p xmlns:a="http://schemas.openxmlformats.org/drawingml/2006/main">
            <a:r>
              <a:t>Original、two-term、Monte Carloは現行fields_common_time.csvの4545共通節点を使用した。</a:t>
            </a:r>
          </a:p>
          <a:p xmlns:a="http://schemas.openxmlformats.org/drawingml/2006/main">
            <a:r>
              <a:t>Propagatorの現行CSVが欠落しているため、保存済みexact-node表面と全節点統計を使用した。補間画像からピーク・統計を再計測していない。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2Dカラーマップを定量化するwafer面line-out。z=0の保存節点だけを使用し、画像補間値は使っていない。</a:t>
            </a:r>
          </a:p>
          <a:p xmlns:a="http://schemas.openxmlformats.org/drawingml/2006/main">
            <a:r>
              <a:t>densityとAr*はcaseごとのr=0値で規格化し、mean energyは絶対値を示す。</a:t>
            </a:r>
          </a:p>
          <a:p xmlns:a="http://schemas.openxmlformats.org/drawingml/2006/main">
            <a:r>
              <a:t>色はEEDF図と統一：Original灰破線、two-term青、Monte Carlo橙破線、propagator緑。</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r=0のaxis line-out。電子密度、Ar*、RF吸収密度を同じz座標で比較する。</a:t>
            </a:r>
          </a:p>
          <a:p xmlns:a="http://schemas.openxmlformats.org/drawingml/2006/main">
            <a:r>
              <a:t>Qrh=0近傍だけを表示上10^-6 W m^-3へfloorし、元データと積分値は変更していない。</a:t>
            </a:r>
          </a:p>
          <a:p xmlns:a="http://schemas.openxmlformats.org/drawingml/2006/main">
            <a:r>
              <a:t>色はEEDF図と統一した。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標準COMSOLとの差 I：電子密度。差分はOriginal COMSOLを基準としたsigned symmetric difference。</a:t>
            </a:r>
          </a:p>
          <a:p xmlns:a="http://schemas.openxmlformats.org/drawingml/2006/main">
            <a:r>
              <a:t>青はOriginalより低い、赤はOriginalより高い。手法間で同じカラーレンジを使用した。</a:t>
            </a:r>
          </a:p>
          <a:p xmlns:a="http://schemas.openxmlformats.org/drawingml/2006/main">
            <a:r>
              <a:t>図中のmedian、p95、spatial correlationは保存済み4545節点統計で、画像補間値から再計測していない。</a:t>
            </a:r>
          </a:p>
          <a:p xmlns:a="http://schemas.openxmlformats.org/drawingml/2006/main">
            <a:r>
              <a:t>Propagator表面は保存済みexact-node図をGEC配色へ再マッピングした。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標準COMSOLとの差 II：電子平均エネルギー。差分はOriginal COMSOLを基準としたsigned symmetric difference。</a:t>
            </a:r>
          </a:p>
          <a:p xmlns:a="http://schemas.openxmlformats.org/drawingml/2006/main">
            <a:r>
              <a:t>青はOriginalより低い、赤はOriginalより高い。手法間で同じカラーレンジを使用した。</a:t>
            </a:r>
          </a:p>
          <a:p xmlns:a="http://schemas.openxmlformats.org/drawingml/2006/main">
            <a:r>
              <a:t>図中のmedian、p95、spatial correlationは保存済み4545節点統計で、画像補間値から再計測していない。</a:t>
            </a:r>
          </a:p>
          <a:p xmlns:a="http://schemas.openxmlformats.org/drawingml/2006/main">
            <a:r>
              <a:t>Propagator表面は保存済みexact-node図をGEC配色へ再マッピングした。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標準COMSOLとの差 III：Ar* metastable。差分はOriginal COMSOLを基準としたsigned symmetric difference。</a:t>
            </a:r>
          </a:p>
          <a:p xmlns:a="http://schemas.openxmlformats.org/drawingml/2006/main">
            <a:r>
              <a:t>青はOriginalより低い、赤はOriginalより高い。手法間で同じカラーレンジを使用した。</a:t>
            </a:r>
          </a:p>
          <a:p xmlns:a="http://schemas.openxmlformats.org/drawingml/2006/main">
            <a:r>
              <a:t>図中のmedian、p95、spatial correlationは保存済み4545節点統計で、画像補間値から再計測していない。</a:t>
            </a:r>
          </a:p>
          <a:p xmlns:a="http://schemas.openxmlformats.org/drawingml/2006/main">
            <a:r>
              <a:t>Propagator表面は保存済みexact-node図をGEC配色へ再マッピングした。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標準COMSOLとの差 IV：Ar⁺。差分はOriginal COMSOLを基準としたsigned symmetric difference。</a:t>
            </a:r>
          </a:p>
          <a:p xmlns:a="http://schemas.openxmlformats.org/drawingml/2006/main">
            <a:r>
              <a:t>青はOriginalより低い、赤はOriginalより高い。手法間で同じカラーレンジを使用した。</a:t>
            </a:r>
          </a:p>
          <a:p xmlns:a="http://schemas.openxmlformats.org/drawingml/2006/main">
            <a:r>
              <a:t>図中のmedian、p95、spatial correlationは保存済み4545節点統計で、画像補間値から再計測していない。</a:t>
            </a:r>
          </a:p>
          <a:p xmlns:a="http://schemas.openxmlformats.org/drawingml/2006/main">
            <a:r>
              <a:t>Propagator表面は保存済みexact-node図をGEC配色へ再マッピングした。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標準COMSOLとの差 V：RF吸収密度。差分はOriginal COMSOLを基準としたsigned symmetric difference。</a:t>
            </a:r>
          </a:p>
          <a:p xmlns:a="http://schemas.openxmlformats.org/drawingml/2006/main">
            <a:r>
              <a:t>青はOriginalより低い、赤はOriginalより高い。手法間で同じカラーレンジを使用した。</a:t>
            </a:r>
          </a:p>
          <a:p xmlns:a="http://schemas.openxmlformats.org/drawingml/2006/main">
            <a:r>
              <a:t>図中のmedian、p95、spatial correlationは保存済み4545節点統計で、画像補間値から再計測していない。</a:t>
            </a:r>
          </a:p>
          <a:p xmlns:a="http://schemas.openxmlformats.org/drawingml/2006/main">
            <a:r>
              <a:t>Propagator表面は保存済みexact-node図をGEC配色へ再マッピングした。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COMSOL基準の空間差。対称相対差は±100%に有界だが、双方が小さい領域では物理的重要度を表さない。したがってCOMSOL積分演算子によるinventory/Pabsのsigned changeを併記する。</a:t>
            </a:r>
          </a:p>
          <a:p xmlns:a="http://schemas.openxmlformats.org/drawingml/2006/main">
            <a:r>
              <a:t/>
            </a:r>
          </a:p>
          <a:p xmlns:a="http://schemas.openxmlformats.org/drawingml/2006/main">
            <a:r>
              <a:t>Sources:</a:t>
            </a:r>
          </a:p>
          <a:p xmlns:a="http://schemas.openxmlformats.org/drawingml/2006/main">
            <a:r>
              <a:t>- outputs/argon_gec_icp/comparison_exports/*/fields_common_time.csv</a:t>
            </a:r>
          </a:p>
          <a:p xmlns:a="http://schemas.openxmlformats.org/drawingml/2006/main">
            <a:r>
              <a:t>- outputs/argon_gec_icp/comsol_model_comparison/icp_comparison_summary.csv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msの同時刻積分量。3つのFunction EEDF casesは10 ms terminalでstationarity acceptedだが、originalは1 msまでしか保存されず、metastable inventoryがこの時刻でstationarity gate未通過。この表は厳密な同時刻比較であり、全ケース定常比較ではない。</a:t>
            </a:r>
          </a:p>
          <a:p xmlns:a="http://schemas.openxmlformats.org/drawingml/2006/main">
            <a:r>
              <a:t/>
            </a:r>
          </a:p>
          <a:p xmlns:a="http://schemas.openxmlformats.org/drawingml/2006/main">
            <a:r>
              <a:t>Sources:</a:t>
            </a:r>
          </a:p>
          <a:p xmlns:a="http://schemas.openxmlformats.org/drawingml/2006/main">
            <a:r>
              <a:t>- outputs/argon_gec_icp/comsol_model_comparison/icp_comparison_summary.csv</a:t>
            </a:r>
          </a:p>
          <a:p xmlns:a="http://schemas.openxmlformats.org/drawingml/2006/main">
            <a:r>
              <a:t>- outputs/argon_gec_icp/comsol_model_comparison/icp_stationarity_summary.csv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histories。originalは1 msまで、Function EEDF casesは10 msまで。Ar* gate failureによりoriginalをstationary baselineとは扱わない。</a:t>
            </a:r>
          </a:p>
          <a:p xmlns:a="http://schemas.openxmlformats.org/drawingml/2006/main">
            <a:r>
              <a:t/>
            </a:r>
          </a:p>
          <a:p xmlns:a="http://schemas.openxmlformats.org/drawingml/2006/main">
            <a:r>
              <a:t>Sources:</a:t>
            </a:r>
          </a:p>
          <a:p xmlns:a="http://schemas.openxmlformats.org/drawingml/2006/main">
            <a:r>
              <a:t>- outputs/argon_gec_icp/comparison_exports/*/volume_time_series.csv</a:t>
            </a:r>
          </a:p>
          <a:p xmlns:a="http://schemas.openxmlformats.org/drawingml/2006/main">
            <a:r>
              <a:t>- outputs/argon_gec_icp/comsol_model_comparison/icp_stationarity_summary.csv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同時刻1 ms比較。originalはstationarity未達なので、モデルfamily差の瞬時比較としてのみ解釈する。</a:t>
            </a:r>
          </a:p>
          <a:p xmlns:a="http://schemas.openxmlformats.org/drawingml/2006/main">
            <a:r>
              <a:t/>
            </a:r>
          </a:p>
          <a:p xmlns:a="http://schemas.openxmlformats.org/drawingml/2006/main">
            <a:r>
              <a:t>Sources:</a:t>
            </a:r>
          </a:p>
          <a:p xmlns:a="http://schemas.openxmlformats.org/drawingml/2006/main">
            <a:r>
              <a:t>- outputs/argon_gec_icp/comsol_model_comparison/icp_comparison_summary.csv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CCPの入力契約。two-term/propagatorとMCではreaction/elastic-loss materializationが異なる。</a:t>
            </a:r>
          </a:p>
          <a:p xmlns:a="http://schemas.openxmlformats.org/drawingml/2006/main">
            <a:r>
              <a:t/>
            </a:r>
          </a:p>
          <a:p xmlns:a="http://schemas.openxmlformats.org/drawingml/2006/main">
            <a:r>
              <a:t>Sources:</a:t>
            </a:r>
          </a:p>
          <a:p xmlns:a="http://schemas.openxmlformats.org/drawingml/2006/main">
            <a:r>
              <a:t>- COMSOL 6.4 Application Library: GEC CCP Reactor, argon_gec_ccp.html</a:t>
            </a:r>
          </a:p>
          <a:p xmlns:a="http://schemas.openxmlformats.org/drawingml/2006/main">
            <a:r>
              <a:t>- docs/comsol_gec_ccp.md</a:t>
            </a:r>
          </a:p>
          <a:p xmlns:a="http://schemas.openxmlformats.org/drawingml/2006/main">
            <a:r>
              <a:t>- config/comsol/argon_gec_ccp_two_term_map.yaml</a:t>
            </a:r>
          </a:p>
          <a:p xmlns:a="http://schemas.openxmlformats.org/drawingml/2006/main">
            <a:r>
              <a:t>- config/comsol/argon_gec_ccp_monte_carlo_map.yaml</a:t>
            </a:r>
          </a:p>
          <a:p xmlns:a="http://schemas.openxmlformats.org/drawingml/2006/main">
            <a:r>
              <a:t>- config/comsol/argon_gec_ccp_propagator_map.yaml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保存済みCCP検証図を再確認した。100 Tdの平均エネルギーはMonte Carlo 6.919 eV、two-term 6.931 eV。</a:t>
            </a:r>
          </a:p>
          <a:p xmlns:a="http://schemas.openxmlformats.org/drawingml/2006/main">
            <a:r>
              <a:t>左は解析分布をMC平均に、右はtwo-term平均に一致させた比較。横軸は0–約83 eVの線形目盛。</a:t>
            </a:r>
          </a:p>
          <a:p xmlns:a="http://schemas.openxmlformats.org/drawingml/2006/main">
            <a:r>
              <a:t>historical CCP licensed spatial runにはpropagator P1が含まれないため、このスライドはtwo-termとMonte Carloを示す。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左からOriginal COMSOL built-in Druyvesteyn、two-term Swarm、Monte Carlo Swarm。</a:t>
            </a:r>
          </a:p>
          <a:p xmlns:a="http://schemas.openxmlformats.org/drawingml/2006/main">
            <a:r>
              <a:t>同一MPH、同一1 W条件、同一period-average、共通1520節点で比較。</a:t>
            </a:r>
          </a:p>
          <a:p xmlns:a="http://schemas.openxmlformats.org/drawingml/2006/main">
            <a:r>
              <a:t>relative L2 differenceは0.4179と0.4044。max n_eは標準2.230e15、two-term 1.462e15、MC 1.501e15 m^-3。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relative L2 differenceは0.2395と0.2373。</a:t>
            </a:r>
          </a:p>
          <a:p xmlns:a="http://schemas.openxmlformats.org/drawingml/2006/main">
            <a:r>
              <a:t>global maxは標準18.9706 eV、two-term 15.1625 eV、MC 15.2088 eV。</a:t>
            </a:r>
          </a:p>
          <a:p xmlns:a="http://schemas.openxmlformats.org/drawingml/2006/main">
            <a:r>
              <a:t>局所的なbulkの増減とglobal maximumの変化は区別して読む。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relative L2 differenceは0.3187と0.3171。</a:t>
            </a:r>
          </a:p>
          <a:p xmlns:a="http://schemas.openxmlformats.org/drawingml/2006/main">
            <a:r>
              <a:t>標準範囲は-75.8465～27.3316 V、two-termは-52.3754～35.4609 V、MCは-52.4906～35.3537 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GEC CCPの保存済み比較結果を定量要約した。</a:t>
            </a:r>
          </a:p>
          <a:p xmlns:a="http://schemas.openxmlformats.org/drawingml/2006/main">
            <a:r>
              <a:t>P1はSwarm表・bundleがあることと、licensed COMSOL空間solve結果があることを区別した。後者はhistorical result setに含まれない。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Swarm計算は電子反応源・輸送係数のモデルリスクを評価するもので、ウェハ結果を直接予測するものではない。</a:t>
            </a:r>
          </a:p>
          <a:p xmlns:a="http://schemas.openxmlformats.org/drawingml/2006/main">
            <a:r>
              <a:t>装置判断にはCOMSOLの空間分布、表面反応、シース、実験診断を組み合わせる。</a:t>
            </a:r>
          </a:p>
          <a:p xmlns:a="http://schemas.openxmlformats.org/drawingml/2006/main">
            <a:r>
              <a:t>有用性が高いのは、反応閾値、付着、輸送、非局所性のどれがKPIを支配するかを絞る場面である。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λeは電子の代表平均自由行程、Lは装置場・密度の勾配長。νmは運動量移行衝突周波数。</a:t>
            </a:r>
          </a:p>
          <a:p xmlns:a="http://schemas.openxmlformats.org/drawingml/2006/main">
            <a:r>
              <a:t>ωRFは駆動角周波数、ωceは電子サイクロトロン周波数。</a:t>
            </a:r>
          </a:p>
          <a:p xmlns:a="http://schemas.openxmlformats.org/drawingml/2006/main">
            <a:r>
              <a:t>Aは二項近似の角度切断を測る一つの指標。実際には対象観測量のLmax収束で確認する。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本スライドは装置開発での推奨運用。旧資料の内部処理名を外し、意思決定に必要な順序へ並べた。</a:t>
            </a:r>
          </a:p>
          <a:p xmlns:a="http://schemas.openxmlformats.org/drawingml/2006/main">
            <a:r>
              <a:t>実験差が残る場合は、solverを変える前に断面積、化学、局所近似、壁境界、診断解釈へ戻る。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純Ar・混合ガス・GEC ICP・保存済みGEC CCPの結果を要約した。</a:t>
            </a:r>
          </a:p>
          <a:p xmlns:a="http://schemas.openxmlformats.org/drawingml/2006/main">
            <a:r>
              <a:t>CCPは標準COMSOL、two-term、Monte Carloのperiod-average結果を確認済み。propagator P1の空間solveは別途必要。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電子Swarm理論・数値法の主要文献。</a:t>
            </a:r>
          </a:p>
          <a:p xmlns:a="http://schemas.openxmlformats.org/drawingml/2006/main">
            <a:r>
              <a:t/>
            </a:r>
          </a:p>
          <a:p xmlns:a="http://schemas.openxmlformats.org/drawingml/2006/main">
            <a:r>
              <a:t>Sources:</a:t>
            </a:r>
          </a:p>
          <a:p xmlns:a="http://schemas.openxmlformats.org/drawingml/2006/main">
            <a:r>
              <a:t>- Hagelaar &amp; Pitchford, Plasma Sources Sci. Technol. 14 (2005) 722–733. DOI:10.1088/0963-0252/14/4/011</a:t>
            </a:r>
          </a:p>
          <a:p xmlns:a="http://schemas.openxmlformats.org/drawingml/2006/main">
            <a:r>
              <a:t>- Pitchford et al., Plasma Process. Polym. 14 (2017) 1600098. DOI:10.1002/ppap.201600098</a:t>
            </a:r>
          </a:p>
          <a:p xmlns:a="http://schemas.openxmlformats.org/drawingml/2006/main">
            <a:r>
              <a:t>- Leyh, Loffhagen &amp; Winkler, Comput. Phys. Commun. 113 (1998) 33–48. DOI:10.1016/S0010-4655(98)00062-9</a:t>
            </a:r>
          </a:p>
          <a:p xmlns:a="http://schemas.openxmlformats.org/drawingml/2006/main">
            <a:r>
              <a:t>- White, Robson &amp; Ness, Phys. Rev. E 60 (1999) 7457. DOI:10.1103/PhysRevE.60.7457</a:t>
            </a:r>
          </a:p>
          <a:p xmlns:a="http://schemas.openxmlformats.org/drawingml/2006/main">
            <a:r>
              <a:t>- Longo, Plasma Sources Sci. Technol. 15 (2006) S181–S188. DOI:10.1088/0963-0252/15/4/S04</a:t>
            </a:r>
          </a:p>
          <a:p xmlns:a="http://schemas.openxmlformats.org/drawingml/2006/main">
            <a:r>
              <a:t>- Longo &amp; Diomede, Eur. Phys. J. Appl. Phys. 26 (2004). DOI:10.1051/epjap:2004030</a:t>
            </a:r>
          </a:p>
          <a:p xmlns:a="http://schemas.openxmlformats.org/drawingml/2006/main">
            <a:r>
              <a:t>- Scharfetter &amp; Gummel, IEEE Trans. Electron Devices 16 (1969) 64–77. DOI:10.1109/T-ED.1969.16566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GEC reactor、nonlocal kinetics、COMSOL公式資料およびリポジトリ内一次データ。</a:t>
            </a:r>
          </a:p>
          <a:p xmlns:a="http://schemas.openxmlformats.org/drawingml/2006/main">
            <a:r>
              <a:t/>
            </a:r>
          </a:p>
          <a:p xmlns:a="http://schemas.openxmlformats.org/drawingml/2006/main">
            <a:r>
              <a:t>Sources:</a:t>
            </a:r>
          </a:p>
          <a:p xmlns:a="http://schemas.openxmlformats.org/drawingml/2006/main">
            <a:r>
              <a:t>- Hargis et al., Rev. Sci. Instrum. 65 (1994) 140–154. DOI:10.1063/1.1144770</a:t>
            </a:r>
          </a:p>
          <a:p xmlns:a="http://schemas.openxmlformats.org/drawingml/2006/main">
            <a:r>
              <a:t>- Miller et al., J. Res. NIST 100 (1995) 427–439. DOI:10.6028/jres.100.032</a:t>
            </a:r>
          </a:p>
          <a:p xmlns:a="http://schemas.openxmlformats.org/drawingml/2006/main">
            <a:r>
              <a:t>- Godyak, Piejak &amp; Alexandrovich, Plasma Sources Sci. Technol. 11 (2002) 525–543. DOI:10.1088/0963-0252/11/4/320</a:t>
            </a:r>
          </a:p>
          <a:p xmlns:a="http://schemas.openxmlformats.org/drawingml/2006/main">
            <a:r>
              <a:t>- Godyak &amp; Kolobov, Phys. Rev. Lett. 81 (1998) 369. DOI:10.1103/PhysRevLett.81.369</a:t>
            </a:r>
          </a:p>
          <a:p xmlns:a="http://schemas.openxmlformats.org/drawingml/2006/main">
            <a:r>
              <a:t>- Godyak et al., Phys. Rev. E 64 (2001) 026406. DOI:10.1103/PhysRevE.64.026406</a:t>
            </a:r>
          </a:p>
          <a:p xmlns:a="http://schemas.openxmlformats.org/drawingml/2006/main">
            <a:r>
              <a:t>- COMSOL 6.4 Application Library: Argon GEC ICP, argon_gec_icp.html</a:t>
            </a:r>
          </a:p>
          <a:p xmlns:a="http://schemas.openxmlformats.org/drawingml/2006/main">
            <a:r>
              <a:t>- COMSOL 6.4 Application Library: GEC CCP Reactor, argon_gec_ccp.html</a:t>
            </a:r>
          </a:p>
          <a:p xmlns:a="http://schemas.openxmlformats.org/drawingml/2006/main">
            <a:r>
              <a:t>- docs/comsol_workflow.md</a:t>
            </a:r>
          </a:p>
          <a:p xmlns:a="http://schemas.openxmlformats.org/drawingml/2006/main">
            <a:r>
              <a:t>- outputs/argon_gec_icp/</a:t>
            </a:r>
          </a:p>
          <a:p xmlns:a="http://schemas.openxmlformats.org/drawingml/2006/main">
            <a:r>
              <a:t>- outputs/lxcat_swarm_validation/evaluation/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05b674a44b1479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b3e6e73311419f" /><Relationship Type="http://schemas.openxmlformats.org/officeDocument/2006/relationships/slideLayout" Target="/ppt/slideLayouts/slideLayout1.xml" Id="R1817e513a3d64b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817e513a3d64b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1702cad23df4021" /><Relationship Type="http://schemas.openxmlformats.org/officeDocument/2006/relationships/image" Target="/ppt/media/image.png" Id="R181a1621c31e4ab2" /><Relationship Type="http://schemas.openxmlformats.org/officeDocument/2006/relationships/image" Target="/ppt/media/image2.png" Id="Rda6bd54f356d4baf" /><Relationship Type="http://schemas.openxmlformats.org/officeDocument/2006/relationships/notesSlide" Target="/ppt/notesSlides/notesSlide1.xml" Id="Rd63d43910bd94a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b183b9828f2441f" /><Relationship Type="http://schemas.openxmlformats.org/officeDocument/2006/relationships/notesSlide" Target="/ppt/notesSlides/notesSlide2.xml" Id="Rd99856c4133347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e53472b233e4941" /><Relationship Type="http://schemas.openxmlformats.org/officeDocument/2006/relationships/notesSlide" Target="/ppt/notesSlides/notesSlide3.xml" Id="R2c08ae5ad8a54b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a21c28ef48f4dc1" /><Relationship Type="http://schemas.openxmlformats.org/officeDocument/2006/relationships/notesSlide" Target="/ppt/notesSlides/notesSlide4.xml" Id="Rd46b6cf9ad3c46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377ec268d04f8a" /><Relationship Type="http://schemas.openxmlformats.org/officeDocument/2006/relationships/chart" Target="/ppt/slides/charts/chart1.xml" Id="R7c299482759c4cca" /><Relationship Type="http://schemas.openxmlformats.org/officeDocument/2006/relationships/notesSlide" Target="/ppt/notesSlides/notesSlide5.xml" Id="Rbd73c2e01f9945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28d46b0a8784edb" /><Relationship Type="http://schemas.openxmlformats.org/officeDocument/2006/relationships/notesSlide" Target="/ppt/notesSlides/notesSlide6.xml" Id="R15b1743297984a2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506ea3f9b804614" /><Relationship Type="http://schemas.openxmlformats.org/officeDocument/2006/relationships/notesSlide" Target="/ppt/notesSlides/notesSlide7.xml" Id="Rf945d3d07017415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6260bcf2062400b" /><Relationship Type="http://schemas.openxmlformats.org/officeDocument/2006/relationships/notesSlide" Target="/ppt/notesSlides/notesSlide8.xml" Id="R5da1f8fd7fd647f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a6619e58f5b458c" /><Relationship Type="http://schemas.openxmlformats.org/officeDocument/2006/relationships/notesSlide" Target="/ppt/notesSlides/notesSlide9.xml" Id="Rd320ca10e9fd4a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8e055193787409e" /><Relationship Type="http://schemas.openxmlformats.org/officeDocument/2006/relationships/notesSlide" Target="/ppt/notesSlides/notesSlide10.xml" Id="Rc840485d2b474b9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25fb33f76c440a6" /><Relationship Type="http://schemas.openxmlformats.org/officeDocument/2006/relationships/notesSlide" Target="/ppt/notesSlides/notesSlide11.xml" Id="R7c58d3925b7643e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798f1e0056141c1" /><Relationship Type="http://schemas.openxmlformats.org/officeDocument/2006/relationships/notesSlide" Target="/ppt/notesSlides/notesSlide12.xml" Id="R41f615e5019d4dd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cd50dce17be4aee" /><Relationship Type="http://schemas.openxmlformats.org/officeDocument/2006/relationships/notesSlide" Target="/ppt/notesSlides/notesSlide13.xml" Id="Ra758c9432c6f445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77134d5f58841d4" /><Relationship Type="http://schemas.openxmlformats.org/officeDocument/2006/relationships/notesSlide" Target="/ppt/notesSlides/notesSlide14.xml" Id="R9f7b712575a74b4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e94f99fc97546c1" /><Relationship Type="http://schemas.openxmlformats.org/officeDocument/2006/relationships/notesSlide" Target="/ppt/notesSlides/notesSlide15.xml" Id="R4ce8a4b64988479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b78476d6f9e462c" /><Relationship Type="http://schemas.openxmlformats.org/officeDocument/2006/relationships/notesSlide" Target="/ppt/notesSlides/notesSlide16.xml" Id="R1f3e65b57468446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602c4c9ba694af0" /><Relationship Type="http://schemas.openxmlformats.org/officeDocument/2006/relationships/notesSlide" Target="/ppt/notesSlides/notesSlide17.xml" Id="Re6c804129073494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dd09fb8f1d94c0d" /><Relationship Type="http://schemas.openxmlformats.org/officeDocument/2006/relationships/notesSlide" Target="/ppt/notesSlides/notesSlide18.xml" Id="R98d8c247fd0548c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cb29169221149bf" /><Relationship Type="http://schemas.openxmlformats.org/officeDocument/2006/relationships/notesSlide" Target="/ppt/notesSlides/notesSlide19.xml" Id="R3fa6ecc498b24c3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0a87c79fcc94156" /><Relationship Type="http://schemas.openxmlformats.org/officeDocument/2006/relationships/notesSlide" Target="/ppt/notesSlides/notesSlide20.xml" Id="R6453e3392f344b8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a729a3d76f84448" /><Relationship Type="http://schemas.openxmlformats.org/officeDocument/2006/relationships/notesSlide" Target="/ppt/notesSlides/notesSlide21.xml" Id="Rba7d9ffa2e71425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d1ea6617e814a74" /><Relationship Type="http://schemas.openxmlformats.org/officeDocument/2006/relationships/notesSlide" Target="/ppt/notesSlides/notesSlide22.xml" Id="R0b8da7679c094ee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6a335d1688d4e7b" /><Relationship Type="http://schemas.openxmlformats.org/officeDocument/2006/relationships/notesSlide" Target="/ppt/notesSlides/notesSlide23.xml" Id="Re35f038786ac452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6847d44aded4390" /><Relationship Type="http://schemas.openxmlformats.org/officeDocument/2006/relationships/notesSlide" Target="/ppt/notesSlides/notesSlide24.xml" Id="R7791fbae48e14c5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34a09b8322547b1" /><Relationship Type="http://schemas.openxmlformats.org/officeDocument/2006/relationships/notesSlide" Target="/ppt/notesSlides/notesSlide25.xml" Id="R537059cecb40488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0e83f52ad9b4497" /><Relationship Type="http://schemas.openxmlformats.org/officeDocument/2006/relationships/notesSlide" Target="/ppt/notesSlides/notesSlide26.xml" Id="R8545e8473f13434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3e64e2fbd9f46f0" /><Relationship Type="http://schemas.openxmlformats.org/officeDocument/2006/relationships/chart" Target="/ppt/slides/charts/chart2.xml" Id="R866f272f2c2449ec" /><Relationship Type="http://schemas.openxmlformats.org/officeDocument/2006/relationships/chart" Target="/ppt/slides/charts/chart3.xml" Id="R7db2ef531a1e48fb" /><Relationship Type="http://schemas.openxmlformats.org/officeDocument/2006/relationships/chart" Target="/ppt/slides/charts/chart4.xml" Id="R086588fe795a4df5" /><Relationship Type="http://schemas.openxmlformats.org/officeDocument/2006/relationships/chart" Target="/ppt/slides/charts/chart5.xml" Id="R595f39437b924388" /><Relationship Type="http://schemas.openxmlformats.org/officeDocument/2006/relationships/notesSlide" Target="/ppt/notesSlides/notesSlide27.xml" Id="R71ed4829b3314c6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b4d59d145cd4c82" /><Relationship Type="http://schemas.openxmlformats.org/officeDocument/2006/relationships/chart" Target="/ppt/slides/charts/chart6.xml" Id="R958b7fd65da04198" /><Relationship Type="http://schemas.openxmlformats.org/officeDocument/2006/relationships/notesSlide" Target="/ppt/notesSlides/notesSlide28.xml" Id="Re907af59ffdf432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f5ff86e4bfa4bf7" /><Relationship Type="http://schemas.openxmlformats.org/officeDocument/2006/relationships/chart" Target="/ppt/slides/charts/chart7.xml" Id="R73076ce39e1a4119" /><Relationship Type="http://schemas.openxmlformats.org/officeDocument/2006/relationships/chart" Target="/ppt/slides/charts/chart8.xml" Id="Rdd621f04467f45f9" /><Relationship Type="http://schemas.openxmlformats.org/officeDocument/2006/relationships/notesSlide" Target="/ppt/notesSlides/notesSlide29.xml" Id="Raa7e5483e1e8455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30483838c864f9b" /><Relationship Type="http://schemas.openxmlformats.org/officeDocument/2006/relationships/chart" Target="/ppt/slides/charts/chart9.xml" Id="R1ffb12e8708e42de" /><Relationship Type="http://schemas.openxmlformats.org/officeDocument/2006/relationships/chart" Target="/ppt/slides/charts/chart10.xml" Id="R916b59e019fd4b95" /><Relationship Type="http://schemas.openxmlformats.org/officeDocument/2006/relationships/notesSlide" Target="/ppt/notesSlides/notesSlide30.xml" Id="R7ec491a1eb83462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23d0f0c33fe04512" /><Relationship Type="http://schemas.openxmlformats.org/officeDocument/2006/relationships/notesSlide" Target="/ppt/notesSlides/notesSlide31.xml" Id="R92a2ce0c7e314e8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6d3e393eee804708" /><Relationship Type="http://schemas.openxmlformats.org/officeDocument/2006/relationships/notesSlide" Target="/ppt/notesSlides/notesSlide32.xml" Id="Re9dd965d3efa465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fb6576fa517140ee" /><Relationship Type="http://schemas.openxmlformats.org/officeDocument/2006/relationships/chart" Target="/ppt/slides/charts/chart11.xml" Id="R8d2fee0ae0d843a5" /><Relationship Type="http://schemas.openxmlformats.org/officeDocument/2006/relationships/chart" Target="/ppt/slides/charts/chart12.xml" Id="Ra55696d236d54586" /><Relationship Type="http://schemas.openxmlformats.org/officeDocument/2006/relationships/chart" Target="/ppt/slides/charts/chart13.xml" Id="Rb0f12880432c4fe7" /><Relationship Type="http://schemas.openxmlformats.org/officeDocument/2006/relationships/chart" Target="/ppt/slides/charts/chart14.xml" Id="Ra3ca134cefee451f" /><Relationship Type="http://schemas.openxmlformats.org/officeDocument/2006/relationships/notesSlide" Target="/ppt/notesSlides/notesSlide33.xml" Id="R26751162ee434d1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4a85e80cc6f84c26" /><Relationship Type="http://schemas.openxmlformats.org/officeDocument/2006/relationships/chart" Target="/ppt/slides/charts/chart15.xml" Id="R22bd03e864e04742" /><Relationship Type="http://schemas.openxmlformats.org/officeDocument/2006/relationships/chart" Target="/ppt/slides/charts/chart16.xml" Id="Rd0ba27cc82db4ff6" /><Relationship Type="http://schemas.openxmlformats.org/officeDocument/2006/relationships/notesSlide" Target="/ppt/notesSlides/notesSlide34.xml" Id="R86d7c70d599c4b1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86004d9ecb54cb2" /><Relationship Type="http://schemas.openxmlformats.org/officeDocument/2006/relationships/chart" Target="/ppt/slides/charts/chart17.xml" Id="R3d146aa9e15f40f7" /><Relationship Type="http://schemas.openxmlformats.org/officeDocument/2006/relationships/chart" Target="/ppt/slides/charts/chart18.xml" Id="R65b9c5a94968401d" /><Relationship Type="http://schemas.openxmlformats.org/officeDocument/2006/relationships/chart" Target="/ppt/slides/charts/chart19.xml" Id="Rdbabc6517dba46c9" /><Relationship Type="http://schemas.openxmlformats.org/officeDocument/2006/relationships/chart" Target="/ppt/slides/charts/chart20.xml" Id="Rf2f77c6b625e47e3" /><Relationship Type="http://schemas.openxmlformats.org/officeDocument/2006/relationships/notesSlide" Target="/ppt/notesSlides/notesSlide35.xml" Id="R1b3e1994d83e4f7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626a7bf0bd3c494b" /><Relationship Type="http://schemas.openxmlformats.org/officeDocument/2006/relationships/chart" Target="/ppt/slides/charts/chart21.xml" Id="R35fbcffd966c43d4" /><Relationship Type="http://schemas.openxmlformats.org/officeDocument/2006/relationships/notesSlide" Target="/ppt/notesSlides/notesSlide36.xml" Id="R4e088d2a173a4b9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124760f10b964efc" /><Relationship Type="http://schemas.openxmlformats.org/officeDocument/2006/relationships/notesSlide" Target="/ppt/notesSlides/notesSlide37.xml" Id="Ra39adb0c12b8483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4065e4bbf7b94f6e" /><Relationship Type="http://schemas.openxmlformats.org/officeDocument/2006/relationships/chart" Target="/ppt/slides/charts/chart22.xml" Id="R1376403a361640c3" /><Relationship Type="http://schemas.openxmlformats.org/officeDocument/2006/relationships/chart" Target="/ppt/slides/charts/chart23.xml" Id="Rfdec2db9f23844ff" /><Relationship Type="http://schemas.openxmlformats.org/officeDocument/2006/relationships/notesSlide" Target="/ppt/notesSlides/notesSlide38.xml" Id="R47f561af54544eb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357d3af3f6044f75" /><Relationship Type="http://schemas.openxmlformats.org/officeDocument/2006/relationships/notesSlide" Target="/ppt/notesSlides/notesSlide39.xml" Id="R8a7d65095fb3467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b9e95a591efe4126" /><Relationship Type="http://schemas.openxmlformats.org/officeDocument/2006/relationships/chart" Target="/ppt/slides/charts/chart24.xml" Id="R8fdb46cdad6b4196" /><Relationship Type="http://schemas.openxmlformats.org/officeDocument/2006/relationships/notesSlide" Target="/ppt/notesSlides/notesSlide40.xml" Id="R9340ec53a1554ad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ab7ba224782547e6" /><Relationship Type="http://schemas.openxmlformats.org/officeDocument/2006/relationships/notesSlide" Target="/ppt/notesSlides/notesSlide41.xml" Id="R6c9faf2989ae4f2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c51a8ac8b6114d65" /><Relationship Type="http://schemas.openxmlformats.org/officeDocument/2006/relationships/notesSlide" Target="/ppt/notesSlides/notesSlide42.xml" Id="R422595dccac147c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95a4d8f1334f4790" /><Relationship Type="http://schemas.openxmlformats.org/officeDocument/2006/relationships/notesSlide" Target="/ppt/notesSlides/notesSlide43.xml" Id="R0438373c9fa4405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6095b563993448ac" /><Relationship Type="http://schemas.openxmlformats.org/officeDocument/2006/relationships/notesSlide" Target="/ppt/notesSlides/notesSlide44.xml" Id="R2c57c2830e794e6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1a42cdf096ad4853" /><Relationship Type="http://schemas.openxmlformats.org/officeDocument/2006/relationships/image" Target="/ppt/media/image3.png" Id="R7aec565467724dee" /><Relationship Type="http://schemas.openxmlformats.org/officeDocument/2006/relationships/notesSlide" Target="/ppt/notesSlides/notesSlide45.xml" Id="R24b814840bce4be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8b4262c2aa854ea9" /><Relationship Type="http://schemas.openxmlformats.org/officeDocument/2006/relationships/image" Target="/ppt/media/image4.png" Id="R7b379b367ba7431f" /><Relationship Type="http://schemas.openxmlformats.org/officeDocument/2006/relationships/notesSlide" Target="/ppt/notesSlides/notesSlide46.xml" Id="R2b5783f2db474369"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d1bbc6814668453f" /><Relationship Type="http://schemas.openxmlformats.org/officeDocument/2006/relationships/image" Target="/ppt/media/image5.png" Id="R0d033604b3fc428c" /><Relationship Type="http://schemas.openxmlformats.org/officeDocument/2006/relationships/notesSlide" Target="/ppt/notesSlides/notesSlide47.xml" Id="Rea4586cdec414b6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eddcaf035b574981" /><Relationship Type="http://schemas.openxmlformats.org/officeDocument/2006/relationships/notesSlide" Target="/ppt/notesSlides/notesSlide48.xml" Id="Rb691771cfdb34a2d"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7f56640590fb4a76" /><Relationship Type="http://schemas.openxmlformats.org/officeDocument/2006/relationships/image" Target="/ppt/media/image6.png" Id="Ra16b73779c6c4e3c" /><Relationship Type="http://schemas.openxmlformats.org/officeDocument/2006/relationships/notesSlide" Target="/ppt/notesSlides/notesSlide49.xml" Id="R7c62e8bc7d274ab4"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6cab9a6d47df4be4" /><Relationship Type="http://schemas.openxmlformats.org/officeDocument/2006/relationships/image" Target="/ppt/media/image7.png" Id="R9b85bb344dd44e90" /><Relationship Type="http://schemas.openxmlformats.org/officeDocument/2006/relationships/notesSlide" Target="/ppt/notesSlides/notesSlide50.xml" Id="Rf95d6e8d24ab4418"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d98ae42069214436" /><Relationship Type="http://schemas.openxmlformats.org/officeDocument/2006/relationships/image" Target="/ppt/media/image8.png" Id="Re79d5ab1d0d64e1f" /><Relationship Type="http://schemas.openxmlformats.org/officeDocument/2006/relationships/notesSlide" Target="/ppt/notesSlides/notesSlide51.xml" Id="R1b180fa52193419b"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b30bd8419912496d" /><Relationship Type="http://schemas.openxmlformats.org/officeDocument/2006/relationships/image" Target="/ppt/media/image9.png" Id="R4b62279f589248d1" /><Relationship Type="http://schemas.openxmlformats.org/officeDocument/2006/relationships/notesSlide" Target="/ppt/notesSlides/notesSlide52.xml" Id="R6b2e575650a843af"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965f17bf9617475e" /><Relationship Type="http://schemas.openxmlformats.org/officeDocument/2006/relationships/image" Target="/ppt/media/image10.png" Id="Rfe664d14dfb541d6" /><Relationship Type="http://schemas.openxmlformats.org/officeDocument/2006/relationships/notesSlide" Target="/ppt/notesSlides/notesSlide53.xml" Id="Re16335747b6c4c3d"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5f08ab2f09fb4fbe" /><Relationship Type="http://schemas.openxmlformats.org/officeDocument/2006/relationships/chart" Target="/ppt/slides/charts/chart25.xml" Id="Rb0bfc224f62a4ec2" /><Relationship Type="http://schemas.openxmlformats.org/officeDocument/2006/relationships/chart" Target="/ppt/slides/charts/chart26.xml" Id="Rdbc0b2d23c5a47be" /><Relationship Type="http://schemas.openxmlformats.org/officeDocument/2006/relationships/chart" Target="/ppt/slides/charts/chart27.xml" Id="R440d181dc6f84b07" /><Relationship Type="http://schemas.openxmlformats.org/officeDocument/2006/relationships/notesSlide" Target="/ppt/notesSlides/notesSlide54.xml" Id="Rc61c84775ed046a2"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218e931fdf864743" /><Relationship Type="http://schemas.openxmlformats.org/officeDocument/2006/relationships/chart" Target="/ppt/slides/charts/chart28.xml" Id="Reada7cdd60cb44a4" /><Relationship Type="http://schemas.openxmlformats.org/officeDocument/2006/relationships/chart" Target="/ppt/slides/charts/chart29.xml" Id="R94448a70fea04fd2" /><Relationship Type="http://schemas.openxmlformats.org/officeDocument/2006/relationships/chart" Target="/ppt/slides/charts/chart30.xml" Id="Rca2d8325a58e467a" /><Relationship Type="http://schemas.openxmlformats.org/officeDocument/2006/relationships/notesSlide" Target="/ppt/notesSlides/notesSlide55.xml" Id="Rd38e1e05c9054d99"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2bfbcafe89964fd7" /><Relationship Type="http://schemas.openxmlformats.org/officeDocument/2006/relationships/image" Target="/ppt/media/image11.png" Id="R1690fe6bcc254d34" /><Relationship Type="http://schemas.openxmlformats.org/officeDocument/2006/relationships/notesSlide" Target="/ppt/notesSlides/notesSlide56.xml" Id="R8c52b6c7a57a4d78"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3446dfd5dd494e34" /><Relationship Type="http://schemas.openxmlformats.org/officeDocument/2006/relationships/image" Target="/ppt/media/image12.png" Id="R8ca0b072dde548c3" /><Relationship Type="http://schemas.openxmlformats.org/officeDocument/2006/relationships/notesSlide" Target="/ppt/notesSlides/notesSlide57.xml" Id="R1e663c63a1244ccf"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b7f70164bd494565" /><Relationship Type="http://schemas.openxmlformats.org/officeDocument/2006/relationships/image" Target="/ppt/media/image13.png" Id="R19e54e621b724465" /><Relationship Type="http://schemas.openxmlformats.org/officeDocument/2006/relationships/notesSlide" Target="/ppt/notesSlides/notesSlide58.xml" Id="R0b4ac76ffe884b73"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906eec329345431f" /><Relationship Type="http://schemas.openxmlformats.org/officeDocument/2006/relationships/image" Target="/ppt/media/image14.png" Id="Rc49991082c184bdf" /><Relationship Type="http://schemas.openxmlformats.org/officeDocument/2006/relationships/notesSlide" Target="/ppt/notesSlides/notesSlide59.xml" Id="Rd497f92388f8405a"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ccbe69677cdd49f4" /><Relationship Type="http://schemas.openxmlformats.org/officeDocument/2006/relationships/image" Target="/ppt/media/image15.png" Id="R8655dfabae124828" /><Relationship Type="http://schemas.openxmlformats.org/officeDocument/2006/relationships/notesSlide" Target="/ppt/notesSlides/notesSlide60.xml" Id="R1c7f2ff769904867"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8a9c653d88964ed0" /><Relationship Type="http://schemas.openxmlformats.org/officeDocument/2006/relationships/notesSlide" Target="/ppt/notesSlides/notesSlide61.xml" Id="Rd71538a5407540b3"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3335968e774d47e3" /><Relationship Type="http://schemas.openxmlformats.org/officeDocument/2006/relationships/chart" Target="/ppt/slides/charts/chart31.xml" Id="R726bb5d730b74dbc" /><Relationship Type="http://schemas.openxmlformats.org/officeDocument/2006/relationships/notesSlide" Target="/ppt/notesSlides/notesSlide62.xml" Id="R7e90e3b14290417e"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f3776fd192ee4916" /><Relationship Type="http://schemas.openxmlformats.org/officeDocument/2006/relationships/chart" Target="/ppt/slides/charts/chart32.xml" Id="Rc88790a980f24097" /><Relationship Type="http://schemas.openxmlformats.org/officeDocument/2006/relationships/chart" Target="/ppt/slides/charts/chart33.xml" Id="R8f01fb5e54bb4b81" /><Relationship Type="http://schemas.openxmlformats.org/officeDocument/2006/relationships/notesSlide" Target="/ppt/notesSlides/notesSlide63.xml" Id="Rd90c02b8f21f4504"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80eaee89493649a4" /><Relationship Type="http://schemas.openxmlformats.org/officeDocument/2006/relationships/chart" Target="/ppt/slides/charts/chart34.xml" Id="R31b2591aebae442e" /><Relationship Type="http://schemas.openxmlformats.org/officeDocument/2006/relationships/notesSlide" Target="/ppt/notesSlides/notesSlide64.xml" Id="Re0d94fdb083d474d"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637be294560d45f8" /><Relationship Type="http://schemas.openxmlformats.org/officeDocument/2006/relationships/notesSlide" Target="/ppt/notesSlides/notesSlide65.xml" Id="R1dff5ad9716b4d90"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982a7a7d122142d6" /><Relationship Type="http://schemas.openxmlformats.org/officeDocument/2006/relationships/image" Target="/ppt/media/image16.png" Id="R7dffc443faf84f25" /><Relationship Type="http://schemas.openxmlformats.org/officeDocument/2006/relationships/notesSlide" Target="/ppt/notesSlides/notesSlide66.xml" Id="R5f67adf1ae9b4f03"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c023f33d48774b4f" /><Relationship Type="http://schemas.openxmlformats.org/officeDocument/2006/relationships/image" Target="/ppt/media/image17.png" Id="R201b7f89a5f74078" /><Relationship Type="http://schemas.openxmlformats.org/officeDocument/2006/relationships/notesSlide" Target="/ppt/notesSlides/notesSlide67.xml" Id="Ra5aee0b9683a4c17"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4f4d14ee5aab4008" /><Relationship Type="http://schemas.openxmlformats.org/officeDocument/2006/relationships/image" Target="/ppt/media/image18.png" Id="Raf01f06a385a42e8" /><Relationship Type="http://schemas.openxmlformats.org/officeDocument/2006/relationships/notesSlide" Target="/ppt/notesSlides/notesSlide68.xml" Id="R3a48122d2a5e4267"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b6afe57dc15c4ccf" /><Relationship Type="http://schemas.openxmlformats.org/officeDocument/2006/relationships/image" Target="/ppt/media/image19.png" Id="Re5415a0a1390407e" /><Relationship Type="http://schemas.openxmlformats.org/officeDocument/2006/relationships/notesSlide" Target="/ppt/notesSlides/notesSlide69.xml" Id="R39b7a7fbbf944f8b"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3ef99313656f4ce2" /><Relationship Type="http://schemas.openxmlformats.org/officeDocument/2006/relationships/notesSlide" Target="/ppt/notesSlides/notesSlide70.xml" Id="R96bc8649843141b1"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da6d2fba23bd4d58" /><Relationship Type="http://schemas.openxmlformats.org/officeDocument/2006/relationships/notesSlide" Target="/ppt/notesSlides/notesSlide71.xml" Id="R21561332a6744c15"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4839b2f1d019403a" /><Relationship Type="http://schemas.openxmlformats.org/officeDocument/2006/relationships/notesSlide" Target="/ppt/notesSlides/notesSlide72.xml" Id="R09438d5183a14aba"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0f6b9e5999df4149" /><Relationship Type="http://schemas.openxmlformats.org/officeDocument/2006/relationships/notesSlide" Target="/ppt/notesSlides/notesSlide73.xml" Id="R937818d605bc47ad"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96143db5e98f4415" /><Relationship Type="http://schemas.openxmlformats.org/officeDocument/2006/relationships/notesSlide" Target="/ppt/notesSlides/notesSlide74.xml" Id="R6e8adbc1a5ec482c"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764f80a0cf734847" /><Relationship Type="http://schemas.openxmlformats.org/officeDocument/2006/relationships/notesSlide" Target="/ppt/notesSlides/notesSlide75.xml" Id="Rbead2249d4d14782"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fcb659d2abd24bc6" /><Relationship Type="http://schemas.openxmlformats.org/officeDocument/2006/relationships/notesSlide" Target="/ppt/notesSlides/notesSlide76.xml" Id="Radb93d3d509d44da"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275" b="1">
                <a:solidFill>
                  <a:srgbClr val="241646"/>
                </a:solidFill>
                <a:latin typeface="Noto Sans JP"/>
                <a:ea typeface="Noto Sans JP"/>
                <a:cs typeface="Noto Sans JP"/>
              </a:rPr>
              <a:t>概念図：EEDFの尾部が異なる2分布</a:t>
            </a:r>
          </a:p>
        </c:rich>
      </c:tx>
      <c:overlay val="0"/>
      <c:txPr>
        <a:bodyPr xmlns:a="http://schemas.openxmlformats.org/drawingml/2006/main" anchorCtr="1"/>
        <a:lstStyle xmlns:a="http://schemas.openxmlformats.org/drawingml/2006/main"/>
        <a:p xmlns:a="http://schemas.openxmlformats.org/drawingml/2006/main">
          <a:pPr>
            <a:defRPr sz="1275" b="1">
              <a:solidFill>
                <a:srgbClr val="241646"/>
              </a:solidFill>
              <a:latin typeface="Noto Sans JP"/>
              <a:ea typeface="Noto Sans JP"/>
              <a:cs typeface="Noto Sans JP"/>
            </a:defRPr>
          </a:pPr>
        </a:p>
      </c:txPr>
    </c:title>
    <c:plotArea>
      <c:scatterChart>
        <c:scatterStyle val="line"/>
        <c:ser>
          <c:idx val="0"/>
          <c:order val="0"/>
          <c:tx>
            <c:v>分布A：単一温度型</c:v>
          </c:tx>
          <c:spPr>
            <a:ln xmlns:a="http://schemas.openxmlformats.org/drawingml/2006/main" w="28575">
              <a:solidFill>
                <a:srgbClr val="00A6D6"/>
              </a:solidFill>
              <a:prstDash val="solid"/>
            </a:ln>
          </c:spPr>
          <c:marker>
            <c:symbol val="none"/>
          </c:marker>
          <c:xVal>
            <c:numLit>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Lit>
          </c:xVal>
          <c:yVal>
            <c:numLit>
              <c:formatCode>General</c:formatCode>
              <c:ptCount val="31"/>
              <c:pt idx="0">
                <c:v>8.620026464723539E-06</c:v>
              </c:pt>
              <c:pt idx="1">
                <c:v>0.18743534496852857</c:v>
              </c:pt>
              <c:pt idx="2">
                <c:v>0.18226755941131492</c:v>
              </c:pt>
              <c:pt idx="3">
                <c:v>0.1534962954763666</c:v>
              </c:pt>
              <c:pt idx="4">
                <c:v>0.12187374527084982</c:v>
              </c:pt>
              <c:pt idx="5">
                <c:v>0.09369319624572381</c:v>
              </c:pt>
              <c:pt idx="6">
                <c:v>0.07057348572757041</c:v>
              </c:pt>
              <c:pt idx="7">
                <c:v>0.052415273213725175</c:v>
              </c:pt>
              <c:pt idx="8">
                <c:v>0.038529796749754514</c:v>
              </c:pt>
              <c:pt idx="9">
                <c:v>0.028100617919892282</c:v>
              </c:pt>
              <c:pt idx="10">
                <c:v>0.02036748972561595</c:v>
              </c:pt>
              <c:pt idx="11">
                <c:v>0.014688476039487528</c:v>
              </c:pt>
              <c:pt idx="12">
                <c:v>0.010549063589963657</c:v>
              </c:pt>
              <c:pt idx="13">
                <c:v>0.007549841845067623</c:v>
              </c:pt>
              <c:pt idx="14">
                <c:v>0.005387323889863933</c:v>
              </c:pt>
              <c:pt idx="15">
                <c:v>0.003834401525759569</c:v>
              </c:pt>
              <c:pt idx="16">
                <c:v>0.002723045143487801</c:v>
              </c:pt>
              <c:pt idx="17">
                <c:v>0.0019300217414275932</c:v>
              </c:pt>
              <c:pt idx="18">
                <c:v>0.001365579170740744</c:v>
              </c:pt>
              <c:pt idx="19">
                <c:v>0.0009647178681367614</c:v>
              </c:pt>
              <c:pt idx="20">
                <c:v>0.0006805834914903737</c:v>
              </c:pt>
              <c:pt idx="21">
                <c:v>0.00047953349832560884</c:v>
              </c:pt>
              <c:pt idx="22">
                <c:v>0.0003374920402010422</c:v>
              </c:pt>
              <c:pt idx="23">
                <c:v>0.00023727883570187272</c:v>
              </c:pt>
              <c:pt idx="24">
                <c:v>0.00016666468897401837</c:v>
              </c:pt>
              <c:pt idx="25">
                <c:v>0.00011696363863312797</c:v>
              </c:pt>
              <c:pt idx="26">
                <c:v>8.201823716215421E-05</c:v>
              </c:pt>
              <c:pt idx="27">
                <c:v>5.74709702867495E-05</c:v>
              </c:pt>
              <c:pt idx="28">
                <c:v>4.024283367284476E-05</c:v>
              </c:pt>
              <c:pt idx="29">
                <c:v>2.816121755284821E-05</c:v>
              </c:pt>
              <c:pt idx="30">
                <c:v>1.9694998257506013E-05</c:v>
              </c:pt>
            </c:numLit>
          </c:yVal>
        </c:ser>
        <c:ser>
          <c:idx val="1"/>
          <c:order val="1"/>
          <c:tx>
            <c:v>分布B：高エネルギー尾部あり</c:v>
          </c:tx>
          <c:spPr>
            <a:ln xmlns:a="http://schemas.openxmlformats.org/drawingml/2006/main" w="28575">
              <a:solidFill>
                <a:srgbClr val="7B2FA3"/>
              </a:solidFill>
              <a:prstDash val="solid"/>
            </a:ln>
          </c:spPr>
          <c:marker>
            <c:symbol val="none"/>
          </c:marker>
          <c:xVal>
            <c:numLit>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Lit>
          </c:xVal>
          <c:yVal>
            <c:numLit>
              <c:formatCode>General</c:formatCode>
              <c:ptCount val="31"/>
              <c:pt idx="0">
                <c:v>7.406683452631408E-06</c:v>
              </c:pt>
              <c:pt idx="1">
                <c:v>0.14563274442743146</c:v>
              </c:pt>
              <c:pt idx="2">
                <c:v>0.13092368806924595</c:v>
              </c:pt>
              <c:pt idx="3">
                <c:v>0.10493450214586937</c:v>
              </c:pt>
              <c:pt idx="4">
                <c:v>0.0821972540218558</c:v>
              </c:pt>
              <c:pt idx="5">
                <c:v>0.06498142012483818</c:v>
              </c:pt>
              <c:pt idx="6">
                <c:v>0.05260145467783472</c:v>
              </c:pt>
              <c:pt idx="7">
                <c:v>0.04382818066145312</c:v>
              </c:pt>
              <c:pt idx="8">
                <c:v>0.03756302476571141</c:v>
              </c:pt>
              <c:pt idx="9">
                <c:v>0.03297954379371405</c:v>
              </c:pt>
              <c:pt idx="10">
                <c:v>0.029502747902583674</c:v>
              </c:pt>
              <c:pt idx="11">
                <c:v>0.026750178119268466</c:v>
              </c:pt>
              <c:pt idx="12">
                <c:v>0.024474896304933262</c:v>
              </c:pt>
              <c:pt idx="13">
                <c:v>0.022520860450283356</c:v>
              </c:pt>
              <c:pt idx="14">
                <c:v>0.020791051221929178</c:v>
              </c:pt>
              <c:pt idx="15">
                <c:v>0.01922584375087315</c:v>
              </c:pt>
              <c:pt idx="16">
                <c:v>0.017788814693122008</c:v>
              </c:pt>
              <c:pt idx="17">
                <c:v>0.0164576551501067</c:v>
              </c:pt>
              <c:pt idx="18">
                <c:v>0.015218469135465814</c:v>
              </c:pt>
              <c:pt idx="19">
                <c:v>0.014062261885289978</c:v>
              </c:pt>
              <c:pt idx="20">
                <c:v>0.012982817443979841</c:v>
              </c:pt>
              <c:pt idx="21">
                <c:v>0.011975443098218142</c:v>
              </c:pt>
              <c:pt idx="22">
                <c:v>0.011036246224505025</c:v>
              </c:pt>
              <c:pt idx="23">
                <c:v>0.010161732772170504</c:v>
              </c:pt>
              <c:pt idx="24">
                <c:v>0.009348596353260397</c:v>
              </c:pt>
              <c:pt idx="25">
                <c:v>0.008593617559658323</c:v>
              </c:pt>
              <c:pt idx="26">
                <c:v>0.0078936248855567</c:v>
              </c:pt>
              <c:pt idx="27">
                <c:v>0.00724548831834659</c:v>
              </c:pt>
              <c:pt idx="28">
                <c:v>0.006646128727069664</c:v>
              </c:pt>
              <c:pt idx="29">
                <c:v>0.006092533486781163</c:v>
              </c:pt>
              <c:pt idx="30">
                <c:v>0.005581773145191087</c:v>
              </c:pt>
            </c:numLit>
          </c:yVal>
        </c:ser>
        <c:ser>
          <c:idx val="2"/>
          <c:order val="2"/>
          <c:tx>
            <c:v>Ar電離閾値 15.8 eV</c:v>
          </c:tx>
          <c:spPr>
            <a:ln xmlns:a="http://schemas.openxmlformats.org/drawingml/2006/main" w="19050">
              <a:solidFill>
                <a:srgbClr val="D64045"/>
              </a:solidFill>
              <a:prstDash val="dash"/>
            </a:ln>
          </c:spPr>
          <c:marker>
            <c:symbol val="none"/>
          </c:marker>
          <c:xVal>
            <c:numLit>
              <c:formatCode>General</c:formatCode>
              <c:ptCount val="2"/>
              <c:pt idx="0">
                <c:v>15.8</c:v>
              </c:pt>
              <c:pt idx="1">
                <c:v>15.8</c:v>
              </c:pt>
            </c:numLit>
          </c:xVal>
          <c:yVal>
            <c:numLit>
              <c:formatCode>General</c:formatCode>
              <c:ptCount val="2"/>
              <c:pt idx="0">
                <c:v>0</c:v>
              </c:pt>
              <c:pt idx="1">
                <c:v>0.21555064671380783</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0.21555064671380783"/>
          <c:min val="0"/>
        </c:scaling>
        <c:delete val="0"/>
        <c:axPos val="l"/>
        <c:majorGridlines>
          <c:spPr>
            <a:ln xmlns:a="http://schemas.openxmlformats.org/drawingml/2006/main" w="9525">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333333"/>
                    </a:solidFill>
                    <a:latin typeface="Noto Sans JP"/>
                    <a:ea typeface="Noto Sans JP"/>
                    <a:cs typeface="Noto Sans JP"/>
                  </a:rPr>
                  <a:t>確率密度 p(ε) [eV⁻¹]</a:t>
                </a:r>
              </a:p>
            </c:rich>
          </c:tx>
          <c:overlay val="0"/>
          <c:txPr>
            <a:bodyPr xmlns:a="http://schemas.openxmlformats.org/drawingml/2006/main" anchorCtr="1"/>
            <a:lstStyle xmlns:a="http://schemas.openxmlformats.org/drawingml/2006/main"/>
            <a:p xmlns:a="http://schemas.openxmlformats.org/drawingml/2006/main">
              <a:pPr>
                <a:defRPr sz="1050">
                  <a:solidFill>
                    <a:srgbClr val="333333"/>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Noto Sans JP"/>
                <a:ea typeface="Noto Sans JP"/>
                <a:cs typeface="Noto Sans JP"/>
              </a:defRPr>
            </a:pPr>
          </a:p>
        </c:txPr>
        <c:crossAx val="48650112"/>
      </c:valAx>
      <c:valAx>
        <c:axId val="48650112"/>
        <c:scaling>
          <c:orientation val="minMax"/>
          <c:max val="30"/>
          <c:min val="0"/>
        </c:scaling>
        <c:delete val="0"/>
        <c:axPos val="b"/>
        <c:majorGridlines>
          <c:spPr>
            <a:ln xmlns:a="http://schemas.openxmlformats.org/drawingml/2006/main" w="9525">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333333"/>
                    </a:solidFill>
                    <a:latin typeface="Noto Sans JP"/>
                    <a:ea typeface="Noto Sans JP"/>
                    <a:cs typeface="Noto Sans JP"/>
                  </a:rPr>
                  <a:t>電子エネルギー ε [eV]</a:t>
                </a:r>
              </a:p>
            </c:rich>
          </c:tx>
          <c:overlay val="0"/>
          <c:txPr>
            <a:bodyPr xmlns:a="http://schemas.openxmlformats.org/drawingml/2006/main" anchorCtr="1"/>
            <a:lstStyle xmlns:a="http://schemas.openxmlformats.org/drawingml/2006/main"/>
            <a:p xmlns:a="http://schemas.openxmlformats.org/drawingml/2006/main">
              <a:pPr>
                <a:defRPr sz="1050">
                  <a:solidFill>
                    <a:srgbClr val="333333"/>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Noto Sans JP"/>
                <a:ea typeface="Noto Sans JP"/>
                <a:cs typeface="Noto Sans JP"/>
              </a:defRPr>
            </a:pPr>
          </a:p>
        </c:txPr>
        <c:crossAx val="48672768"/>
        <c:majorUnit val="5"/>
      </c:valAx>
      <c:spPr>
        <a:solidFill xmlns:a="http://schemas.openxmlformats.org/drawingml/2006/main">
          <a:srgbClr val="FFFFFF"/>
        </a:solidFill>
        <a:ln xmlns:a="http://schemas.openxmlformats.org/drawingml/2006/main" w="7620">
          <a:solidFill>
            <a:srgbClr val="D0D5D8"/>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333333"/>
              </a:solidFill>
              <a:latin typeface="Noto Sans JP"/>
              <a:ea typeface="Noto Sans JP"/>
              <a:cs typeface="Noto Sans JP"/>
            </a:defRPr>
          </a:pPr>
        </a:p>
      </c:txPr>
    </c:legend>
    <c:plotVisOnly val="1"/>
  </c:chart>
  <c:spPr>
    <a:solidFill xmlns:a="http://schemas.openxmlformats.org/drawingml/2006/main">
      <a:srgbClr val="FFFFFF"/>
    </a:solidFill>
    <a:ln xmlns:a="http://schemas.openxmlformats.org/drawingml/2006/main" w="7620">
      <a:solidFill>
        <a:srgbClr val="D0D5D8"/>
      </a:solidFill>
      <a:prstDash val="solid"/>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333333"/>
                </a:solidFill>
                <a:latin typeface="Noto Sans JP"/>
                <a:ea typeface="Noto Sans JP"/>
                <a:cs typeface="Noto Sans JP"/>
              </a:rPr>
              <a:t>E/N = 10 Td</a:t>
            </a:r>
          </a:p>
        </c:rich>
      </c:tx>
      <c:overlay val="0"/>
      <c:txPr>
        <a:bodyPr xmlns:a="http://schemas.openxmlformats.org/drawingml/2006/main" anchorCtr="1"/>
        <a:lstStyle xmlns:a="http://schemas.openxmlformats.org/drawingml/2006/main"/>
        <a:p xmlns:a="http://schemas.openxmlformats.org/drawingml/2006/main">
          <a:pPr>
            <a:defRPr sz="1050" b="1">
              <a:solidFill>
                <a:srgbClr val="333333"/>
              </a:solidFill>
              <a:latin typeface="Noto Sans JP"/>
              <a:ea typeface="Noto Sans JP"/>
              <a:cs typeface="Noto Sans JP"/>
            </a:defRPr>
          </a:pPr>
        </a:p>
      </c:txPr>
    </c:title>
    <c:plotArea>
      <c:scatterChart>
        <c:scatterStyle val="line"/>
        <c:ser>
          <c:idx val="0"/>
          <c:order val="0"/>
          <c:tx>
            <c:v>Two-term Swarm</c:v>
          </c:tx>
          <c:spPr>
            <a:ln xmlns:a="http://schemas.openxmlformats.org/drawingml/2006/main" w="22860">
              <a:solidFill>
                <a:srgbClr val="3B67B0"/>
              </a:solidFill>
              <a:prstDash val="solid"/>
            </a:ln>
          </c:spPr>
          <c:marker>
            <c:symbol val="none"/>
          </c:marker>
          <c:xVal>
            <c:numLit>
              <c:formatCode>General</c:formatCode>
              <c:ptCount val="111"/>
              <c:pt idx="0">
                <c:v>0.001</c:v>
              </c:pt>
              <c:pt idx="1">
                <c:v>0.36462727272727274</c:v>
              </c:pt>
              <c:pt idx="2">
                <c:v>0.7282545454545455</c:v>
              </c:pt>
              <c:pt idx="3">
                <c:v>1.0918818181818182</c:v>
              </c:pt>
              <c:pt idx="4">
                <c:v>1.4555090909090909</c:v>
              </c:pt>
              <c:pt idx="5">
                <c:v>1.8191363636363636</c:v>
              </c:pt>
              <c:pt idx="6">
                <c:v>2.1827636363636365</c:v>
              </c:pt>
              <c:pt idx="7">
                <c:v>2.546390909090909</c:v>
              </c:pt>
              <c:pt idx="8">
                <c:v>2.910018181818182</c:v>
              </c:pt>
              <c:pt idx="9">
                <c:v>3.2736454545454547</c:v>
              </c:pt>
              <c:pt idx="10">
                <c:v>3.637272727272727</c:v>
              </c:pt>
              <c:pt idx="11">
                <c:v>4.000900000000001</c:v>
              </c:pt>
              <c:pt idx="12">
                <c:v>4.3645272727272735</c:v>
              </c:pt>
              <c:pt idx="13">
                <c:v>4.728154545454546</c:v>
              </c:pt>
              <c:pt idx="14">
                <c:v>5.091781818181818</c:v>
              </c:pt>
              <c:pt idx="15">
                <c:v>5.455409090909091</c:v>
              </c:pt>
              <c:pt idx="16">
                <c:v>5.819036363636364</c:v>
              </c:pt>
              <c:pt idx="17">
                <c:v>6.182663636363637</c:v>
              </c:pt>
              <c:pt idx="18">
                <c:v>6.54629090909091</c:v>
              </c:pt>
              <c:pt idx="19">
                <c:v>6.909918181818182</c:v>
              </c:pt>
              <c:pt idx="20">
                <c:v>7.273545454545455</c:v>
              </c:pt>
              <c:pt idx="21">
                <c:v>7.637172727272728</c:v>
              </c:pt>
              <c:pt idx="22">
                <c:v>8.0008</c:v>
              </c:pt>
              <c:pt idx="23">
                <c:v>8.364427272727273</c:v>
              </c:pt>
              <c:pt idx="24">
                <c:v>8.728054545454546</c:v>
              </c:pt>
              <c:pt idx="25">
                <c:v>9.091681818181819</c:v>
              </c:pt>
              <c:pt idx="26">
                <c:v>9.455309090909092</c:v>
              </c:pt>
              <c:pt idx="27">
                <c:v>9.818936363636363</c:v>
              </c:pt>
              <c:pt idx="28">
                <c:v>10.182563636363636</c:v>
              </c:pt>
              <c:pt idx="29">
                <c:v>10.546190909090909</c:v>
              </c:pt>
              <c:pt idx="30">
                <c:v>10.909818181818181</c:v>
              </c:pt>
              <c:pt idx="31">
                <c:v>11.273445454545454</c:v>
              </c:pt>
              <c:pt idx="32">
                <c:v>11.637072727272727</c:v>
              </c:pt>
              <c:pt idx="33">
                <c:v>12.0007</c:v>
              </c:pt>
              <c:pt idx="34">
                <c:v>12.364327272727273</c:v>
              </c:pt>
              <c:pt idx="35">
                <c:v>12.727954545454546</c:v>
              </c:pt>
              <c:pt idx="36">
                <c:v>13.091581818181819</c:v>
              </c:pt>
              <c:pt idx="37">
                <c:v>13.455209090909092</c:v>
              </c:pt>
              <c:pt idx="38">
                <c:v>13.818836363636363</c:v>
              </c:pt>
              <c:pt idx="39">
                <c:v>14.182463636363636</c:v>
              </c:pt>
              <c:pt idx="40">
                <c:v>14.546090909090909</c:v>
              </c:pt>
              <c:pt idx="41">
                <c:v>14.909718181818182</c:v>
              </c:pt>
              <c:pt idx="42">
                <c:v>15.273345454545455</c:v>
              </c:pt>
              <c:pt idx="43">
                <c:v>15.636972727272727</c:v>
              </c:pt>
              <c:pt idx="44">
                <c:v>16.000600000000002</c:v>
              </c:pt>
              <c:pt idx="45">
                <c:v>16.364227272727277</c:v>
              </c:pt>
              <c:pt idx="46">
                <c:v>16.727854545454548</c:v>
              </c:pt>
              <c:pt idx="47">
                <c:v>17.091481818181823</c:v>
              </c:pt>
              <c:pt idx="48">
                <c:v>17.455109090909094</c:v>
              </c:pt>
              <c:pt idx="49">
                <c:v>17.818736363636365</c:v>
              </c:pt>
              <c:pt idx="50">
                <c:v>18.18236363636364</c:v>
              </c:pt>
              <c:pt idx="51">
                <c:v>18.54599090909091</c:v>
              </c:pt>
              <c:pt idx="52">
                <c:v>18.909618181818185</c:v>
              </c:pt>
              <c:pt idx="53">
                <c:v>19.273245454545457</c:v>
              </c:pt>
              <c:pt idx="54">
                <c:v>19.636872727272728</c:v>
              </c:pt>
              <c:pt idx="55">
                <c:v>20.000500000000002</c:v>
              </c:pt>
              <c:pt idx="56">
                <c:v>20.364127272727274</c:v>
              </c:pt>
              <c:pt idx="57">
                <c:v>20.727754545454548</c:v>
              </c:pt>
              <c:pt idx="58">
                <c:v>21.09138181818182</c:v>
              </c:pt>
              <c:pt idx="59">
                <c:v>21.455009090909094</c:v>
              </c:pt>
              <c:pt idx="60">
                <c:v>21.818636363636365</c:v>
              </c:pt>
              <c:pt idx="61">
                <c:v>22.18226363636364</c:v>
              </c:pt>
              <c:pt idx="62">
                <c:v>22.54589090909091</c:v>
              </c:pt>
              <c:pt idx="63">
                <c:v>22.909518181818186</c:v>
              </c:pt>
              <c:pt idx="64">
                <c:v>23.273145454545457</c:v>
              </c:pt>
              <c:pt idx="65">
                <c:v>23.636772727272728</c:v>
              </c:pt>
              <c:pt idx="66">
                <c:v>24.000400000000003</c:v>
              </c:pt>
              <c:pt idx="67">
                <c:v>24.364027272727274</c:v>
              </c:pt>
              <c:pt idx="68">
                <c:v>24.72765454545455</c:v>
              </c:pt>
              <c:pt idx="69">
                <c:v>25.09128181818182</c:v>
              </c:pt>
              <c:pt idx="70">
                <c:v>25.454909090909094</c:v>
              </c:pt>
              <c:pt idx="71">
                <c:v>25.818536363636365</c:v>
              </c:pt>
              <c:pt idx="72">
                <c:v>26.18216363636364</c:v>
              </c:pt>
              <c:pt idx="73">
                <c:v>26.54579090909091</c:v>
              </c:pt>
              <c:pt idx="74">
                <c:v>26.909418181818186</c:v>
              </c:pt>
              <c:pt idx="75">
                <c:v>27.273045454545457</c:v>
              </c:pt>
              <c:pt idx="76">
                <c:v>27.636672727272728</c:v>
              </c:pt>
              <c:pt idx="77">
                <c:v>28.000300000000003</c:v>
              </c:pt>
              <c:pt idx="78">
                <c:v>28.363927272727274</c:v>
              </c:pt>
              <c:pt idx="79">
                <c:v>28.72755454545455</c:v>
              </c:pt>
              <c:pt idx="80">
                <c:v>29.09118181818182</c:v>
              </c:pt>
              <c:pt idx="81">
                <c:v>29.454809090909094</c:v>
              </c:pt>
              <c:pt idx="82">
                <c:v>29.818436363636366</c:v>
              </c:pt>
              <c:pt idx="83">
                <c:v>30.18206363636364</c:v>
              </c:pt>
              <c:pt idx="84">
                <c:v>30.54569090909091</c:v>
              </c:pt>
              <c:pt idx="85">
                <c:v>30.909318181818186</c:v>
              </c:pt>
              <c:pt idx="86">
                <c:v>31.272945454545457</c:v>
              </c:pt>
              <c:pt idx="87">
                <c:v>31.63657272727273</c:v>
              </c:pt>
              <c:pt idx="88">
                <c:v>32.0002</c:v>
              </c:pt>
              <c:pt idx="89">
                <c:v>32.36382727272727</c:v>
              </c:pt>
              <c:pt idx="90">
                <c:v>32.72745454545455</c:v>
              </c:pt>
              <c:pt idx="91">
                <c:v>33.09108181818182</c:v>
              </c:pt>
              <c:pt idx="92">
                <c:v>33.45470909090909</c:v>
              </c:pt>
              <c:pt idx="93">
                <c:v>33.81833636363636</c:v>
              </c:pt>
              <c:pt idx="94">
                <c:v>34.18196363636364</c:v>
              </c:pt>
              <c:pt idx="95">
                <c:v>34.54559090909091</c:v>
              </c:pt>
              <c:pt idx="96">
                <c:v>34.90921818181818</c:v>
              </c:pt>
              <c:pt idx="97">
                <c:v>35.272845454545454</c:v>
              </c:pt>
              <c:pt idx="98">
                <c:v>35.636472727272725</c:v>
              </c:pt>
              <c:pt idx="99">
                <c:v>36.0001</c:v>
              </c:pt>
              <c:pt idx="100">
                <c:v>36.363727272727274</c:v>
              </c:pt>
              <c:pt idx="101">
                <c:v>36.727354545454546</c:v>
              </c:pt>
              <c:pt idx="102">
                <c:v>37.09098181818182</c:v>
              </c:pt>
              <c:pt idx="103">
                <c:v>37.45460909090909</c:v>
              </c:pt>
              <c:pt idx="104">
                <c:v>37.818236363636366</c:v>
              </c:pt>
              <c:pt idx="105">
                <c:v>38.18186363636364</c:v>
              </c:pt>
              <c:pt idx="106">
                <c:v>38.54549090909091</c:v>
              </c:pt>
              <c:pt idx="107">
                <c:v>38.90911818181818</c:v>
              </c:pt>
              <c:pt idx="108">
                <c:v>39.27274545454545</c:v>
              </c:pt>
              <c:pt idx="109">
                <c:v>39.63637272727273</c:v>
              </c:pt>
              <c:pt idx="110">
                <c:v>40</c:v>
              </c:pt>
            </c:numLit>
          </c:xVal>
          <c:yVal>
            <c:numLit>
              <c:formatCode>0E+0</c:formatCode>
              <c:ptCount val="111"/>
              <c:pt idx="0">
                <c:v>0.002003482676012718</c:v>
              </c:pt>
              <c:pt idx="1">
                <c:v>0.0446516997415865</c:v>
              </c:pt>
              <c:pt idx="2">
                <c:v>0.0628127656378406</c:v>
              </c:pt>
              <c:pt idx="3">
                <c:v>0.07595163109407654</c:v>
              </c:pt>
              <c:pt idx="4">
                <c:v>0.08607369123428875</c:v>
              </c:pt>
              <c:pt idx="5">
                <c:v>0.09410464280017333</c:v>
              </c:pt>
              <c:pt idx="6">
                <c:v>0.10060532440902298</c:v>
              </c:pt>
              <c:pt idx="7">
                <c:v>0.10586222279008425</c:v>
              </c:pt>
              <c:pt idx="8">
                <c:v>0.11001736652637543</c:v>
              </c:pt>
              <c:pt idx="9">
                <c:v>0.11321931809870958</c:v>
              </c:pt>
              <c:pt idx="10">
                <c:v>0.11561472298438014</c:v>
              </c:pt>
              <c:pt idx="11">
                <c:v>0.11728044975879519</c:v>
              </c:pt>
              <c:pt idx="12">
                <c:v>0.1182472868326008</c:v>
              </c:pt>
              <c:pt idx="13">
                <c:v>0.11853095529371281</c:v>
              </c:pt>
              <c:pt idx="14">
                <c:v>0.11819471524781097</c:v>
              </c:pt>
              <c:pt idx="15">
                <c:v>0.11721372508046751</c:v>
              </c:pt>
              <c:pt idx="16">
                <c:v>0.11557456114499333</c:v>
              </c:pt>
              <c:pt idx="17">
                <c:v>0.11328793798639905</c:v>
              </c:pt>
              <c:pt idx="18">
                <c:v>0.11032324994727152</c:v>
              </c:pt>
              <c:pt idx="19">
                <c:v>0.10669013288417412</c:v>
              </c:pt>
              <c:pt idx="20">
                <c:v>0.10233885870217616</c:v>
              </c:pt>
              <c:pt idx="21">
                <c:v>0.09714776387104865</c:v>
              </c:pt>
              <c:pt idx="22">
                <c:v>0.09113261445460888</c:v>
              </c:pt>
              <c:pt idx="23">
                <c:v>0.08441588610926129</c:v>
              </c:pt>
              <c:pt idx="24">
                <c:v>0.07713647676457022</c:v>
              </c:pt>
              <c:pt idx="25">
                <c:v>0.06934944506592847</c:v>
              </c:pt>
              <c:pt idx="26">
                <c:v>0.061173904764974106</c:v>
              </c:pt>
              <c:pt idx="27">
                <c:v>0.052692499330461925</c:v>
              </c:pt>
              <c:pt idx="28">
                <c:v>0.04412033718795691</c:v>
              </c:pt>
              <c:pt idx="29">
                <c:v>0.035923653373499086</c:v>
              </c:pt>
              <c:pt idx="30">
                <c:v>0.028221244610044476</c:v>
              </c:pt>
              <c:pt idx="31">
                <c:v>0.020834783929777733</c:v>
              </c:pt>
              <c:pt idx="32">
                <c:v>0.014389385163622367</c:v>
              </c:pt>
              <c:pt idx="33">
                <c:v>0.008604005241734812</c:v>
              </c:pt>
              <c:pt idx="34">
                <c:v>0.004678943511791382</c:v>
              </c:pt>
              <c:pt idx="35">
                <c:v>0.002316199288057162</c:v>
              </c:pt>
              <c:pt idx="36">
                <c:v>0.001045808413160394</c:v>
              </c:pt>
              <c:pt idx="37">
                <c:v>0.0004335062410445809</c:v>
              </c:pt>
              <c:pt idx="38">
                <c:v>0.00016547468640690555</c:v>
              </c:pt>
              <c:pt idx="39">
                <c:v>5.806366422414386E-05</c:v>
              </c:pt>
              <c:pt idx="40">
                <c:v>1.8803444775692137E-05</c:v>
              </c:pt>
              <c:pt idx="41">
                <c:v>5.574015835793625E-06</c:v>
              </c:pt>
              <c:pt idx="42">
                <c:v>1.503805405944166E-06</c:v>
              </c:pt>
              <c:pt idx="43">
                <c:v>3.593971998180651E-07</c:v>
              </c:pt>
              <c:pt idx="44">
                <c:v>9.092570421337853E-08</c:v>
              </c:pt>
              <c:pt idx="45">
                <c:v>1.7161106116630125E-08</c:v>
              </c:pt>
              <c:pt idx="46">
                <c:v>1E-08</c:v>
              </c:pt>
              <c:pt idx="47">
                <c:v>1E-08</c:v>
              </c:pt>
              <c:pt idx="48">
                <c:v>1E-08</c:v>
              </c:pt>
              <c:pt idx="49">
                <c:v>1E-08</c:v>
              </c:pt>
              <c:pt idx="50">
                <c:v>1E-08</c:v>
              </c:pt>
              <c:pt idx="51">
                <c:v>1E-08</c:v>
              </c:pt>
              <c:pt idx="52">
                <c:v>1E-08</c:v>
              </c:pt>
              <c:pt idx="53">
                <c:v>1E-08</c:v>
              </c:pt>
              <c:pt idx="54">
                <c:v>1E-08</c:v>
              </c:pt>
              <c:pt idx="55">
                <c:v>1E-08</c:v>
              </c:pt>
              <c:pt idx="56">
                <c:v>1E-08</c:v>
              </c:pt>
              <c:pt idx="57">
                <c:v>1E-08</c:v>
              </c:pt>
              <c:pt idx="58">
                <c:v>1E-08</c:v>
              </c:pt>
              <c:pt idx="59">
                <c:v>1E-08</c:v>
              </c:pt>
              <c:pt idx="60">
                <c:v>1E-08</c:v>
              </c:pt>
              <c:pt idx="61">
                <c:v>1E-08</c:v>
              </c:pt>
              <c:pt idx="62">
                <c:v>1E-08</c:v>
              </c:pt>
              <c:pt idx="63">
                <c:v>1E-08</c:v>
              </c:pt>
              <c:pt idx="64">
                <c:v>1E-08</c:v>
              </c:pt>
              <c:pt idx="65">
                <c:v>1E-08</c:v>
              </c:pt>
              <c:pt idx="66">
                <c:v>1E-08</c:v>
              </c:pt>
              <c:pt idx="67">
                <c:v>1E-08</c:v>
              </c:pt>
              <c:pt idx="68">
                <c:v>1E-08</c:v>
              </c:pt>
              <c:pt idx="69">
                <c:v>1E-08</c:v>
              </c:pt>
              <c:pt idx="70">
                <c:v>1E-08</c:v>
              </c:pt>
              <c:pt idx="71">
                <c:v>1E-08</c:v>
              </c:pt>
              <c:pt idx="72">
                <c:v>1E-08</c:v>
              </c:pt>
              <c:pt idx="73">
                <c:v>1E-08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ser>
          <c:idx val="1"/>
          <c:order val="1"/>
          <c:tx>
            <c:v>Monte Carlo Swarm</c:v>
          </c:tx>
          <c:spPr>
            <a:ln xmlns:a="http://schemas.openxmlformats.org/drawingml/2006/main" w="22860">
              <a:solidFill>
                <a:srgbClr val="EDA24C"/>
              </a:solidFill>
              <a:prstDash val="solid"/>
            </a:ln>
          </c:spPr>
          <c:marker>
            <c:symbol val="none"/>
          </c:marker>
          <c:xVal>
            <c:numLit>
              <c:formatCode>General</c:formatCode>
              <c:ptCount val="111"/>
              <c:pt idx="0">
                <c:v>0.001</c:v>
              </c:pt>
              <c:pt idx="1">
                <c:v>0.36462727272727274</c:v>
              </c:pt>
              <c:pt idx="2">
                <c:v>0.7282545454545455</c:v>
              </c:pt>
              <c:pt idx="3">
                <c:v>1.0918818181818182</c:v>
              </c:pt>
              <c:pt idx="4">
                <c:v>1.4555090909090909</c:v>
              </c:pt>
              <c:pt idx="5">
                <c:v>1.8191363636363636</c:v>
              </c:pt>
              <c:pt idx="6">
                <c:v>2.1827636363636365</c:v>
              </c:pt>
              <c:pt idx="7">
                <c:v>2.546390909090909</c:v>
              </c:pt>
              <c:pt idx="8">
                <c:v>2.910018181818182</c:v>
              </c:pt>
              <c:pt idx="9">
                <c:v>3.2736454545454547</c:v>
              </c:pt>
              <c:pt idx="10">
                <c:v>3.637272727272727</c:v>
              </c:pt>
              <c:pt idx="11">
                <c:v>4.000900000000001</c:v>
              </c:pt>
              <c:pt idx="12">
                <c:v>4.3645272727272735</c:v>
              </c:pt>
              <c:pt idx="13">
                <c:v>4.728154545454546</c:v>
              </c:pt>
              <c:pt idx="14">
                <c:v>5.091781818181818</c:v>
              </c:pt>
              <c:pt idx="15">
                <c:v>5.455409090909091</c:v>
              </c:pt>
              <c:pt idx="16">
                <c:v>5.819036363636364</c:v>
              </c:pt>
              <c:pt idx="17">
                <c:v>6.182663636363637</c:v>
              </c:pt>
              <c:pt idx="18">
                <c:v>6.54629090909091</c:v>
              </c:pt>
              <c:pt idx="19">
                <c:v>6.909918181818182</c:v>
              </c:pt>
              <c:pt idx="20">
                <c:v>7.273545454545455</c:v>
              </c:pt>
              <c:pt idx="21">
                <c:v>7.637172727272728</c:v>
              </c:pt>
              <c:pt idx="22">
                <c:v>8.0008</c:v>
              </c:pt>
              <c:pt idx="23">
                <c:v>8.364427272727273</c:v>
              </c:pt>
              <c:pt idx="24">
                <c:v>8.728054545454546</c:v>
              </c:pt>
              <c:pt idx="25">
                <c:v>9.091681818181819</c:v>
              </c:pt>
              <c:pt idx="26">
                <c:v>9.455309090909092</c:v>
              </c:pt>
              <c:pt idx="27">
                <c:v>9.818936363636363</c:v>
              </c:pt>
              <c:pt idx="28">
                <c:v>10.182563636363636</c:v>
              </c:pt>
              <c:pt idx="29">
                <c:v>10.546190909090909</c:v>
              </c:pt>
              <c:pt idx="30">
                <c:v>10.909818181818181</c:v>
              </c:pt>
              <c:pt idx="31">
                <c:v>11.273445454545454</c:v>
              </c:pt>
              <c:pt idx="32">
                <c:v>11.637072727272727</c:v>
              </c:pt>
              <c:pt idx="33">
                <c:v>12.0007</c:v>
              </c:pt>
              <c:pt idx="34">
                <c:v>12.364327272727273</c:v>
              </c:pt>
              <c:pt idx="35">
                <c:v>12.727954545454546</c:v>
              </c:pt>
              <c:pt idx="36">
                <c:v>13.091581818181819</c:v>
              </c:pt>
              <c:pt idx="37">
                <c:v>13.455209090909092</c:v>
              </c:pt>
              <c:pt idx="38">
                <c:v>13.818836363636363</c:v>
              </c:pt>
              <c:pt idx="39">
                <c:v>14.182463636363636</c:v>
              </c:pt>
              <c:pt idx="40">
                <c:v>14.546090909090909</c:v>
              </c:pt>
              <c:pt idx="41">
                <c:v>14.909718181818182</c:v>
              </c:pt>
              <c:pt idx="42">
                <c:v>15.273345454545455</c:v>
              </c:pt>
              <c:pt idx="43">
                <c:v>15.636972727272727</c:v>
              </c:pt>
              <c:pt idx="44">
                <c:v>16.000600000000002</c:v>
              </c:pt>
              <c:pt idx="45">
                <c:v>16.364227272727277</c:v>
              </c:pt>
              <c:pt idx="46">
                <c:v>16.727854545454548</c:v>
              </c:pt>
              <c:pt idx="47">
                <c:v>17.091481818181823</c:v>
              </c:pt>
              <c:pt idx="48">
                <c:v>17.455109090909094</c:v>
              </c:pt>
              <c:pt idx="49">
                <c:v>17.818736363636365</c:v>
              </c:pt>
              <c:pt idx="50">
                <c:v>18.18236363636364</c:v>
              </c:pt>
              <c:pt idx="51">
                <c:v>18.54599090909091</c:v>
              </c:pt>
              <c:pt idx="52">
                <c:v>18.909618181818185</c:v>
              </c:pt>
              <c:pt idx="53">
                <c:v>19.273245454545457</c:v>
              </c:pt>
              <c:pt idx="54">
                <c:v>19.636872727272728</c:v>
              </c:pt>
              <c:pt idx="55">
                <c:v>20.000500000000002</c:v>
              </c:pt>
              <c:pt idx="56">
                <c:v>20.364127272727274</c:v>
              </c:pt>
              <c:pt idx="57">
                <c:v>20.727754545454548</c:v>
              </c:pt>
              <c:pt idx="58">
                <c:v>21.09138181818182</c:v>
              </c:pt>
              <c:pt idx="59">
                <c:v>21.455009090909094</c:v>
              </c:pt>
              <c:pt idx="60">
                <c:v>21.818636363636365</c:v>
              </c:pt>
              <c:pt idx="61">
                <c:v>22.18226363636364</c:v>
              </c:pt>
              <c:pt idx="62">
                <c:v>22.54589090909091</c:v>
              </c:pt>
              <c:pt idx="63">
                <c:v>22.909518181818186</c:v>
              </c:pt>
              <c:pt idx="64">
                <c:v>23.273145454545457</c:v>
              </c:pt>
              <c:pt idx="65">
                <c:v>23.636772727272728</c:v>
              </c:pt>
              <c:pt idx="66">
                <c:v>24.000400000000003</c:v>
              </c:pt>
              <c:pt idx="67">
                <c:v>24.364027272727274</c:v>
              </c:pt>
              <c:pt idx="68">
                <c:v>24.72765454545455</c:v>
              </c:pt>
              <c:pt idx="69">
                <c:v>25.09128181818182</c:v>
              </c:pt>
              <c:pt idx="70">
                <c:v>25.454909090909094</c:v>
              </c:pt>
              <c:pt idx="71">
                <c:v>25.818536363636365</c:v>
              </c:pt>
              <c:pt idx="72">
                <c:v>26.18216363636364</c:v>
              </c:pt>
              <c:pt idx="73">
                <c:v>26.54579090909091</c:v>
              </c:pt>
              <c:pt idx="74">
                <c:v>26.909418181818186</c:v>
              </c:pt>
              <c:pt idx="75">
                <c:v>27.273045454545457</c:v>
              </c:pt>
              <c:pt idx="76">
                <c:v>27.636672727272728</c:v>
              </c:pt>
              <c:pt idx="77">
                <c:v>28.000300000000003</c:v>
              </c:pt>
              <c:pt idx="78">
                <c:v>28.363927272727274</c:v>
              </c:pt>
              <c:pt idx="79">
                <c:v>28.72755454545455</c:v>
              </c:pt>
              <c:pt idx="80">
                <c:v>29.09118181818182</c:v>
              </c:pt>
              <c:pt idx="81">
                <c:v>29.454809090909094</c:v>
              </c:pt>
              <c:pt idx="82">
                <c:v>29.818436363636366</c:v>
              </c:pt>
              <c:pt idx="83">
                <c:v>30.18206363636364</c:v>
              </c:pt>
              <c:pt idx="84">
                <c:v>30.54569090909091</c:v>
              </c:pt>
              <c:pt idx="85">
                <c:v>30.909318181818186</c:v>
              </c:pt>
              <c:pt idx="86">
                <c:v>31.272945454545457</c:v>
              </c:pt>
              <c:pt idx="87">
                <c:v>31.63657272727273</c:v>
              </c:pt>
              <c:pt idx="88">
                <c:v>32.0002</c:v>
              </c:pt>
              <c:pt idx="89">
                <c:v>32.36382727272727</c:v>
              </c:pt>
              <c:pt idx="90">
                <c:v>32.72745454545455</c:v>
              </c:pt>
              <c:pt idx="91">
                <c:v>33.09108181818182</c:v>
              </c:pt>
              <c:pt idx="92">
                <c:v>33.45470909090909</c:v>
              </c:pt>
              <c:pt idx="93">
                <c:v>33.81833636363636</c:v>
              </c:pt>
              <c:pt idx="94">
                <c:v>34.18196363636364</c:v>
              </c:pt>
              <c:pt idx="95">
                <c:v>34.54559090909091</c:v>
              </c:pt>
              <c:pt idx="96">
                <c:v>34.90921818181818</c:v>
              </c:pt>
              <c:pt idx="97">
                <c:v>35.272845454545454</c:v>
              </c:pt>
              <c:pt idx="98">
                <c:v>35.636472727272725</c:v>
              </c:pt>
              <c:pt idx="99">
                <c:v>36.0001</c:v>
              </c:pt>
              <c:pt idx="100">
                <c:v>36.363727272727274</c:v>
              </c:pt>
              <c:pt idx="101">
                <c:v>36.727354545454546</c:v>
              </c:pt>
              <c:pt idx="102">
                <c:v>37.09098181818182</c:v>
              </c:pt>
              <c:pt idx="103">
                <c:v>37.45460909090909</c:v>
              </c:pt>
              <c:pt idx="104">
                <c:v>37.818236363636366</c:v>
              </c:pt>
              <c:pt idx="105">
                <c:v>38.18186363636364</c:v>
              </c:pt>
              <c:pt idx="106">
                <c:v>38.54549090909091</c:v>
              </c:pt>
              <c:pt idx="107">
                <c:v>38.90911818181818</c:v>
              </c:pt>
              <c:pt idx="108">
                <c:v>39.27274545454545</c:v>
              </c:pt>
              <c:pt idx="109">
                <c:v>39.63637272727273</c:v>
              </c:pt>
              <c:pt idx="110">
                <c:v>40</c:v>
              </c:pt>
            </c:numLit>
          </c:xVal>
          <c:yVal>
            <c:numLit>
              <c:formatCode>0E+0</c:formatCode>
              <c:ptCount val="111"/>
              <c:pt idx="0">
                <c:v>1E-08</c:v>
              </c:pt>
              <c:pt idx="1">
                <c:v>0.0438181054647788</c:v>
              </c:pt>
              <c:pt idx="2">
                <c:v>0.06286757071215884</c:v>
              </c:pt>
              <c:pt idx="3">
                <c:v>0.07577807749349337</c:v>
              </c:pt>
              <c:pt idx="4">
                <c:v>0.0858401103766422</c:v>
              </c:pt>
              <c:pt idx="5">
                <c:v>0.09362482047015946</c:v>
              </c:pt>
              <c:pt idx="6">
                <c:v>0.10044926296182677</c:v>
              </c:pt>
              <c:pt idx="7">
                <c:v>0.10541581041883759</c:v>
              </c:pt>
              <c:pt idx="8">
                <c:v>0.11040361725302382</c:v>
              </c:pt>
              <c:pt idx="9">
                <c:v>0.11387644619190031</c:v>
              </c:pt>
              <c:pt idx="10">
                <c:v>0.1156955683538772</c:v>
              </c:pt>
              <c:pt idx="11">
                <c:v>0.11613622304881713</c:v>
              </c:pt>
              <c:pt idx="12">
                <c:v>0.11756576907388523</c:v>
              </c:pt>
              <c:pt idx="13">
                <c:v>0.11853203174758492</c:v>
              </c:pt>
              <c:pt idx="14">
                <c:v>0.11917213699454196</c:v>
              </c:pt>
              <c:pt idx="15">
                <c:v>0.11911406952765718</c:v>
              </c:pt>
              <c:pt idx="16">
                <c:v>0.1165432393827799</c:v>
              </c:pt>
              <c:pt idx="17">
                <c:v>0.11346596421886311</c:v>
              </c:pt>
              <c:pt idx="18">
                <c:v>0.11011170951688641</c:v>
              </c:pt>
              <c:pt idx="19">
                <c:v>0.1068153652165882</c:v>
              </c:pt>
              <c:pt idx="20">
                <c:v>0.10295404879917036</c:v>
              </c:pt>
              <c:pt idx="21">
                <c:v>0.09752178517008611</c:v>
              </c:pt>
              <c:pt idx="22">
                <c:v>0.09037696914650704</c:v>
              </c:pt>
              <c:pt idx="23">
                <c:v>0.08465444694589885</c:v>
              </c:pt>
              <c:pt idx="24">
                <c:v>0.0772340012729624</c:v>
              </c:pt>
              <c:pt idx="25">
                <c:v>0.06906478989225472</c:v>
              </c:pt>
              <c:pt idx="26">
                <c:v>0.06073203157733938</c:v>
              </c:pt>
              <c:pt idx="27">
                <c:v>0.05204684778454786</c:v>
              </c:pt>
              <c:pt idx="28">
                <c:v>0.04404202532971158</c:v>
              </c:pt>
              <c:pt idx="29">
                <c:v>0.03571227103118203</c:v>
              </c:pt>
              <c:pt idx="30">
                <c:v>0.028433833750625092</c:v>
              </c:pt>
              <c:pt idx="31">
                <c:v>0.020849951265348658</c:v>
              </c:pt>
              <c:pt idx="32">
                <c:v>0.014148359120872806</c:v>
              </c:pt>
              <c:pt idx="33">
                <c:v>0.008478735948249586</c:v>
              </c:pt>
              <c:pt idx="34">
                <c:v>0.004558540705793044</c:v>
              </c:pt>
              <c:pt idx="35">
                <c:v>0.002280149752199713</c:v>
              </c:pt>
              <c:pt idx="36">
                <c:v>0.0010096511395353567</c:v>
              </c:pt>
              <c:pt idx="37">
                <c:v>0.00041038383333477657</c:v>
              </c:pt>
              <c:pt idx="38">
                <c:v>0.00016873312428297346</c:v>
              </c:pt>
              <c:pt idx="39">
                <c:v>5.468806617321674E-05</c:v>
              </c:pt>
              <c:pt idx="40">
                <c:v>1.3664631051012069E-05</c:v>
              </c:pt>
              <c:pt idx="41">
                <c:v>2.8509970679338457E-06</c:v>
              </c:pt>
              <c:pt idx="42">
                <c:v>9.93782996236086E-07</c:v>
              </c:pt>
              <c:pt idx="43">
                <c:v>2.4814553701399284E-08</c:v>
              </c:pt>
              <c:pt idx="44">
                <c:v>1E-08</c:v>
              </c:pt>
              <c:pt idx="45">
                <c:v>1E-08</c:v>
              </c:pt>
              <c:pt idx="46">
                <c:v>1E-08</c:v>
              </c:pt>
              <c:pt idx="47">
                <c:v>1E-08</c:v>
              </c:pt>
              <c:pt idx="48">
                <c:v>1E-08</c:v>
              </c:pt>
              <c:pt idx="49">
                <c:v>1E-08</c:v>
              </c:pt>
              <c:pt idx="50">
                <c:v>1E-08</c:v>
              </c:pt>
              <c:pt idx="51">
                <c:v>1E-08</c:v>
              </c:pt>
              <c:pt idx="52">
                <c:v>1E-08</c:v>
              </c:pt>
              <c:pt idx="53">
                <c:v>1E-08</c:v>
              </c:pt>
              <c:pt idx="54">
                <c:v>1E-08</c:v>
              </c:pt>
              <c:pt idx="55">
                <c:v>1E-08</c:v>
              </c:pt>
              <c:pt idx="56">
                <c:v>1E-08</c:v>
              </c:pt>
              <c:pt idx="57">
                <c:v>1E-08</c:v>
              </c:pt>
              <c:pt idx="58">
                <c:v>1E-08</c:v>
              </c:pt>
              <c:pt idx="59">
                <c:v>1E-08</c:v>
              </c:pt>
              <c:pt idx="60">
                <c:v>1E-08</c:v>
              </c:pt>
              <c:pt idx="61">
                <c:v>1E-08</c:v>
              </c:pt>
              <c:pt idx="62">
                <c:v>1E-08</c:v>
              </c:pt>
              <c:pt idx="63">
                <c:v>1E-08</c:v>
              </c:pt>
              <c:pt idx="64">
                <c:v>1E-08</c:v>
              </c:pt>
              <c:pt idx="65">
                <c:v>1E-08</c:v>
              </c:pt>
              <c:pt idx="66">
                <c:v>1E-08</c:v>
              </c:pt>
              <c:pt idx="67">
                <c:v>1E-08</c:v>
              </c:pt>
              <c:pt idx="68">
                <c:v>1E-08</c:v>
              </c:pt>
              <c:pt idx="69">
                <c:v>1E-08</c:v>
              </c:pt>
              <c:pt idx="70">
                <c:v>1E-08</c:v>
              </c:pt>
              <c:pt idx="71">
                <c:v>1E-08</c:v>
              </c:pt>
              <c:pt idx="72">
                <c:v>1E-08</c:v>
              </c:pt>
              <c:pt idx="73">
                <c:v>1E-08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ser>
          <c:idx val="2"/>
          <c:order val="2"/>
          <c:tx>
            <c:v>Propagator Swarm</c:v>
          </c:tx>
          <c:spPr>
            <a:ln xmlns:a="http://schemas.openxmlformats.org/drawingml/2006/main" w="22860">
              <a:solidFill>
                <a:srgbClr val="5DAA18"/>
              </a:solidFill>
              <a:prstDash val="solid"/>
            </a:ln>
          </c:spPr>
          <c:marker>
            <c:symbol val="none"/>
          </c:marker>
          <c:xVal>
            <c:numLit>
              <c:formatCode>General</c:formatCode>
              <c:ptCount val="111"/>
              <c:pt idx="0">
                <c:v>0.001</c:v>
              </c:pt>
              <c:pt idx="1">
                <c:v>0.36462727272727274</c:v>
              </c:pt>
              <c:pt idx="2">
                <c:v>0.7282545454545455</c:v>
              </c:pt>
              <c:pt idx="3">
                <c:v>1.0918818181818182</c:v>
              </c:pt>
              <c:pt idx="4">
                <c:v>1.4555090909090909</c:v>
              </c:pt>
              <c:pt idx="5">
                <c:v>1.8191363636363636</c:v>
              </c:pt>
              <c:pt idx="6">
                <c:v>2.1827636363636365</c:v>
              </c:pt>
              <c:pt idx="7">
                <c:v>2.546390909090909</c:v>
              </c:pt>
              <c:pt idx="8">
                <c:v>2.910018181818182</c:v>
              </c:pt>
              <c:pt idx="9">
                <c:v>3.2736454545454547</c:v>
              </c:pt>
              <c:pt idx="10">
                <c:v>3.637272727272727</c:v>
              </c:pt>
              <c:pt idx="11">
                <c:v>4.000900000000001</c:v>
              </c:pt>
              <c:pt idx="12">
                <c:v>4.3645272727272735</c:v>
              </c:pt>
              <c:pt idx="13">
                <c:v>4.728154545454546</c:v>
              </c:pt>
              <c:pt idx="14">
                <c:v>5.091781818181818</c:v>
              </c:pt>
              <c:pt idx="15">
                <c:v>5.455409090909091</c:v>
              </c:pt>
              <c:pt idx="16">
                <c:v>5.819036363636364</c:v>
              </c:pt>
              <c:pt idx="17">
                <c:v>6.182663636363637</c:v>
              </c:pt>
              <c:pt idx="18">
                <c:v>6.54629090909091</c:v>
              </c:pt>
              <c:pt idx="19">
                <c:v>6.909918181818182</c:v>
              </c:pt>
              <c:pt idx="20">
                <c:v>7.273545454545455</c:v>
              </c:pt>
              <c:pt idx="21">
                <c:v>7.637172727272728</c:v>
              </c:pt>
              <c:pt idx="22">
                <c:v>8.0008</c:v>
              </c:pt>
              <c:pt idx="23">
                <c:v>8.364427272727273</c:v>
              </c:pt>
              <c:pt idx="24">
                <c:v>8.728054545454546</c:v>
              </c:pt>
              <c:pt idx="25">
                <c:v>9.091681818181819</c:v>
              </c:pt>
              <c:pt idx="26">
                <c:v>9.455309090909092</c:v>
              </c:pt>
              <c:pt idx="27">
                <c:v>9.818936363636363</c:v>
              </c:pt>
              <c:pt idx="28">
                <c:v>10.182563636363636</c:v>
              </c:pt>
              <c:pt idx="29">
                <c:v>10.546190909090909</c:v>
              </c:pt>
              <c:pt idx="30">
                <c:v>10.909818181818181</c:v>
              </c:pt>
              <c:pt idx="31">
                <c:v>11.273445454545454</c:v>
              </c:pt>
              <c:pt idx="32">
                <c:v>11.637072727272727</c:v>
              </c:pt>
              <c:pt idx="33">
                <c:v>12.0007</c:v>
              </c:pt>
              <c:pt idx="34">
                <c:v>12.364327272727273</c:v>
              </c:pt>
              <c:pt idx="35">
                <c:v>12.727954545454546</c:v>
              </c:pt>
              <c:pt idx="36">
                <c:v>13.091581818181819</c:v>
              </c:pt>
              <c:pt idx="37">
                <c:v>13.455209090909092</c:v>
              </c:pt>
              <c:pt idx="38">
                <c:v>13.818836363636363</c:v>
              </c:pt>
              <c:pt idx="39">
                <c:v>14.182463636363636</c:v>
              </c:pt>
              <c:pt idx="40">
                <c:v>14.546090909090909</c:v>
              </c:pt>
              <c:pt idx="41">
                <c:v>14.909718181818182</c:v>
              </c:pt>
              <c:pt idx="42">
                <c:v>15.273345454545455</c:v>
              </c:pt>
              <c:pt idx="43">
                <c:v>15.636972727272727</c:v>
              </c:pt>
              <c:pt idx="44">
                <c:v>16.000600000000002</c:v>
              </c:pt>
              <c:pt idx="45">
                <c:v>16.364227272727277</c:v>
              </c:pt>
              <c:pt idx="46">
                <c:v>16.727854545454548</c:v>
              </c:pt>
              <c:pt idx="47">
                <c:v>17.091481818181823</c:v>
              </c:pt>
              <c:pt idx="48">
                <c:v>17.455109090909094</c:v>
              </c:pt>
              <c:pt idx="49">
                <c:v>17.818736363636365</c:v>
              </c:pt>
              <c:pt idx="50">
                <c:v>18.18236363636364</c:v>
              </c:pt>
              <c:pt idx="51">
                <c:v>18.54599090909091</c:v>
              </c:pt>
              <c:pt idx="52">
                <c:v>18.909618181818185</c:v>
              </c:pt>
              <c:pt idx="53">
                <c:v>19.273245454545457</c:v>
              </c:pt>
              <c:pt idx="54">
                <c:v>19.636872727272728</c:v>
              </c:pt>
              <c:pt idx="55">
                <c:v>20.000500000000002</c:v>
              </c:pt>
              <c:pt idx="56">
                <c:v>20.364127272727274</c:v>
              </c:pt>
              <c:pt idx="57">
                <c:v>20.727754545454548</c:v>
              </c:pt>
              <c:pt idx="58">
                <c:v>21.09138181818182</c:v>
              </c:pt>
              <c:pt idx="59">
                <c:v>21.455009090909094</c:v>
              </c:pt>
              <c:pt idx="60">
                <c:v>21.818636363636365</c:v>
              </c:pt>
              <c:pt idx="61">
                <c:v>22.18226363636364</c:v>
              </c:pt>
              <c:pt idx="62">
                <c:v>22.54589090909091</c:v>
              </c:pt>
              <c:pt idx="63">
                <c:v>22.909518181818186</c:v>
              </c:pt>
              <c:pt idx="64">
                <c:v>23.273145454545457</c:v>
              </c:pt>
              <c:pt idx="65">
                <c:v>23.636772727272728</c:v>
              </c:pt>
              <c:pt idx="66">
                <c:v>24.000400000000003</c:v>
              </c:pt>
              <c:pt idx="67">
                <c:v>24.364027272727274</c:v>
              </c:pt>
              <c:pt idx="68">
                <c:v>24.72765454545455</c:v>
              </c:pt>
              <c:pt idx="69">
                <c:v>25.09128181818182</c:v>
              </c:pt>
              <c:pt idx="70">
                <c:v>25.454909090909094</c:v>
              </c:pt>
              <c:pt idx="71">
                <c:v>25.818536363636365</c:v>
              </c:pt>
              <c:pt idx="72">
                <c:v>26.18216363636364</c:v>
              </c:pt>
              <c:pt idx="73">
                <c:v>26.54579090909091</c:v>
              </c:pt>
              <c:pt idx="74">
                <c:v>26.909418181818186</c:v>
              </c:pt>
              <c:pt idx="75">
                <c:v>27.273045454545457</c:v>
              </c:pt>
              <c:pt idx="76">
                <c:v>27.636672727272728</c:v>
              </c:pt>
              <c:pt idx="77">
                <c:v>28.000300000000003</c:v>
              </c:pt>
              <c:pt idx="78">
                <c:v>28.363927272727274</c:v>
              </c:pt>
              <c:pt idx="79">
                <c:v>28.72755454545455</c:v>
              </c:pt>
              <c:pt idx="80">
                <c:v>29.09118181818182</c:v>
              </c:pt>
              <c:pt idx="81">
                <c:v>29.454809090909094</c:v>
              </c:pt>
              <c:pt idx="82">
                <c:v>29.818436363636366</c:v>
              </c:pt>
              <c:pt idx="83">
                <c:v>30.18206363636364</c:v>
              </c:pt>
              <c:pt idx="84">
                <c:v>30.54569090909091</c:v>
              </c:pt>
              <c:pt idx="85">
                <c:v>30.909318181818186</c:v>
              </c:pt>
              <c:pt idx="86">
                <c:v>31.272945454545457</c:v>
              </c:pt>
              <c:pt idx="87">
                <c:v>31.63657272727273</c:v>
              </c:pt>
              <c:pt idx="88">
                <c:v>32.0002</c:v>
              </c:pt>
              <c:pt idx="89">
                <c:v>32.36382727272727</c:v>
              </c:pt>
              <c:pt idx="90">
                <c:v>32.72745454545455</c:v>
              </c:pt>
              <c:pt idx="91">
                <c:v>33.09108181818182</c:v>
              </c:pt>
              <c:pt idx="92">
                <c:v>33.45470909090909</c:v>
              </c:pt>
              <c:pt idx="93">
                <c:v>33.81833636363636</c:v>
              </c:pt>
              <c:pt idx="94">
                <c:v>34.18196363636364</c:v>
              </c:pt>
              <c:pt idx="95">
                <c:v>34.54559090909091</c:v>
              </c:pt>
              <c:pt idx="96">
                <c:v>34.90921818181818</c:v>
              </c:pt>
              <c:pt idx="97">
                <c:v>35.272845454545454</c:v>
              </c:pt>
              <c:pt idx="98">
                <c:v>35.636472727272725</c:v>
              </c:pt>
              <c:pt idx="99">
                <c:v>36.0001</c:v>
              </c:pt>
              <c:pt idx="100">
                <c:v>36.363727272727274</c:v>
              </c:pt>
              <c:pt idx="101">
                <c:v>36.727354545454546</c:v>
              </c:pt>
              <c:pt idx="102">
                <c:v>37.09098181818182</c:v>
              </c:pt>
              <c:pt idx="103">
                <c:v>37.45460909090909</c:v>
              </c:pt>
              <c:pt idx="104">
                <c:v>37.818236363636366</c:v>
              </c:pt>
              <c:pt idx="105">
                <c:v>38.18186363636364</c:v>
              </c:pt>
              <c:pt idx="106">
                <c:v>38.54549090909091</c:v>
              </c:pt>
              <c:pt idx="107">
                <c:v>38.90911818181818</c:v>
              </c:pt>
              <c:pt idx="108">
                <c:v>39.27274545454545</c:v>
              </c:pt>
              <c:pt idx="109">
                <c:v>39.63637272727273</c:v>
              </c:pt>
              <c:pt idx="110">
                <c:v>40</c:v>
              </c:pt>
            </c:numLit>
          </c:xVal>
          <c:yVal>
            <c:numLit>
              <c:formatCode>0E+0</c:formatCode>
              <c:ptCount val="111"/>
              <c:pt idx="0">
                <c:v>0.002236624869831143</c:v>
              </c:pt>
              <c:pt idx="1">
                <c:v>0.0451364532864804</c:v>
              </c:pt>
              <c:pt idx="2">
                <c:v>0.06331872882151411</c:v>
              </c:pt>
              <c:pt idx="3">
                <c:v>0.07641981193984416</c:v>
              </c:pt>
              <c:pt idx="4">
                <c:v>0.0864941219111094</c:v>
              </c:pt>
              <c:pt idx="5">
                <c:v>0.09451028203003053</c:v>
              </c:pt>
              <c:pt idx="6">
                <c:v>0.10100458292973861</c:v>
              </c:pt>
              <c:pt idx="7">
                <c:v>0.10625079316161179</c:v>
              </c:pt>
              <c:pt idx="8">
                <c:v>0.11039079901828812</c:v>
              </c:pt>
              <c:pt idx="9">
                <c:v>0.1135643079273932</c:v>
              </c:pt>
              <c:pt idx="10">
                <c:v>0.11592036827440062</c:v>
              </c:pt>
              <c:pt idx="11">
                <c:v>0.11754002794529553</c:v>
              </c:pt>
              <c:pt idx="12">
                <c:v>0.1184537602117175</c:v>
              </c:pt>
              <c:pt idx="13">
                <c:v>0.11868458014604583</c:v>
              </c:pt>
              <c:pt idx="14">
                <c:v>0.11828091842251913</c:v>
              </c:pt>
              <c:pt idx="15">
                <c:v>0.11724047189167949</c:v>
              </c:pt>
              <c:pt idx="16">
                <c:v>0.11553350929948136</c:v>
              </c:pt>
              <c:pt idx="17">
                <c:v>0.1131738756312018</c:v>
              </c:pt>
              <c:pt idx="18">
                <c:v>0.1101482932757683</c:v>
              </c:pt>
              <c:pt idx="19">
                <c:v>0.1064418175381856</c:v>
              </c:pt>
              <c:pt idx="20">
                <c:v>0.1020182295785063</c:v>
              </c:pt>
              <c:pt idx="21">
                <c:v>0.09678150867957871</c:v>
              </c:pt>
              <c:pt idx="22">
                <c:v>0.09071093203517876</c:v>
              </c:pt>
              <c:pt idx="23">
                <c:v>0.08395637205448046</c:v>
              </c:pt>
              <c:pt idx="24">
                <c:v>0.07666319098209964</c:v>
              </c:pt>
              <c:pt idx="25">
                <c:v>0.06890183582224842</c:v>
              </c:pt>
              <c:pt idx="26">
                <c:v>0.060746089982173464</c:v>
              </c:pt>
              <c:pt idx="27">
                <c:v>0.05231218475095358</c:v>
              </c:pt>
              <c:pt idx="28">
                <c:v>0.043807279827630205</c:v>
              </c:pt>
              <c:pt idx="29">
                <c:v>0.035660177743362324</c:v>
              </c:pt>
              <c:pt idx="30">
                <c:v>0.027983193083695432</c:v>
              </c:pt>
              <c:pt idx="31">
                <c:v>0.020760403494064782</c:v>
              </c:pt>
              <c:pt idx="32">
                <c:v>0.014082787204747954</c:v>
              </c:pt>
              <c:pt idx="33">
                <c:v>0.008560323074382509</c:v>
              </c:pt>
              <c:pt idx="34">
                <c:v>0.004681556689648489</c:v>
              </c:pt>
              <c:pt idx="35">
                <c:v>0.0023453647019964653</c:v>
              </c:pt>
              <c:pt idx="36">
                <c:v>0.001065031429716144</c:v>
              </c:pt>
              <c:pt idx="37">
                <c:v>0.0004483874008481874</c:v>
              </c:pt>
              <c:pt idx="38">
                <c:v>0.0001724965588276933</c:v>
              </c:pt>
              <c:pt idx="39">
                <c:v>6.16028977712537E-05</c:v>
              </c:pt>
              <c:pt idx="40">
                <c:v>2.0196544403628976E-05</c:v>
              </c:pt>
              <c:pt idx="41">
                <c:v>6.083531940210383E-06</c:v>
              </c:pt>
              <c:pt idx="42">
                <c:v>1.6831744736465683E-06</c:v>
              </c:pt>
              <c:pt idx="43">
                <c:v>4.208484426979351E-07</c:v>
              </c:pt>
              <c:pt idx="44">
                <c:v>9.732956372916253E-08</c:v>
              </c:pt>
              <c:pt idx="45">
                <c:v>2.052650495771043E-08</c:v>
              </c:pt>
              <c:pt idx="46">
                <c:v>1E-08</c:v>
              </c:pt>
              <c:pt idx="47">
                <c:v>1E-08</c:v>
              </c:pt>
              <c:pt idx="48">
                <c:v>1E-08</c:v>
              </c:pt>
              <c:pt idx="49">
                <c:v>1E-08</c:v>
              </c:pt>
              <c:pt idx="50">
                <c:v>1E-08</c:v>
              </c:pt>
              <c:pt idx="51">
                <c:v>1E-08</c:v>
              </c:pt>
              <c:pt idx="52">
                <c:v>1E-08</c:v>
              </c:pt>
              <c:pt idx="53">
                <c:v>1E-08</c:v>
              </c:pt>
              <c:pt idx="54">
                <c:v>1E-08</c:v>
              </c:pt>
              <c:pt idx="55">
                <c:v>1E-08</c:v>
              </c:pt>
              <c:pt idx="56">
                <c:v>1E-08</c:v>
              </c:pt>
              <c:pt idx="57">
                <c:v>1E-08</c:v>
              </c:pt>
              <c:pt idx="58">
                <c:v>1E-08</c:v>
              </c:pt>
              <c:pt idx="59">
                <c:v>1E-08</c:v>
              </c:pt>
              <c:pt idx="60">
                <c:v>1E-08</c:v>
              </c:pt>
              <c:pt idx="61">
                <c:v>1E-08</c:v>
              </c:pt>
              <c:pt idx="62">
                <c:v>1E-08</c:v>
              </c:pt>
              <c:pt idx="63">
                <c:v>1E-08</c:v>
              </c:pt>
              <c:pt idx="64">
                <c:v>1E-08</c:v>
              </c:pt>
              <c:pt idx="65">
                <c:v>1E-08</c:v>
              </c:pt>
              <c:pt idx="66">
                <c:v>1E-08</c:v>
              </c:pt>
              <c:pt idx="67">
                <c:v>1E-08</c:v>
              </c:pt>
              <c:pt idx="68">
                <c:v>1E-08</c:v>
              </c:pt>
              <c:pt idx="69">
                <c:v>1E-08</c:v>
              </c:pt>
              <c:pt idx="70">
                <c:v>1E-08</c:v>
              </c:pt>
              <c:pt idx="71">
                <c:v>1E-08</c:v>
              </c:pt>
              <c:pt idx="72">
                <c:v>1E-08</c:v>
              </c:pt>
              <c:pt idx="73">
                <c:v>1E-08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ser>
          <c:idx val="3"/>
          <c:order val="3"/>
          <c:tx>
            <c:v>COMSOL Maxwellian</c:v>
          </c:tx>
          <c:spPr>
            <a:ln xmlns:a="http://schemas.openxmlformats.org/drawingml/2006/main" w="19050">
              <a:solidFill>
                <a:srgbClr val="59636F"/>
              </a:solidFill>
              <a:prstDash val="dash"/>
            </a:ln>
          </c:spPr>
          <c:marker>
            <c:symbol val="none"/>
          </c:marker>
          <c:xVal>
            <c:numLit>
              <c:formatCode>General</c:formatCode>
              <c:ptCount val="111"/>
              <c:pt idx="0">
                <c:v>0.001</c:v>
              </c:pt>
              <c:pt idx="1">
                <c:v>0.36462727272727274</c:v>
              </c:pt>
              <c:pt idx="2">
                <c:v>0.7282545454545455</c:v>
              </c:pt>
              <c:pt idx="3">
                <c:v>1.0918818181818182</c:v>
              </c:pt>
              <c:pt idx="4">
                <c:v>1.4555090909090909</c:v>
              </c:pt>
              <c:pt idx="5">
                <c:v>1.8191363636363636</c:v>
              </c:pt>
              <c:pt idx="6">
                <c:v>2.1827636363636365</c:v>
              </c:pt>
              <c:pt idx="7">
                <c:v>2.546390909090909</c:v>
              </c:pt>
              <c:pt idx="8">
                <c:v>2.910018181818182</c:v>
              </c:pt>
              <c:pt idx="9">
                <c:v>3.2736454545454547</c:v>
              </c:pt>
              <c:pt idx="10">
                <c:v>3.637272727272727</c:v>
              </c:pt>
              <c:pt idx="11">
                <c:v>4.000900000000001</c:v>
              </c:pt>
              <c:pt idx="12">
                <c:v>4.3645272727272735</c:v>
              </c:pt>
              <c:pt idx="13">
                <c:v>4.728154545454546</c:v>
              </c:pt>
              <c:pt idx="14">
                <c:v>5.091781818181818</c:v>
              </c:pt>
              <c:pt idx="15">
                <c:v>5.455409090909091</c:v>
              </c:pt>
              <c:pt idx="16">
                <c:v>5.819036363636364</c:v>
              </c:pt>
              <c:pt idx="17">
                <c:v>6.182663636363637</c:v>
              </c:pt>
              <c:pt idx="18">
                <c:v>6.54629090909091</c:v>
              </c:pt>
              <c:pt idx="19">
                <c:v>6.909918181818182</c:v>
              </c:pt>
              <c:pt idx="20">
                <c:v>7.273545454545455</c:v>
              </c:pt>
              <c:pt idx="21">
                <c:v>7.637172727272728</c:v>
              </c:pt>
              <c:pt idx="22">
                <c:v>8.0008</c:v>
              </c:pt>
              <c:pt idx="23">
                <c:v>8.364427272727273</c:v>
              </c:pt>
              <c:pt idx="24">
                <c:v>8.728054545454546</c:v>
              </c:pt>
              <c:pt idx="25">
                <c:v>9.091681818181819</c:v>
              </c:pt>
              <c:pt idx="26">
                <c:v>9.455309090909092</c:v>
              </c:pt>
              <c:pt idx="27">
                <c:v>9.818936363636363</c:v>
              </c:pt>
              <c:pt idx="28">
                <c:v>10.182563636363636</c:v>
              </c:pt>
              <c:pt idx="29">
                <c:v>10.546190909090909</c:v>
              </c:pt>
              <c:pt idx="30">
                <c:v>10.909818181818181</c:v>
              </c:pt>
              <c:pt idx="31">
                <c:v>11.273445454545454</c:v>
              </c:pt>
              <c:pt idx="32">
                <c:v>11.637072727272727</c:v>
              </c:pt>
              <c:pt idx="33">
                <c:v>12.0007</c:v>
              </c:pt>
              <c:pt idx="34">
                <c:v>12.364327272727273</c:v>
              </c:pt>
              <c:pt idx="35">
                <c:v>12.727954545454546</c:v>
              </c:pt>
              <c:pt idx="36">
                <c:v>13.091581818181819</c:v>
              </c:pt>
              <c:pt idx="37">
                <c:v>13.455209090909092</c:v>
              </c:pt>
              <c:pt idx="38">
                <c:v>13.818836363636363</c:v>
              </c:pt>
              <c:pt idx="39">
                <c:v>14.182463636363636</c:v>
              </c:pt>
              <c:pt idx="40">
                <c:v>14.546090909090909</c:v>
              </c:pt>
              <c:pt idx="41">
                <c:v>14.909718181818182</c:v>
              </c:pt>
              <c:pt idx="42">
                <c:v>15.273345454545455</c:v>
              </c:pt>
              <c:pt idx="43">
                <c:v>15.636972727272727</c:v>
              </c:pt>
              <c:pt idx="44">
                <c:v>16.000600000000002</c:v>
              </c:pt>
              <c:pt idx="45">
                <c:v>16.364227272727277</c:v>
              </c:pt>
              <c:pt idx="46">
                <c:v>16.727854545454548</c:v>
              </c:pt>
              <c:pt idx="47">
                <c:v>17.091481818181823</c:v>
              </c:pt>
              <c:pt idx="48">
                <c:v>17.455109090909094</c:v>
              </c:pt>
              <c:pt idx="49">
                <c:v>17.818736363636365</c:v>
              </c:pt>
              <c:pt idx="50">
                <c:v>18.18236363636364</c:v>
              </c:pt>
              <c:pt idx="51">
                <c:v>18.54599090909091</c:v>
              </c:pt>
              <c:pt idx="52">
                <c:v>18.909618181818185</c:v>
              </c:pt>
              <c:pt idx="53">
                <c:v>19.273245454545457</c:v>
              </c:pt>
              <c:pt idx="54">
                <c:v>19.636872727272728</c:v>
              </c:pt>
              <c:pt idx="55">
                <c:v>20.000500000000002</c:v>
              </c:pt>
              <c:pt idx="56">
                <c:v>20.364127272727274</c:v>
              </c:pt>
              <c:pt idx="57">
                <c:v>20.727754545454548</c:v>
              </c:pt>
              <c:pt idx="58">
                <c:v>21.09138181818182</c:v>
              </c:pt>
              <c:pt idx="59">
                <c:v>21.455009090909094</c:v>
              </c:pt>
              <c:pt idx="60">
                <c:v>21.818636363636365</c:v>
              </c:pt>
              <c:pt idx="61">
                <c:v>22.18226363636364</c:v>
              </c:pt>
              <c:pt idx="62">
                <c:v>22.54589090909091</c:v>
              </c:pt>
              <c:pt idx="63">
                <c:v>22.909518181818186</c:v>
              </c:pt>
              <c:pt idx="64">
                <c:v>23.273145454545457</c:v>
              </c:pt>
              <c:pt idx="65">
                <c:v>23.636772727272728</c:v>
              </c:pt>
              <c:pt idx="66">
                <c:v>24.000400000000003</c:v>
              </c:pt>
              <c:pt idx="67">
                <c:v>24.364027272727274</c:v>
              </c:pt>
              <c:pt idx="68">
                <c:v>24.72765454545455</c:v>
              </c:pt>
              <c:pt idx="69">
                <c:v>25.09128181818182</c:v>
              </c:pt>
              <c:pt idx="70">
                <c:v>25.454909090909094</c:v>
              </c:pt>
              <c:pt idx="71">
                <c:v>25.818536363636365</c:v>
              </c:pt>
              <c:pt idx="72">
                <c:v>26.18216363636364</c:v>
              </c:pt>
              <c:pt idx="73">
                <c:v>26.54579090909091</c:v>
              </c:pt>
              <c:pt idx="74">
                <c:v>26.909418181818186</c:v>
              </c:pt>
              <c:pt idx="75">
                <c:v>27.273045454545457</c:v>
              </c:pt>
              <c:pt idx="76">
                <c:v>27.636672727272728</c:v>
              </c:pt>
              <c:pt idx="77">
                <c:v>28.000300000000003</c:v>
              </c:pt>
              <c:pt idx="78">
                <c:v>28.363927272727274</c:v>
              </c:pt>
              <c:pt idx="79">
                <c:v>28.72755454545455</c:v>
              </c:pt>
              <c:pt idx="80">
                <c:v>29.09118181818182</c:v>
              </c:pt>
              <c:pt idx="81">
                <c:v>29.454809090909094</c:v>
              </c:pt>
              <c:pt idx="82">
                <c:v>29.818436363636366</c:v>
              </c:pt>
              <c:pt idx="83">
                <c:v>30.18206363636364</c:v>
              </c:pt>
              <c:pt idx="84">
                <c:v>30.54569090909091</c:v>
              </c:pt>
              <c:pt idx="85">
                <c:v>30.909318181818186</c:v>
              </c:pt>
              <c:pt idx="86">
                <c:v>31.272945454545457</c:v>
              </c:pt>
              <c:pt idx="87">
                <c:v>31.63657272727273</c:v>
              </c:pt>
              <c:pt idx="88">
                <c:v>32.0002</c:v>
              </c:pt>
              <c:pt idx="89">
                <c:v>32.36382727272727</c:v>
              </c:pt>
              <c:pt idx="90">
                <c:v>32.72745454545455</c:v>
              </c:pt>
              <c:pt idx="91">
                <c:v>33.09108181818182</c:v>
              </c:pt>
              <c:pt idx="92">
                <c:v>33.45470909090909</c:v>
              </c:pt>
              <c:pt idx="93">
                <c:v>33.81833636363636</c:v>
              </c:pt>
              <c:pt idx="94">
                <c:v>34.18196363636364</c:v>
              </c:pt>
              <c:pt idx="95">
                <c:v>34.54559090909091</c:v>
              </c:pt>
              <c:pt idx="96">
                <c:v>34.90921818181818</c:v>
              </c:pt>
              <c:pt idx="97">
                <c:v>35.272845454545454</c:v>
              </c:pt>
              <c:pt idx="98">
                <c:v>35.636472727272725</c:v>
              </c:pt>
              <c:pt idx="99">
                <c:v>36.0001</c:v>
              </c:pt>
              <c:pt idx="100">
                <c:v>36.363727272727274</c:v>
              </c:pt>
              <c:pt idx="101">
                <c:v>36.727354545454546</c:v>
              </c:pt>
              <c:pt idx="102">
                <c:v>37.09098181818182</c:v>
              </c:pt>
              <c:pt idx="103">
                <c:v>37.45460909090909</c:v>
              </c:pt>
              <c:pt idx="104">
                <c:v>37.818236363636366</c:v>
              </c:pt>
              <c:pt idx="105">
                <c:v>38.18186363636364</c:v>
              </c:pt>
              <c:pt idx="106">
                <c:v>38.54549090909091</c:v>
              </c:pt>
              <c:pt idx="107">
                <c:v>38.90911818181818</c:v>
              </c:pt>
              <c:pt idx="108">
                <c:v>39.27274545454545</c:v>
              </c:pt>
              <c:pt idx="109">
                <c:v>39.63637272727273</c:v>
              </c:pt>
              <c:pt idx="110">
                <c:v>40</c:v>
              </c:pt>
            </c:numLit>
          </c:xVal>
          <c:yVal>
            <c:numLit>
              <c:formatCode>0E+0</c:formatCode>
              <c:ptCount val="111"/>
              <c:pt idx="0">
                <c:v>0.005290394306289807</c:v>
              </c:pt>
              <c:pt idx="1">
                <c:v>0.09123601167857828</c:v>
              </c:pt>
              <c:pt idx="2">
                <c:v>0.11644933019282962</c:v>
              </c:pt>
              <c:pt idx="3">
                <c:v>0.12877657946249535</c:v>
              </c:pt>
              <c:pt idx="4">
                <c:v>0.13427965123505728</c:v>
              </c:pt>
              <c:pt idx="5">
                <c:v>0.13557794483241722</c:v>
              </c:pt>
              <c:pt idx="6">
                <c:v>0.1341261470280757</c:v>
              </c:pt>
              <c:pt idx="7">
                <c:v>0.1308357134102254</c:v>
              </c:pt>
              <c:pt idx="8">
                <c:v>0.12631801597846745</c:v>
              </c:pt>
              <c:pt idx="9">
                <c:v>0.12100043760023023</c:v>
              </c:pt>
              <c:pt idx="10">
                <c:v>0.11518945625487308</c:v>
              </c:pt>
              <c:pt idx="11">
                <c:v>0.10910818180553329</c:v>
              </c:pt>
              <c:pt idx="12">
                <c:v>0.10292023080812439</c:v>
              </c:pt>
              <c:pt idx="13">
                <c:v>0.09674569586607372</c:v>
              </c:pt>
              <c:pt idx="14">
                <c:v>0.09067224926567177</c:v>
              </c:pt>
              <c:pt idx="15">
                <c:v>0.08476310028957107</c:v>
              </c:pt>
              <c:pt idx="16">
                <c:v>0.07906283488110366</c:v>
              </c:pt>
              <c:pt idx="17">
                <c:v>0.07360178243621641</c:v>
              </c:pt>
              <c:pt idx="18">
                <c:v>0.06839933002736338</c:v>
              </c:pt>
              <c:pt idx="19">
                <c:v>0.06346646731299976</c:v>
              </c:pt>
              <c:pt idx="20">
                <c:v>0.05880775853557572</c:v>
              </c:pt>
              <c:pt idx="21">
                <c:v>0.054422881160619184</c:v>
              </c:pt>
              <c:pt idx="22">
                <c:v>0.05030783242599068</c:v>
              </c:pt>
              <c:pt idx="23">
                <c:v>0.04645587863805722</c:v>
              </c:pt>
              <c:pt idx="24">
                <c:v>0.04285830339455848</c:v>
              </c:pt>
              <c:pt idx="25">
                <c:v>0.039504997485238044</c:v>
              </c:pt>
              <c:pt idx="26">
                <c:v>0.036384923386732194</c:v>
              </c:pt>
              <c:pt idx="27">
                <c:v>0.033486479954084464</c:v>
              </c:pt>
              <c:pt idx="28">
                <c:v>0.03079778739676642</c:v>
              </c:pt>
              <c:pt idx="29">
                <c:v>0.02830690841867892</c:v>
              </c:pt>
              <c:pt idx="30">
                <c:v>0.026002018155181463</c:v>
              </c:pt>
              <c:pt idx="31">
                <c:v>0.023871533011860093</c:v>
              </c:pt>
              <c:pt idx="32">
                <c:v>0.021904206523974977</c:v>
              </c:pt>
              <c:pt idx="33">
                <c:v>0.020089198784239714</c:v>
              </c:pt>
              <c:pt idx="34">
                <c:v>0.018416124735091396</c:v>
              </c:pt>
              <c:pt idx="35">
                <c:v>0.0168750856190866</c:v>
              </c:pt>
              <c:pt idx="36">
                <c:v>0.015456687073942108</c:v>
              </c:pt>
              <c:pt idx="37">
                <c:v>0.014152046706120728</c:v>
              </c:pt>
              <c:pt idx="38">
                <c:v>0.012952793447200673</c:v>
              </c:pt>
              <c:pt idx="39">
                <c:v>0.01185106056604026</c:v>
              </c:pt>
              <c:pt idx="40">
                <c:v>0.01083947385774606</c:v>
              </c:pt>
              <c:pt idx="41">
                <c:v>0.00991113624250769</c:v>
              </c:pt>
              <c:pt idx="42">
                <c:v>0.009059609771434676</c:v>
              </c:pt>
              <c:pt idx="43">
                <c:v>0.008278895842995855</c:v>
              </c:pt>
              <c:pt idx="44">
                <c:v>0.007563414274788932</c:v>
              </c:pt>
              <c:pt idx="45">
                <c:v>0.0069079817449157225</c:v>
              </c:pt>
              <c:pt idx="46">
                <c:v>0.006307790010144763</c:v>
              </c:pt>
              <c:pt idx="47">
                <c:v>0.005758384220186592</c:v>
              </c:pt>
              <c:pt idx="48">
                <c:v>0.00525564157541942</c:v>
              </c:pt>
              <c:pt idx="49">
                <c:v>0.004795750516522538</c:v>
              </c:pt>
              <c:pt idx="50">
                <c:v>0.0043751905864318095</c:v>
              </c:pt>
              <c:pt idx="51">
                <c:v>0.003990713065952726</c:v>
              </c:pt>
              <c:pt idx="52">
                <c:v>0.003639322452706645</c:v>
              </c:pt>
              <c:pt idx="53">
                <c:v>0.0033182588275635664</c:v>
              </c:pt>
              <c:pt idx="54">
                <c:v>0.0030249811322689293</c:v>
              </c:pt>
              <c:pt idx="55">
                <c:v>0.002757151365721088</c:v>
              </c:pt>
              <c:pt idx="56">
                <c:v>0.0025126196935669597</c:v>
              </c:pt>
              <c:pt idx="57">
                <c:v>0.0022894104558468047</c:v>
              </c:pt>
              <c:pt idx="58">
                <c:v>0.0020857090498274857</c:v>
              </c:pt>
              <c:pt idx="59">
                <c:v>0.001899849659494007</c:v>
              </c:pt>
              <c:pt idx="60">
                <c:v>0.0017303037990703978</c:v>
              </c:pt>
              <c:pt idx="61">
                <c:v>0.0015756696351195666</c:v>
              </c:pt>
              <c:pt idx="62">
                <c:v>0.001434662049984198</c:v>
              </c:pt>
              <c:pt idx="63">
                <c:v>0.0013061034083745456</c:v>
              </c:pt>
              <c:pt idx="64">
                <c:v>0.0011889149886155866</c:v>
              </c:pt>
              <c:pt idx="65">
                <c:v>0.0010821090402962532</c:v>
              </c:pt>
              <c:pt idx="66">
                <c:v>0.0009847814307018552</c:v>
              </c:pt>
              <c:pt idx="67">
                <c:v>0.0008961048433620996</c:v>
              </c:pt>
              <c:pt idx="68">
                <c:v>0.0008153224932329284</c:v>
              </c:pt>
              <c:pt idx="69">
                <c:v>0.0007417423243866445</c:v>
              </c:pt>
              <c:pt idx="70">
                <c:v>0.0006747316575587258</c:v>
              </c:pt>
              <c:pt idx="71">
                <c:v>0.0006137122564490625</c:v>
              </c:pt>
              <c:pt idx="72">
                <c:v>0.000558155783265543</c:v>
              </c:pt>
              <c:pt idx="73">
                <c:v>0.0005075796156015281</c:v>
              </c:pt>
              <c:pt idx="74">
                <c:v>0.0004615429983339577</c:v>
              </c:pt>
              <c:pt idx="75">
                <c:v>0.00041964350579870157</c:v>
              </c:pt>
              <c:pt idx="76">
                <c:v>0.0003815137910309436</c:v>
              </c:pt>
              <c:pt idx="77">
                <c:v>0.0003468186003412454</c:v>
              </c:pt>
              <c:pt idx="78">
                <c:v>0.00031525203292502026</c:v>
              </c:pt>
              <c:pt idx="79">
                <c:v>0.00028653502656958375</c:v>
              </c:pt>
              <c:pt idx="80">
                <c:v>0.0002604130518253321</c:v>
              </c:pt>
              <c:pt idx="81">
                <c:v>0.000236653998244241</c:v>
              </c:pt>
              <c:pt idx="82">
                <c:v>0.00021504623745895307</c:v>
              </c:pt>
              <c:pt idx="83">
                <c:v>0.00019539684897960002</c:v>
              </c:pt>
              <c:pt idx="84">
                <c:v>0.00017752999562410237</c:v>
              </c:pt>
              <c:pt idx="85">
                <c:v>0.00016128543647248676</c:v>
              </c:pt>
              <c:pt idx="86">
                <c:v>0.00014651716614881257</c:v>
              </c:pt>
              <c:pt idx="87">
                <c:v>0.00013309217008775263</c:v>
              </c:pt>
              <c:pt idx="88">
                <c:v>0.00012088928623928499</c:v>
              </c:pt>
              <c:pt idx="89">
                <c:v>0.00010979816440691062</c:v>
              </c:pt>
              <c:pt idx="90">
                <c:v>9.971831510504615E-05</c:v>
              </c:pt>
              <c:pt idx="91">
                <c:v>9.055824046246512E-05</c:v>
              </c:pt>
              <c:pt idx="92">
                <c:v>8.223464029366458E-05</c:v>
              </c:pt>
              <c:pt idx="93">
                <c:v>7.467168701146753E-05</c:v>
              </c:pt>
              <c:pt idx="94">
                <c:v>6.780036356472559E-05</c:v>
              </c:pt>
              <c:pt idx="95">
                <c:v>6.1557859057208E-05</c:v>
              </c:pt>
              <c:pt idx="96">
                <c:v>5.588701714013581E-05</c:v>
              </c:pt>
              <c:pt idx="97">
                <c:v>5.073583267373455E-05</c:v>
              </c:pt>
              <c:pt idx="98">
                <c:v>4.605699252487938E-05</c:v>
              </c:pt>
              <c:pt idx="99">
                <c:v>4.180745671059577E-05</c:v>
              </c:pt>
              <c:pt idx="100">
                <c:v>3.794807641285649E-05</c:v>
              </c:pt>
              <c:pt idx="101">
                <c:v>3.444324568076391E-05</c:v>
              </c:pt>
              <c:pt idx="102">
                <c:v>3.12605839036104E-05</c:v>
              </c:pt>
              <c:pt idx="103">
                <c:v>2.837064638420957E-05</c:v>
              </c:pt>
              <c:pt idx="104">
                <c:v>2.5746660567879615E-05</c:v>
              </c:pt>
              <c:pt idx="105">
                <c:v>2.3364285690047864E-05</c:v>
              </c:pt>
              <c:pt idx="106">
                <c:v>2.120139379603627E-05</c:v>
              </c:pt>
              <c:pt idx="107">
                <c:v>1.923787026149058E-05</c:v>
              </c:pt>
              <c:pt idx="108">
                <c:v>1.7455432102356413E-05</c:v>
              </c:pt>
              <c:pt idx="109">
                <c:v>1.58374625104099E-05</c:v>
              </c:pt>
              <c:pt idx="110">
                <c:v>1.43688601851844E-05</c:v>
              </c:pt>
            </c:numLit>
          </c:yVal>
        </c:ser>
        <c:ser>
          <c:idx val="4"/>
          <c:order val="4"/>
          <c:tx>
            <c:v>COMSOL Druyvesteyn</c:v>
          </c:tx>
          <c:spPr>
            <a:ln xmlns:a="http://schemas.openxmlformats.org/drawingml/2006/main" w="19050">
              <a:solidFill>
                <a:srgbClr val="908747"/>
              </a:solidFill>
              <a:prstDash val="dot"/>
            </a:ln>
          </c:spPr>
          <c:marker>
            <c:symbol val="none"/>
          </c:marker>
          <c:xVal>
            <c:numLit>
              <c:formatCode>General</c:formatCode>
              <c:ptCount val="111"/>
              <c:pt idx="0">
                <c:v>0.001</c:v>
              </c:pt>
              <c:pt idx="1">
                <c:v>0.36462727272727274</c:v>
              </c:pt>
              <c:pt idx="2">
                <c:v>0.7282545454545455</c:v>
              </c:pt>
              <c:pt idx="3">
                <c:v>1.0918818181818182</c:v>
              </c:pt>
              <c:pt idx="4">
                <c:v>1.4555090909090909</c:v>
              </c:pt>
              <c:pt idx="5">
                <c:v>1.8191363636363636</c:v>
              </c:pt>
              <c:pt idx="6">
                <c:v>2.1827636363636365</c:v>
              </c:pt>
              <c:pt idx="7">
                <c:v>2.546390909090909</c:v>
              </c:pt>
              <c:pt idx="8">
                <c:v>2.910018181818182</c:v>
              </c:pt>
              <c:pt idx="9">
                <c:v>3.2736454545454547</c:v>
              </c:pt>
              <c:pt idx="10">
                <c:v>3.637272727272727</c:v>
              </c:pt>
              <c:pt idx="11">
                <c:v>4.000900000000001</c:v>
              </c:pt>
              <c:pt idx="12">
                <c:v>4.3645272727272735</c:v>
              </c:pt>
              <c:pt idx="13">
                <c:v>4.728154545454546</c:v>
              </c:pt>
              <c:pt idx="14">
                <c:v>5.091781818181818</c:v>
              </c:pt>
              <c:pt idx="15">
                <c:v>5.455409090909091</c:v>
              </c:pt>
              <c:pt idx="16">
                <c:v>5.819036363636364</c:v>
              </c:pt>
              <c:pt idx="17">
                <c:v>6.182663636363637</c:v>
              </c:pt>
              <c:pt idx="18">
                <c:v>6.54629090909091</c:v>
              </c:pt>
              <c:pt idx="19">
                <c:v>6.909918181818182</c:v>
              </c:pt>
              <c:pt idx="20">
                <c:v>7.273545454545455</c:v>
              </c:pt>
              <c:pt idx="21">
                <c:v>7.637172727272728</c:v>
              </c:pt>
              <c:pt idx="22">
                <c:v>8.0008</c:v>
              </c:pt>
              <c:pt idx="23">
                <c:v>8.364427272727273</c:v>
              </c:pt>
              <c:pt idx="24">
                <c:v>8.728054545454546</c:v>
              </c:pt>
              <c:pt idx="25">
                <c:v>9.091681818181819</c:v>
              </c:pt>
              <c:pt idx="26">
                <c:v>9.455309090909092</c:v>
              </c:pt>
              <c:pt idx="27">
                <c:v>9.818936363636363</c:v>
              </c:pt>
              <c:pt idx="28">
                <c:v>10.182563636363636</c:v>
              </c:pt>
              <c:pt idx="29">
                <c:v>10.546190909090909</c:v>
              </c:pt>
              <c:pt idx="30">
                <c:v>10.909818181818181</c:v>
              </c:pt>
              <c:pt idx="31">
                <c:v>11.273445454545454</c:v>
              </c:pt>
              <c:pt idx="32">
                <c:v>11.637072727272727</c:v>
              </c:pt>
              <c:pt idx="33">
                <c:v>12.0007</c:v>
              </c:pt>
              <c:pt idx="34">
                <c:v>12.364327272727273</c:v>
              </c:pt>
              <c:pt idx="35">
                <c:v>12.727954545454546</c:v>
              </c:pt>
              <c:pt idx="36">
                <c:v>13.091581818181819</c:v>
              </c:pt>
              <c:pt idx="37">
                <c:v>13.455209090909092</c:v>
              </c:pt>
              <c:pt idx="38">
                <c:v>13.818836363636363</c:v>
              </c:pt>
              <c:pt idx="39">
                <c:v>14.182463636363636</c:v>
              </c:pt>
              <c:pt idx="40">
                <c:v>14.546090909090909</c:v>
              </c:pt>
              <c:pt idx="41">
                <c:v>14.909718181818182</c:v>
              </c:pt>
              <c:pt idx="42">
                <c:v>15.273345454545455</c:v>
              </c:pt>
              <c:pt idx="43">
                <c:v>15.636972727272727</c:v>
              </c:pt>
              <c:pt idx="44">
                <c:v>16.000600000000002</c:v>
              </c:pt>
              <c:pt idx="45">
                <c:v>16.364227272727277</c:v>
              </c:pt>
              <c:pt idx="46">
                <c:v>16.727854545454548</c:v>
              </c:pt>
              <c:pt idx="47">
                <c:v>17.091481818181823</c:v>
              </c:pt>
              <c:pt idx="48">
                <c:v>17.455109090909094</c:v>
              </c:pt>
              <c:pt idx="49">
                <c:v>17.818736363636365</c:v>
              </c:pt>
              <c:pt idx="50">
                <c:v>18.18236363636364</c:v>
              </c:pt>
              <c:pt idx="51">
                <c:v>18.54599090909091</c:v>
              </c:pt>
              <c:pt idx="52">
                <c:v>18.909618181818185</c:v>
              </c:pt>
              <c:pt idx="53">
                <c:v>19.273245454545457</c:v>
              </c:pt>
              <c:pt idx="54">
                <c:v>19.636872727272728</c:v>
              </c:pt>
              <c:pt idx="55">
                <c:v>20.000500000000002</c:v>
              </c:pt>
              <c:pt idx="56">
                <c:v>20.364127272727274</c:v>
              </c:pt>
              <c:pt idx="57">
                <c:v>20.727754545454548</c:v>
              </c:pt>
              <c:pt idx="58">
                <c:v>21.09138181818182</c:v>
              </c:pt>
              <c:pt idx="59">
                <c:v>21.455009090909094</c:v>
              </c:pt>
              <c:pt idx="60">
                <c:v>21.818636363636365</c:v>
              </c:pt>
              <c:pt idx="61">
                <c:v>22.18226363636364</c:v>
              </c:pt>
              <c:pt idx="62">
                <c:v>22.54589090909091</c:v>
              </c:pt>
              <c:pt idx="63">
                <c:v>22.909518181818186</c:v>
              </c:pt>
              <c:pt idx="64">
                <c:v>23.273145454545457</c:v>
              </c:pt>
              <c:pt idx="65">
                <c:v>23.636772727272728</c:v>
              </c:pt>
              <c:pt idx="66">
                <c:v>24.000400000000003</c:v>
              </c:pt>
              <c:pt idx="67">
                <c:v>24.364027272727274</c:v>
              </c:pt>
              <c:pt idx="68">
                <c:v>24.72765454545455</c:v>
              </c:pt>
              <c:pt idx="69">
                <c:v>25.09128181818182</c:v>
              </c:pt>
              <c:pt idx="70">
                <c:v>25.454909090909094</c:v>
              </c:pt>
              <c:pt idx="71">
                <c:v>25.818536363636365</c:v>
              </c:pt>
              <c:pt idx="72">
                <c:v>26.18216363636364</c:v>
              </c:pt>
              <c:pt idx="73">
                <c:v>26.54579090909091</c:v>
              </c:pt>
              <c:pt idx="74">
                <c:v>26.909418181818186</c:v>
              </c:pt>
              <c:pt idx="75">
                <c:v>27.273045454545457</c:v>
              </c:pt>
              <c:pt idx="76">
                <c:v>27.636672727272728</c:v>
              </c:pt>
              <c:pt idx="77">
                <c:v>28.000300000000003</c:v>
              </c:pt>
              <c:pt idx="78">
                <c:v>28.363927272727274</c:v>
              </c:pt>
              <c:pt idx="79">
                <c:v>28.72755454545455</c:v>
              </c:pt>
              <c:pt idx="80">
                <c:v>29.09118181818182</c:v>
              </c:pt>
              <c:pt idx="81">
                <c:v>29.454809090909094</c:v>
              </c:pt>
              <c:pt idx="82">
                <c:v>29.818436363636366</c:v>
              </c:pt>
              <c:pt idx="83">
                <c:v>30.18206363636364</c:v>
              </c:pt>
              <c:pt idx="84">
                <c:v>30.54569090909091</c:v>
              </c:pt>
              <c:pt idx="85">
                <c:v>30.909318181818186</c:v>
              </c:pt>
              <c:pt idx="86">
                <c:v>31.272945454545457</c:v>
              </c:pt>
              <c:pt idx="87">
                <c:v>31.63657272727273</c:v>
              </c:pt>
              <c:pt idx="88">
                <c:v>32.0002</c:v>
              </c:pt>
              <c:pt idx="89">
                <c:v>32.36382727272727</c:v>
              </c:pt>
              <c:pt idx="90">
                <c:v>32.72745454545455</c:v>
              </c:pt>
              <c:pt idx="91">
                <c:v>33.09108181818182</c:v>
              </c:pt>
              <c:pt idx="92">
                <c:v>33.45470909090909</c:v>
              </c:pt>
              <c:pt idx="93">
                <c:v>33.81833636363636</c:v>
              </c:pt>
              <c:pt idx="94">
                <c:v>34.18196363636364</c:v>
              </c:pt>
              <c:pt idx="95">
                <c:v>34.54559090909091</c:v>
              </c:pt>
              <c:pt idx="96">
                <c:v>34.90921818181818</c:v>
              </c:pt>
              <c:pt idx="97">
                <c:v>35.272845454545454</c:v>
              </c:pt>
              <c:pt idx="98">
                <c:v>35.636472727272725</c:v>
              </c:pt>
              <c:pt idx="99">
                <c:v>36.0001</c:v>
              </c:pt>
              <c:pt idx="100">
                <c:v>36.363727272727274</c:v>
              </c:pt>
              <c:pt idx="101">
                <c:v>36.727354545454546</c:v>
              </c:pt>
              <c:pt idx="102">
                <c:v>37.09098181818182</c:v>
              </c:pt>
              <c:pt idx="103">
                <c:v>37.45460909090909</c:v>
              </c:pt>
              <c:pt idx="104">
                <c:v>37.818236363636366</c:v>
              </c:pt>
              <c:pt idx="105">
                <c:v>38.18186363636364</c:v>
              </c:pt>
              <c:pt idx="106">
                <c:v>38.54549090909091</c:v>
              </c:pt>
              <c:pt idx="107">
                <c:v>38.90911818181818</c:v>
              </c:pt>
              <c:pt idx="108">
                <c:v>39.27274545454545</c:v>
              </c:pt>
              <c:pt idx="109">
                <c:v>39.63637272727273</c:v>
              </c:pt>
              <c:pt idx="110">
                <c:v>40</c:v>
              </c:pt>
            </c:numLit>
          </c:xVal>
          <c:yVal>
            <c:numLit>
              <c:formatCode>0E+0</c:formatCode>
              <c:ptCount val="111"/>
              <c:pt idx="0">
                <c:v>0.002650451728782601</c:v>
              </c:pt>
              <c:pt idx="1">
                <c:v>0.05048266977886729</c:v>
              </c:pt>
              <c:pt idx="2">
                <c:v>0.07080516227259942</c:v>
              </c:pt>
              <c:pt idx="3">
                <c:v>0.08560999222542752</c:v>
              </c:pt>
              <c:pt idx="4">
                <c:v>0.09711026991534627</c:v>
              </c:pt>
              <c:pt idx="5">
                <c:v>0.10612534787523359</c:v>
              </c:pt>
              <c:pt idx="6">
                <c:v>0.11306453291777904</c:v>
              </c:pt>
              <c:pt idx="7">
                <c:v>0.11817615450006635</c:v>
              </c:pt>
              <c:pt idx="8">
                <c:v>0.12163741588664133</c:v>
              </c:pt>
              <c:pt idx="9">
                <c:v>0.12359329551971576</c:v>
              </c:pt>
              <c:pt idx="10">
                <c:v>0.12417510086738691</c:v>
              </c:pt>
              <c:pt idx="11">
                <c:v>0.12350958803402547</c:v>
              </c:pt>
              <c:pt idx="12">
                <c:v>0.12172321278990005</c:v>
              </c:pt>
              <c:pt idx="13">
                <c:v>0.11894367377429597</c:v>
              </c:pt>
              <c:pt idx="14">
                <c:v>0.11529988248565884</c:v>
              </c:pt>
              <c:pt idx="15">
                <c:v>0.11092101320019128</c:v>
              </c:pt>
              <c:pt idx="16">
                <c:v>0.10593504033502857</c:v>
              </c:pt>
              <c:pt idx="17">
                <c:v>0.10046703474746797</c:v>
              </c:pt>
              <c:pt idx="18">
                <c:v>0.09463740831130275</c:v>
              </c:pt>
              <c:pt idx="19">
                <c:v>0.08856024176466919</c:v>
              </c:pt>
              <c:pt idx="20">
                <c:v>0.08234179158031947</c:v>
              </c:pt>
              <c:pt idx="21">
                <c:v>0.07607924114358572</c:v>
              </c:pt>
              <c:pt idx="22">
                <c:v>0.06985973668067745</c:v>
              </c:pt>
              <c:pt idx="23">
                <c:v>0.0637597276213026</c:v>
              </c:pt>
              <c:pt idx="24">
                <c:v>0.05784461368858737</c:v>
              </c:pt>
              <c:pt idx="25">
                <c:v>0.05216868667087685</c:v>
              </c:pt>
              <c:pt idx="26">
                <c:v>0.04677534340028725</c:v>
              </c:pt>
              <c:pt idx="27">
                <c:v>0.041697537842822194</c:v>
              </c:pt>
              <c:pt idx="28">
                <c:v>0.036958434273727164</c:v>
              </c:pt>
              <c:pt idx="29">
                <c:v>0.032572220096291966</c:v>
              </c:pt>
              <c:pt idx="30">
                <c:v>0.028545035728083843</c:v>
              </c:pt>
              <c:pt idx="31">
                <c:v>0.02487597983502687</c:v>
              </c:pt>
              <c:pt idx="32">
                <c:v>0.021558150707276662</c:v>
              </c:pt>
              <c:pt idx="33">
                <c:v>0.018579688382329183</c:v>
              </c:pt>
              <c:pt idx="34">
                <c:v>0.015924786864176428</c:v>
              </c:pt>
              <c:pt idx="35">
                <c:v>0.013574651107505423</c:v>
              </c:pt>
              <c:pt idx="36">
                <c:v>0.011508379004481732</c:v>
              </c:pt>
              <c:pt idx="37">
                <c:v>0.009703754139171019</c:v>
              </c:pt>
              <c:pt idx="38">
                <c:v>0.008137940319515428</c:v>
              </c:pt>
              <c:pt idx="39">
                <c:v>0.006788073670048007</c:v>
              </c:pt>
              <c:pt idx="40">
                <c:v>0.005631752235212941</c:v>
              </c:pt>
              <c:pt idx="41">
                <c:v>0.004647426520331102</c:v>
              </c:pt>
              <c:pt idx="42">
                <c:v>0.003814697149564141</c:v>
              </c:pt>
              <c:pt idx="43">
                <c:v>0.003114527853534537</c:v>
              </c:pt>
              <c:pt idx="44">
                <c:v>0.002529383353010176</c:v>
              </c:pt>
              <c:pt idx="45">
                <c:v>0.002043302444197864</c:v>
              </c:pt>
              <c:pt idx="46">
                <c:v>0.0016419167980375453</c:v>
              </c:pt>
              <c:pt idx="47">
                <c:v>0.0013124257526086552</c:v>
              </c:pt>
              <c:pt idx="48">
                <c:v>0.001043536799663276</c:v>
              </c:pt>
              <c:pt idx="49">
                <c:v>0.0008253806362871117</c:v>
              </c:pt>
              <c:pt idx="50">
                <c:v>0.0006494086569207855</c:v>
              </c:pt>
              <c:pt idx="51">
                <c:v>0.0005082796757923803</c:v>
              </c:pt>
              <c:pt idx="52">
                <c:v>0.00039574155984579073</c:v>
              </c:pt>
              <c:pt idx="53">
                <c:v>0.0003065123695618208</c:v>
              </c:pt>
              <c:pt idx="54">
                <c:v>0.00023616458919328048</c:v>
              </c:pt>
              <c:pt idx="55">
                <c:v>0.0001810151065939622</c:v>
              </c:pt>
              <c:pt idx="56">
                <c:v>0.00013802279314172102</c:v>
              </c:pt>
              <c:pt idx="57">
                <c:v>0.00010469484429787129</c:v>
              </c:pt>
              <c:pt idx="58">
                <c:v>7.900247177959465E-05</c:v>
              </c:pt>
              <c:pt idx="59">
                <c:v>5.9306084125253175E-05</c:v>
              </c:pt>
              <c:pt idx="60">
                <c:v>4.4289744493175376E-05</c:v>
              </c:pt>
              <c:pt idx="61">
                <c:v>3.290444109850735E-05</c:v>
              </c:pt>
              <c:pt idx="62">
                <c:v>2.431953360077656E-05</c:v>
              </c:pt>
              <c:pt idx="63">
                <c:v>1.7881634449598534E-05</c:v>
              </c:pt>
              <c:pt idx="64">
                <c:v>1.3080134498806356E-05</c:v>
              </c:pt>
              <c:pt idx="65">
                <c:v>9.518574867887735E-06</c:v>
              </c:pt>
              <c:pt idx="66">
                <c:v>6.891091121386813E-06</c:v>
              </c:pt>
              <c:pt idx="67">
                <c:v>4.963201906825965E-06</c:v>
              </c:pt>
              <c:pt idx="68">
                <c:v>3.5562743572063167E-06</c:v>
              </c:pt>
              <c:pt idx="69">
                <c:v>2.5350664688468013E-06</c:v>
              </c:pt>
              <c:pt idx="70">
                <c:v>1.7978173710150712E-06</c:v>
              </c:pt>
              <c:pt idx="71">
                <c:v>1.268426236758547E-06</c:v>
              </c:pt>
              <c:pt idx="72">
                <c:v>8.903269575065279E-07</c:v>
              </c:pt>
              <c:pt idx="73">
                <c:v>6.21726932056155E-07</c:v>
              </c:pt>
              <c:pt idx="74">
                <c:v>4.3193344042570967E-07</c:v>
              </c:pt>
              <c:pt idx="75">
                <c:v>2.985396786880929E-07</c:v>
              </c:pt>
              <c:pt idx="76">
                <c:v>2.052846273133623E-07</c:v>
              </c:pt>
              <c:pt idx="77">
                <c:v>1.4043680494282992E-07</c:v>
              </c:pt>
              <c:pt idx="78">
                <c:v>9.558209968843007E-08</c:v>
              </c:pt>
              <c:pt idx="79">
                <c:v>6.47208541895049E-08</c:v>
              </c:pt>
              <c:pt idx="80">
                <c:v>4.359983642363819E-08</c:v>
              </c:pt>
              <c:pt idx="81">
                <c:v>2.9221283605288316E-08</c:v>
              </c:pt>
              <c:pt idx="82">
                <c:v>1.9484459426993873E-08</c:v>
              </c:pt>
              <c:pt idx="83">
                <c:v>1.2925664475072059E-08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max val="1"/>
          <c:min val="1E-08"/>
        </c:scaling>
        <c:delete val="0"/>
        <c:axPos val="l"/>
        <c:majorGridlines>
          <c:spPr>
            <a:ln xmlns:a="http://schemas.openxmlformats.org/drawingml/2006/main" w="7620">
              <a:solidFill>
                <a:srgbClr val="D7DCE0"/>
              </a:solidFill>
              <a:prstDash val="solid"/>
            </a:ln>
          </c:spPr>
        </c:majorGridlines>
        <c:title>
          <c:tx>
            <c:rich>
              <a:bodyPr xmlns:a="http://schemas.openxmlformats.org/drawingml/2006/main"/>
              <a:lstStyle xmlns:a="http://schemas.openxmlformats.org/drawingml/2006/main"/>
              <a:p xmlns:a="http://schemas.openxmlformats.org/drawingml/2006/main">
                <a:r>
                  <a:rPr sz="638">
                    <a:solidFill>
                      <a:srgbClr val="333333"/>
                    </a:solidFill>
                    <a:latin typeface="Noto Sans JP"/>
                    <a:ea typeface="Noto Sans JP"/>
                    <a:cs typeface="Noto Sans JP"/>
                  </a:rPr>
                  <a:t>Probability-density EEDF, F(ε) (eV⁻¹)</a:t>
                </a:r>
              </a:p>
            </c:rich>
          </c:tx>
          <c:overlay val="0"/>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title>
        <c:numFmt formatCode="0E+0"/>
        <c:majorTickMark val="none"/>
        <c:minorTickMark val="none"/>
        <c:spPr>
          <a:ln xmlns:a="http://schemas.openxmlformats.org/drawingml/2006/main" w="7620">
            <a:solidFill>
              <a:srgbClr val="4A4A4A"/>
            </a:solidFill>
            <a:prstDash val="solid"/>
          </a:ln>
        </c:spPr>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crossAx val="48650112"/>
      </c:valAx>
      <c:valAx>
        <c:axId val="48650112"/>
        <c:scaling>
          <c:orientation val="minMax"/>
          <c:max val="40"/>
          <c:min val="0"/>
        </c:scaling>
        <c:delete val="0"/>
        <c:axPos val="b"/>
        <c:majorGridlines>
          <c:spPr>
            <a:ln xmlns:a="http://schemas.openxmlformats.org/drawingml/2006/main" w="953">
              <a:solidFill>
                <a:srgbClr val="FFFFFF"/>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333333"/>
                    </a:solidFill>
                    <a:latin typeface="Noto Sans JP"/>
                    <a:ea typeface="Noto Sans JP"/>
                    <a:cs typeface="Noto Sans JP"/>
                  </a:rPr>
                  <a:t>Electron energy, ε (eV)</a:t>
                </a:r>
              </a:p>
            </c:rich>
          </c:tx>
          <c:overlay val="0"/>
          <c:txPr>
            <a:bodyPr xmlns:a="http://schemas.openxmlformats.org/drawingml/2006/main" anchorCtr="1"/>
            <a:lstStyle xmlns:a="http://schemas.openxmlformats.org/drawingml/2006/main"/>
            <a:p xmlns:a="http://schemas.openxmlformats.org/drawingml/2006/main">
              <a:pPr>
                <a:defRPr sz="675">
                  <a:solidFill>
                    <a:srgbClr val="333333"/>
                  </a:solidFill>
                  <a:latin typeface="Noto Sans JP"/>
                  <a:ea typeface="Noto Sans JP"/>
                  <a:cs typeface="Noto Sans JP"/>
                </a:defRPr>
              </a:pPr>
            </a:p>
          </c:txPr>
        </c:title>
        <c:numFmt formatCode="0"/>
        <c:majorTickMark val="none"/>
        <c:minorTickMark val="none"/>
        <c:spPr>
          <a:ln xmlns:a="http://schemas.openxmlformats.org/drawingml/2006/main" w="7620">
            <a:solidFill>
              <a:srgbClr val="4A4A4A"/>
            </a:solidFill>
            <a:prstDash val="solid"/>
          </a:ln>
        </c:spPr>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crossAx val="48672768"/>
        <c:majorUnit val="20"/>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B8BEC3"/>
      </a:solidFill>
      <a:prstDash val="solid"/>
    </a:ln>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333333"/>
                </a:solidFill>
                <a:latin typeface="Noto Sans JP"/>
                <a:ea typeface="Noto Sans JP"/>
                <a:cs typeface="Noto Sans JP"/>
              </a:rPr>
              <a:t>E/N = 100 Td</a:t>
            </a:r>
          </a:p>
        </c:rich>
      </c:tx>
      <c:overlay val="0"/>
      <c:txPr>
        <a:bodyPr xmlns:a="http://schemas.openxmlformats.org/drawingml/2006/main" anchorCtr="1"/>
        <a:lstStyle xmlns:a="http://schemas.openxmlformats.org/drawingml/2006/main"/>
        <a:p xmlns:a="http://schemas.openxmlformats.org/drawingml/2006/main">
          <a:pPr>
            <a:defRPr sz="1050" b="1">
              <a:solidFill>
                <a:srgbClr val="333333"/>
              </a:solidFill>
              <a:latin typeface="Noto Sans JP"/>
              <a:ea typeface="Noto Sans JP"/>
              <a:cs typeface="Noto Sans JP"/>
            </a:defRPr>
          </a:pPr>
        </a:p>
      </c:txPr>
    </c:title>
    <c:plotArea>
      <c:scatterChart>
        <c:scatterStyle val="line"/>
        <c:ser>
          <c:idx val="0"/>
          <c:order val="0"/>
          <c:tx>
            <c:v>Two-term Swarm</c:v>
          </c:tx>
          <c:spPr>
            <a:ln xmlns:a="http://schemas.openxmlformats.org/drawingml/2006/main" w="22860">
              <a:solidFill>
                <a:srgbClr val="3B67B0"/>
              </a:solidFill>
              <a:prstDash val="solid"/>
            </a:ln>
          </c:spPr>
          <c:marker>
            <c:symbol val="none"/>
          </c:marker>
          <c:xVal>
            <c:numLit>
              <c:formatCode>General</c:formatCode>
              <c:ptCount val="111"/>
              <c:pt idx="0">
                <c:v>0.001</c:v>
              </c:pt>
              <c:pt idx="1">
                <c:v>0.7282636363636363</c:v>
              </c:pt>
              <c:pt idx="2">
                <c:v>1.4555272727272726</c:v>
              </c:pt>
              <c:pt idx="3">
                <c:v>2.182790909090909</c:v>
              </c:pt>
              <c:pt idx="4">
                <c:v>2.9100545454545452</c:v>
              </c:pt>
              <c:pt idx="5">
                <c:v>3.637318181818182</c:v>
              </c:pt>
              <c:pt idx="6">
                <c:v>4.364581818181819</c:v>
              </c:pt>
              <c:pt idx="7">
                <c:v>5.091845454545454</c:v>
              </c:pt>
              <c:pt idx="8">
                <c:v>5.819109090909091</c:v>
              </c:pt>
              <c:pt idx="9">
                <c:v>6.546372727272727</c:v>
              </c:pt>
              <c:pt idx="10">
                <c:v>7.273636363636364</c:v>
              </c:pt>
              <c:pt idx="11">
                <c:v>8.0009</c:v>
              </c:pt>
              <c:pt idx="12">
                <c:v>8.728163636363636</c:v>
              </c:pt>
              <c:pt idx="13">
                <c:v>9.45542727272727</c:v>
              </c:pt>
              <c:pt idx="14">
                <c:v>10.182690909090907</c:v>
              </c:pt>
              <c:pt idx="15">
                <c:v>10.909954545454545</c:v>
              </c:pt>
              <c:pt idx="16">
                <c:v>11.63721818181818</c:v>
              </c:pt>
              <c:pt idx="17">
                <c:v>12.364481818181817</c:v>
              </c:pt>
              <c:pt idx="18">
                <c:v>13.091745454545453</c:v>
              </c:pt>
              <c:pt idx="19">
                <c:v>13.81900909090909</c:v>
              </c:pt>
              <c:pt idx="20">
                <c:v>14.546272727272727</c:v>
              </c:pt>
              <c:pt idx="21">
                <c:v>15.273536363636362</c:v>
              </c:pt>
              <c:pt idx="22">
                <c:v>16.000799999999998</c:v>
              </c:pt>
              <c:pt idx="23">
                <c:v>16.728063636363636</c:v>
              </c:pt>
              <c:pt idx="24">
                <c:v>17.455327272727274</c:v>
              </c:pt>
              <c:pt idx="25">
                <c:v>18.18259090909091</c:v>
              </c:pt>
              <c:pt idx="26">
                <c:v>18.909854545454543</c:v>
              </c:pt>
              <c:pt idx="27">
                <c:v>19.63711818181818</c:v>
              </c:pt>
              <c:pt idx="28">
                <c:v>20.364381818181815</c:v>
              </c:pt>
              <c:pt idx="29">
                <c:v>21.091645454545457</c:v>
              </c:pt>
              <c:pt idx="30">
                <c:v>21.81890909090909</c:v>
              </c:pt>
              <c:pt idx="31">
                <c:v>22.54617272727273</c:v>
              </c:pt>
              <c:pt idx="32">
                <c:v>23.273436363636364</c:v>
              </c:pt>
              <c:pt idx="33">
                <c:v>24.0007</c:v>
              </c:pt>
              <c:pt idx="34">
                <c:v>24.727963636363636</c:v>
              </c:pt>
              <c:pt idx="35">
                <c:v>25.45522727272727</c:v>
              </c:pt>
              <c:pt idx="36">
                <c:v>26.18249090909091</c:v>
              </c:pt>
              <c:pt idx="37">
                <c:v>26.909754545454543</c:v>
              </c:pt>
              <c:pt idx="38">
                <c:v>27.63701818181818</c:v>
              </c:pt>
              <c:pt idx="39">
                <c:v>28.364281818181816</c:v>
              </c:pt>
              <c:pt idx="40">
                <c:v>29.091545454545457</c:v>
              </c:pt>
              <c:pt idx="41">
                <c:v>29.81880909090909</c:v>
              </c:pt>
              <c:pt idx="42">
                <c:v>30.546072727272726</c:v>
              </c:pt>
              <c:pt idx="43">
                <c:v>31.273336363636364</c:v>
              </c:pt>
              <c:pt idx="44">
                <c:v>32.0006</c:v>
              </c:pt>
              <c:pt idx="45">
                <c:v>32.72786363636364</c:v>
              </c:pt>
              <c:pt idx="46">
                <c:v>33.45512727272727</c:v>
              </c:pt>
              <c:pt idx="47">
                <c:v>34.182390909090905</c:v>
              </c:pt>
              <c:pt idx="48">
                <c:v>34.90965454545454</c:v>
              </c:pt>
              <c:pt idx="49">
                <c:v>35.636918181818174</c:v>
              </c:pt>
              <c:pt idx="50">
                <c:v>36.36418181818181</c:v>
              </c:pt>
              <c:pt idx="51">
                <c:v>37.09144545454545</c:v>
              </c:pt>
              <c:pt idx="52">
                <c:v>37.81870909090908</c:v>
              </c:pt>
              <c:pt idx="53">
                <c:v>38.545972727272726</c:v>
              </c:pt>
              <c:pt idx="54">
                <c:v>39.27323636363636</c:v>
              </c:pt>
              <c:pt idx="55">
                <c:v>40.000499999999995</c:v>
              </c:pt>
              <c:pt idx="56">
                <c:v>40.727763636363626</c:v>
              </c:pt>
              <c:pt idx="57">
                <c:v>41.455027272727264</c:v>
              </c:pt>
              <c:pt idx="58">
                <c:v>42.18229090909091</c:v>
              </c:pt>
              <c:pt idx="59">
                <c:v>42.90955454545454</c:v>
              </c:pt>
              <c:pt idx="60">
                <c:v>43.63681818181818</c:v>
              </c:pt>
              <c:pt idx="61">
                <c:v>44.36408181818181</c:v>
              </c:pt>
              <c:pt idx="62">
                <c:v>45.091345454545454</c:v>
              </c:pt>
              <c:pt idx="63">
                <c:v>45.818609090909085</c:v>
              </c:pt>
              <c:pt idx="64">
                <c:v>46.54587272727272</c:v>
              </c:pt>
              <c:pt idx="65">
                <c:v>47.273136363636354</c:v>
              </c:pt>
              <c:pt idx="66">
                <c:v>48.00039999999999</c:v>
              </c:pt>
              <c:pt idx="67">
                <c:v>48.72766363636364</c:v>
              </c:pt>
              <c:pt idx="68">
                <c:v>49.45492727272727</c:v>
              </c:pt>
              <c:pt idx="69">
                <c:v>50.182190909090906</c:v>
              </c:pt>
              <c:pt idx="70">
                <c:v>50.90945454545454</c:v>
              </c:pt>
              <c:pt idx="71">
                <c:v>51.63671818181818</c:v>
              </c:pt>
              <c:pt idx="72">
                <c:v>52.36398181818181</c:v>
              </c:pt>
              <c:pt idx="73">
                <c:v>53.09124545454545</c:v>
              </c:pt>
              <c:pt idx="74">
                <c:v>53.81850909090908</c:v>
              </c:pt>
              <c:pt idx="75">
                <c:v>54.54577272727272</c:v>
              </c:pt>
              <c:pt idx="76">
                <c:v>55.27303636363636</c:v>
              </c:pt>
              <c:pt idx="77">
                <c:v>56.000299999999996</c:v>
              </c:pt>
              <c:pt idx="78">
                <c:v>56.72756363636363</c:v>
              </c:pt>
              <c:pt idx="79">
                <c:v>57.454827272727265</c:v>
              </c:pt>
              <c:pt idx="80">
                <c:v>58.18209090909091</c:v>
              </c:pt>
              <c:pt idx="81">
                <c:v>58.90935454545454</c:v>
              </c:pt>
              <c:pt idx="82">
                <c:v>59.63661818181818</c:v>
              </c:pt>
              <c:pt idx="83">
                <c:v>60.36388181818181</c:v>
              </c:pt>
              <c:pt idx="84">
                <c:v>61.09114545454545</c:v>
              </c:pt>
              <c:pt idx="85">
                <c:v>61.818409090909086</c:v>
              </c:pt>
              <c:pt idx="86">
                <c:v>62.54567272727272</c:v>
              </c:pt>
              <c:pt idx="87">
                <c:v>63.272936363636354</c:v>
              </c:pt>
              <c:pt idx="88">
                <c:v>64.00019999999999</c:v>
              </c:pt>
              <c:pt idx="89">
                <c:v>64.72746363636364</c:v>
              </c:pt>
              <c:pt idx="90">
                <c:v>65.45472727272728</c:v>
              </c:pt>
              <c:pt idx="91">
                <c:v>66.18199090909091</c:v>
              </c:pt>
              <c:pt idx="92">
                <c:v>66.90925454545454</c:v>
              </c:pt>
              <c:pt idx="93">
                <c:v>67.63651818181818</c:v>
              </c:pt>
              <c:pt idx="94">
                <c:v>68.36378181818182</c:v>
              </c:pt>
              <c:pt idx="95">
                <c:v>69.09104545454545</c:v>
              </c:pt>
              <c:pt idx="96">
                <c:v>69.8183090909091</c:v>
              </c:pt>
              <c:pt idx="97">
                <c:v>70.54557272727273</c:v>
              </c:pt>
              <c:pt idx="98">
                <c:v>71.27283636363636</c:v>
              </c:pt>
              <c:pt idx="99">
                <c:v>72.0001</c:v>
              </c:pt>
              <c:pt idx="100">
                <c:v>72.72736363636363</c:v>
              </c:pt>
              <c:pt idx="101">
                <c:v>73.45462727272728</c:v>
              </c:pt>
              <c:pt idx="102">
                <c:v>74.18189090909091</c:v>
              </c:pt>
              <c:pt idx="103">
                <c:v>74.90915454545454</c:v>
              </c:pt>
              <c:pt idx="104">
                <c:v>75.63641818181817</c:v>
              </c:pt>
              <c:pt idx="105">
                <c:v>76.36368181818182</c:v>
              </c:pt>
              <c:pt idx="106">
                <c:v>77.09094545454546</c:v>
              </c:pt>
              <c:pt idx="107">
                <c:v>77.8182090909091</c:v>
              </c:pt>
              <c:pt idx="108">
                <c:v>78.54547272727272</c:v>
              </c:pt>
              <c:pt idx="109">
                <c:v>79.27273636363637</c:v>
              </c:pt>
              <c:pt idx="110">
                <c:v>80</c:v>
              </c:pt>
            </c:numLit>
          </c:xVal>
          <c:yVal>
            <c:numLit>
              <c:formatCode>0E+0</c:formatCode>
              <c:ptCount val="111"/>
              <c:pt idx="0">
                <c:v>0.0013748303516544994</c:v>
              </c:pt>
              <c:pt idx="1">
                <c:v>0.04313523312425799</c:v>
              </c:pt>
              <c:pt idx="2">
                <c:v>0.06043234563131379</c:v>
              </c:pt>
              <c:pt idx="3">
                <c:v>0.07266156583092201</c:v>
              </c:pt>
              <c:pt idx="4">
                <c:v>0.08165276119828292</c:v>
              </c:pt>
              <c:pt idx="5">
                <c:v>0.08802678395157974</c:v>
              </c:pt>
              <c:pt idx="6">
                <c:v>0.09219694574288899</c:v>
              </c:pt>
              <c:pt idx="7">
                <c:v>0.0943648479934379</c:v>
              </c:pt>
              <c:pt idx="8">
                <c:v>0.0946984134602355</c:v>
              </c:pt>
              <c:pt idx="9">
                <c:v>0.09332503868715837</c:v>
              </c:pt>
              <c:pt idx="10">
                <c:v>0.09035991885872975</c:v>
              </c:pt>
              <c:pt idx="11">
                <c:v>0.08571806340781127</c:v>
              </c:pt>
              <c:pt idx="12">
                <c:v>0.07962723720527681</c:v>
              </c:pt>
              <c:pt idx="13">
                <c:v>0.07235620309946042</c:v>
              </c:pt>
              <c:pt idx="14">
                <c:v>0.06406710378110374</c:v>
              </c:pt>
              <c:pt idx="15">
                <c:v>0.05553487864059713</c:v>
              </c:pt>
              <c:pt idx="16">
                <c:v>0.047165568970008925</c:v>
              </c:pt>
              <c:pt idx="17">
                <c:v>0.03884917986460087</c:v>
              </c:pt>
              <c:pt idx="18">
                <c:v>0.031142096532852173</c:v>
              </c:pt>
              <c:pt idx="19">
                <c:v>0.02420214640779727</c:v>
              </c:pt>
              <c:pt idx="20">
                <c:v>0.01815720327529054</c:v>
              </c:pt>
              <c:pt idx="21">
                <c:v>0.013064859770746364</c:v>
              </c:pt>
              <c:pt idx="22">
                <c:v>0.009144200670351835</c:v>
              </c:pt>
              <c:pt idx="23">
                <c:v>0.006099267497104966</c:v>
              </c:pt>
              <c:pt idx="24">
                <c:v>0.003988021272550418</c:v>
              </c:pt>
              <c:pt idx="25">
                <c:v>0.0025148000293218164</c:v>
              </c:pt>
              <c:pt idx="26">
                <c:v>0.0015332924302028283</c:v>
              </c:pt>
              <c:pt idx="27">
                <c:v>0.0009082588205117721</c:v>
              </c:pt>
              <c:pt idx="28">
                <c:v>0.0005250240915263027</c:v>
              </c:pt>
              <c:pt idx="29">
                <c:v>0.0002966271682952604</c:v>
              </c:pt>
              <c:pt idx="30">
                <c:v>0.00016408598929838872</c:v>
              </c:pt>
              <c:pt idx="31">
                <c:v>8.923753423082173E-05</c:v>
              </c:pt>
              <c:pt idx="32">
                <c:v>4.796000070778949E-05</c:v>
              </c:pt>
              <c:pt idx="33">
                <c:v>2.5514265648175332E-05</c:v>
              </c:pt>
              <c:pt idx="34">
                <c:v>1.347276991452035E-05</c:v>
              </c:pt>
              <c:pt idx="35">
                <c:v>7.083928714935127E-06</c:v>
              </c:pt>
              <c:pt idx="36">
                <c:v>3.6959657872847144E-06</c:v>
              </c:pt>
              <c:pt idx="37">
                <c:v>1.9133976563375623E-06</c:v>
              </c:pt>
              <c:pt idx="38">
                <c:v>9.846824704682303E-07</c:v>
              </c:pt>
              <c:pt idx="39">
                <c:v>5.045754329153661E-07</c:v>
              </c:pt>
              <c:pt idx="40">
                <c:v>2.5758166057946534E-07</c:v>
              </c:pt>
              <c:pt idx="41">
                <c:v>1.311578098004377E-07</c:v>
              </c:pt>
              <c:pt idx="42">
                <c:v>6.671032954468145E-08</c:v>
              </c:pt>
              <c:pt idx="43">
                <c:v>3.381989279806987E-08</c:v>
              </c:pt>
              <c:pt idx="44">
                <c:v>1.7087765402952094E-08</c:v>
              </c:pt>
              <c:pt idx="45">
                <c:v>1E-08</c:v>
              </c:pt>
              <c:pt idx="46">
                <c:v>1E-08</c:v>
              </c:pt>
              <c:pt idx="47">
                <c:v>1E-08</c:v>
              </c:pt>
              <c:pt idx="48">
                <c:v>1E-08</c:v>
              </c:pt>
              <c:pt idx="49">
                <c:v>1E-08</c:v>
              </c:pt>
              <c:pt idx="50">
                <c:v>1E-08</c:v>
              </c:pt>
              <c:pt idx="51">
                <c:v>1E-08</c:v>
              </c:pt>
              <c:pt idx="52">
                <c:v>1E-08</c:v>
              </c:pt>
              <c:pt idx="53">
                <c:v>1E-08</c:v>
              </c:pt>
              <c:pt idx="54">
                <c:v>1E-08</c:v>
              </c:pt>
              <c:pt idx="55">
                <c:v>1E-08</c:v>
              </c:pt>
              <c:pt idx="56">
                <c:v>1E-08</c:v>
              </c:pt>
              <c:pt idx="57">
                <c:v>1E-08</c:v>
              </c:pt>
              <c:pt idx="58">
                <c:v>1E-08</c:v>
              </c:pt>
              <c:pt idx="59">
                <c:v>1E-08</c:v>
              </c:pt>
              <c:pt idx="60">
                <c:v>1E-08</c:v>
              </c:pt>
              <c:pt idx="61">
                <c:v>1E-08</c:v>
              </c:pt>
              <c:pt idx="62">
                <c:v>1E-08</c:v>
              </c:pt>
              <c:pt idx="63">
                <c:v>1E-08</c:v>
              </c:pt>
              <c:pt idx="64">
                <c:v>1E-08</c:v>
              </c:pt>
              <c:pt idx="65">
                <c:v>1E-08</c:v>
              </c:pt>
              <c:pt idx="66">
                <c:v>1E-08</c:v>
              </c:pt>
              <c:pt idx="67">
                <c:v>1E-08</c:v>
              </c:pt>
              <c:pt idx="68">
                <c:v>1E-08</c:v>
              </c:pt>
              <c:pt idx="69">
                <c:v>1E-08</c:v>
              </c:pt>
              <c:pt idx="70">
                <c:v>1E-08</c:v>
              </c:pt>
              <c:pt idx="71">
                <c:v>1E-08</c:v>
              </c:pt>
              <c:pt idx="72">
                <c:v>1E-08</c:v>
              </c:pt>
              <c:pt idx="73">
                <c:v>1E-08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ser>
          <c:idx val="1"/>
          <c:order val="1"/>
          <c:tx>
            <c:v>Monte Carlo Swarm</c:v>
          </c:tx>
          <c:spPr>
            <a:ln xmlns:a="http://schemas.openxmlformats.org/drawingml/2006/main" w="22860">
              <a:solidFill>
                <a:srgbClr val="EDA24C"/>
              </a:solidFill>
              <a:prstDash val="solid"/>
            </a:ln>
          </c:spPr>
          <c:marker>
            <c:symbol val="none"/>
          </c:marker>
          <c:xVal>
            <c:numLit>
              <c:formatCode>General</c:formatCode>
              <c:ptCount val="111"/>
              <c:pt idx="0">
                <c:v>0.001</c:v>
              </c:pt>
              <c:pt idx="1">
                <c:v>0.7282636363636363</c:v>
              </c:pt>
              <c:pt idx="2">
                <c:v>1.4555272727272726</c:v>
              </c:pt>
              <c:pt idx="3">
                <c:v>2.182790909090909</c:v>
              </c:pt>
              <c:pt idx="4">
                <c:v>2.9100545454545452</c:v>
              </c:pt>
              <c:pt idx="5">
                <c:v>3.637318181818182</c:v>
              </c:pt>
              <c:pt idx="6">
                <c:v>4.364581818181819</c:v>
              </c:pt>
              <c:pt idx="7">
                <c:v>5.091845454545454</c:v>
              </c:pt>
              <c:pt idx="8">
                <c:v>5.819109090909091</c:v>
              </c:pt>
              <c:pt idx="9">
                <c:v>6.546372727272727</c:v>
              </c:pt>
              <c:pt idx="10">
                <c:v>7.273636363636364</c:v>
              </c:pt>
              <c:pt idx="11">
                <c:v>8.0009</c:v>
              </c:pt>
              <c:pt idx="12">
                <c:v>8.728163636363636</c:v>
              </c:pt>
              <c:pt idx="13">
                <c:v>9.45542727272727</c:v>
              </c:pt>
              <c:pt idx="14">
                <c:v>10.182690909090907</c:v>
              </c:pt>
              <c:pt idx="15">
                <c:v>10.909954545454545</c:v>
              </c:pt>
              <c:pt idx="16">
                <c:v>11.63721818181818</c:v>
              </c:pt>
              <c:pt idx="17">
                <c:v>12.364481818181817</c:v>
              </c:pt>
              <c:pt idx="18">
                <c:v>13.091745454545453</c:v>
              </c:pt>
              <c:pt idx="19">
                <c:v>13.81900909090909</c:v>
              </c:pt>
              <c:pt idx="20">
                <c:v>14.546272727272727</c:v>
              </c:pt>
              <c:pt idx="21">
                <c:v>15.273536363636362</c:v>
              </c:pt>
              <c:pt idx="22">
                <c:v>16.000799999999998</c:v>
              </c:pt>
              <c:pt idx="23">
                <c:v>16.728063636363636</c:v>
              </c:pt>
              <c:pt idx="24">
                <c:v>17.455327272727274</c:v>
              </c:pt>
              <c:pt idx="25">
                <c:v>18.18259090909091</c:v>
              </c:pt>
              <c:pt idx="26">
                <c:v>18.909854545454543</c:v>
              </c:pt>
              <c:pt idx="27">
                <c:v>19.63711818181818</c:v>
              </c:pt>
              <c:pt idx="28">
                <c:v>20.364381818181815</c:v>
              </c:pt>
              <c:pt idx="29">
                <c:v>21.091645454545457</c:v>
              </c:pt>
              <c:pt idx="30">
                <c:v>21.81890909090909</c:v>
              </c:pt>
              <c:pt idx="31">
                <c:v>22.54617272727273</c:v>
              </c:pt>
              <c:pt idx="32">
                <c:v>23.273436363636364</c:v>
              </c:pt>
              <c:pt idx="33">
                <c:v>24.0007</c:v>
              </c:pt>
              <c:pt idx="34">
                <c:v>24.727963636363636</c:v>
              </c:pt>
              <c:pt idx="35">
                <c:v>25.45522727272727</c:v>
              </c:pt>
              <c:pt idx="36">
                <c:v>26.18249090909091</c:v>
              </c:pt>
              <c:pt idx="37">
                <c:v>26.909754545454543</c:v>
              </c:pt>
              <c:pt idx="38">
                <c:v>27.63701818181818</c:v>
              </c:pt>
              <c:pt idx="39">
                <c:v>28.364281818181816</c:v>
              </c:pt>
              <c:pt idx="40">
                <c:v>29.091545454545457</c:v>
              </c:pt>
              <c:pt idx="41">
                <c:v>29.81880909090909</c:v>
              </c:pt>
              <c:pt idx="42">
                <c:v>30.546072727272726</c:v>
              </c:pt>
              <c:pt idx="43">
                <c:v>31.273336363636364</c:v>
              </c:pt>
              <c:pt idx="44">
                <c:v>32.0006</c:v>
              </c:pt>
              <c:pt idx="45">
                <c:v>32.72786363636364</c:v>
              </c:pt>
              <c:pt idx="46">
                <c:v>33.45512727272727</c:v>
              </c:pt>
              <c:pt idx="47">
                <c:v>34.182390909090905</c:v>
              </c:pt>
              <c:pt idx="48">
                <c:v>34.90965454545454</c:v>
              </c:pt>
              <c:pt idx="49">
                <c:v>35.636918181818174</c:v>
              </c:pt>
              <c:pt idx="50">
                <c:v>36.36418181818181</c:v>
              </c:pt>
              <c:pt idx="51">
                <c:v>37.09144545454545</c:v>
              </c:pt>
              <c:pt idx="52">
                <c:v>37.81870909090908</c:v>
              </c:pt>
              <c:pt idx="53">
                <c:v>38.545972727272726</c:v>
              </c:pt>
              <c:pt idx="54">
                <c:v>39.27323636363636</c:v>
              </c:pt>
              <c:pt idx="55">
                <c:v>40.000499999999995</c:v>
              </c:pt>
              <c:pt idx="56">
                <c:v>40.727763636363626</c:v>
              </c:pt>
              <c:pt idx="57">
                <c:v>41.455027272727264</c:v>
              </c:pt>
              <c:pt idx="58">
                <c:v>42.18229090909091</c:v>
              </c:pt>
              <c:pt idx="59">
                <c:v>42.90955454545454</c:v>
              </c:pt>
              <c:pt idx="60">
                <c:v>43.63681818181818</c:v>
              </c:pt>
              <c:pt idx="61">
                <c:v>44.36408181818181</c:v>
              </c:pt>
              <c:pt idx="62">
                <c:v>45.091345454545454</c:v>
              </c:pt>
              <c:pt idx="63">
                <c:v>45.818609090909085</c:v>
              </c:pt>
              <c:pt idx="64">
                <c:v>46.54587272727272</c:v>
              </c:pt>
              <c:pt idx="65">
                <c:v>47.273136363636354</c:v>
              </c:pt>
              <c:pt idx="66">
                <c:v>48.00039999999999</c:v>
              </c:pt>
              <c:pt idx="67">
                <c:v>48.72766363636364</c:v>
              </c:pt>
              <c:pt idx="68">
                <c:v>49.45492727272727</c:v>
              </c:pt>
              <c:pt idx="69">
                <c:v>50.182190909090906</c:v>
              </c:pt>
              <c:pt idx="70">
                <c:v>50.90945454545454</c:v>
              </c:pt>
              <c:pt idx="71">
                <c:v>51.63671818181818</c:v>
              </c:pt>
              <c:pt idx="72">
                <c:v>52.36398181818181</c:v>
              </c:pt>
              <c:pt idx="73">
                <c:v>53.09124545454545</c:v>
              </c:pt>
              <c:pt idx="74">
                <c:v>53.81850909090908</c:v>
              </c:pt>
              <c:pt idx="75">
                <c:v>54.54577272727272</c:v>
              </c:pt>
              <c:pt idx="76">
                <c:v>55.27303636363636</c:v>
              </c:pt>
              <c:pt idx="77">
                <c:v>56.000299999999996</c:v>
              </c:pt>
              <c:pt idx="78">
                <c:v>56.72756363636363</c:v>
              </c:pt>
              <c:pt idx="79">
                <c:v>57.454827272727265</c:v>
              </c:pt>
              <c:pt idx="80">
                <c:v>58.18209090909091</c:v>
              </c:pt>
              <c:pt idx="81">
                <c:v>58.90935454545454</c:v>
              </c:pt>
              <c:pt idx="82">
                <c:v>59.63661818181818</c:v>
              </c:pt>
              <c:pt idx="83">
                <c:v>60.36388181818181</c:v>
              </c:pt>
              <c:pt idx="84">
                <c:v>61.09114545454545</c:v>
              </c:pt>
              <c:pt idx="85">
                <c:v>61.818409090909086</c:v>
              </c:pt>
              <c:pt idx="86">
                <c:v>62.54567272727272</c:v>
              </c:pt>
              <c:pt idx="87">
                <c:v>63.272936363636354</c:v>
              </c:pt>
              <c:pt idx="88">
                <c:v>64.00019999999999</c:v>
              </c:pt>
              <c:pt idx="89">
                <c:v>64.72746363636364</c:v>
              </c:pt>
              <c:pt idx="90">
                <c:v>65.45472727272728</c:v>
              </c:pt>
              <c:pt idx="91">
                <c:v>66.18199090909091</c:v>
              </c:pt>
              <c:pt idx="92">
                <c:v>66.90925454545454</c:v>
              </c:pt>
              <c:pt idx="93">
                <c:v>67.63651818181818</c:v>
              </c:pt>
              <c:pt idx="94">
                <c:v>68.36378181818182</c:v>
              </c:pt>
              <c:pt idx="95">
                <c:v>69.09104545454545</c:v>
              </c:pt>
              <c:pt idx="96">
                <c:v>69.8183090909091</c:v>
              </c:pt>
              <c:pt idx="97">
                <c:v>70.54557272727273</c:v>
              </c:pt>
              <c:pt idx="98">
                <c:v>71.27283636363636</c:v>
              </c:pt>
              <c:pt idx="99">
                <c:v>72.0001</c:v>
              </c:pt>
              <c:pt idx="100">
                <c:v>72.72736363636363</c:v>
              </c:pt>
              <c:pt idx="101">
                <c:v>73.45462727272728</c:v>
              </c:pt>
              <c:pt idx="102">
                <c:v>74.18189090909091</c:v>
              </c:pt>
              <c:pt idx="103">
                <c:v>74.90915454545454</c:v>
              </c:pt>
              <c:pt idx="104">
                <c:v>75.63641818181817</c:v>
              </c:pt>
              <c:pt idx="105">
                <c:v>76.36368181818182</c:v>
              </c:pt>
              <c:pt idx="106">
                <c:v>77.09094545454546</c:v>
              </c:pt>
              <c:pt idx="107">
                <c:v>77.8182090909091</c:v>
              </c:pt>
              <c:pt idx="108">
                <c:v>78.54547272727272</c:v>
              </c:pt>
              <c:pt idx="109">
                <c:v>79.27273636363637</c:v>
              </c:pt>
              <c:pt idx="110">
                <c:v>80</c:v>
              </c:pt>
            </c:numLit>
          </c:xVal>
          <c:yVal>
            <c:numLit>
              <c:formatCode>0E+0</c:formatCode>
              <c:ptCount val="111"/>
              <c:pt idx="0">
                <c:v>1E-08</c:v>
              </c:pt>
              <c:pt idx="1">
                <c:v>0.04408376578158805</c:v>
              </c:pt>
              <c:pt idx="2">
                <c:v>0.061221221887891086</c:v>
              </c:pt>
              <c:pt idx="3">
                <c:v>0.07297282580733909</c:v>
              </c:pt>
              <c:pt idx="4">
                <c:v>0.08170576471458106</c:v>
              </c:pt>
              <c:pt idx="5">
                <c:v>0.08794444613406016</c:v>
              </c:pt>
              <c:pt idx="6">
                <c:v>0.09197296376787406</c:v>
              </c:pt>
              <c:pt idx="7">
                <c:v>0.09405395214360393</c:v>
              </c:pt>
              <c:pt idx="8">
                <c:v>0.09440484315286109</c:v>
              </c:pt>
              <c:pt idx="9">
                <c:v>0.09307561852619378</c:v>
              </c:pt>
              <c:pt idx="10">
                <c:v>0.09010727944522026</c:v>
              </c:pt>
              <c:pt idx="11">
                <c:v>0.08546812989790667</c:v>
              </c:pt>
              <c:pt idx="12">
                <c:v>0.07958276220484786</c:v>
              </c:pt>
              <c:pt idx="13">
                <c:v>0.07238156302538978</c:v>
              </c:pt>
              <c:pt idx="14">
                <c:v>0.06403467446308332</c:v>
              </c:pt>
              <c:pt idx="15">
                <c:v>0.05552453058892465</c:v>
              </c:pt>
              <c:pt idx="16">
                <c:v>0.04710305704710514</c:v>
              </c:pt>
              <c:pt idx="17">
                <c:v>0.03883232173382871</c:v>
              </c:pt>
              <c:pt idx="18">
                <c:v>0.0310393213686732</c:v>
              </c:pt>
              <c:pt idx="19">
                <c:v>0.024152717003497033</c:v>
              </c:pt>
              <c:pt idx="20">
                <c:v>0.01810383820270903</c:v>
              </c:pt>
              <c:pt idx="21">
                <c:v>0.012988210930949276</c:v>
              </c:pt>
              <c:pt idx="22">
                <c:v>0.00898718615672466</c:v>
              </c:pt>
              <c:pt idx="23">
                <c:v>0.006003682289610302</c:v>
              </c:pt>
              <c:pt idx="24">
                <c:v>0.003931177005655426</c:v>
              </c:pt>
              <c:pt idx="25">
                <c:v>0.0024670078131023105</c:v>
              </c:pt>
              <c:pt idx="26">
                <c:v>0.001512593946092879</c:v>
              </c:pt>
              <c:pt idx="27">
                <c:v>0.0009087551817624457</c:v>
              </c:pt>
              <c:pt idx="28">
                <c:v>0.0005295080490208151</c:v>
              </c:pt>
              <c:pt idx="29">
                <c:v>0.00030368115433649013</c:v>
              </c:pt>
              <c:pt idx="30">
                <c:v>0.00017192826911713698</c:v>
              </c:pt>
              <c:pt idx="31">
                <c:v>9.720690033276263E-05</c:v>
              </c:pt>
              <c:pt idx="32">
                <c:v>5.583568855111245E-05</c:v>
              </c:pt>
              <c:pt idx="33">
                <c:v>3.065365287475635E-05</c:v>
              </c:pt>
              <c:pt idx="34">
                <c:v>1.6971129080150144E-05</c:v>
              </c:pt>
              <c:pt idx="35">
                <c:v>9.336695924032341E-06</c:v>
              </c:pt>
              <c:pt idx="36">
                <c:v>5.0132762458276105E-06</c:v>
              </c:pt>
              <c:pt idx="37">
                <c:v>2.773153884826035E-06</c:v>
              </c:pt>
              <c:pt idx="38">
                <c:v>1.6845418316433553E-06</c:v>
              </c:pt>
              <c:pt idx="39">
                <c:v>9.060168766421684E-07</c:v>
              </c:pt>
              <c:pt idx="40">
                <c:v>4.6311025780674033E-07</c:v>
              </c:pt>
              <c:pt idx="41">
                <c:v>2.93599980973528E-07</c:v>
              </c:pt>
              <c:pt idx="42">
                <c:v>1.650170827012409E-07</c:v>
              </c:pt>
              <c:pt idx="43">
                <c:v>9.509782210839737E-08</c:v>
              </c:pt>
              <c:pt idx="44">
                <c:v>5.370637314196955E-08</c:v>
              </c:pt>
              <c:pt idx="45">
                <c:v>2.4435186504800998E-08</c:v>
              </c:pt>
              <c:pt idx="46">
                <c:v>1E-08</c:v>
              </c:pt>
              <c:pt idx="47">
                <c:v>1E-08</c:v>
              </c:pt>
              <c:pt idx="48">
                <c:v>1E-08</c:v>
              </c:pt>
              <c:pt idx="49">
                <c:v>1E-08</c:v>
              </c:pt>
              <c:pt idx="50">
                <c:v>1E-08</c:v>
              </c:pt>
              <c:pt idx="51">
                <c:v>1E-08</c:v>
              </c:pt>
              <c:pt idx="52">
                <c:v>1E-08</c:v>
              </c:pt>
              <c:pt idx="53">
                <c:v>1E-08</c:v>
              </c:pt>
              <c:pt idx="54">
                <c:v>1E-08</c:v>
              </c:pt>
              <c:pt idx="55">
                <c:v>1E-08</c:v>
              </c:pt>
              <c:pt idx="56">
                <c:v>1E-08</c:v>
              </c:pt>
              <c:pt idx="57">
                <c:v>1E-08</c:v>
              </c:pt>
              <c:pt idx="58">
                <c:v>1E-08</c:v>
              </c:pt>
              <c:pt idx="59">
                <c:v>1E-08</c:v>
              </c:pt>
              <c:pt idx="60">
                <c:v>1E-08</c:v>
              </c:pt>
              <c:pt idx="61">
                <c:v>1E-08</c:v>
              </c:pt>
              <c:pt idx="62">
                <c:v>1E-08</c:v>
              </c:pt>
              <c:pt idx="63">
                <c:v>1E-08</c:v>
              </c:pt>
              <c:pt idx="64">
                <c:v>1E-08</c:v>
              </c:pt>
              <c:pt idx="65">
                <c:v>1E-08</c:v>
              </c:pt>
              <c:pt idx="66">
                <c:v>1E-08</c:v>
              </c:pt>
              <c:pt idx="67">
                <c:v>1E-08</c:v>
              </c:pt>
              <c:pt idx="68">
                <c:v>1E-08</c:v>
              </c:pt>
              <c:pt idx="69">
                <c:v>1E-08</c:v>
              </c:pt>
              <c:pt idx="70">
                <c:v>1E-08</c:v>
              </c:pt>
              <c:pt idx="71">
                <c:v>1E-08</c:v>
              </c:pt>
              <c:pt idx="72">
                <c:v>1E-08</c:v>
              </c:pt>
              <c:pt idx="73">
                <c:v>1E-08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ser>
          <c:idx val="2"/>
          <c:order val="2"/>
          <c:tx>
            <c:v>Propagator Swarm</c:v>
          </c:tx>
          <c:spPr>
            <a:ln xmlns:a="http://schemas.openxmlformats.org/drawingml/2006/main" w="22860">
              <a:solidFill>
                <a:srgbClr val="5DAA18"/>
              </a:solidFill>
              <a:prstDash val="solid"/>
            </a:ln>
          </c:spPr>
          <c:marker>
            <c:symbol val="none"/>
          </c:marker>
          <c:xVal>
            <c:numLit>
              <c:formatCode>General</c:formatCode>
              <c:ptCount val="111"/>
              <c:pt idx="0">
                <c:v>0.001</c:v>
              </c:pt>
              <c:pt idx="1">
                <c:v>0.7282636363636363</c:v>
              </c:pt>
              <c:pt idx="2">
                <c:v>1.4555272727272726</c:v>
              </c:pt>
              <c:pt idx="3">
                <c:v>2.182790909090909</c:v>
              </c:pt>
              <c:pt idx="4">
                <c:v>2.9100545454545452</c:v>
              </c:pt>
              <c:pt idx="5">
                <c:v>3.637318181818182</c:v>
              </c:pt>
              <c:pt idx="6">
                <c:v>4.364581818181819</c:v>
              </c:pt>
              <c:pt idx="7">
                <c:v>5.091845454545454</c:v>
              </c:pt>
              <c:pt idx="8">
                <c:v>5.819109090909091</c:v>
              </c:pt>
              <c:pt idx="9">
                <c:v>6.546372727272727</c:v>
              </c:pt>
              <c:pt idx="10">
                <c:v>7.273636363636364</c:v>
              </c:pt>
              <c:pt idx="11">
                <c:v>8.0009</c:v>
              </c:pt>
              <c:pt idx="12">
                <c:v>8.728163636363636</c:v>
              </c:pt>
              <c:pt idx="13">
                <c:v>9.45542727272727</c:v>
              </c:pt>
              <c:pt idx="14">
                <c:v>10.182690909090907</c:v>
              </c:pt>
              <c:pt idx="15">
                <c:v>10.909954545454545</c:v>
              </c:pt>
              <c:pt idx="16">
                <c:v>11.63721818181818</c:v>
              </c:pt>
              <c:pt idx="17">
                <c:v>12.364481818181817</c:v>
              </c:pt>
              <c:pt idx="18">
                <c:v>13.091745454545453</c:v>
              </c:pt>
              <c:pt idx="19">
                <c:v>13.81900909090909</c:v>
              </c:pt>
              <c:pt idx="20">
                <c:v>14.546272727272727</c:v>
              </c:pt>
              <c:pt idx="21">
                <c:v>15.273536363636362</c:v>
              </c:pt>
              <c:pt idx="22">
                <c:v>16.000799999999998</c:v>
              </c:pt>
              <c:pt idx="23">
                <c:v>16.728063636363636</c:v>
              </c:pt>
              <c:pt idx="24">
                <c:v>17.455327272727274</c:v>
              </c:pt>
              <c:pt idx="25">
                <c:v>18.18259090909091</c:v>
              </c:pt>
              <c:pt idx="26">
                <c:v>18.909854545454543</c:v>
              </c:pt>
              <c:pt idx="27">
                <c:v>19.63711818181818</c:v>
              </c:pt>
              <c:pt idx="28">
                <c:v>20.364381818181815</c:v>
              </c:pt>
              <c:pt idx="29">
                <c:v>21.091645454545457</c:v>
              </c:pt>
              <c:pt idx="30">
                <c:v>21.81890909090909</c:v>
              </c:pt>
              <c:pt idx="31">
                <c:v>22.54617272727273</c:v>
              </c:pt>
              <c:pt idx="32">
                <c:v>23.273436363636364</c:v>
              </c:pt>
              <c:pt idx="33">
                <c:v>24.0007</c:v>
              </c:pt>
              <c:pt idx="34">
                <c:v>24.727963636363636</c:v>
              </c:pt>
              <c:pt idx="35">
                <c:v>25.45522727272727</c:v>
              </c:pt>
              <c:pt idx="36">
                <c:v>26.18249090909091</c:v>
              </c:pt>
              <c:pt idx="37">
                <c:v>26.909754545454543</c:v>
              </c:pt>
              <c:pt idx="38">
                <c:v>27.63701818181818</c:v>
              </c:pt>
              <c:pt idx="39">
                <c:v>28.364281818181816</c:v>
              </c:pt>
              <c:pt idx="40">
                <c:v>29.091545454545457</c:v>
              </c:pt>
              <c:pt idx="41">
                <c:v>29.81880909090909</c:v>
              </c:pt>
              <c:pt idx="42">
                <c:v>30.546072727272726</c:v>
              </c:pt>
              <c:pt idx="43">
                <c:v>31.273336363636364</c:v>
              </c:pt>
              <c:pt idx="44">
                <c:v>32.0006</c:v>
              </c:pt>
              <c:pt idx="45">
                <c:v>32.72786363636364</c:v>
              </c:pt>
              <c:pt idx="46">
                <c:v>33.45512727272727</c:v>
              </c:pt>
              <c:pt idx="47">
                <c:v>34.182390909090905</c:v>
              </c:pt>
              <c:pt idx="48">
                <c:v>34.90965454545454</c:v>
              </c:pt>
              <c:pt idx="49">
                <c:v>35.636918181818174</c:v>
              </c:pt>
              <c:pt idx="50">
                <c:v>36.36418181818181</c:v>
              </c:pt>
              <c:pt idx="51">
                <c:v>37.09144545454545</c:v>
              </c:pt>
              <c:pt idx="52">
                <c:v>37.81870909090908</c:v>
              </c:pt>
              <c:pt idx="53">
                <c:v>38.545972727272726</c:v>
              </c:pt>
              <c:pt idx="54">
                <c:v>39.27323636363636</c:v>
              </c:pt>
              <c:pt idx="55">
                <c:v>40.000499999999995</c:v>
              </c:pt>
              <c:pt idx="56">
                <c:v>40.727763636363626</c:v>
              </c:pt>
              <c:pt idx="57">
                <c:v>41.455027272727264</c:v>
              </c:pt>
              <c:pt idx="58">
                <c:v>42.18229090909091</c:v>
              </c:pt>
              <c:pt idx="59">
                <c:v>42.90955454545454</c:v>
              </c:pt>
              <c:pt idx="60">
                <c:v>43.63681818181818</c:v>
              </c:pt>
              <c:pt idx="61">
                <c:v>44.36408181818181</c:v>
              </c:pt>
              <c:pt idx="62">
                <c:v>45.091345454545454</c:v>
              </c:pt>
              <c:pt idx="63">
                <c:v>45.818609090909085</c:v>
              </c:pt>
              <c:pt idx="64">
                <c:v>46.54587272727272</c:v>
              </c:pt>
              <c:pt idx="65">
                <c:v>47.273136363636354</c:v>
              </c:pt>
              <c:pt idx="66">
                <c:v>48.00039999999999</c:v>
              </c:pt>
              <c:pt idx="67">
                <c:v>48.72766363636364</c:v>
              </c:pt>
              <c:pt idx="68">
                <c:v>49.45492727272727</c:v>
              </c:pt>
              <c:pt idx="69">
                <c:v>50.182190909090906</c:v>
              </c:pt>
              <c:pt idx="70">
                <c:v>50.90945454545454</c:v>
              </c:pt>
              <c:pt idx="71">
                <c:v>51.63671818181818</c:v>
              </c:pt>
              <c:pt idx="72">
                <c:v>52.36398181818181</c:v>
              </c:pt>
              <c:pt idx="73">
                <c:v>53.09124545454545</c:v>
              </c:pt>
              <c:pt idx="74">
                <c:v>53.81850909090908</c:v>
              </c:pt>
              <c:pt idx="75">
                <c:v>54.54577272727272</c:v>
              </c:pt>
              <c:pt idx="76">
                <c:v>55.27303636363636</c:v>
              </c:pt>
              <c:pt idx="77">
                <c:v>56.000299999999996</c:v>
              </c:pt>
              <c:pt idx="78">
                <c:v>56.72756363636363</c:v>
              </c:pt>
              <c:pt idx="79">
                <c:v>57.454827272727265</c:v>
              </c:pt>
              <c:pt idx="80">
                <c:v>58.18209090909091</c:v>
              </c:pt>
              <c:pt idx="81">
                <c:v>58.90935454545454</c:v>
              </c:pt>
              <c:pt idx="82">
                <c:v>59.63661818181818</c:v>
              </c:pt>
              <c:pt idx="83">
                <c:v>60.36388181818181</c:v>
              </c:pt>
              <c:pt idx="84">
                <c:v>61.09114545454545</c:v>
              </c:pt>
              <c:pt idx="85">
                <c:v>61.818409090909086</c:v>
              </c:pt>
              <c:pt idx="86">
                <c:v>62.54567272727272</c:v>
              </c:pt>
              <c:pt idx="87">
                <c:v>63.272936363636354</c:v>
              </c:pt>
              <c:pt idx="88">
                <c:v>64.00019999999999</c:v>
              </c:pt>
              <c:pt idx="89">
                <c:v>64.72746363636364</c:v>
              </c:pt>
              <c:pt idx="90">
                <c:v>65.45472727272728</c:v>
              </c:pt>
              <c:pt idx="91">
                <c:v>66.18199090909091</c:v>
              </c:pt>
              <c:pt idx="92">
                <c:v>66.90925454545454</c:v>
              </c:pt>
              <c:pt idx="93">
                <c:v>67.63651818181818</c:v>
              </c:pt>
              <c:pt idx="94">
                <c:v>68.36378181818182</c:v>
              </c:pt>
              <c:pt idx="95">
                <c:v>69.09104545454545</c:v>
              </c:pt>
              <c:pt idx="96">
                <c:v>69.8183090909091</c:v>
              </c:pt>
              <c:pt idx="97">
                <c:v>70.54557272727273</c:v>
              </c:pt>
              <c:pt idx="98">
                <c:v>71.27283636363636</c:v>
              </c:pt>
              <c:pt idx="99">
                <c:v>72.0001</c:v>
              </c:pt>
              <c:pt idx="100">
                <c:v>72.72736363636363</c:v>
              </c:pt>
              <c:pt idx="101">
                <c:v>73.45462727272728</c:v>
              </c:pt>
              <c:pt idx="102">
                <c:v>74.18189090909091</c:v>
              </c:pt>
              <c:pt idx="103">
                <c:v>74.90915454545454</c:v>
              </c:pt>
              <c:pt idx="104">
                <c:v>75.63641818181817</c:v>
              </c:pt>
              <c:pt idx="105">
                <c:v>76.36368181818182</c:v>
              </c:pt>
              <c:pt idx="106">
                <c:v>77.09094545454546</c:v>
              </c:pt>
              <c:pt idx="107">
                <c:v>77.8182090909091</c:v>
              </c:pt>
              <c:pt idx="108">
                <c:v>78.54547272727272</c:v>
              </c:pt>
              <c:pt idx="109">
                <c:v>79.27273636363637</c:v>
              </c:pt>
              <c:pt idx="110">
                <c:v>80</c:v>
              </c:pt>
            </c:numLit>
          </c:xVal>
          <c:yVal>
            <c:numLit>
              <c:formatCode>0E+0</c:formatCode>
              <c:ptCount val="111"/>
              <c:pt idx="0">
                <c:v>0.0015321215031249588</c:v>
              </c:pt>
              <c:pt idx="1">
                <c:v>0.04422018023451765</c:v>
              </c:pt>
              <c:pt idx="2">
                <c:v>0.06142590905658425</c:v>
              </c:pt>
              <c:pt idx="3">
                <c:v>0.07321833054933394</c:v>
              </c:pt>
              <c:pt idx="4">
                <c:v>0.08186120488993297</c:v>
              </c:pt>
              <c:pt idx="5">
                <c:v>0.08803420256931734</c:v>
              </c:pt>
              <c:pt idx="6">
                <c:v>0.09207588232164142</c:v>
              </c:pt>
              <c:pt idx="7">
                <c:v>0.09415765482862448</c:v>
              </c:pt>
              <c:pt idx="8">
                <c:v>0.09442856928742026</c:v>
              </c:pt>
              <c:pt idx="9">
                <c:v>0.09302525010617185</c:v>
              </c:pt>
              <c:pt idx="10">
                <c:v>0.0900558789383777</c:v>
              </c:pt>
              <c:pt idx="11">
                <c:v>0.08544836840054733</c:v>
              </c:pt>
              <c:pt idx="12">
                <c:v>0.07940118293300566</c:v>
              </c:pt>
              <c:pt idx="13">
                <c:v>0.07218795514225526</c:v>
              </c:pt>
              <c:pt idx="14">
                <c:v>0.0639512065715044</c:v>
              </c:pt>
              <c:pt idx="15">
                <c:v>0.055442937073518155</c:v>
              </c:pt>
              <c:pt idx="16">
                <c:v>0.047003959130148265</c:v>
              </c:pt>
              <c:pt idx="17">
                <c:v>0.038726856460934926</c:v>
              </c:pt>
              <c:pt idx="18">
                <c:v>0.030997433170185613</c:v>
              </c:pt>
              <c:pt idx="19">
                <c:v>0.024055357053202716</c:v>
              </c:pt>
              <c:pt idx="20">
                <c:v>0.018025734378169275</c:v>
              </c:pt>
              <c:pt idx="21">
                <c:v>0.01296256784807272</c:v>
              </c:pt>
              <c:pt idx="22">
                <c:v>0.008970711261577983</c:v>
              </c:pt>
              <c:pt idx="23">
                <c:v>0.006007712913845703</c:v>
              </c:pt>
              <c:pt idx="24">
                <c:v>0.0039140194160167206</c:v>
              </c:pt>
              <c:pt idx="25">
                <c:v>0.0024698027837578517</c:v>
              </c:pt>
              <c:pt idx="26">
                <c:v>0.0015134537900201484</c:v>
              </c:pt>
              <c:pt idx="27">
                <c:v>0.0009053024663335639</c:v>
              </c:pt>
              <c:pt idx="28">
                <c:v>0.0005311982862032429</c:v>
              </c:pt>
              <c:pt idx="29">
                <c:v>0.0003065314001187431</c:v>
              </c:pt>
              <c:pt idx="30">
                <c:v>0.00017419845582255098</c:v>
              </c:pt>
              <c:pt idx="31">
                <c:v>9.796169950605733E-05</c:v>
              </c:pt>
              <c:pt idx="32">
                <c:v>5.4763089360996674E-05</c:v>
              </c:pt>
              <c:pt idx="33">
                <c:v>3.0475976924449975E-05</c:v>
              </c:pt>
              <c:pt idx="34">
                <c:v>1.6924892074066522E-05</c:v>
              </c:pt>
              <c:pt idx="35">
                <c:v>9.415171950220928E-06</c:v>
              </c:pt>
              <c:pt idx="36">
                <c:v>5.2323586056284906E-06</c:v>
              </c:pt>
              <c:pt idx="37">
                <c:v>2.9007126607210205E-06</c:v>
              </c:pt>
              <c:pt idx="38">
                <c:v>1.6065368429990815E-06</c:v>
              </c:pt>
              <c:pt idx="39">
                <c:v>8.898332373101964E-07</c:v>
              </c:pt>
              <c:pt idx="40">
                <c:v>4.931019951967638E-07</c:v>
              </c:pt>
              <c:pt idx="41">
                <c:v>2.7370067053998887E-07</c:v>
              </c:pt>
              <c:pt idx="42">
                <c:v>1.5245367577736124E-07</c:v>
              </c:pt>
              <c:pt idx="43">
                <c:v>8.50669185157218E-08</c:v>
              </c:pt>
              <c:pt idx="44">
                <c:v>4.7474491722143954E-08</c:v>
              </c:pt>
              <c:pt idx="45">
                <c:v>2.6497837961404558E-08</c:v>
              </c:pt>
              <c:pt idx="46">
                <c:v>1.4803240504156001E-08</c:v>
              </c:pt>
              <c:pt idx="47">
                <c:v>1E-08</c:v>
              </c:pt>
              <c:pt idx="48">
                <c:v>1E-08</c:v>
              </c:pt>
              <c:pt idx="49">
                <c:v>1E-08</c:v>
              </c:pt>
              <c:pt idx="50">
                <c:v>1E-08</c:v>
              </c:pt>
              <c:pt idx="51">
                <c:v>1E-08</c:v>
              </c:pt>
              <c:pt idx="52">
                <c:v>1E-08</c:v>
              </c:pt>
              <c:pt idx="53">
                <c:v>1E-08</c:v>
              </c:pt>
              <c:pt idx="54">
                <c:v>1E-08</c:v>
              </c:pt>
              <c:pt idx="55">
                <c:v>1E-08</c:v>
              </c:pt>
              <c:pt idx="56">
                <c:v>1E-08</c:v>
              </c:pt>
              <c:pt idx="57">
                <c:v>1E-08</c:v>
              </c:pt>
              <c:pt idx="58">
                <c:v>1E-08</c:v>
              </c:pt>
              <c:pt idx="59">
                <c:v>1E-08</c:v>
              </c:pt>
              <c:pt idx="60">
                <c:v>1E-08</c:v>
              </c:pt>
              <c:pt idx="61">
                <c:v>1E-08</c:v>
              </c:pt>
              <c:pt idx="62">
                <c:v>1E-08</c:v>
              </c:pt>
              <c:pt idx="63">
                <c:v>1E-08</c:v>
              </c:pt>
              <c:pt idx="64">
                <c:v>1E-08</c:v>
              </c:pt>
              <c:pt idx="65">
                <c:v>1E-08</c:v>
              </c:pt>
              <c:pt idx="66">
                <c:v>1E-08</c:v>
              </c:pt>
              <c:pt idx="67">
                <c:v>1E-08</c:v>
              </c:pt>
              <c:pt idx="68">
                <c:v>1E-08</c:v>
              </c:pt>
              <c:pt idx="69">
                <c:v>1E-08</c:v>
              </c:pt>
              <c:pt idx="70">
                <c:v>1E-08</c:v>
              </c:pt>
              <c:pt idx="71">
                <c:v>1E-08</c:v>
              </c:pt>
              <c:pt idx="72">
                <c:v>1E-08</c:v>
              </c:pt>
              <c:pt idx="73">
                <c:v>1E-08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ser>
          <c:idx val="3"/>
          <c:order val="3"/>
          <c:tx>
            <c:v>COMSOL Maxwellian</c:v>
          </c:tx>
          <c:spPr>
            <a:ln xmlns:a="http://schemas.openxmlformats.org/drawingml/2006/main" w="19050">
              <a:solidFill>
                <a:srgbClr val="59636F"/>
              </a:solidFill>
              <a:prstDash val="dash"/>
            </a:ln>
          </c:spPr>
          <c:marker>
            <c:symbol val="none"/>
          </c:marker>
          <c:xVal>
            <c:numLit>
              <c:formatCode>General</c:formatCode>
              <c:ptCount val="111"/>
              <c:pt idx="0">
                <c:v>0.001</c:v>
              </c:pt>
              <c:pt idx="1">
                <c:v>0.7282636363636363</c:v>
              </c:pt>
              <c:pt idx="2">
                <c:v>1.4555272727272726</c:v>
              </c:pt>
              <c:pt idx="3">
                <c:v>2.182790909090909</c:v>
              </c:pt>
              <c:pt idx="4">
                <c:v>2.9100545454545452</c:v>
              </c:pt>
              <c:pt idx="5">
                <c:v>3.637318181818182</c:v>
              </c:pt>
              <c:pt idx="6">
                <c:v>4.364581818181819</c:v>
              </c:pt>
              <c:pt idx="7">
                <c:v>5.091845454545454</c:v>
              </c:pt>
              <c:pt idx="8">
                <c:v>5.819109090909091</c:v>
              </c:pt>
              <c:pt idx="9">
                <c:v>6.546372727272727</c:v>
              </c:pt>
              <c:pt idx="10">
                <c:v>7.273636363636364</c:v>
              </c:pt>
              <c:pt idx="11">
                <c:v>8.0009</c:v>
              </c:pt>
              <c:pt idx="12">
                <c:v>8.728163636363636</c:v>
              </c:pt>
              <c:pt idx="13">
                <c:v>9.45542727272727</c:v>
              </c:pt>
              <c:pt idx="14">
                <c:v>10.182690909090907</c:v>
              </c:pt>
              <c:pt idx="15">
                <c:v>10.909954545454545</c:v>
              </c:pt>
              <c:pt idx="16">
                <c:v>11.63721818181818</c:v>
              </c:pt>
              <c:pt idx="17">
                <c:v>12.364481818181817</c:v>
              </c:pt>
              <c:pt idx="18">
                <c:v>13.091745454545453</c:v>
              </c:pt>
              <c:pt idx="19">
                <c:v>13.81900909090909</c:v>
              </c:pt>
              <c:pt idx="20">
                <c:v>14.546272727272727</c:v>
              </c:pt>
              <c:pt idx="21">
                <c:v>15.273536363636362</c:v>
              </c:pt>
              <c:pt idx="22">
                <c:v>16.000799999999998</c:v>
              </c:pt>
              <c:pt idx="23">
                <c:v>16.728063636363636</c:v>
              </c:pt>
              <c:pt idx="24">
                <c:v>17.455327272727274</c:v>
              </c:pt>
              <c:pt idx="25">
                <c:v>18.18259090909091</c:v>
              </c:pt>
              <c:pt idx="26">
                <c:v>18.909854545454543</c:v>
              </c:pt>
              <c:pt idx="27">
                <c:v>19.63711818181818</c:v>
              </c:pt>
              <c:pt idx="28">
                <c:v>20.364381818181815</c:v>
              </c:pt>
              <c:pt idx="29">
                <c:v>21.091645454545457</c:v>
              </c:pt>
              <c:pt idx="30">
                <c:v>21.81890909090909</c:v>
              </c:pt>
              <c:pt idx="31">
                <c:v>22.54617272727273</c:v>
              </c:pt>
              <c:pt idx="32">
                <c:v>23.273436363636364</c:v>
              </c:pt>
              <c:pt idx="33">
                <c:v>24.0007</c:v>
              </c:pt>
              <c:pt idx="34">
                <c:v>24.727963636363636</c:v>
              </c:pt>
              <c:pt idx="35">
                <c:v>25.45522727272727</c:v>
              </c:pt>
              <c:pt idx="36">
                <c:v>26.18249090909091</c:v>
              </c:pt>
              <c:pt idx="37">
                <c:v>26.909754545454543</c:v>
              </c:pt>
              <c:pt idx="38">
                <c:v>27.63701818181818</c:v>
              </c:pt>
              <c:pt idx="39">
                <c:v>28.364281818181816</c:v>
              </c:pt>
              <c:pt idx="40">
                <c:v>29.091545454545457</c:v>
              </c:pt>
              <c:pt idx="41">
                <c:v>29.81880909090909</c:v>
              </c:pt>
              <c:pt idx="42">
                <c:v>30.546072727272726</c:v>
              </c:pt>
              <c:pt idx="43">
                <c:v>31.273336363636364</c:v>
              </c:pt>
              <c:pt idx="44">
                <c:v>32.0006</c:v>
              </c:pt>
              <c:pt idx="45">
                <c:v>32.72786363636364</c:v>
              </c:pt>
              <c:pt idx="46">
                <c:v>33.45512727272727</c:v>
              </c:pt>
              <c:pt idx="47">
                <c:v>34.182390909090905</c:v>
              </c:pt>
              <c:pt idx="48">
                <c:v>34.90965454545454</c:v>
              </c:pt>
              <c:pt idx="49">
                <c:v>35.636918181818174</c:v>
              </c:pt>
              <c:pt idx="50">
                <c:v>36.36418181818181</c:v>
              </c:pt>
              <c:pt idx="51">
                <c:v>37.09144545454545</c:v>
              </c:pt>
              <c:pt idx="52">
                <c:v>37.81870909090908</c:v>
              </c:pt>
              <c:pt idx="53">
                <c:v>38.545972727272726</c:v>
              </c:pt>
              <c:pt idx="54">
                <c:v>39.27323636363636</c:v>
              </c:pt>
              <c:pt idx="55">
                <c:v>40.000499999999995</c:v>
              </c:pt>
              <c:pt idx="56">
                <c:v>40.727763636363626</c:v>
              </c:pt>
              <c:pt idx="57">
                <c:v>41.455027272727264</c:v>
              </c:pt>
              <c:pt idx="58">
                <c:v>42.18229090909091</c:v>
              </c:pt>
              <c:pt idx="59">
                <c:v>42.90955454545454</c:v>
              </c:pt>
              <c:pt idx="60">
                <c:v>43.63681818181818</c:v>
              </c:pt>
              <c:pt idx="61">
                <c:v>44.36408181818181</c:v>
              </c:pt>
              <c:pt idx="62">
                <c:v>45.091345454545454</c:v>
              </c:pt>
              <c:pt idx="63">
                <c:v>45.818609090909085</c:v>
              </c:pt>
              <c:pt idx="64">
                <c:v>46.54587272727272</c:v>
              </c:pt>
              <c:pt idx="65">
                <c:v>47.273136363636354</c:v>
              </c:pt>
              <c:pt idx="66">
                <c:v>48.00039999999999</c:v>
              </c:pt>
              <c:pt idx="67">
                <c:v>48.72766363636364</c:v>
              </c:pt>
              <c:pt idx="68">
                <c:v>49.45492727272727</c:v>
              </c:pt>
              <c:pt idx="69">
                <c:v>50.182190909090906</c:v>
              </c:pt>
              <c:pt idx="70">
                <c:v>50.90945454545454</c:v>
              </c:pt>
              <c:pt idx="71">
                <c:v>51.63671818181818</c:v>
              </c:pt>
              <c:pt idx="72">
                <c:v>52.36398181818181</c:v>
              </c:pt>
              <c:pt idx="73">
                <c:v>53.09124545454545</c:v>
              </c:pt>
              <c:pt idx="74">
                <c:v>53.81850909090908</c:v>
              </c:pt>
              <c:pt idx="75">
                <c:v>54.54577272727272</c:v>
              </c:pt>
              <c:pt idx="76">
                <c:v>55.27303636363636</c:v>
              </c:pt>
              <c:pt idx="77">
                <c:v>56.000299999999996</c:v>
              </c:pt>
              <c:pt idx="78">
                <c:v>56.72756363636363</c:v>
              </c:pt>
              <c:pt idx="79">
                <c:v>57.454827272727265</c:v>
              </c:pt>
              <c:pt idx="80">
                <c:v>58.18209090909091</c:v>
              </c:pt>
              <c:pt idx="81">
                <c:v>58.90935454545454</c:v>
              </c:pt>
              <c:pt idx="82">
                <c:v>59.63661818181818</c:v>
              </c:pt>
              <c:pt idx="83">
                <c:v>60.36388181818181</c:v>
              </c:pt>
              <c:pt idx="84">
                <c:v>61.09114545454545</c:v>
              </c:pt>
              <c:pt idx="85">
                <c:v>61.818409090909086</c:v>
              </c:pt>
              <c:pt idx="86">
                <c:v>62.54567272727272</c:v>
              </c:pt>
              <c:pt idx="87">
                <c:v>63.272936363636354</c:v>
              </c:pt>
              <c:pt idx="88">
                <c:v>64.00019999999999</c:v>
              </c:pt>
              <c:pt idx="89">
                <c:v>64.72746363636364</c:v>
              </c:pt>
              <c:pt idx="90">
                <c:v>65.45472727272728</c:v>
              </c:pt>
              <c:pt idx="91">
                <c:v>66.18199090909091</c:v>
              </c:pt>
              <c:pt idx="92">
                <c:v>66.90925454545454</c:v>
              </c:pt>
              <c:pt idx="93">
                <c:v>67.63651818181818</c:v>
              </c:pt>
              <c:pt idx="94">
                <c:v>68.36378181818182</c:v>
              </c:pt>
              <c:pt idx="95">
                <c:v>69.09104545454545</c:v>
              </c:pt>
              <c:pt idx="96">
                <c:v>69.8183090909091</c:v>
              </c:pt>
              <c:pt idx="97">
                <c:v>70.54557272727273</c:v>
              </c:pt>
              <c:pt idx="98">
                <c:v>71.27283636363636</c:v>
              </c:pt>
              <c:pt idx="99">
                <c:v>72.0001</c:v>
              </c:pt>
              <c:pt idx="100">
                <c:v>72.72736363636363</c:v>
              </c:pt>
              <c:pt idx="101">
                <c:v>73.45462727272728</c:v>
              </c:pt>
              <c:pt idx="102">
                <c:v>74.18189090909091</c:v>
              </c:pt>
              <c:pt idx="103">
                <c:v>74.90915454545454</c:v>
              </c:pt>
              <c:pt idx="104">
                <c:v>75.63641818181817</c:v>
              </c:pt>
              <c:pt idx="105">
                <c:v>76.36368181818182</c:v>
              </c:pt>
              <c:pt idx="106">
                <c:v>77.09094545454546</c:v>
              </c:pt>
              <c:pt idx="107">
                <c:v>77.8182090909091</c:v>
              </c:pt>
              <c:pt idx="108">
                <c:v>78.54547272727272</c:v>
              </c:pt>
              <c:pt idx="109">
                <c:v>79.27273636363637</c:v>
              </c:pt>
              <c:pt idx="110">
                <c:v>80</c:v>
              </c:pt>
            </c:numLit>
          </c:xVal>
          <c:yVal>
            <c:numLit>
              <c:formatCode>0E+0</c:formatCode>
              <c:ptCount val="111"/>
              <c:pt idx="0">
                <c:v>0.0035990369356941714</c:v>
              </c:pt>
              <c:pt idx="1">
                <c:v>0.0829626803266596</c:v>
              </c:pt>
              <c:pt idx="2">
                <c:v>0.10018455972019505</c:v>
              </c:pt>
              <c:pt idx="3">
                <c:v>0.10479699911388733</c:v>
              </c:pt>
              <c:pt idx="4">
                <c:v>0.10335833424759944</c:v>
              </c:pt>
              <c:pt idx="5">
                <c:v>0.09870467931005436</c:v>
              </c:pt>
              <c:pt idx="6">
                <c:v>0.09235716066380485</c:v>
              </c:pt>
              <c:pt idx="7">
                <c:v>0.08520969650498479</c:v>
              </c:pt>
              <c:pt idx="8">
                <c:v>0.0778093557443364</c:v>
              </c:pt>
              <c:pt idx="9">
                <c:v>0.07049463928283865</c:v>
              </c:pt>
              <c:pt idx="10">
                <c:v>0.06347221863397426</c:v>
              </c:pt>
              <c:pt idx="11">
                <c:v>0.056862960365691856</c:v>
              </c:pt>
              <c:pt idx="12">
                <c:v>0.0507310256759438</c:v>
              </c:pt>
              <c:pt idx="13">
                <c:v>0.04510294920406786</c:v>
              </c:pt>
              <c:pt idx="14">
                <c:v>0.03998046124363663</c:v>
              </c:pt>
              <c:pt idx="15">
                <c:v>0.03534924548800033</c:v>
              </c:pt>
              <c:pt idx="16">
                <c:v>0.031184976745233565</c:v>
              </c:pt>
              <c:pt idx="17">
                <c:v>0.02745749761417474</c:v>
              </c:pt>
              <c:pt idx="18">
                <c:v>0.02413370106544683</c:v>
              </c:pt>
              <c:pt idx="19">
                <c:v>0.021179502879019246</c:v>
              </c:pt>
              <c:pt idx="20">
                <c:v>0.018561169305383693</c:v>
              </c:pt>
              <c:pt idx="21">
                <c:v>0.016246186300163612</c:v>
              </c:pt>
              <c:pt idx="22">
                <c:v>0.014203802803399947</c:v>
              </c:pt>
              <c:pt idx="23">
                <c:v>0.012405343093842091</c:v>
              </c:pt>
              <c:pt idx="24">
                <c:v>0.010824356823318247</c:v>
              </c:pt>
              <c:pt idx="25">
                <c:v>0.009436656449455301</c:v>
              </c:pt>
              <c:pt idx="26">
                <c:v>0.008220278149792976</c:v>
              </c:pt>
              <c:pt idx="27">
                <c:v>0.007155392379134652</c:v>
              </c:pt>
              <c:pt idx="28">
                <c:v>0.006224182970914894</c:v>
              </c:pt>
              <c:pt idx="29">
                <c:v>0.005410708347848389</c:v>
              </c:pt>
              <c:pt idx="30">
                <c:v>0.004700754477599998</c:v>
              </c:pt>
              <c:pt idx="31">
                <c:v>0.004081686313550202</c:v>
              </c:pt>
              <c:pt idx="32">
                <c:v>0.0035423023294924422</c:v>
              </c:pt>
              <c:pt idx="33">
                <c:v>0.003072695193398233</c:v>
              </c:pt>
              <c:pt idx="34">
                <c:v>0.0026641204842224892</c:v>
              </c:pt>
              <c:pt idx="35">
                <c:v>0.0023088745296137463</c:v>
              </c:pt>
              <c:pt idx="36">
                <c:v>0.00200018185124929</c:v>
              </c:pt>
              <c:pt idx="37">
                <c:v>0.0017320922884024044</c:v>
              </c:pt>
              <c:pt idx="38">
                <c:v>0.0014993875842826143</c:v>
              </c:pt>
              <c:pt idx="39">
                <c:v>0.0012974970298318747</c:v>
              </c:pt>
              <c:pt idx="40">
                <c:v>0.0011224216405293231</c:v>
              </c:pt>
              <c:pt idx="41">
                <c:v>0.0009706662741651469</c:v>
              </c:pt>
              <c:pt idx="42">
                <c:v>0.0008391790670522203</c:v>
              </c:pt>
              <c:pt idx="43">
                <c:v>0.0007252975619134854</c:v>
              </c:pt>
              <c:pt idx="44">
                <c:v>0.0006267009146028651</c:v>
              </c:pt>
              <c:pt idx="45">
                <c:v>0.0005413675928500098</c:v>
              </c:pt>
              <c:pt idx="46">
                <c:v>0.00046753801389892995</c:v>
              </c:pt>
              <c:pt idx="47">
                <c:v>0.000403681605966176</c:v>
              </c:pt>
              <c:pt idx="48">
                <c:v>0.000348467818507976</c:v>
              </c:pt>
              <c:pt idx="49">
                <c:v>0.0003007406466727566</c:v>
              </c:pt>
              <c:pt idx="50">
                <c:v>0.0002594962748547353</c:v>
              </c:pt>
              <c:pt idx="51">
                <c:v>0.00022386348216914693</c:v>
              </c:pt>
              <c:pt idx="52">
                <c:v>0.0001930864884393049</c:v>
              </c:pt>
              <c:pt idx="53">
                <c:v>0.00016650995262979798</c:v>
              </c:pt>
              <c:pt idx="54">
                <c:v>0.0001435658664411724</c:v>
              </c:pt>
              <c:pt idx="55">
                <c:v>0.00012376211397165622</c:v>
              </c:pt>
              <c:pt idx="56">
                <c:v>0.00010667249399945622</c:v>
              </c:pt>
              <c:pt idx="57">
                <c:v>9.192802464532206E-05</c:v>
              </c:pt>
              <c:pt idx="58">
                <c:v>7.920937107324312E-05</c:v>
              </c:pt>
              <c:pt idx="59">
                <c:v>6.82402556306571E-05</c:v>
              </c:pt>
              <c:pt idx="60">
                <c:v>5.8781726581496187E-05</c:v>
              </c:pt>
              <c:pt idx="61">
                <c:v>5.0627176511280495E-05</c:v>
              </c:pt>
              <c:pt idx="62">
                <c:v>4.359801474619572E-05</c:v>
              </c:pt>
              <c:pt idx="63">
                <c:v>3.753990988459158E-05</c:v>
              </c:pt>
              <c:pt idx="64">
                <c:v>3.231952893817129E-05</c:v>
              </c:pt>
              <c:pt idx="65">
                <c:v>2.782170876033222E-05</c:v>
              </c:pt>
              <c:pt idx="66">
                <c:v>2.3947003529303754E-05</c:v>
              </c:pt>
              <c:pt idx="67">
                <c:v>2.0609559172060992E-05</c:v>
              </c:pt>
              <c:pt idx="68">
                <c:v>1.7735271869188924E-05</c:v>
              </c:pt>
              <c:pt idx="69">
                <c:v>1.526019326861545E-05</c:v>
              </c:pt>
              <c:pt idx="70">
                <c:v>1.312914984553557E-05</c:v>
              </c:pt>
              <c:pt idx="71">
                <c:v>1.1294548056094973E-05</c:v>
              </c:pt>
              <c:pt idx="72">
                <c:v>9.715340614365405E-06</c:v>
              </c:pt>
              <c:pt idx="73">
                <c:v>8.35613243906019E-06</c:v>
              </c:pt>
              <c:pt idx="74">
                <c:v>7.186407624586888E-06</c:v>
              </c:pt>
              <c:pt idx="75">
                <c:v>6.179861240353916E-06</c:v>
              </c:pt>
              <c:pt idx="76">
                <c:v>5.313821896968326E-06</c:v>
              </c:pt>
              <c:pt idx="77">
                <c:v>4.568752877173608E-06</c:v>
              </c:pt>
              <c:pt idx="78">
                <c:v>3.927821247561678E-06</c:v>
              </c:pt>
              <c:pt idx="79">
                <c:v>3.3765257746215882E-06</c:v>
              </c:pt>
              <c:pt idx="80">
                <c:v>2.902375692270027E-06</c:v>
              </c:pt>
              <c:pt idx="81">
                <c:v>2.4946134310975425E-06</c:v>
              </c:pt>
              <c:pt idx="82">
                <c:v>2.143975342735484E-06</c:v>
              </c:pt>
              <c:pt idx="83">
                <c:v>1.8424852540243205E-06</c:v>
              </c:pt>
              <c:pt idx="84">
                <c:v>1.5832763808179332E-06</c:v>
              </c:pt>
              <c:pt idx="85">
                <c:v>1.3604377340835287E-06</c:v>
              </c:pt>
              <c:pt idx="86">
                <c:v>1.1688816734977424E-06</c:v>
              </c:pt>
              <c:pt idx="87">
                <c:v>1.004229716512185E-06</c:v>
              </c:pt>
              <c:pt idx="88">
                <c:v>8.627141030336365E-07</c:v>
              </c:pt>
              <c:pt idx="89">
                <c:v>7.410929554268059E-07</c:v>
              </c:pt>
              <c:pt idx="90">
                <c:v>6.365771674583572E-07</c:v>
              </c:pt>
              <c:pt idx="91">
                <c:v>5.467674101158191E-07</c:v>
              </c:pt>
              <c:pt idx="92">
                <c:v>4.695998622206726E-07</c:v>
              </c:pt>
              <c:pt idx="93">
                <c:v>4.0329946398937586E-07</c:v>
              </c:pt>
              <c:pt idx="94">
                <c:v>3.463396561567681E-07</c:v>
              </c:pt>
              <c:pt idx="95">
                <c:v>2.9740770941718545E-07</c:v>
              </c:pt>
              <c:pt idx="96">
                <c:v>2.553748717567934E-07</c:v>
              </c:pt>
              <c:pt idx="97">
                <c:v>2.1927066734713603E-07</c:v>
              </c:pt>
              <c:pt idx="98">
                <c:v>1.8826077229931782E-07</c:v>
              </c:pt>
              <c:pt idx="99">
                <c:v>1.6162797169550974E-07</c:v>
              </c:pt>
              <c:pt idx="100">
                <c:v>1.3875577061316883E-07</c:v>
              </c:pt>
              <c:pt idx="101">
                <c:v>1.1911429080441611E-07</c:v>
              </c:pt>
              <c:pt idx="102">
                <c:v>1.0224813555872591E-07</c:v>
              </c:pt>
              <c:pt idx="103">
                <c:v>8.776594916065521E-08</c:v>
              </c:pt>
              <c:pt idx="104">
                <c:v>7.533143520726605E-08</c:v>
              </c:pt>
              <c:pt idx="105">
                <c:v>6.465563069489283E-08</c:v>
              </c:pt>
              <c:pt idx="106">
                <c:v>5.5490260933687455E-08</c:v>
              </c:pt>
              <c:pt idx="107">
                <c:v>4.762202461607121E-08</c:v>
              </c:pt>
              <c:pt idx="108">
                <c:v>4.086767928357469E-08</c:v>
              </c:pt>
              <c:pt idx="109">
                <c:v>3.5069815464979365E-08</c:v>
              </c:pt>
              <c:pt idx="110">
                <c:v>3.0093223294087085E-08</c:v>
              </c:pt>
            </c:numLit>
          </c:yVal>
        </c:ser>
        <c:ser>
          <c:idx val="4"/>
          <c:order val="4"/>
          <c:tx>
            <c:v>COMSOL Druyvesteyn</c:v>
          </c:tx>
          <c:spPr>
            <a:ln xmlns:a="http://schemas.openxmlformats.org/drawingml/2006/main" w="19050">
              <a:solidFill>
                <a:srgbClr val="908747"/>
              </a:solidFill>
              <a:prstDash val="dot"/>
            </a:ln>
          </c:spPr>
          <c:marker>
            <c:symbol val="none"/>
          </c:marker>
          <c:xVal>
            <c:numLit>
              <c:formatCode>General</c:formatCode>
              <c:ptCount val="111"/>
              <c:pt idx="0">
                <c:v>0.001</c:v>
              </c:pt>
              <c:pt idx="1">
                <c:v>0.7282636363636363</c:v>
              </c:pt>
              <c:pt idx="2">
                <c:v>1.4555272727272726</c:v>
              </c:pt>
              <c:pt idx="3">
                <c:v>2.182790909090909</c:v>
              </c:pt>
              <c:pt idx="4">
                <c:v>2.9100545454545452</c:v>
              </c:pt>
              <c:pt idx="5">
                <c:v>3.637318181818182</c:v>
              </c:pt>
              <c:pt idx="6">
                <c:v>4.364581818181819</c:v>
              </c:pt>
              <c:pt idx="7">
                <c:v>5.091845454545454</c:v>
              </c:pt>
              <c:pt idx="8">
                <c:v>5.819109090909091</c:v>
              </c:pt>
              <c:pt idx="9">
                <c:v>6.546372727272727</c:v>
              </c:pt>
              <c:pt idx="10">
                <c:v>7.273636363636364</c:v>
              </c:pt>
              <c:pt idx="11">
                <c:v>8.0009</c:v>
              </c:pt>
              <c:pt idx="12">
                <c:v>8.728163636363636</c:v>
              </c:pt>
              <c:pt idx="13">
                <c:v>9.45542727272727</c:v>
              </c:pt>
              <c:pt idx="14">
                <c:v>10.182690909090907</c:v>
              </c:pt>
              <c:pt idx="15">
                <c:v>10.909954545454545</c:v>
              </c:pt>
              <c:pt idx="16">
                <c:v>11.63721818181818</c:v>
              </c:pt>
              <c:pt idx="17">
                <c:v>12.364481818181817</c:v>
              </c:pt>
              <c:pt idx="18">
                <c:v>13.091745454545453</c:v>
              </c:pt>
              <c:pt idx="19">
                <c:v>13.81900909090909</c:v>
              </c:pt>
              <c:pt idx="20">
                <c:v>14.546272727272727</c:v>
              </c:pt>
              <c:pt idx="21">
                <c:v>15.273536363636362</c:v>
              </c:pt>
              <c:pt idx="22">
                <c:v>16.000799999999998</c:v>
              </c:pt>
              <c:pt idx="23">
                <c:v>16.728063636363636</c:v>
              </c:pt>
              <c:pt idx="24">
                <c:v>17.455327272727274</c:v>
              </c:pt>
              <c:pt idx="25">
                <c:v>18.18259090909091</c:v>
              </c:pt>
              <c:pt idx="26">
                <c:v>18.909854545454543</c:v>
              </c:pt>
              <c:pt idx="27">
                <c:v>19.63711818181818</c:v>
              </c:pt>
              <c:pt idx="28">
                <c:v>20.364381818181815</c:v>
              </c:pt>
              <c:pt idx="29">
                <c:v>21.091645454545457</c:v>
              </c:pt>
              <c:pt idx="30">
                <c:v>21.81890909090909</c:v>
              </c:pt>
              <c:pt idx="31">
                <c:v>22.54617272727273</c:v>
              </c:pt>
              <c:pt idx="32">
                <c:v>23.273436363636364</c:v>
              </c:pt>
              <c:pt idx="33">
                <c:v>24.0007</c:v>
              </c:pt>
              <c:pt idx="34">
                <c:v>24.727963636363636</c:v>
              </c:pt>
              <c:pt idx="35">
                <c:v>25.45522727272727</c:v>
              </c:pt>
              <c:pt idx="36">
                <c:v>26.18249090909091</c:v>
              </c:pt>
              <c:pt idx="37">
                <c:v>26.909754545454543</c:v>
              </c:pt>
              <c:pt idx="38">
                <c:v>27.63701818181818</c:v>
              </c:pt>
              <c:pt idx="39">
                <c:v>28.364281818181816</c:v>
              </c:pt>
              <c:pt idx="40">
                <c:v>29.091545454545457</c:v>
              </c:pt>
              <c:pt idx="41">
                <c:v>29.81880909090909</c:v>
              </c:pt>
              <c:pt idx="42">
                <c:v>30.546072727272726</c:v>
              </c:pt>
              <c:pt idx="43">
                <c:v>31.273336363636364</c:v>
              </c:pt>
              <c:pt idx="44">
                <c:v>32.0006</c:v>
              </c:pt>
              <c:pt idx="45">
                <c:v>32.72786363636364</c:v>
              </c:pt>
              <c:pt idx="46">
                <c:v>33.45512727272727</c:v>
              </c:pt>
              <c:pt idx="47">
                <c:v>34.182390909090905</c:v>
              </c:pt>
              <c:pt idx="48">
                <c:v>34.90965454545454</c:v>
              </c:pt>
              <c:pt idx="49">
                <c:v>35.636918181818174</c:v>
              </c:pt>
              <c:pt idx="50">
                <c:v>36.36418181818181</c:v>
              </c:pt>
              <c:pt idx="51">
                <c:v>37.09144545454545</c:v>
              </c:pt>
              <c:pt idx="52">
                <c:v>37.81870909090908</c:v>
              </c:pt>
              <c:pt idx="53">
                <c:v>38.545972727272726</c:v>
              </c:pt>
              <c:pt idx="54">
                <c:v>39.27323636363636</c:v>
              </c:pt>
              <c:pt idx="55">
                <c:v>40.000499999999995</c:v>
              </c:pt>
              <c:pt idx="56">
                <c:v>40.727763636363626</c:v>
              </c:pt>
              <c:pt idx="57">
                <c:v>41.455027272727264</c:v>
              </c:pt>
              <c:pt idx="58">
                <c:v>42.18229090909091</c:v>
              </c:pt>
              <c:pt idx="59">
                <c:v>42.90955454545454</c:v>
              </c:pt>
              <c:pt idx="60">
                <c:v>43.63681818181818</c:v>
              </c:pt>
              <c:pt idx="61">
                <c:v>44.36408181818181</c:v>
              </c:pt>
              <c:pt idx="62">
                <c:v>45.091345454545454</c:v>
              </c:pt>
              <c:pt idx="63">
                <c:v>45.818609090909085</c:v>
              </c:pt>
              <c:pt idx="64">
                <c:v>46.54587272727272</c:v>
              </c:pt>
              <c:pt idx="65">
                <c:v>47.273136363636354</c:v>
              </c:pt>
              <c:pt idx="66">
                <c:v>48.00039999999999</c:v>
              </c:pt>
              <c:pt idx="67">
                <c:v>48.72766363636364</c:v>
              </c:pt>
              <c:pt idx="68">
                <c:v>49.45492727272727</c:v>
              </c:pt>
              <c:pt idx="69">
                <c:v>50.182190909090906</c:v>
              </c:pt>
              <c:pt idx="70">
                <c:v>50.90945454545454</c:v>
              </c:pt>
              <c:pt idx="71">
                <c:v>51.63671818181818</c:v>
              </c:pt>
              <c:pt idx="72">
                <c:v>52.36398181818181</c:v>
              </c:pt>
              <c:pt idx="73">
                <c:v>53.09124545454545</c:v>
              </c:pt>
              <c:pt idx="74">
                <c:v>53.81850909090908</c:v>
              </c:pt>
              <c:pt idx="75">
                <c:v>54.54577272727272</c:v>
              </c:pt>
              <c:pt idx="76">
                <c:v>55.27303636363636</c:v>
              </c:pt>
              <c:pt idx="77">
                <c:v>56.000299999999996</c:v>
              </c:pt>
              <c:pt idx="78">
                <c:v>56.72756363636363</c:v>
              </c:pt>
              <c:pt idx="79">
                <c:v>57.454827272727265</c:v>
              </c:pt>
              <c:pt idx="80">
                <c:v>58.18209090909091</c:v>
              </c:pt>
              <c:pt idx="81">
                <c:v>58.90935454545454</c:v>
              </c:pt>
              <c:pt idx="82">
                <c:v>59.63661818181818</c:v>
              </c:pt>
              <c:pt idx="83">
                <c:v>60.36388181818181</c:v>
              </c:pt>
              <c:pt idx="84">
                <c:v>61.09114545454545</c:v>
              </c:pt>
              <c:pt idx="85">
                <c:v>61.818409090909086</c:v>
              </c:pt>
              <c:pt idx="86">
                <c:v>62.54567272727272</c:v>
              </c:pt>
              <c:pt idx="87">
                <c:v>63.272936363636354</c:v>
              </c:pt>
              <c:pt idx="88">
                <c:v>64.00019999999999</c:v>
              </c:pt>
              <c:pt idx="89">
                <c:v>64.72746363636364</c:v>
              </c:pt>
              <c:pt idx="90">
                <c:v>65.45472727272728</c:v>
              </c:pt>
              <c:pt idx="91">
                <c:v>66.18199090909091</c:v>
              </c:pt>
              <c:pt idx="92">
                <c:v>66.90925454545454</c:v>
              </c:pt>
              <c:pt idx="93">
                <c:v>67.63651818181818</c:v>
              </c:pt>
              <c:pt idx="94">
                <c:v>68.36378181818182</c:v>
              </c:pt>
              <c:pt idx="95">
                <c:v>69.09104545454545</c:v>
              </c:pt>
              <c:pt idx="96">
                <c:v>69.8183090909091</c:v>
              </c:pt>
              <c:pt idx="97">
                <c:v>70.54557272727273</c:v>
              </c:pt>
              <c:pt idx="98">
                <c:v>71.27283636363636</c:v>
              </c:pt>
              <c:pt idx="99">
                <c:v>72.0001</c:v>
              </c:pt>
              <c:pt idx="100">
                <c:v>72.72736363636363</c:v>
              </c:pt>
              <c:pt idx="101">
                <c:v>73.45462727272728</c:v>
              </c:pt>
              <c:pt idx="102">
                <c:v>74.18189090909091</c:v>
              </c:pt>
              <c:pt idx="103">
                <c:v>74.90915454545454</c:v>
              </c:pt>
              <c:pt idx="104">
                <c:v>75.63641818181817</c:v>
              </c:pt>
              <c:pt idx="105">
                <c:v>76.36368181818182</c:v>
              </c:pt>
              <c:pt idx="106">
                <c:v>77.09094545454546</c:v>
              </c:pt>
              <c:pt idx="107">
                <c:v>77.8182090909091</c:v>
              </c:pt>
              <c:pt idx="108">
                <c:v>78.54547272727272</c:v>
              </c:pt>
              <c:pt idx="109">
                <c:v>79.27273636363637</c:v>
              </c:pt>
              <c:pt idx="110">
                <c:v>80</c:v>
              </c:pt>
            </c:numLit>
          </c:xVal>
          <c:yVal>
            <c:numLit>
              <c:formatCode>0E+0</c:formatCode>
              <c:ptCount val="111"/>
              <c:pt idx="0">
                <c:v>0.0018029787175621946</c:v>
              </c:pt>
              <c:pt idx="1">
                <c:v>0.04836203022774245</c:v>
              </c:pt>
              <c:pt idx="2">
                <c:v>0.06714190301564277</c:v>
              </c:pt>
              <c:pt idx="3">
                <c:v>0.0797749337233881</c:v>
              </c:pt>
              <c:pt idx="4">
                <c:v>0.08829609763289833</c:v>
              </c:pt>
              <c:pt idx="5">
                <c:v>0.09349013846933492</c:v>
              </c:pt>
              <c:pt idx="6">
                <c:v>0.095826215568603</c:v>
              </c:pt>
              <c:pt idx="7">
                <c:v>0.09568461978872811</c:v>
              </c:pt>
              <c:pt idx="8">
                <c:v>0.09342819088302656</c:v>
              </c:pt>
              <c:pt idx="9">
                <c:v>0.08942292378538264</c:v>
              </c:pt>
              <c:pt idx="10">
                <c:v>0.08403820254994032</c:v>
              </c:pt>
              <c:pt idx="11">
                <c:v>0.07763838534093705</c:v>
              </c:pt>
              <c:pt idx="12">
                <c:v>0.07057132551016969</c:v>
              </c:pt>
              <c:pt idx="13">
                <c:v>0.06315690296034192</c:v>
              </c:pt>
              <c:pt idx="14">
                <c:v>0.05567735400307339</c:v>
              </c:pt>
              <c:pt idx="15">
                <c:v>0.0483703788631616</c:v>
              </c:pt>
              <c:pt idx="16">
                <c:v>0.041425424559311856</c:v>
              </c:pt>
              <c:pt idx="17">
                <c:v>0.03498310479710994</c:v>
              </c:pt>
              <c:pt idx="18">
                <c:v>0.02913740217858903</c:v>
              </c:pt>
              <c:pt idx="19">
                <c:v>0.023940091981243843</c:v>
              </c:pt>
              <c:pt idx="20">
                <c:v>0.01940672213210652</c:v>
              </c:pt>
              <c:pt idx="21">
                <c:v>0.0155234675283882</c:v>
              </c:pt>
              <c:pt idx="22">
                <c:v>0.012254230515439862</c:v>
              </c:pt>
              <c:pt idx="23">
                <c:v>0.009547462130557353</c:v>
              </c:pt>
              <c:pt idx="24">
                <c:v>0.007342309167630894</c:v>
              </c:pt>
              <c:pt idx="25">
                <c:v>0.005573830591616745</c:v>
              </c:pt>
              <c:pt idx="26">
                <c:v>0.004177157363013166</c:v>
              </c:pt>
              <c:pt idx="27">
                <c:v>0.00309058100105658</c:v>
              </c:pt>
              <c:pt idx="28">
                <c:v>0.0022576417638837222</c:v>
              </c:pt>
              <c:pt idx="29">
                <c:v>0.0016283451213958216</c:v>
              </c:pt>
              <c:pt idx="30">
                <c:v>0.001159666746311628</c:v>
              </c:pt>
              <c:pt idx="31">
                <c:v>0.000815515488449157</c:v>
              </c:pt>
              <c:pt idx="32">
                <c:v>0.0005663159796777887</c:v>
              </c:pt>
              <c:pt idx="33">
                <c:v>0.0003883532335629686</c:v>
              </c:pt>
              <c:pt idx="34">
                <c:v>0.0002629960400766133</c:v>
              </c:pt>
              <c:pt idx="35">
                <c:v>0.00017588841424167378</c:v>
              </c:pt>
              <c:pt idx="36">
                <c:v>0.0001161720320584941</c:v>
              </c:pt>
              <c:pt idx="37">
                <c:v>7.577954351833701E-05</c:v>
              </c:pt>
              <c:pt idx="38">
                <c:v>4.8819954473641204E-05</c:v>
              </c:pt>
              <c:pt idx="39">
                <c:v>3.1063185142127714E-05</c:v>
              </c:pt>
              <c:pt idx="40">
                <c:v>1.9521152188002697E-05</c:v>
              </c:pt>
              <c:pt idx="41">
                <c:v>1.2116656867043387E-05</c:v>
              </c:pt>
              <c:pt idx="42">
                <c:v>7.4282175431731175E-06</c:v>
              </c:pt>
              <c:pt idx="43">
                <c:v>4.497974019895161E-06</c:v>
              </c:pt>
              <c:pt idx="44">
                <c:v>2.6902055023935857E-06</c:v>
              </c:pt>
              <c:pt idx="45">
                <c:v>1.589261767666887E-06</c:v>
              </c:pt>
              <c:pt idx="46">
                <c:v>9.273673721557329E-07</c:v>
              </c:pt>
              <c:pt idx="47">
                <c:v>5.345141397686847E-07</c:v>
              </c:pt>
              <c:pt idx="48">
                <c:v>3.043139891114002E-07</c:v>
              </c:pt>
              <c:pt idx="49">
                <c:v>1.7113704262901892E-07</c:v>
              </c:pt>
              <c:pt idx="50">
                <c:v>9.506689826194145E-08</c:v>
              </c:pt>
              <c:pt idx="51">
                <c:v>5.216526340093467E-08</c:v>
              </c:pt>
              <c:pt idx="52">
                <c:v>2.8275066642130305E-08</c:v>
              </c:pt>
              <c:pt idx="53">
                <c:v>1.5139070214576736E-08</c:v>
              </c:pt>
              <c:pt idx="54">
                <c:v>1E-08</c:v>
              </c:pt>
              <c:pt idx="55">
                <c:v>1E-08</c:v>
              </c:pt>
              <c:pt idx="56">
                <c:v>1E-08</c:v>
              </c:pt>
              <c:pt idx="57">
                <c:v>1E-08</c:v>
              </c:pt>
              <c:pt idx="58">
                <c:v>1E-08</c:v>
              </c:pt>
              <c:pt idx="59">
                <c:v>1E-08</c:v>
              </c:pt>
              <c:pt idx="60">
                <c:v>1E-08</c:v>
              </c:pt>
              <c:pt idx="61">
                <c:v>1E-08</c:v>
              </c:pt>
              <c:pt idx="62">
                <c:v>1E-08</c:v>
              </c:pt>
              <c:pt idx="63">
                <c:v>1E-08</c:v>
              </c:pt>
              <c:pt idx="64">
                <c:v>1E-08</c:v>
              </c:pt>
              <c:pt idx="65">
                <c:v>1E-08</c:v>
              </c:pt>
              <c:pt idx="66">
                <c:v>1E-08</c:v>
              </c:pt>
              <c:pt idx="67">
                <c:v>1E-08</c:v>
              </c:pt>
              <c:pt idx="68">
                <c:v>1E-08</c:v>
              </c:pt>
              <c:pt idx="69">
                <c:v>1E-08</c:v>
              </c:pt>
              <c:pt idx="70">
                <c:v>1E-08</c:v>
              </c:pt>
              <c:pt idx="71">
                <c:v>1E-08</c:v>
              </c:pt>
              <c:pt idx="72">
                <c:v>1E-08</c:v>
              </c:pt>
              <c:pt idx="73">
                <c:v>1E-08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max val="1"/>
          <c:min val="1E-08"/>
        </c:scaling>
        <c:delete val="0"/>
        <c:axPos val="l"/>
        <c:majorGridlines>
          <c:spPr>
            <a:ln xmlns:a="http://schemas.openxmlformats.org/drawingml/2006/main" w="7620">
              <a:solidFill>
                <a:srgbClr val="D7DCE0"/>
              </a:solidFill>
              <a:prstDash val="solid"/>
            </a:ln>
          </c:spPr>
        </c:majorGridlines>
        <c:numFmt formatCode="0E+0"/>
        <c:majorTickMark val="none"/>
        <c:minorTickMark val="none"/>
        <c:spPr>
          <a:ln xmlns:a="http://schemas.openxmlformats.org/drawingml/2006/main" w="7620">
            <a:solidFill>
              <a:srgbClr val="4A4A4A"/>
            </a:solidFill>
            <a:prstDash val="solid"/>
          </a:ln>
        </c:spPr>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crossAx val="48650112"/>
      </c:valAx>
      <c:valAx>
        <c:axId val="48650112"/>
        <c:scaling>
          <c:orientation val="minMax"/>
          <c:max val="80"/>
          <c:min val="0"/>
        </c:scaling>
        <c:delete val="0"/>
        <c:axPos val="b"/>
        <c:majorGridlines>
          <c:spPr>
            <a:ln xmlns:a="http://schemas.openxmlformats.org/drawingml/2006/main" w="953">
              <a:solidFill>
                <a:srgbClr val="FFFFFF"/>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333333"/>
                    </a:solidFill>
                    <a:latin typeface="Noto Sans JP"/>
                    <a:ea typeface="Noto Sans JP"/>
                    <a:cs typeface="Noto Sans JP"/>
                  </a:rPr>
                  <a:t>Electron energy, ε (eV)</a:t>
                </a:r>
              </a:p>
            </c:rich>
          </c:tx>
          <c:overlay val="0"/>
          <c:txPr>
            <a:bodyPr xmlns:a="http://schemas.openxmlformats.org/drawingml/2006/main" anchorCtr="1"/>
            <a:lstStyle xmlns:a="http://schemas.openxmlformats.org/drawingml/2006/main"/>
            <a:p xmlns:a="http://schemas.openxmlformats.org/drawingml/2006/main">
              <a:pPr>
                <a:defRPr sz="675">
                  <a:solidFill>
                    <a:srgbClr val="333333"/>
                  </a:solidFill>
                  <a:latin typeface="Noto Sans JP"/>
                  <a:ea typeface="Noto Sans JP"/>
                  <a:cs typeface="Noto Sans JP"/>
                </a:defRPr>
              </a:pPr>
            </a:p>
          </c:txPr>
        </c:title>
        <c:numFmt formatCode="0"/>
        <c:majorTickMark val="none"/>
        <c:minorTickMark val="none"/>
        <c:spPr>
          <a:ln xmlns:a="http://schemas.openxmlformats.org/drawingml/2006/main" w="7620">
            <a:solidFill>
              <a:srgbClr val="4A4A4A"/>
            </a:solidFill>
            <a:prstDash val="solid"/>
          </a:ln>
        </c:spPr>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crossAx val="48672768"/>
        <c:majorUnit val="20"/>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B8BEC3"/>
      </a:solidFill>
      <a:prstDash val="solid"/>
    </a:ln>
  </c:spPr>
</c:chartSpace>
</file>

<file path=ppt/slides/charts/chart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333333"/>
                </a:solidFill>
                <a:latin typeface="Noto Sans JP"/>
                <a:ea typeface="Noto Sans JP"/>
                <a:cs typeface="Noto Sans JP"/>
              </a:rPr>
              <a:t>E/N = 1000 Td</a:t>
            </a:r>
          </a:p>
        </c:rich>
      </c:tx>
      <c:overlay val="0"/>
      <c:txPr>
        <a:bodyPr xmlns:a="http://schemas.openxmlformats.org/drawingml/2006/main" anchorCtr="1"/>
        <a:lstStyle xmlns:a="http://schemas.openxmlformats.org/drawingml/2006/main"/>
        <a:p xmlns:a="http://schemas.openxmlformats.org/drawingml/2006/main">
          <a:pPr>
            <a:defRPr sz="1050" b="1">
              <a:solidFill>
                <a:srgbClr val="333333"/>
              </a:solidFill>
              <a:latin typeface="Noto Sans JP"/>
              <a:ea typeface="Noto Sans JP"/>
              <a:cs typeface="Noto Sans JP"/>
            </a:defRPr>
          </a:pPr>
        </a:p>
      </c:txPr>
    </c:title>
    <c:plotArea>
      <c:scatterChart>
        <c:scatterStyle val="line"/>
        <c:ser>
          <c:idx val="0"/>
          <c:order val="0"/>
          <c:tx>
            <c:v>Two-term Swarm</c:v>
          </c:tx>
          <c:spPr>
            <a:ln xmlns:a="http://schemas.openxmlformats.org/drawingml/2006/main" w="22860">
              <a:solidFill>
                <a:srgbClr val="3B67B0"/>
              </a:solidFill>
              <a:prstDash val="solid"/>
            </a:ln>
          </c:spPr>
          <c:marker>
            <c:symbol val="none"/>
          </c:marker>
          <c:xVal>
            <c:numLit>
              <c:formatCode>General</c:formatCode>
              <c:ptCount val="111"/>
              <c:pt idx="0">
                <c:v>0.001</c:v>
              </c:pt>
              <c:pt idx="1">
                <c:v>1.6373545454545453</c:v>
              </c:pt>
              <c:pt idx="2">
                <c:v>3.2737090909090907</c:v>
              </c:pt>
              <c:pt idx="3">
                <c:v>4.9100636363636365</c:v>
              </c:pt>
              <c:pt idx="4">
                <c:v>6.546418181818182</c:v>
              </c:pt>
              <c:pt idx="5">
                <c:v>8.182772727272727</c:v>
              </c:pt>
              <c:pt idx="6">
                <c:v>9.819127272727272</c:v>
              </c:pt>
              <c:pt idx="7">
                <c:v>11.455481818181816</c:v>
              </c:pt>
              <c:pt idx="8">
                <c:v>13.091836363636363</c:v>
              </c:pt>
              <c:pt idx="9">
                <c:v>14.728190909090909</c:v>
              </c:pt>
              <c:pt idx="10">
                <c:v>16.364545454545457</c:v>
              </c:pt>
              <c:pt idx="11">
                <c:v>18.0009</c:v>
              </c:pt>
              <c:pt idx="12">
                <c:v>19.637254545454546</c:v>
              </c:pt>
              <c:pt idx="13">
                <c:v>21.273609090909094</c:v>
              </c:pt>
              <c:pt idx="14">
                <c:v>22.909963636363635</c:v>
              </c:pt>
              <c:pt idx="15">
                <c:v>24.546318181818183</c:v>
              </c:pt>
              <c:pt idx="16">
                <c:v>26.182672727272728</c:v>
              </c:pt>
              <c:pt idx="17">
                <c:v>27.819027272727272</c:v>
              </c:pt>
              <c:pt idx="18">
                <c:v>29.45538181818182</c:v>
              </c:pt>
              <c:pt idx="19">
                <c:v>31.09173636363636</c:v>
              </c:pt>
              <c:pt idx="20">
                <c:v>32.72809090909091</c:v>
              </c:pt>
              <c:pt idx="21">
                <c:v>34.364445454545454</c:v>
              </c:pt>
              <c:pt idx="22">
                <c:v>36.0008</c:v>
              </c:pt>
              <c:pt idx="23">
                <c:v>37.63715454545454</c:v>
              </c:pt>
              <c:pt idx="24">
                <c:v>39.27350909090909</c:v>
              </c:pt>
              <c:pt idx="25">
                <c:v>40.90986363636363</c:v>
              </c:pt>
              <c:pt idx="26">
                <c:v>42.54621818181818</c:v>
              </c:pt>
              <c:pt idx="27">
                <c:v>44.18257272727273</c:v>
              </c:pt>
              <c:pt idx="28">
                <c:v>45.818927272727265</c:v>
              </c:pt>
              <c:pt idx="29">
                <c:v>47.45528181818181</c:v>
              </c:pt>
              <c:pt idx="30">
                <c:v>49.09163636363636</c:v>
              </c:pt>
              <c:pt idx="31">
                <c:v>50.727990909090906</c:v>
              </c:pt>
              <c:pt idx="32">
                <c:v>52.36434545454545</c:v>
              </c:pt>
              <c:pt idx="33">
                <c:v>54.000699999999995</c:v>
              </c:pt>
              <c:pt idx="34">
                <c:v>55.63705454545454</c:v>
              </c:pt>
              <c:pt idx="35">
                <c:v>57.27340909090909</c:v>
              </c:pt>
              <c:pt idx="36">
                <c:v>58.909763636363635</c:v>
              </c:pt>
              <c:pt idx="37">
                <c:v>60.54611818181818</c:v>
              </c:pt>
              <c:pt idx="38">
                <c:v>62.18247272727272</c:v>
              </c:pt>
              <c:pt idx="39">
                <c:v>63.818827272727276</c:v>
              </c:pt>
              <c:pt idx="40">
                <c:v>65.45518181818183</c:v>
              </c:pt>
              <c:pt idx="41">
                <c:v>67.09153636363637</c:v>
              </c:pt>
              <c:pt idx="42">
                <c:v>68.72789090909092</c:v>
              </c:pt>
              <c:pt idx="43">
                <c:v>70.36424545454545</c:v>
              </c:pt>
              <c:pt idx="44">
                <c:v>72.0006</c:v>
              </c:pt>
              <c:pt idx="45">
                <c:v>73.63695454545454</c:v>
              </c:pt>
              <c:pt idx="46">
                <c:v>75.2733090909091</c:v>
              </c:pt>
              <c:pt idx="47">
                <c:v>76.90966363636363</c:v>
              </c:pt>
              <c:pt idx="48">
                <c:v>78.54601818181818</c:v>
              </c:pt>
              <c:pt idx="49">
                <c:v>80.18237272727272</c:v>
              </c:pt>
              <c:pt idx="50">
                <c:v>81.81872727272727</c:v>
              </c:pt>
              <c:pt idx="51">
                <c:v>83.45508181818182</c:v>
              </c:pt>
              <c:pt idx="52">
                <c:v>85.09143636363638</c:v>
              </c:pt>
              <c:pt idx="53">
                <c:v>86.72779090909091</c:v>
              </c:pt>
              <c:pt idx="54">
                <c:v>88.36414545454546</c:v>
              </c:pt>
              <c:pt idx="55">
                <c:v>90.0005</c:v>
              </c:pt>
              <c:pt idx="56">
                <c:v>91.63685454545454</c:v>
              </c:pt>
              <c:pt idx="57">
                <c:v>93.27320909090909</c:v>
              </c:pt>
              <c:pt idx="58">
                <c:v>94.90956363636363</c:v>
              </c:pt>
              <c:pt idx="59">
                <c:v>96.54591818181818</c:v>
              </c:pt>
              <c:pt idx="60">
                <c:v>98.18227272727273</c:v>
              </c:pt>
              <c:pt idx="61">
                <c:v>99.81862727272728</c:v>
              </c:pt>
              <c:pt idx="62">
                <c:v>101.45498181818182</c:v>
              </c:pt>
              <c:pt idx="63">
                <c:v>103.09133636363637</c:v>
              </c:pt>
              <c:pt idx="64">
                <c:v>104.72769090909091</c:v>
              </c:pt>
              <c:pt idx="65">
                <c:v>106.36404545454546</c:v>
              </c:pt>
              <c:pt idx="66">
                <c:v>108.0004</c:v>
              </c:pt>
              <c:pt idx="67">
                <c:v>109.63675454545454</c:v>
              </c:pt>
              <c:pt idx="68">
                <c:v>111.27310909090909</c:v>
              </c:pt>
              <c:pt idx="69">
                <c:v>112.90946363636364</c:v>
              </c:pt>
              <c:pt idx="70">
                <c:v>114.54581818181819</c:v>
              </c:pt>
              <c:pt idx="71">
                <c:v>116.18217272727273</c:v>
              </c:pt>
              <c:pt idx="72">
                <c:v>117.81852727272728</c:v>
              </c:pt>
              <c:pt idx="73">
                <c:v>119.45488181818182</c:v>
              </c:pt>
              <c:pt idx="74">
                <c:v>121.09123636363637</c:v>
              </c:pt>
              <c:pt idx="75">
                <c:v>122.7275909090909</c:v>
              </c:pt>
              <c:pt idx="76">
                <c:v>124.36394545454544</c:v>
              </c:pt>
              <c:pt idx="77">
                <c:v>126.0003</c:v>
              </c:pt>
              <c:pt idx="78">
                <c:v>127.63665454545456</c:v>
              </c:pt>
              <c:pt idx="79">
                <c:v>129.27300909090908</c:v>
              </c:pt>
              <c:pt idx="80">
                <c:v>130.90936363636365</c:v>
              </c:pt>
              <c:pt idx="81">
                <c:v>132.5457181818182</c:v>
              </c:pt>
              <c:pt idx="82">
                <c:v>134.18207272727273</c:v>
              </c:pt>
              <c:pt idx="83">
                <c:v>135.81842727272726</c:v>
              </c:pt>
              <c:pt idx="84">
                <c:v>137.45478181818183</c:v>
              </c:pt>
              <c:pt idx="85">
                <c:v>139.09113636363637</c:v>
              </c:pt>
              <c:pt idx="86">
                <c:v>140.7274909090909</c:v>
              </c:pt>
              <c:pt idx="87">
                <c:v>142.36384545454547</c:v>
              </c:pt>
              <c:pt idx="88">
                <c:v>144.0002</c:v>
              </c:pt>
              <c:pt idx="89">
                <c:v>145.63655454545454</c:v>
              </c:pt>
              <c:pt idx="90">
                <c:v>147.27290909090908</c:v>
              </c:pt>
              <c:pt idx="91">
                <c:v>148.90926363636365</c:v>
              </c:pt>
              <c:pt idx="92">
                <c:v>150.54561818181818</c:v>
              </c:pt>
              <c:pt idx="93">
                <c:v>152.18197272727272</c:v>
              </c:pt>
              <c:pt idx="94">
                <c:v>153.81832727272726</c:v>
              </c:pt>
              <c:pt idx="95">
                <c:v>155.45468181818183</c:v>
              </c:pt>
              <c:pt idx="96">
                <c:v>157.09103636363636</c:v>
              </c:pt>
              <c:pt idx="97">
                <c:v>158.7273909090909</c:v>
              </c:pt>
              <c:pt idx="98">
                <c:v>160.36374545454544</c:v>
              </c:pt>
              <c:pt idx="99">
                <c:v>162.00009999999997</c:v>
              </c:pt>
              <c:pt idx="100">
                <c:v>163.63645454545454</c:v>
              </c:pt>
              <c:pt idx="101">
                <c:v>165.2728090909091</c:v>
              </c:pt>
              <c:pt idx="102">
                <c:v>166.90916363636364</c:v>
              </c:pt>
              <c:pt idx="103">
                <c:v>168.54551818181818</c:v>
              </c:pt>
              <c:pt idx="104">
                <c:v>170.18187272727275</c:v>
              </c:pt>
              <c:pt idx="105">
                <c:v>171.81822727272728</c:v>
              </c:pt>
              <c:pt idx="106">
                <c:v>173.45458181818182</c:v>
              </c:pt>
              <c:pt idx="107">
                <c:v>175.09093636363636</c:v>
              </c:pt>
              <c:pt idx="108">
                <c:v>176.72729090909093</c:v>
              </c:pt>
              <c:pt idx="109">
                <c:v>178.36364545454546</c:v>
              </c:pt>
              <c:pt idx="110">
                <c:v>180</c:v>
              </c:pt>
            </c:numLit>
          </c:xVal>
          <c:yVal>
            <c:numLit>
              <c:formatCode>0E+0</c:formatCode>
              <c:ptCount val="111"/>
              <c:pt idx="0">
                <c:v>0.0006190687817336011</c:v>
              </c:pt>
              <c:pt idx="1">
                <c:v>0.02613740120014429</c:v>
              </c:pt>
              <c:pt idx="2">
                <c:v>0.03646730632580546</c:v>
              </c:pt>
              <c:pt idx="3">
                <c:v>0.0433028354310267</c:v>
              </c:pt>
              <c:pt idx="4">
                <c:v>0.04747784856765256</c:v>
              </c:pt>
              <c:pt idx="5">
                <c:v>0.04906285261735043</c:v>
              </c:pt>
              <c:pt idx="6">
                <c:v>0.048007484333088025</c:v>
              </c:pt>
              <c:pt idx="7">
                <c:v>0.04501411873632442</c:v>
              </c:pt>
              <c:pt idx="8">
                <c:v>0.04114096913806273</c:v>
              </c:pt>
              <c:pt idx="9">
                <c:v>0.03671371002822903</c:v>
              </c:pt>
              <c:pt idx="10">
                <c:v>0.032248530437301096</c:v>
              </c:pt>
              <c:pt idx="11">
                <c:v>0.028281889660693733</c:v>
              </c:pt>
              <c:pt idx="12">
                <c:v>0.02458073525804794</c:v>
              </c:pt>
              <c:pt idx="13">
                <c:v>0.021204755399613542</c:v>
              </c:pt>
              <c:pt idx="14">
                <c:v>0.018186529744602102</c:v>
              </c:pt>
              <c:pt idx="15">
                <c:v>0.015570811906975814</c:v>
              </c:pt>
              <c:pt idx="16">
                <c:v>0.01333018271167299</c:v>
              </c:pt>
              <c:pt idx="17">
                <c:v>0.011388503096539236</c:v>
              </c:pt>
              <c:pt idx="18">
                <c:v>0.009725993564447553</c:v>
              </c:pt>
              <c:pt idx="19">
                <c:v>0.008307517238111357</c:v>
              </c:pt>
              <c:pt idx="20">
                <c:v>0.007084569926254645</c:v>
              </c:pt>
              <c:pt idx="21">
                <c:v>0.006034902450124444</c:v>
              </c:pt>
              <c:pt idx="22">
                <c:v>0.005138433275047722</c:v>
              </c:pt>
              <c:pt idx="23">
                <c:v>0.004374374933168662</c:v>
              </c:pt>
              <c:pt idx="24">
                <c:v>0.0037253910397570767</c:v>
              </c:pt>
              <c:pt idx="25">
                <c:v>0.0031762133569102893</c:v>
              </c:pt>
              <c:pt idx="26">
                <c:v>0.002712447684212637</c:v>
              </c:pt>
              <c:pt idx="27">
                <c:v>0.0023209202769143527</c:v>
              </c:pt>
              <c:pt idx="28">
                <c:v>0.0019902155948420368</c:v>
              </c:pt>
              <c:pt idx="29">
                <c:v>0.001710603452650631</c:v>
              </c:pt>
              <c:pt idx="30">
                <c:v>0.0014742700356633908</c:v>
              </c:pt>
              <c:pt idx="31">
                <c:v>0.0012739132523381645</c:v>
              </c:pt>
              <c:pt idx="32">
                <c:v>0.0011018268269821295</c:v>
              </c:pt>
              <c:pt idx="33">
                <c:v>0.0009534662898527134</c:v>
              </c:pt>
              <c:pt idx="34">
                <c:v>0.0008255039427744756</c:v>
              </c:pt>
              <c:pt idx="35">
                <c:v>0.0007152485126105227</c:v>
              </c:pt>
              <c:pt idx="36">
                <c:v>0.0006202606572816681</c:v>
              </c:pt>
              <c:pt idx="37">
                <c:v>0.0005383685093369114</c:v>
              </c:pt>
              <c:pt idx="38">
                <c:v>0.0004676944782315331</c:v>
              </c:pt>
              <c:pt idx="39">
                <c:v>0.0004066621789388437</c:v>
              </c:pt>
              <c:pt idx="40">
                <c:v>0.0003539267340252448</c:v>
              </c:pt>
              <c:pt idx="41">
                <c:v>0.00030832820734830516</c:v>
              </c:pt>
              <c:pt idx="42">
                <c:v>0.00026886984868302954</c:v>
              </c:pt>
              <c:pt idx="43">
                <c:v>0.000234689326856619</c:v>
              </c:pt>
              <c:pt idx="44">
                <c:v>0.00020505435665556232</c:v>
              </c:pt>
              <c:pt idx="45">
                <c:v>0.00017934046292287392</c:v>
              </c:pt>
              <c:pt idx="46">
                <c:v>0.0001570226911710915</c:v>
              </c:pt>
              <c:pt idx="47">
                <c:v>0.0001375731540530769</c:v>
              </c:pt>
              <c:pt idx="48">
                <c:v>0.00012057740029515802</c:v>
              </c:pt>
              <c:pt idx="49">
                <c:v>0.00010572672850506897</c:v>
              </c:pt>
              <c:pt idx="50">
                <c:v>9.274413885604719E-05</c:v>
              </c:pt>
              <c:pt idx="51">
                <c:v>8.139146140287166E-05</c:v>
              </c:pt>
              <c:pt idx="52">
                <c:v>7.146071045986346E-05</c:v>
              </c:pt>
              <c:pt idx="53">
                <c:v>6.277040155017709E-05</c:v>
              </c:pt>
              <c:pt idx="54">
                <c:v>5.5161680062548344E-05</c:v>
              </c:pt>
              <c:pt idx="55">
                <c:v>4.849917610084639E-05</c:v>
              </c:pt>
              <c:pt idx="56">
                <c:v>4.266371976534711E-05</c:v>
              </c:pt>
              <c:pt idx="57">
                <c:v>3.7550852266281275E-05</c:v>
              </c:pt>
              <c:pt idx="58">
                <c:v>3.306916564649207E-05</c:v>
              </c:pt>
              <c:pt idx="59">
                <c:v>2.914060580570829E-05</c:v>
              </c:pt>
              <c:pt idx="60">
                <c:v>2.569503728713961E-05</c:v>
              </c:pt>
              <c:pt idx="61">
                <c:v>2.2672305267607686E-05</c:v>
              </c:pt>
              <c:pt idx="62">
                <c:v>2.001958406806828E-05</c:v>
              </c:pt>
              <c:pt idx="63">
                <c:v>1.7689020743988514E-05</c:v>
              </c:pt>
              <c:pt idx="64">
                <c:v>1.564018948211135E-05</c:v>
              </c:pt>
              <c:pt idx="65">
                <c:v>1.3838299862045605E-05</c:v>
              </c:pt>
              <c:pt idx="66">
                <c:v>1.2252131642544558E-05</c:v>
              </c:pt>
              <c:pt idx="67">
                <c:v>1.0854979142341518E-05</c:v>
              </c:pt>
              <c:pt idx="68">
                <c:v>9.6235436747226E-06</c:v>
              </c:pt>
              <c:pt idx="69">
                <c:v>8.537682883909548E-06</c:v>
              </c:pt>
              <c:pt idx="70">
                <c:v>7.5792194932160125E-06</c:v>
              </c:pt>
              <c:pt idx="71">
                <c:v>6.732791176413409E-06</c:v>
              </c:pt>
              <c:pt idx="72">
                <c:v>5.9848698071739665E-06</c:v>
              </c:pt>
              <c:pt idx="73">
                <c:v>5.323573617064338E-06</c:v>
              </c:pt>
              <c:pt idx="74">
                <c:v>4.738500928263796E-06</c:v>
              </c:pt>
              <c:pt idx="75">
                <c:v>4.220566195724948E-06</c:v>
              </c:pt>
              <c:pt idx="76">
                <c:v>3.76178328616872E-06</c:v>
              </c:pt>
              <c:pt idx="77">
                <c:v>3.3551053863534234E-06</c:v>
              </c:pt>
              <c:pt idx="78">
                <c:v>2.99438944822868E-06</c:v>
              </c:pt>
              <c:pt idx="79">
                <c:v>2.6742424588639493E-06</c:v>
              </c:pt>
              <c:pt idx="80">
                <c:v>2.389916238852828E-06</c:v>
              </c:pt>
              <c:pt idx="81">
                <c:v>2.137212994285767E-06</c:v>
              </c:pt>
              <c:pt idx="82">
                <c:v>1.9125182543155514E-06</c:v>
              </c:pt>
              <c:pt idx="83">
                <c:v>1.7126076603683392E-06</c:v>
              </c:pt>
              <c:pt idx="84">
                <c:v>1.5346393403386538E-06</c:v>
              </c:pt>
              <c:pt idx="85">
                <c:v>1.3761094503840848E-06</c:v>
              </c:pt>
              <c:pt idx="86">
                <c:v>1.2348084913133745E-06</c:v>
              </c:pt>
              <c:pt idx="87">
                <c:v>1.1087859186354825E-06</c:v>
              </c:pt>
              <c:pt idx="88">
                <c:v>9.963207024032938E-07</c:v>
              </c:pt>
              <c:pt idx="89">
                <c:v>8.958938289901001E-07</c:v>
              </c:pt>
              <c:pt idx="90">
                <c:v>8.061635830551113E-07</c:v>
              </c:pt>
              <c:pt idx="91">
                <c:v>7.259444546372734E-07</c:v>
              </c:pt>
              <c:pt idx="92">
                <c:v>6.541716289164644E-07</c:v>
              </c:pt>
              <c:pt idx="93">
                <c:v>5.897391934198595E-07</c:v>
              </c:pt>
              <c:pt idx="94">
                <c:v>5.318074256862606E-07</c:v>
              </c:pt>
              <c:pt idx="95">
                <c:v>4.79710722776458E-07</c:v>
              </c:pt>
              <c:pt idx="96">
                <c:v>4.3284917715739137E-07</c:v>
              </c:pt>
              <c:pt idx="97">
                <c:v>3.906838997465055E-07</c:v>
              </c:pt>
              <c:pt idx="98">
                <c:v>3.5273281033276217E-07</c:v>
              </c:pt>
              <c:pt idx="99">
                <c:v>3.1856577654078835E-07</c:v>
              </c:pt>
              <c:pt idx="100">
                <c:v>2.877984083717746E-07</c:v>
              </c:pt>
              <c:pt idx="101">
                <c:v>2.600809623139177E-07</c:v>
              </c:pt>
              <c:pt idx="102">
                <c:v>2.3510365460786724E-07</c:v>
              </c:pt>
              <c:pt idx="103">
                <c:v>2.1258888066084405E-07</c:v>
              </c:pt>
              <c:pt idx="104">
                <c:v>1.9228814905150574E-07</c:v>
              </c:pt>
              <c:pt idx="105">
                <c:v>1.7398141340834039E-07</c:v>
              </c:pt>
              <c:pt idx="106">
                <c:v>1.5746476969313706E-07</c:v>
              </c:pt>
              <c:pt idx="107">
                <c:v>1.4255879232394157E-07</c:v>
              </c:pt>
              <c:pt idx="108">
                <c:v>1.29102478116848E-07</c:v>
              </c:pt>
              <c:pt idx="109">
                <c:v>1.1695374123233569E-07</c:v>
              </c:pt>
              <c:pt idx="110">
                <c:v>1.0598033763575468E-07</c:v>
              </c:pt>
            </c:numLit>
          </c:yVal>
        </c:ser>
        <c:ser>
          <c:idx val="1"/>
          <c:order val="1"/>
          <c:tx>
            <c:v>Monte Carlo Swarm</c:v>
          </c:tx>
          <c:spPr>
            <a:ln xmlns:a="http://schemas.openxmlformats.org/drawingml/2006/main" w="22860">
              <a:solidFill>
                <a:srgbClr val="EDA24C"/>
              </a:solidFill>
              <a:prstDash val="solid"/>
            </a:ln>
          </c:spPr>
          <c:marker>
            <c:symbol val="none"/>
          </c:marker>
          <c:xVal>
            <c:numLit>
              <c:formatCode>General</c:formatCode>
              <c:ptCount val="111"/>
              <c:pt idx="0">
                <c:v>0.001</c:v>
              </c:pt>
              <c:pt idx="1">
                <c:v>1.6373545454545453</c:v>
              </c:pt>
              <c:pt idx="2">
                <c:v>3.2737090909090907</c:v>
              </c:pt>
              <c:pt idx="3">
                <c:v>4.9100636363636365</c:v>
              </c:pt>
              <c:pt idx="4">
                <c:v>6.546418181818182</c:v>
              </c:pt>
              <c:pt idx="5">
                <c:v>8.182772727272727</c:v>
              </c:pt>
              <c:pt idx="6">
                <c:v>9.819127272727272</c:v>
              </c:pt>
              <c:pt idx="7">
                <c:v>11.455481818181816</c:v>
              </c:pt>
              <c:pt idx="8">
                <c:v>13.091836363636363</c:v>
              </c:pt>
              <c:pt idx="9">
                <c:v>14.728190909090909</c:v>
              </c:pt>
              <c:pt idx="10">
                <c:v>16.364545454545457</c:v>
              </c:pt>
              <c:pt idx="11">
                <c:v>18.0009</c:v>
              </c:pt>
              <c:pt idx="12">
                <c:v>19.637254545454546</c:v>
              </c:pt>
              <c:pt idx="13">
                <c:v>21.273609090909094</c:v>
              </c:pt>
              <c:pt idx="14">
                <c:v>22.909963636363635</c:v>
              </c:pt>
              <c:pt idx="15">
                <c:v>24.546318181818183</c:v>
              </c:pt>
              <c:pt idx="16">
                <c:v>26.182672727272728</c:v>
              </c:pt>
              <c:pt idx="17">
                <c:v>27.819027272727272</c:v>
              </c:pt>
              <c:pt idx="18">
                <c:v>29.45538181818182</c:v>
              </c:pt>
              <c:pt idx="19">
                <c:v>31.09173636363636</c:v>
              </c:pt>
              <c:pt idx="20">
                <c:v>32.72809090909091</c:v>
              </c:pt>
              <c:pt idx="21">
                <c:v>34.364445454545454</c:v>
              </c:pt>
              <c:pt idx="22">
                <c:v>36.0008</c:v>
              </c:pt>
              <c:pt idx="23">
                <c:v>37.63715454545454</c:v>
              </c:pt>
              <c:pt idx="24">
                <c:v>39.27350909090909</c:v>
              </c:pt>
              <c:pt idx="25">
                <c:v>40.90986363636363</c:v>
              </c:pt>
              <c:pt idx="26">
                <c:v>42.54621818181818</c:v>
              </c:pt>
              <c:pt idx="27">
                <c:v>44.18257272727273</c:v>
              </c:pt>
              <c:pt idx="28">
                <c:v>45.818927272727265</c:v>
              </c:pt>
              <c:pt idx="29">
                <c:v>47.45528181818181</c:v>
              </c:pt>
              <c:pt idx="30">
                <c:v>49.09163636363636</c:v>
              </c:pt>
              <c:pt idx="31">
                <c:v>50.727990909090906</c:v>
              </c:pt>
              <c:pt idx="32">
                <c:v>52.36434545454545</c:v>
              </c:pt>
              <c:pt idx="33">
                <c:v>54.000699999999995</c:v>
              </c:pt>
              <c:pt idx="34">
                <c:v>55.63705454545454</c:v>
              </c:pt>
              <c:pt idx="35">
                <c:v>57.27340909090909</c:v>
              </c:pt>
              <c:pt idx="36">
                <c:v>58.909763636363635</c:v>
              </c:pt>
              <c:pt idx="37">
                <c:v>60.54611818181818</c:v>
              </c:pt>
              <c:pt idx="38">
                <c:v>62.18247272727272</c:v>
              </c:pt>
              <c:pt idx="39">
                <c:v>63.818827272727276</c:v>
              </c:pt>
              <c:pt idx="40">
                <c:v>65.45518181818183</c:v>
              </c:pt>
              <c:pt idx="41">
                <c:v>67.09153636363637</c:v>
              </c:pt>
              <c:pt idx="42">
                <c:v>68.72789090909092</c:v>
              </c:pt>
              <c:pt idx="43">
                <c:v>70.36424545454545</c:v>
              </c:pt>
              <c:pt idx="44">
                <c:v>72.0006</c:v>
              </c:pt>
              <c:pt idx="45">
                <c:v>73.63695454545454</c:v>
              </c:pt>
              <c:pt idx="46">
                <c:v>75.2733090909091</c:v>
              </c:pt>
              <c:pt idx="47">
                <c:v>76.90966363636363</c:v>
              </c:pt>
              <c:pt idx="48">
                <c:v>78.54601818181818</c:v>
              </c:pt>
              <c:pt idx="49">
                <c:v>80.18237272727272</c:v>
              </c:pt>
              <c:pt idx="50">
                <c:v>81.81872727272727</c:v>
              </c:pt>
              <c:pt idx="51">
                <c:v>83.45508181818182</c:v>
              </c:pt>
              <c:pt idx="52">
                <c:v>85.09143636363638</c:v>
              </c:pt>
              <c:pt idx="53">
                <c:v>86.72779090909091</c:v>
              </c:pt>
              <c:pt idx="54">
                <c:v>88.36414545454546</c:v>
              </c:pt>
              <c:pt idx="55">
                <c:v>90.0005</c:v>
              </c:pt>
              <c:pt idx="56">
                <c:v>91.63685454545454</c:v>
              </c:pt>
              <c:pt idx="57">
                <c:v>93.27320909090909</c:v>
              </c:pt>
              <c:pt idx="58">
                <c:v>94.90956363636363</c:v>
              </c:pt>
              <c:pt idx="59">
                <c:v>96.54591818181818</c:v>
              </c:pt>
              <c:pt idx="60">
                <c:v>98.18227272727273</c:v>
              </c:pt>
              <c:pt idx="61">
                <c:v>99.81862727272728</c:v>
              </c:pt>
              <c:pt idx="62">
                <c:v>101.45498181818182</c:v>
              </c:pt>
              <c:pt idx="63">
                <c:v>103.09133636363637</c:v>
              </c:pt>
              <c:pt idx="64">
                <c:v>104.72769090909091</c:v>
              </c:pt>
              <c:pt idx="65">
                <c:v>106.36404545454546</c:v>
              </c:pt>
              <c:pt idx="66">
                <c:v>108.0004</c:v>
              </c:pt>
              <c:pt idx="67">
                <c:v>109.63675454545454</c:v>
              </c:pt>
              <c:pt idx="68">
                <c:v>111.27310909090909</c:v>
              </c:pt>
              <c:pt idx="69">
                <c:v>112.90946363636364</c:v>
              </c:pt>
              <c:pt idx="70">
                <c:v>114.54581818181819</c:v>
              </c:pt>
              <c:pt idx="71">
                <c:v>116.18217272727273</c:v>
              </c:pt>
              <c:pt idx="72">
                <c:v>117.81852727272728</c:v>
              </c:pt>
              <c:pt idx="73">
                <c:v>119.45488181818182</c:v>
              </c:pt>
              <c:pt idx="74">
                <c:v>121.09123636363637</c:v>
              </c:pt>
              <c:pt idx="75">
                <c:v>122.7275909090909</c:v>
              </c:pt>
              <c:pt idx="76">
                <c:v>124.36394545454544</c:v>
              </c:pt>
              <c:pt idx="77">
                <c:v>126.0003</c:v>
              </c:pt>
              <c:pt idx="78">
                <c:v>127.63665454545456</c:v>
              </c:pt>
              <c:pt idx="79">
                <c:v>129.27300909090908</c:v>
              </c:pt>
              <c:pt idx="80">
                <c:v>130.90936363636365</c:v>
              </c:pt>
              <c:pt idx="81">
                <c:v>132.5457181818182</c:v>
              </c:pt>
              <c:pt idx="82">
                <c:v>134.18207272727273</c:v>
              </c:pt>
              <c:pt idx="83">
                <c:v>135.81842727272726</c:v>
              </c:pt>
              <c:pt idx="84">
                <c:v>137.45478181818183</c:v>
              </c:pt>
              <c:pt idx="85">
                <c:v>139.09113636363637</c:v>
              </c:pt>
              <c:pt idx="86">
                <c:v>140.7274909090909</c:v>
              </c:pt>
              <c:pt idx="87">
                <c:v>142.36384545454547</c:v>
              </c:pt>
              <c:pt idx="88">
                <c:v>144.0002</c:v>
              </c:pt>
              <c:pt idx="89">
                <c:v>145.63655454545454</c:v>
              </c:pt>
              <c:pt idx="90">
                <c:v>147.27290909090908</c:v>
              </c:pt>
              <c:pt idx="91">
                <c:v>148.90926363636365</c:v>
              </c:pt>
              <c:pt idx="92">
                <c:v>150.54561818181818</c:v>
              </c:pt>
              <c:pt idx="93">
                <c:v>152.18197272727272</c:v>
              </c:pt>
              <c:pt idx="94">
                <c:v>153.81832727272726</c:v>
              </c:pt>
              <c:pt idx="95">
                <c:v>155.45468181818183</c:v>
              </c:pt>
              <c:pt idx="96">
                <c:v>157.09103636363636</c:v>
              </c:pt>
              <c:pt idx="97">
                <c:v>158.7273909090909</c:v>
              </c:pt>
              <c:pt idx="98">
                <c:v>160.36374545454544</c:v>
              </c:pt>
              <c:pt idx="99">
                <c:v>162.00009999999997</c:v>
              </c:pt>
              <c:pt idx="100">
                <c:v>163.63645454545454</c:v>
              </c:pt>
              <c:pt idx="101">
                <c:v>165.2728090909091</c:v>
              </c:pt>
              <c:pt idx="102">
                <c:v>166.90916363636364</c:v>
              </c:pt>
              <c:pt idx="103">
                <c:v>168.54551818181818</c:v>
              </c:pt>
              <c:pt idx="104">
                <c:v>170.18187272727275</c:v>
              </c:pt>
              <c:pt idx="105">
                <c:v>171.81822727272728</c:v>
              </c:pt>
              <c:pt idx="106">
                <c:v>173.45458181818182</c:v>
              </c:pt>
              <c:pt idx="107">
                <c:v>175.09093636363636</c:v>
              </c:pt>
              <c:pt idx="108">
                <c:v>176.72729090909093</c:v>
              </c:pt>
              <c:pt idx="109">
                <c:v>178.36364545454546</c:v>
              </c:pt>
              <c:pt idx="110">
                <c:v>180</c:v>
              </c:pt>
            </c:numLit>
          </c:xVal>
          <c:yVal>
            <c:numLit>
              <c:formatCode>0E+0</c:formatCode>
              <c:ptCount val="111"/>
              <c:pt idx="0">
                <c:v>1E-08</c:v>
              </c:pt>
              <c:pt idx="1">
                <c:v>0.02693731917880365</c:v>
              </c:pt>
              <c:pt idx="2">
                <c:v>0.03800720390561425</c:v>
              </c:pt>
              <c:pt idx="3">
                <c:v>0.044730763784454654</c:v>
              </c:pt>
              <c:pt idx="4">
                <c:v>0.04852573374562117</c:v>
              </c:pt>
              <c:pt idx="5">
                <c:v>0.04975573797270753</c:v>
              </c:pt>
              <c:pt idx="6">
                <c:v>0.04853975200324502</c:v>
              </c:pt>
              <c:pt idx="7">
                <c:v>0.04545358019282149</c:v>
              </c:pt>
              <c:pt idx="8">
                <c:v>0.04140724758610891</c:v>
              </c:pt>
              <c:pt idx="9">
                <c:v>0.03681926674123859</c:v>
              </c:pt>
              <c:pt idx="10">
                <c:v>0.03206879489912215</c:v>
              </c:pt>
              <c:pt idx="11">
                <c:v>0.027689605958984592</c:v>
              </c:pt>
              <c:pt idx="12">
                <c:v>0.023715558918599423</c:v>
              </c:pt>
              <c:pt idx="13">
                <c:v>0.020145630716090948</c:v>
              </c:pt>
              <c:pt idx="14">
                <c:v>0.017064475480210804</c:v>
              </c:pt>
              <c:pt idx="15">
                <c:v>0.0144863688795955</c:v>
              </c:pt>
              <c:pt idx="16">
                <c:v>0.012320025664162102</c:v>
              </c:pt>
              <c:pt idx="17">
                <c:v>0.010494002815100625</c:v>
              </c:pt>
              <c:pt idx="18">
                <c:v>0.00896011380810557</c:v>
              </c:pt>
              <c:pt idx="19">
                <c:v>0.007673769752675194</c:v>
              </c:pt>
              <c:pt idx="20">
                <c:v>0.006583550091201624</c:v>
              </c:pt>
              <c:pt idx="21">
                <c:v>0.005655264931809021</c:v>
              </c:pt>
              <c:pt idx="22">
                <c:v>0.004864682768834985</c:v>
              </c:pt>
              <c:pt idx="23">
                <c:v>0.004192173961908563</c:v>
              </c:pt>
              <c:pt idx="24">
                <c:v>0.0036216409779222087</c:v>
              </c:pt>
              <c:pt idx="25">
                <c:v>0.00313367915007605</c:v>
              </c:pt>
              <c:pt idx="26">
                <c:v>0.0027153222365339244</c:v>
              </c:pt>
              <c:pt idx="27">
                <c:v>0.0023626694438299433</c:v>
              </c:pt>
              <c:pt idx="28">
                <c:v>0.0020600263272996583</c:v>
              </c:pt>
              <c:pt idx="29">
                <c:v>0.001799477621177696</c:v>
              </c:pt>
              <c:pt idx="30">
                <c:v>0.0015770893481280273</c:v>
              </c:pt>
              <c:pt idx="31">
                <c:v>0.001386802189240358</c:v>
              </c:pt>
              <c:pt idx="32">
                <c:v>0.0012209853673873802</c:v>
              </c:pt>
              <c:pt idx="33">
                <c:v>0.0010763463236279113</c:v>
              </c:pt>
              <c:pt idx="34">
                <c:v>0.0009511586913257389</c:v>
              </c:pt>
              <c:pt idx="35">
                <c:v>0.0008411757334902771</c:v>
              </c:pt>
              <c:pt idx="36">
                <c:v>0.0007457240068055393</c:v>
              </c:pt>
              <c:pt idx="37">
                <c:v>0.0006613503229953308</c:v>
              </c:pt>
              <c:pt idx="38">
                <c:v>0.0005875005466183818</c:v>
              </c:pt>
              <c:pt idx="39">
                <c:v>0.0005221567327474147</c:v>
              </c:pt>
              <c:pt idx="40">
                <c:v>0.0004653467391179925</c:v>
              </c:pt>
              <c:pt idx="41">
                <c:v>0.00041471760110867135</c:v>
              </c:pt>
              <c:pt idx="42">
                <c:v>0.0003704183509933549</c:v>
              </c:pt>
              <c:pt idx="43">
                <c:v>0.00033087905136286455</c:v>
              </c:pt>
              <c:pt idx="44">
                <c:v>0.0002958377716601051</c:v>
              </c:pt>
              <c:pt idx="45">
                <c:v>0.00026467513054815266</c:v>
              </c:pt>
              <c:pt idx="46">
                <c:v>0.00023682727046094655</c:v>
              </c:pt>
              <c:pt idx="47">
                <c:v>0.00021257857903756716</c:v>
              </c:pt>
              <c:pt idx="48">
                <c:v>0.00019081270572293737</c:v>
              </c:pt>
              <c:pt idx="49">
                <c:v>0.00017138916841964347</c:v>
              </c:pt>
              <c:pt idx="50">
                <c:v>0.00015420415760241939</c:v>
              </c:pt>
              <c:pt idx="51">
                <c:v>0.00013874226966111114</c:v>
              </c:pt>
              <c:pt idx="52">
                <c:v>0.00012492533469047855</c:v>
              </c:pt>
              <c:pt idx="53">
                <c:v>0.00011268301662038449</c:v>
              </c:pt>
              <c:pt idx="54">
                <c:v>0.00010164040997872624</c:v>
              </c:pt>
              <c:pt idx="55">
                <c:v>9.169055886401028E-05</c:v>
              </c:pt>
              <c:pt idx="56">
                <c:v>8.282332896645486E-05</c:v>
              </c:pt>
              <c:pt idx="57">
                <c:v>7.481363300729234E-05</c:v>
              </c:pt>
              <c:pt idx="58">
                <c:v>6.75785404136166E-05</c:v>
              </c:pt>
              <c:pt idx="59">
                <c:v>6.118567009572963E-05</c:v>
              </c:pt>
              <c:pt idx="60">
                <c:v>5.5482269255060544E-05</c:v>
              </c:pt>
              <c:pt idx="61">
                <c:v>5.0310508929212186E-05</c:v>
              </c:pt>
              <c:pt idx="62">
                <c:v>4.562083243351619E-05</c:v>
              </c:pt>
              <c:pt idx="63">
                <c:v>4.1472396156650065E-05</c:v>
              </c:pt>
              <c:pt idx="64">
                <c:v>3.7718027830770634E-05</c:v>
              </c:pt>
              <c:pt idx="65">
                <c:v>3.430353090930984E-05</c:v>
              </c:pt>
              <c:pt idx="66">
                <c:v>3.119813788052809E-05</c:v>
              </c:pt>
              <c:pt idx="67">
                <c:v>2.8381959161755674E-05</c:v>
              </c:pt>
              <c:pt idx="68">
                <c:v>2.5821904088810034E-05</c:v>
              </c:pt>
              <c:pt idx="69">
                <c:v>2.3492766196005623E-05</c:v>
              </c:pt>
              <c:pt idx="70">
                <c:v>2.1373716734520536E-05</c:v>
              </c:pt>
              <c:pt idx="71">
                <c:v>1.950944328616123E-05</c:v>
              </c:pt>
              <c:pt idx="72">
                <c:v>1.7890390829352158E-05</c:v>
              </c:pt>
              <c:pt idx="73">
                <c:v>1.6405700528318093E-05</c:v>
              </c:pt>
              <c:pt idx="74">
                <c:v>1.5044221917347761E-05</c:v>
              </c:pt>
              <c:pt idx="75">
                <c:v>1.3795729887165594E-05</c:v>
              </c:pt>
              <c:pt idx="76">
                <c:v>1.2676111432557394E-05</c:v>
              </c:pt>
              <c:pt idx="77">
                <c:v>1.1658121306910732E-05</c:v>
              </c:pt>
              <c:pt idx="78">
                <c:v>1.0721883688839238E-05</c:v>
              </c:pt>
              <c:pt idx="79">
                <c:v>9.86083321751437E-06</c:v>
              </c:pt>
              <c:pt idx="80">
                <c:v>9.068931781534861E-06</c:v>
              </c:pt>
              <c:pt idx="81">
                <c:v>8.34817530648193E-06</c:v>
              </c:pt>
              <c:pt idx="82">
                <c:v>7.689845188225588E-06</c:v>
              </c:pt>
              <c:pt idx="83">
                <c:v>7.083430432152288E-06</c:v>
              </c:pt>
              <c:pt idx="84">
                <c:v>6.524837036247109E-06</c:v>
              </c:pt>
              <c:pt idx="85">
                <c:v>6.010293848067928E-06</c:v>
              </c:pt>
              <c:pt idx="86">
                <c:v>5.5366521915687654E-06</c:v>
              </c:pt>
              <c:pt idx="87">
                <c:v>5.105252739512934E-06</c:v>
              </c:pt>
              <c:pt idx="88">
                <c:v>4.707466648165858E-06</c:v>
              </c:pt>
              <c:pt idx="89">
                <c:v>4.340674864552953E-06</c:v>
              </c:pt>
              <c:pt idx="90">
                <c:v>4.002462404508566E-06</c:v>
              </c:pt>
              <c:pt idx="91">
                <c:v>3.6906024522420273E-06</c:v>
              </c:pt>
              <c:pt idx="92">
                <c:v>3.4048933804334114E-06</c:v>
              </c:pt>
              <c:pt idx="93">
                <c:v>3.1569534752697994E-06</c:v>
              </c:pt>
              <c:pt idx="94">
                <c:v>2.9270682313551503E-06</c:v>
              </c:pt>
              <c:pt idx="95">
                <c:v>2.7139229317518902E-06</c:v>
              </c:pt>
              <c:pt idx="96">
                <c:v>2.5162985954990337E-06</c:v>
              </c:pt>
              <c:pt idx="97">
                <c:v>2.333065006242872E-06</c:v>
              </c:pt>
              <c:pt idx="98">
                <c:v>2.1631742485138437E-06</c:v>
              </c:pt>
              <c:pt idx="99">
                <c:v>2.0065319699291613E-06</c:v>
              </c:pt>
              <c:pt idx="100">
                <c:v>1.8616460891395096E-06</c:v>
              </c:pt>
              <c:pt idx="101">
                <c:v>1.727221999523283E-06</c:v>
              </c:pt>
              <c:pt idx="102">
                <c:v>1.6025042853425205E-06</c:v>
              </c:pt>
              <c:pt idx="103">
                <c:v>1.4867920772488545E-06</c:v>
              </c:pt>
              <c:pt idx="104">
                <c:v>1.3794351136461858E-06</c:v>
              </c:pt>
              <c:pt idx="105">
                <c:v>1.2798300864510043E-06</c:v>
              </c:pt>
              <c:pt idx="106">
                <c:v>1.1922600379360735E-06</c:v>
              </c:pt>
              <c:pt idx="107">
                <c:v>1.1125043207713024E-06</c:v>
              </c:pt>
              <c:pt idx="108">
                <c:v>1.038083827650003E-06</c:v>
              </c:pt>
              <c:pt idx="109">
                <c:v>9.686416610781032E-07</c:v>
              </c:pt>
              <c:pt idx="110">
                <c:v>9.038447980643136E-07</c:v>
              </c:pt>
            </c:numLit>
          </c:yVal>
        </c:ser>
        <c:ser>
          <c:idx val="2"/>
          <c:order val="2"/>
          <c:tx>
            <c:v>Propagator Swarm</c:v>
          </c:tx>
          <c:spPr>
            <a:ln xmlns:a="http://schemas.openxmlformats.org/drawingml/2006/main" w="22860">
              <a:solidFill>
                <a:srgbClr val="5DAA18"/>
              </a:solidFill>
              <a:prstDash val="solid"/>
            </a:ln>
          </c:spPr>
          <c:marker>
            <c:symbol val="none"/>
          </c:marker>
          <c:xVal>
            <c:numLit>
              <c:formatCode>General</c:formatCode>
              <c:ptCount val="111"/>
              <c:pt idx="0">
                <c:v>0.001</c:v>
              </c:pt>
              <c:pt idx="1">
                <c:v>1.6373545454545453</c:v>
              </c:pt>
              <c:pt idx="2">
                <c:v>3.2737090909090907</c:v>
              </c:pt>
              <c:pt idx="3">
                <c:v>4.9100636363636365</c:v>
              </c:pt>
              <c:pt idx="4">
                <c:v>6.546418181818182</c:v>
              </c:pt>
              <c:pt idx="5">
                <c:v>8.182772727272727</c:v>
              </c:pt>
              <c:pt idx="6">
                <c:v>9.819127272727272</c:v>
              </c:pt>
              <c:pt idx="7">
                <c:v>11.455481818181816</c:v>
              </c:pt>
              <c:pt idx="8">
                <c:v>13.091836363636363</c:v>
              </c:pt>
              <c:pt idx="9">
                <c:v>14.728190909090909</c:v>
              </c:pt>
              <c:pt idx="10">
                <c:v>16.364545454545457</c:v>
              </c:pt>
              <c:pt idx="11">
                <c:v>18.0009</c:v>
              </c:pt>
              <c:pt idx="12">
                <c:v>19.637254545454546</c:v>
              </c:pt>
              <c:pt idx="13">
                <c:v>21.273609090909094</c:v>
              </c:pt>
              <c:pt idx="14">
                <c:v>22.909963636363635</c:v>
              </c:pt>
              <c:pt idx="15">
                <c:v>24.546318181818183</c:v>
              </c:pt>
              <c:pt idx="16">
                <c:v>26.182672727272728</c:v>
              </c:pt>
              <c:pt idx="17">
                <c:v>27.819027272727272</c:v>
              </c:pt>
              <c:pt idx="18">
                <c:v>29.45538181818182</c:v>
              </c:pt>
              <c:pt idx="19">
                <c:v>31.09173636363636</c:v>
              </c:pt>
              <c:pt idx="20">
                <c:v>32.72809090909091</c:v>
              </c:pt>
              <c:pt idx="21">
                <c:v>34.364445454545454</c:v>
              </c:pt>
              <c:pt idx="22">
                <c:v>36.0008</c:v>
              </c:pt>
              <c:pt idx="23">
                <c:v>37.63715454545454</c:v>
              </c:pt>
              <c:pt idx="24">
                <c:v>39.27350909090909</c:v>
              </c:pt>
              <c:pt idx="25">
                <c:v>40.90986363636363</c:v>
              </c:pt>
              <c:pt idx="26">
                <c:v>42.54621818181818</c:v>
              </c:pt>
              <c:pt idx="27">
                <c:v>44.18257272727273</c:v>
              </c:pt>
              <c:pt idx="28">
                <c:v>45.818927272727265</c:v>
              </c:pt>
              <c:pt idx="29">
                <c:v>47.45528181818181</c:v>
              </c:pt>
              <c:pt idx="30">
                <c:v>49.09163636363636</c:v>
              </c:pt>
              <c:pt idx="31">
                <c:v>50.727990909090906</c:v>
              </c:pt>
              <c:pt idx="32">
                <c:v>52.36434545454545</c:v>
              </c:pt>
              <c:pt idx="33">
                <c:v>54.000699999999995</c:v>
              </c:pt>
              <c:pt idx="34">
                <c:v>55.63705454545454</c:v>
              </c:pt>
              <c:pt idx="35">
                <c:v>57.27340909090909</c:v>
              </c:pt>
              <c:pt idx="36">
                <c:v>58.909763636363635</c:v>
              </c:pt>
              <c:pt idx="37">
                <c:v>60.54611818181818</c:v>
              </c:pt>
              <c:pt idx="38">
                <c:v>62.18247272727272</c:v>
              </c:pt>
              <c:pt idx="39">
                <c:v>63.818827272727276</c:v>
              </c:pt>
              <c:pt idx="40">
                <c:v>65.45518181818183</c:v>
              </c:pt>
              <c:pt idx="41">
                <c:v>67.09153636363637</c:v>
              </c:pt>
              <c:pt idx="42">
                <c:v>68.72789090909092</c:v>
              </c:pt>
              <c:pt idx="43">
                <c:v>70.36424545454545</c:v>
              </c:pt>
              <c:pt idx="44">
                <c:v>72.0006</c:v>
              </c:pt>
              <c:pt idx="45">
                <c:v>73.63695454545454</c:v>
              </c:pt>
              <c:pt idx="46">
                <c:v>75.2733090909091</c:v>
              </c:pt>
              <c:pt idx="47">
                <c:v>76.90966363636363</c:v>
              </c:pt>
              <c:pt idx="48">
                <c:v>78.54601818181818</c:v>
              </c:pt>
              <c:pt idx="49">
                <c:v>80.18237272727272</c:v>
              </c:pt>
              <c:pt idx="50">
                <c:v>81.81872727272727</c:v>
              </c:pt>
              <c:pt idx="51">
                <c:v>83.45508181818182</c:v>
              </c:pt>
              <c:pt idx="52">
                <c:v>85.09143636363638</c:v>
              </c:pt>
              <c:pt idx="53">
                <c:v>86.72779090909091</c:v>
              </c:pt>
              <c:pt idx="54">
                <c:v>88.36414545454546</c:v>
              </c:pt>
              <c:pt idx="55">
                <c:v>90.0005</c:v>
              </c:pt>
              <c:pt idx="56">
                <c:v>91.63685454545454</c:v>
              </c:pt>
              <c:pt idx="57">
                <c:v>93.27320909090909</c:v>
              </c:pt>
              <c:pt idx="58">
                <c:v>94.90956363636363</c:v>
              </c:pt>
              <c:pt idx="59">
                <c:v>96.54591818181818</c:v>
              </c:pt>
              <c:pt idx="60">
                <c:v>98.18227272727273</c:v>
              </c:pt>
              <c:pt idx="61">
                <c:v>99.81862727272728</c:v>
              </c:pt>
              <c:pt idx="62">
                <c:v>101.45498181818182</c:v>
              </c:pt>
              <c:pt idx="63">
                <c:v>103.09133636363637</c:v>
              </c:pt>
              <c:pt idx="64">
                <c:v>104.72769090909091</c:v>
              </c:pt>
              <c:pt idx="65">
                <c:v>106.36404545454546</c:v>
              </c:pt>
              <c:pt idx="66">
                <c:v>108.0004</c:v>
              </c:pt>
              <c:pt idx="67">
                <c:v>109.63675454545454</c:v>
              </c:pt>
              <c:pt idx="68">
                <c:v>111.27310909090909</c:v>
              </c:pt>
              <c:pt idx="69">
                <c:v>112.90946363636364</c:v>
              </c:pt>
              <c:pt idx="70">
                <c:v>114.54581818181819</c:v>
              </c:pt>
              <c:pt idx="71">
                <c:v>116.18217272727273</c:v>
              </c:pt>
              <c:pt idx="72">
                <c:v>117.81852727272728</c:v>
              </c:pt>
              <c:pt idx="73">
                <c:v>119.45488181818182</c:v>
              </c:pt>
              <c:pt idx="74">
                <c:v>121.09123636363637</c:v>
              </c:pt>
              <c:pt idx="75">
                <c:v>122.7275909090909</c:v>
              </c:pt>
              <c:pt idx="76">
                <c:v>124.36394545454544</c:v>
              </c:pt>
              <c:pt idx="77">
                <c:v>126.0003</c:v>
              </c:pt>
              <c:pt idx="78">
                <c:v>127.63665454545456</c:v>
              </c:pt>
              <c:pt idx="79">
                <c:v>129.27300909090908</c:v>
              </c:pt>
              <c:pt idx="80">
                <c:v>130.90936363636365</c:v>
              </c:pt>
              <c:pt idx="81">
                <c:v>132.5457181818182</c:v>
              </c:pt>
              <c:pt idx="82">
                <c:v>134.18207272727273</c:v>
              </c:pt>
              <c:pt idx="83">
                <c:v>135.81842727272726</c:v>
              </c:pt>
              <c:pt idx="84">
                <c:v>137.45478181818183</c:v>
              </c:pt>
              <c:pt idx="85">
                <c:v>139.09113636363637</c:v>
              </c:pt>
              <c:pt idx="86">
                <c:v>140.7274909090909</c:v>
              </c:pt>
              <c:pt idx="87">
                <c:v>142.36384545454547</c:v>
              </c:pt>
              <c:pt idx="88">
                <c:v>144.0002</c:v>
              </c:pt>
              <c:pt idx="89">
                <c:v>145.63655454545454</c:v>
              </c:pt>
              <c:pt idx="90">
                <c:v>147.27290909090908</c:v>
              </c:pt>
              <c:pt idx="91">
                <c:v>148.90926363636365</c:v>
              </c:pt>
              <c:pt idx="92">
                <c:v>150.54561818181818</c:v>
              </c:pt>
              <c:pt idx="93">
                <c:v>152.18197272727272</c:v>
              </c:pt>
              <c:pt idx="94">
                <c:v>153.81832727272726</c:v>
              </c:pt>
              <c:pt idx="95">
                <c:v>155.45468181818183</c:v>
              </c:pt>
              <c:pt idx="96">
                <c:v>157.09103636363636</c:v>
              </c:pt>
              <c:pt idx="97">
                <c:v>158.7273909090909</c:v>
              </c:pt>
              <c:pt idx="98">
                <c:v>160.36374545454544</c:v>
              </c:pt>
              <c:pt idx="99">
                <c:v>162.00009999999997</c:v>
              </c:pt>
              <c:pt idx="100">
                <c:v>163.63645454545454</c:v>
              </c:pt>
              <c:pt idx="101">
                <c:v>165.2728090909091</c:v>
              </c:pt>
              <c:pt idx="102">
                <c:v>166.90916363636364</c:v>
              </c:pt>
              <c:pt idx="103">
                <c:v>168.54551818181818</c:v>
              </c:pt>
              <c:pt idx="104">
                <c:v>170.18187272727275</c:v>
              </c:pt>
              <c:pt idx="105">
                <c:v>171.81822727272728</c:v>
              </c:pt>
              <c:pt idx="106">
                <c:v>173.45458181818182</c:v>
              </c:pt>
              <c:pt idx="107">
                <c:v>175.09093636363636</c:v>
              </c:pt>
              <c:pt idx="108">
                <c:v>176.72729090909093</c:v>
              </c:pt>
              <c:pt idx="109">
                <c:v>178.36364545454546</c:v>
              </c:pt>
              <c:pt idx="110">
                <c:v>180</c:v>
              </c:pt>
            </c:numLit>
          </c:xVal>
          <c:yVal>
            <c:numLit>
              <c:formatCode>0E+0</c:formatCode>
              <c:ptCount val="111"/>
              <c:pt idx="0">
                <c:v>0.0005822255919161136</c:v>
              </c:pt>
              <c:pt idx="1">
                <c:v>0.027137335710882872</c:v>
              </c:pt>
              <c:pt idx="2">
                <c:v>0.03830104404749754</c:v>
              </c:pt>
              <c:pt idx="3">
                <c:v>0.04502651176402154</c:v>
              </c:pt>
              <c:pt idx="4">
                <c:v>0.0487590081430753</c:v>
              </c:pt>
              <c:pt idx="5">
                <c:v>0.04993007310507351</c:v>
              </c:pt>
              <c:pt idx="6">
                <c:v>0.04864875879952012</c:v>
              </c:pt>
              <c:pt idx="7">
                <c:v>0.045569477317005606</c:v>
              </c:pt>
              <c:pt idx="8">
                <c:v>0.04142320800623597</c:v>
              </c:pt>
              <c:pt idx="9">
                <c:v>0.03679461779696538</c:v>
              </c:pt>
              <c:pt idx="10">
                <c:v>0.03198945519551922</c:v>
              </c:pt>
              <c:pt idx="11">
                <c:v>0.027625853969690726</c:v>
              </c:pt>
              <c:pt idx="12">
                <c:v>0.02363101233489769</c:v>
              </c:pt>
              <c:pt idx="13">
                <c:v>0.02008643133045595</c:v>
              </c:pt>
              <c:pt idx="14">
                <c:v>0.017009224986198192</c:v>
              </c:pt>
              <c:pt idx="15">
                <c:v>0.014409275080186417</c:v>
              </c:pt>
              <c:pt idx="16">
                <c:v>0.012244940922429578</c:v>
              </c:pt>
              <c:pt idx="17">
                <c:v>0.010420846745462444</c:v>
              </c:pt>
              <c:pt idx="18">
                <c:v>0.00888776033716692</c:v>
              </c:pt>
              <c:pt idx="19">
                <c:v>0.00760619199303395</c:v>
              </c:pt>
              <c:pt idx="20">
                <c:v>0.006520882750469331</c:v>
              </c:pt>
              <c:pt idx="21">
                <c:v>0.005597860532529446</c:v>
              </c:pt>
              <c:pt idx="22">
                <c:v>0.0048126227007412835</c:v>
              </c:pt>
              <c:pt idx="23">
                <c:v>0.004143141851418138</c:v>
              </c:pt>
              <c:pt idx="24">
                <c:v>0.0035739112554923898</c:v>
              </c:pt>
              <c:pt idx="25">
                <c:v>0.0030895955254868304</c:v>
              </c:pt>
              <c:pt idx="26">
                <c:v>0.0026777541732348883</c:v>
              </c:pt>
              <c:pt idx="27">
                <c:v>0.002326427398613909</c:v>
              </c:pt>
              <c:pt idx="28">
                <c:v>0.0020260634102493217</c:v>
              </c:pt>
              <c:pt idx="29">
                <c:v>0.0017690953771794342</c:v>
              </c:pt>
              <c:pt idx="30">
                <c:v>0.0015491608695067354</c:v>
              </c:pt>
              <c:pt idx="31">
                <c:v>0.001360938570358627</c:v>
              </c:pt>
              <c:pt idx="32">
                <c:v>0.0011982543305695695</c:v>
              </c:pt>
              <c:pt idx="33">
                <c:v>0.0010565073832957247</c:v>
              </c:pt>
              <c:pt idx="34">
                <c:v>0.0009326709248040566</c:v>
              </c:pt>
              <c:pt idx="35">
                <c:v>0.0008245501413485979</c:v>
              </c:pt>
              <c:pt idx="36">
                <c:v>0.0007298998001480416</c:v>
              </c:pt>
              <c:pt idx="37">
                <c:v>0.0006469530807357557</c:v>
              </c:pt>
              <c:pt idx="38">
                <c:v>0.000574138099147095</c:v>
              </c:pt>
              <c:pt idx="39">
                <c:v>0.0005101083407629513</c:v>
              </c:pt>
              <c:pt idx="40">
                <c:v>0.000453788382692072</c:v>
              </c:pt>
              <c:pt idx="41">
                <c:v>0.0004040985143918604</c:v>
              </c:pt>
              <c:pt idx="42">
                <c:v>0.0003603165368163275</c:v>
              </c:pt>
              <c:pt idx="43">
                <c:v>0.00032161451783571546</c:v>
              </c:pt>
              <c:pt idx="44">
                <c:v>0.00028740013855196704</c:v>
              </c:pt>
              <c:pt idx="45">
                <c:v>0.0002571060260239988</c:v>
              </c:pt>
              <c:pt idx="46">
                <c:v>0.00023031800056259142</c:v>
              </c:pt>
              <c:pt idx="47">
                <c:v>0.00020652506654212133</c:v>
              </c:pt>
              <c:pt idx="48">
                <c:v>0.00018539015170038043</c:v>
              </c:pt>
              <c:pt idx="49">
                <c:v>0.00016651124136414955</c:v>
              </c:pt>
              <c:pt idx="50">
                <c:v>0.00014967150686647494</c:v>
              </c:pt>
              <c:pt idx="51">
                <c:v>0.0001346188845252145</c:v>
              </c:pt>
              <c:pt idx="52">
                <c:v>0.00012116118799080183</c:v>
              </c:pt>
              <c:pt idx="53">
                <c:v>0.00010913089043833542</c:v>
              </c:pt>
              <c:pt idx="54">
                <c:v>9.835408697116023E-05</c:v>
              </c:pt>
              <c:pt idx="55">
                <c:v>8.87109958302152E-05</c:v>
              </c:pt>
              <c:pt idx="56">
                <c:v>8.00684443708335E-05</c:v>
              </c:pt>
              <c:pt idx="57">
                <c:v>7.231358760262932E-05</c:v>
              </c:pt>
              <c:pt idx="58">
                <c:v>6.536513858942028E-05</c:v>
              </c:pt>
              <c:pt idx="59">
                <c:v>5.912485094989244E-05</c:v>
              </c:pt>
              <c:pt idx="60">
                <c:v>5.3523580694819076E-05</c:v>
              </c:pt>
              <c:pt idx="61">
                <c:v>4.850167034323335E-05</c:v>
              </c:pt>
              <c:pt idx="62">
                <c:v>4.3991858820584736E-05</c:v>
              </c:pt>
              <c:pt idx="63">
                <c:v>3.993660403191099E-05</c:v>
              </c:pt>
              <c:pt idx="64">
                <c:v>3.628858869917545E-05</c:v>
              </c:pt>
              <c:pt idx="65">
                <c:v>3.300838254804981E-05</c:v>
              </c:pt>
              <c:pt idx="66">
                <c:v>3.0039903465296643E-05</c:v>
              </c:pt>
              <c:pt idx="67">
                <c:v>2.7351904085796173E-05</c:v>
              </c:pt>
              <c:pt idx="68">
                <c:v>2.493188707804823E-05</c:v>
              </c:pt>
              <c:pt idx="69">
                <c:v>2.2739239718720545E-05</c:v>
              </c:pt>
              <c:pt idx="70">
                <c:v>2.0747822824482523E-05</c:v>
              </c:pt>
              <c:pt idx="71">
                <c:v>1.8952142151503717E-05</c:v>
              </c:pt>
              <c:pt idx="72">
                <c:v>1.7315498411976346E-05</c:v>
              </c:pt>
              <c:pt idx="73">
                <c:v>1.5836592643320532E-05</c:v>
              </c:pt>
              <c:pt idx="74">
                <c:v>1.448593995338309E-05</c:v>
              </c:pt>
              <c:pt idx="75">
                <c:v>1.3265609064034093E-05</c:v>
              </c:pt>
              <c:pt idx="76">
                <c:v>1.214808182320854E-05</c:v>
              </c:pt>
              <c:pt idx="77">
                <c:v>1.1140066515577331E-05</c:v>
              </c:pt>
              <c:pt idx="78">
                <c:v>1.021603070605628E-05</c:v>
              </c:pt>
              <c:pt idx="79">
                <c:v>9.377986831574146E-06</c:v>
              </c:pt>
              <c:pt idx="80">
                <c:v>8.612767682397476E-06</c:v>
              </c:pt>
              <c:pt idx="81">
                <c:v>7.912363979725042E-06</c:v>
              </c:pt>
              <c:pt idx="82">
                <c:v>7.2779125745814105E-06</c:v>
              </c:pt>
              <c:pt idx="83">
                <c:v>6.694334535036236E-06</c:v>
              </c:pt>
              <c:pt idx="84">
                <c:v>6.162966150076067E-06</c:v>
              </c:pt>
              <c:pt idx="85">
                <c:v>5.678490125329621E-06</c:v>
              </c:pt>
              <c:pt idx="86">
                <c:v>5.2320991740426846E-06</c:v>
              </c:pt>
              <c:pt idx="87">
                <c:v>4.825998594415154E-06</c:v>
              </c:pt>
              <c:pt idx="88">
                <c:v>4.454378959608782E-06</c:v>
              </c:pt>
              <c:pt idx="89">
                <c:v>4.111375402961536E-06</c:v>
              </c:pt>
              <c:pt idx="90">
                <c:v>3.798364168525576E-06</c:v>
              </c:pt>
              <c:pt idx="91">
                <c:v>3.512612997806531E-06</c:v>
              </c:pt>
              <c:pt idx="92">
                <c:v>3.2483589052886663E-06</c:v>
              </c:pt>
              <c:pt idx="93">
                <c:v>3.004501160108293E-06</c:v>
              </c:pt>
              <c:pt idx="94">
                <c:v>2.7826793531129883E-06</c:v>
              </c:pt>
              <c:pt idx="95">
                <c:v>2.5772346122050445E-06</c:v>
              </c:pt>
              <c:pt idx="96">
                <c:v>2.386957821395093E-06</c:v>
              </c:pt>
              <c:pt idx="97">
                <c:v>2.211923717305932E-06</c:v>
              </c:pt>
              <c:pt idx="98">
                <c:v>2.05099452899126E-06</c:v>
              </c:pt>
              <c:pt idx="99">
                <c:v>1.9017737931195882E-06</c:v>
              </c:pt>
              <c:pt idx="100">
                <c:v>1.7634096576431569E-06</c:v>
              </c:pt>
              <c:pt idx="101">
                <c:v>1.6361932060290122E-06</c:v>
              </c:pt>
              <c:pt idx="102">
                <c:v>1.5190575743383111E-06</c:v>
              </c:pt>
              <c:pt idx="103">
                <c:v>1.4103077226160309E-06</c:v>
              </c:pt>
              <c:pt idx="104">
                <c:v>1.309343310003763E-06</c:v>
              </c:pt>
              <c:pt idx="105">
                <c:v>1.2160296560837126E-06</c:v>
              </c:pt>
              <c:pt idx="106">
                <c:v>1.1304195319468916E-06</c:v>
              </c:pt>
              <c:pt idx="107">
                <c:v>1.0508364757504412E-06</c:v>
              </c:pt>
              <c:pt idx="108">
                <c:v>9.768561738010419E-07</c:v>
              </c:pt>
              <c:pt idx="109">
                <c:v>9.080841846603676E-07</c:v>
              </c:pt>
              <c:pt idx="110">
                <c:v>8.449103664661714E-07</c:v>
              </c:pt>
            </c:numLit>
          </c:yVal>
        </c:ser>
        <c:ser>
          <c:idx val="3"/>
          <c:order val="3"/>
          <c:tx>
            <c:v>COMSOL Maxwellian</c:v>
          </c:tx>
          <c:spPr>
            <a:ln xmlns:a="http://schemas.openxmlformats.org/drawingml/2006/main" w="19050">
              <a:solidFill>
                <a:srgbClr val="59636F"/>
              </a:solidFill>
              <a:prstDash val="dash"/>
            </a:ln>
          </c:spPr>
          <c:marker>
            <c:symbol val="none"/>
          </c:marker>
          <c:xVal>
            <c:numLit>
              <c:formatCode>General</c:formatCode>
              <c:ptCount val="111"/>
              <c:pt idx="0">
                <c:v>0.001</c:v>
              </c:pt>
              <c:pt idx="1">
                <c:v>1.6373545454545453</c:v>
              </c:pt>
              <c:pt idx="2">
                <c:v>3.2737090909090907</c:v>
              </c:pt>
              <c:pt idx="3">
                <c:v>4.9100636363636365</c:v>
              </c:pt>
              <c:pt idx="4">
                <c:v>6.546418181818182</c:v>
              </c:pt>
              <c:pt idx="5">
                <c:v>8.182772727272727</c:v>
              </c:pt>
              <c:pt idx="6">
                <c:v>9.819127272727272</c:v>
              </c:pt>
              <c:pt idx="7">
                <c:v>11.455481818181816</c:v>
              </c:pt>
              <c:pt idx="8">
                <c:v>13.091836363636363</c:v>
              </c:pt>
              <c:pt idx="9">
                <c:v>14.728190909090909</c:v>
              </c:pt>
              <c:pt idx="10">
                <c:v>16.364545454545457</c:v>
              </c:pt>
              <c:pt idx="11">
                <c:v>18.0009</c:v>
              </c:pt>
              <c:pt idx="12">
                <c:v>19.637254545454546</c:v>
              </c:pt>
              <c:pt idx="13">
                <c:v>21.273609090909094</c:v>
              </c:pt>
              <c:pt idx="14">
                <c:v>22.909963636363635</c:v>
              </c:pt>
              <c:pt idx="15">
                <c:v>24.546318181818183</c:v>
              </c:pt>
              <c:pt idx="16">
                <c:v>26.182672727272728</c:v>
              </c:pt>
              <c:pt idx="17">
                <c:v>27.819027272727272</c:v>
              </c:pt>
              <c:pt idx="18">
                <c:v>29.45538181818182</c:v>
              </c:pt>
              <c:pt idx="19">
                <c:v>31.09173636363636</c:v>
              </c:pt>
              <c:pt idx="20">
                <c:v>32.72809090909091</c:v>
              </c:pt>
              <c:pt idx="21">
                <c:v>34.364445454545454</c:v>
              </c:pt>
              <c:pt idx="22">
                <c:v>36.0008</c:v>
              </c:pt>
              <c:pt idx="23">
                <c:v>37.63715454545454</c:v>
              </c:pt>
              <c:pt idx="24">
                <c:v>39.27350909090909</c:v>
              </c:pt>
              <c:pt idx="25">
                <c:v>40.90986363636363</c:v>
              </c:pt>
              <c:pt idx="26">
                <c:v>42.54621818181818</c:v>
              </c:pt>
              <c:pt idx="27">
                <c:v>44.18257272727273</c:v>
              </c:pt>
              <c:pt idx="28">
                <c:v>45.818927272727265</c:v>
              </c:pt>
              <c:pt idx="29">
                <c:v>47.45528181818181</c:v>
              </c:pt>
              <c:pt idx="30">
                <c:v>49.09163636363636</c:v>
              </c:pt>
              <c:pt idx="31">
                <c:v>50.727990909090906</c:v>
              </c:pt>
              <c:pt idx="32">
                <c:v>52.36434545454545</c:v>
              </c:pt>
              <c:pt idx="33">
                <c:v>54.000699999999995</c:v>
              </c:pt>
              <c:pt idx="34">
                <c:v>55.63705454545454</c:v>
              </c:pt>
              <c:pt idx="35">
                <c:v>57.27340909090909</c:v>
              </c:pt>
              <c:pt idx="36">
                <c:v>58.909763636363635</c:v>
              </c:pt>
              <c:pt idx="37">
                <c:v>60.54611818181818</c:v>
              </c:pt>
              <c:pt idx="38">
                <c:v>62.18247272727272</c:v>
              </c:pt>
              <c:pt idx="39">
                <c:v>63.818827272727276</c:v>
              </c:pt>
              <c:pt idx="40">
                <c:v>65.45518181818183</c:v>
              </c:pt>
              <c:pt idx="41">
                <c:v>67.09153636363637</c:v>
              </c:pt>
              <c:pt idx="42">
                <c:v>68.72789090909092</c:v>
              </c:pt>
              <c:pt idx="43">
                <c:v>70.36424545454545</c:v>
              </c:pt>
              <c:pt idx="44">
                <c:v>72.0006</c:v>
              </c:pt>
              <c:pt idx="45">
                <c:v>73.63695454545454</c:v>
              </c:pt>
              <c:pt idx="46">
                <c:v>75.2733090909091</c:v>
              </c:pt>
              <c:pt idx="47">
                <c:v>76.90966363636363</c:v>
              </c:pt>
              <c:pt idx="48">
                <c:v>78.54601818181818</c:v>
              </c:pt>
              <c:pt idx="49">
                <c:v>80.18237272727272</c:v>
              </c:pt>
              <c:pt idx="50">
                <c:v>81.81872727272727</c:v>
              </c:pt>
              <c:pt idx="51">
                <c:v>83.45508181818182</c:v>
              </c:pt>
              <c:pt idx="52">
                <c:v>85.09143636363638</c:v>
              </c:pt>
              <c:pt idx="53">
                <c:v>86.72779090909091</c:v>
              </c:pt>
              <c:pt idx="54">
                <c:v>88.36414545454546</c:v>
              </c:pt>
              <c:pt idx="55">
                <c:v>90.0005</c:v>
              </c:pt>
              <c:pt idx="56">
                <c:v>91.63685454545454</c:v>
              </c:pt>
              <c:pt idx="57">
                <c:v>93.27320909090909</c:v>
              </c:pt>
              <c:pt idx="58">
                <c:v>94.90956363636363</c:v>
              </c:pt>
              <c:pt idx="59">
                <c:v>96.54591818181818</c:v>
              </c:pt>
              <c:pt idx="60">
                <c:v>98.18227272727273</c:v>
              </c:pt>
              <c:pt idx="61">
                <c:v>99.81862727272728</c:v>
              </c:pt>
              <c:pt idx="62">
                <c:v>101.45498181818182</c:v>
              </c:pt>
              <c:pt idx="63">
                <c:v>103.09133636363637</c:v>
              </c:pt>
              <c:pt idx="64">
                <c:v>104.72769090909091</c:v>
              </c:pt>
              <c:pt idx="65">
                <c:v>106.36404545454546</c:v>
              </c:pt>
              <c:pt idx="66">
                <c:v>108.0004</c:v>
              </c:pt>
              <c:pt idx="67">
                <c:v>109.63675454545454</c:v>
              </c:pt>
              <c:pt idx="68">
                <c:v>111.27310909090909</c:v>
              </c:pt>
              <c:pt idx="69">
                <c:v>112.90946363636364</c:v>
              </c:pt>
              <c:pt idx="70">
                <c:v>114.54581818181819</c:v>
              </c:pt>
              <c:pt idx="71">
                <c:v>116.18217272727273</c:v>
              </c:pt>
              <c:pt idx="72">
                <c:v>117.81852727272728</c:v>
              </c:pt>
              <c:pt idx="73">
                <c:v>119.45488181818182</c:v>
              </c:pt>
              <c:pt idx="74">
                <c:v>121.09123636363637</c:v>
              </c:pt>
              <c:pt idx="75">
                <c:v>122.7275909090909</c:v>
              </c:pt>
              <c:pt idx="76">
                <c:v>124.36394545454544</c:v>
              </c:pt>
              <c:pt idx="77">
                <c:v>126.0003</c:v>
              </c:pt>
              <c:pt idx="78">
                <c:v>127.63665454545456</c:v>
              </c:pt>
              <c:pt idx="79">
                <c:v>129.27300909090908</c:v>
              </c:pt>
              <c:pt idx="80">
                <c:v>130.90936363636365</c:v>
              </c:pt>
              <c:pt idx="81">
                <c:v>132.5457181818182</c:v>
              </c:pt>
              <c:pt idx="82">
                <c:v>134.18207272727273</c:v>
              </c:pt>
              <c:pt idx="83">
                <c:v>135.81842727272726</c:v>
              </c:pt>
              <c:pt idx="84">
                <c:v>137.45478181818183</c:v>
              </c:pt>
              <c:pt idx="85">
                <c:v>139.09113636363637</c:v>
              </c:pt>
              <c:pt idx="86">
                <c:v>140.7274909090909</c:v>
              </c:pt>
              <c:pt idx="87">
                <c:v>142.36384545454547</c:v>
              </c:pt>
              <c:pt idx="88">
                <c:v>144.0002</c:v>
              </c:pt>
              <c:pt idx="89">
                <c:v>145.63655454545454</c:v>
              </c:pt>
              <c:pt idx="90">
                <c:v>147.27290909090908</c:v>
              </c:pt>
              <c:pt idx="91">
                <c:v>148.90926363636365</c:v>
              </c:pt>
              <c:pt idx="92">
                <c:v>150.54561818181818</c:v>
              </c:pt>
              <c:pt idx="93">
                <c:v>152.18197272727272</c:v>
              </c:pt>
              <c:pt idx="94">
                <c:v>153.81832727272726</c:v>
              </c:pt>
              <c:pt idx="95">
                <c:v>155.45468181818183</c:v>
              </c:pt>
              <c:pt idx="96">
                <c:v>157.09103636363636</c:v>
              </c:pt>
              <c:pt idx="97">
                <c:v>158.7273909090909</c:v>
              </c:pt>
              <c:pt idx="98">
                <c:v>160.36374545454544</c:v>
              </c:pt>
              <c:pt idx="99">
                <c:v>162.00009999999997</c:v>
              </c:pt>
              <c:pt idx="100">
                <c:v>163.63645454545454</c:v>
              </c:pt>
              <c:pt idx="101">
                <c:v>165.2728090909091</c:v>
              </c:pt>
              <c:pt idx="102">
                <c:v>166.90916363636364</c:v>
              </c:pt>
              <c:pt idx="103">
                <c:v>168.54551818181818</c:v>
              </c:pt>
              <c:pt idx="104">
                <c:v>170.18187272727275</c:v>
              </c:pt>
              <c:pt idx="105">
                <c:v>171.81822727272728</c:v>
              </c:pt>
              <c:pt idx="106">
                <c:v>173.45458181818182</c:v>
              </c:pt>
              <c:pt idx="107">
                <c:v>175.09093636363636</c:v>
              </c:pt>
              <c:pt idx="108">
                <c:v>176.72729090909093</c:v>
              </c:pt>
              <c:pt idx="109">
                <c:v>178.36364545454546</c:v>
              </c:pt>
              <c:pt idx="110">
                <c:v>180</c:v>
              </c:pt>
            </c:numLit>
          </c:xVal>
          <c:yVal>
            <c:numLit>
              <c:formatCode>0E+0</c:formatCode>
              <c:ptCount val="111"/>
              <c:pt idx="0">
                <c:v>0.0011104704650444913</c:v>
              </c:pt>
              <c:pt idx="1">
                <c:v>0.038217449532218915</c:v>
              </c:pt>
              <c:pt idx="2">
                <c:v>0.04596144791329812</c:v>
              </c:pt>
              <c:pt idx="3">
                <c:v>0.047874091284787396</c:v>
              </c:pt>
              <c:pt idx="4">
                <c:v>0.047015621237469205</c:v>
              </c:pt>
              <c:pt idx="5">
                <c:v>0.04470682982251003</c:v>
              </c:pt>
              <c:pt idx="6">
                <c:v>0.041652723055265614</c:v>
              </c:pt>
              <c:pt idx="7">
                <c:v>0.0382645806324676</c:v>
              </c:pt>
              <c:pt idx="8">
                <c:v>0.034791558665806535</c:v>
              </c:pt>
              <c:pt idx="9">
                <c:v>0.0313856861481182</c:v>
              </c:pt>
              <c:pt idx="10">
                <c:v>0.028137935004033127</c:v>
              </c:pt>
              <c:pt idx="11">
                <c:v>0.02509982433689428</c:v>
              </c:pt>
              <c:pt idx="12">
                <c:v>0.022297043487333315</c:v>
              </c:pt>
              <c:pt idx="13">
                <c:v>0.019738348248021575</c:v>
              </c:pt>
              <c:pt idx="14">
                <c:v>0.017421507944433725</c:v>
              </c:pt>
              <c:pt idx="15">
                <c:v>0.015337340055945649</c:v>
              </c:pt>
              <c:pt idx="16">
                <c:v>0.01347246857651598</c:v>
              </c:pt>
              <c:pt idx="17">
                <c:v>0.01181121253629604</c:v>
              </c:pt>
              <c:pt idx="18">
                <c:v>0.01033687266257639</c:v>
              </c:pt>
              <c:pt idx="19">
                <c:v>0.00903259732885242</c:v>
              </c:pt>
              <c:pt idx="20">
                <c:v>0.00788195265293136</c:v>
              </c:pt>
              <c:pt idx="21">
                <c:v>0.006869284110362508</c:v>
              </c:pt>
              <c:pt idx="22">
                <c:v>0.0059799314897529396</c:v>
              </c:pt>
              <c:pt idx="23">
                <c:v>0.005200341299888274</c:v>
              </c:pt>
              <c:pt idx="24">
                <c:v>0.004518108265767444</c:v>
              </c:pt>
              <c:pt idx="25">
                <c:v>0.0039219686651560635</c:v>
              </c:pt>
              <c:pt idx="26">
                <c:v>0.003401761868409088</c:v>
              </c:pt>
              <c:pt idx="27">
                <c:v>0.0029483718183164467</c:v>
              </c:pt>
              <c:pt idx="28">
                <c:v>0.0025536568205169184</c:v>
              </c:pt>
              <c:pt idx="29">
                <c:v>0.002210373558054762</c:v>
              </c:pt>
              <c:pt idx="30">
                <c:v>0.001912099448191943</c:v>
              </c:pt>
              <c:pt idx="31">
                <c:v>0.001653156148452356</c:v>
              </c:pt>
              <c:pt idx="32">
                <c:v>0.0014285360640290924</c:v>
              </c:pt>
              <c:pt idx="33">
                <c:v>0.0012338330168118945</c:v>
              </c:pt>
              <c:pt idx="34">
                <c:v>0.0010651777388811332</c:v>
              </c:pt>
              <c:pt idx="35">
                <c:v>0.0009191784997798073</c:v>
              </c:pt>
              <c:pt idx="36">
                <c:v>0.0007928669296873349</c:v>
              </c:pt>
              <c:pt idx="37">
                <c:v>0.0006836489318415135</c:v>
              </c:pt>
              <c:pt idx="38">
                <c:v>0.0005892604663417776</c:v>
              </c:pt>
              <c:pt idx="39">
                <c:v>0.0005077279182423082</c:v>
              </c:pt>
              <c:pt idx="40">
                <c:v>0.00043733272396862986</c:v>
              </c:pt>
              <c:pt idx="41">
                <c:v>0.0003765799128762259</c:v>
              </c:pt>
              <c:pt idx="42">
                <c:v>0.00032417021874147386</c:v>
              </c:pt>
              <c:pt idx="43">
                <c:v>0.00027897542432889574</c:v>
              </c:pt>
              <c:pt idx="44">
                <c:v>0.0002400166173669028</c:v>
              </c:pt>
              <c:pt idx="45">
                <c:v>0.000206445055686558</c:v>
              </c:pt>
              <c:pt idx="46">
                <c:v>0.00017752536104730652</c:v>
              </c:pt>
              <c:pt idx="47">
                <c:v>0.00015262078393904257</c:v>
              </c:pt>
              <c:pt idx="48">
                <c:v>0.00013118030446167763</c:v>
              </c:pt>
              <c:pt idx="49">
                <c:v>0.00011272735659155627</c:v>
              </c:pt>
              <c:pt idx="50">
                <c:v>9.684998432072867E-05</c:v>
              </c:pt>
              <c:pt idx="51">
                <c:v>8.319225803583974E-05</c:v>
              </c:pt>
              <c:pt idx="52">
                <c:v>7.14467979428213E-05</c:v>
              </c:pt>
              <c:pt idx="53">
                <c:v>6.134826828176145E-05</c:v>
              </c:pt>
              <c:pt idx="54">
                <c:v>5.2667721513517744E-05</c:v>
              </c:pt>
              <c:pt idx="55">
                <c:v>4.520768563742193E-05</c:v>
              </c:pt>
              <c:pt idx="56">
                <c:v>3.8797900386505725E-05</c:v>
              </c:pt>
              <c:pt idx="57">
                <c:v>3.3291619328662014E-05</c:v>
              </c:pt>
              <c:pt idx="58">
                <c:v>2.85624049737786E-05</c:v>
              </c:pt>
              <c:pt idx="59">
                <c:v>2.4501352946690145E-05</c:v>
              </c:pt>
              <c:pt idx="60">
                <c:v>2.10146892321854E-05</c:v>
              </c:pt>
              <c:pt idx="61">
                <c:v>1.8021691526932545E-05</c:v>
              </c:pt>
              <c:pt idx="62">
                <c:v>1.5452891935173933E-05</c:v>
              </c:pt>
              <c:pt idx="63">
                <c:v>1.324852370592551E-05</c:v>
              </c:pt>
              <c:pt idx="64">
                <c:v>1.1357179508526263E-05</c:v>
              </c:pt>
              <c:pt idx="65">
                <c:v>9.734652953618002E-06</c:v>
              </c:pt>
              <c:pt idx="66">
                <c:v>8.342938754456424E-06</c:v>
              </c:pt>
              <c:pt idx="67">
                <c:v>7.149370149071099E-06</c:v>
              </c:pt>
              <c:pt idx="68">
                <c:v>6.125875021453622E-06</c:v>
              </c:pt>
              <c:pt idx="69">
                <c:v>5.2483346183131E-06</c:v>
              </c:pt>
              <c:pt idx="70">
                <c:v>4.496030900454617E-06</c:v>
              </c:pt>
              <c:pt idx="71">
                <c:v>3.851170433195702E-06</c:v>
              </c:pt>
              <c:pt idx="72">
                <c:v>3.2984743427672485E-06</c:v>
              </c:pt>
              <c:pt idx="73">
                <c:v>2.8248252757324344E-06</c:v>
              </c:pt>
              <c:pt idx="74">
                <c:v>2.4189635229257656E-06</c:v>
              </c:pt>
              <c:pt idx="75">
                <c:v>2.0712255318970648E-06</c:v>
              </c:pt>
              <c:pt idx="76">
                <c:v>1.7733189531233437E-06</c:v>
              </c:pt>
              <c:pt idx="77">
                <c:v>1.5181291635653195E-06</c:v>
              </c:pt>
              <c:pt idx="78">
                <c:v>1.2995529024805115E-06</c:v>
              </c:pt>
              <c:pt idx="79">
                <c:v>1.1123552527502158E-06</c:v>
              </c:pt>
              <c:pt idx="80">
                <c:v>9.520467185590156E-07</c:v>
              </c:pt>
              <c:pt idx="81">
                <c:v>8.147775977541724E-07</c:v>
              </c:pt>
              <c:pt idx="82">
                <c:v>6.972472339130315E-07</c:v>
              </c:pt>
              <c:pt idx="83">
                <c:v>5.966260671642411E-07</c:v>
              </c:pt>
              <c:pt idx="84">
                <c:v>5.104886911950009E-07</c:v>
              </c:pt>
              <c:pt idx="85">
                <c:v>4.367563727637023E-07</c:v>
              </c:pt>
              <c:pt idx="86">
                <c:v>3.7364770475131864E-07</c:v>
              </c:pt>
              <c:pt idx="87">
                <c:v>3.1963624894934184E-07</c:v>
              </c:pt>
              <c:pt idx="88">
                <c:v>2.734141844072957E-07</c:v>
              </c:pt>
              <c:pt idx="89">
                <c:v>2.3386111472534456E-07</c:v>
              </c:pt>
              <c:pt idx="90">
                <c:v>2.000173061887798E-07</c:v>
              </c:pt>
              <c:pt idx="91">
                <c:v>1.710607307083858E-07</c:v>
              </c:pt>
              <c:pt idx="92">
                <c:v>1.4628737541004733E-07</c:v>
              </c:pt>
              <c:pt idx="93">
                <c:v>1.2509435635945788E-07</c:v>
              </c:pt>
              <c:pt idx="94">
                <c:v>1.0696543900008647E-07</c:v>
              </c:pt>
              <c:pt idx="95">
                <c:v>9.145862388174054E-08</c:v>
              </c:pt>
              <c:pt idx="96">
                <c:v>7.819550442168142E-08</c:v>
              </c:pt>
              <c:pt idx="97">
                <c:v>6.685214485659573E-08</c:v>
              </c:pt>
              <c:pt idx="98">
                <c:v>5.715126214932303E-08</c:v>
              </c:pt>
              <c:pt idx="99">
                <c:v>4.885552621764365E-08</c:v>
              </c:pt>
              <c:pt idx="100">
                <c:v>4.176181915096119E-08</c:v>
              </c:pt>
              <c:pt idx="101">
                <c:v>3.5696316675359604E-08</c:v>
              </c:pt>
              <c:pt idx="102">
                <c:v>3.051027453619571E-08</c:v>
              </c:pt>
              <c:pt idx="103">
                <c:v>2.6076419136239177E-08</c:v>
              </c:pt>
              <c:pt idx="104">
                <c:v>2.228585608058453E-08</c:v>
              </c:pt>
              <c:pt idx="105">
                <c:v>1.9045422567918023E-08</c:v>
              </c:pt>
              <c:pt idx="106">
                <c:v>1.6275420115904766E-08</c:v>
              </c:pt>
              <c:pt idx="107">
                <c:v>1.3907673161441058E-08</c:v>
              </c:pt>
              <c:pt idx="108">
                <c:v>1.1883866845025608E-08</c:v>
              </c:pt>
              <c:pt idx="109">
                <c:v>1.0154123953781814E-08</c:v>
              </c:pt>
              <c:pt idx="110">
                <c:v>1E-08</c:v>
              </c:pt>
            </c:numLit>
          </c:yVal>
        </c:ser>
        <c:ser>
          <c:idx val="4"/>
          <c:order val="4"/>
          <c:tx>
            <c:v>COMSOL Druyvesteyn</c:v>
          </c:tx>
          <c:spPr>
            <a:ln xmlns:a="http://schemas.openxmlformats.org/drawingml/2006/main" w="19050">
              <a:solidFill>
                <a:srgbClr val="908747"/>
              </a:solidFill>
              <a:prstDash val="dot"/>
            </a:ln>
          </c:spPr>
          <c:marker>
            <c:symbol val="none"/>
          </c:marker>
          <c:xVal>
            <c:numLit>
              <c:formatCode>General</c:formatCode>
              <c:ptCount val="111"/>
              <c:pt idx="0">
                <c:v>0.001</c:v>
              </c:pt>
              <c:pt idx="1">
                <c:v>1.6373545454545453</c:v>
              </c:pt>
              <c:pt idx="2">
                <c:v>3.2737090909090907</c:v>
              </c:pt>
              <c:pt idx="3">
                <c:v>4.9100636363636365</c:v>
              </c:pt>
              <c:pt idx="4">
                <c:v>6.546418181818182</c:v>
              </c:pt>
              <c:pt idx="5">
                <c:v>8.182772727272727</c:v>
              </c:pt>
              <c:pt idx="6">
                <c:v>9.819127272727272</c:v>
              </c:pt>
              <c:pt idx="7">
                <c:v>11.455481818181816</c:v>
              </c:pt>
              <c:pt idx="8">
                <c:v>13.091836363636363</c:v>
              </c:pt>
              <c:pt idx="9">
                <c:v>14.728190909090909</c:v>
              </c:pt>
              <c:pt idx="10">
                <c:v>16.364545454545457</c:v>
              </c:pt>
              <c:pt idx="11">
                <c:v>18.0009</c:v>
              </c:pt>
              <c:pt idx="12">
                <c:v>19.637254545454546</c:v>
              </c:pt>
              <c:pt idx="13">
                <c:v>21.273609090909094</c:v>
              </c:pt>
              <c:pt idx="14">
                <c:v>22.909963636363635</c:v>
              </c:pt>
              <c:pt idx="15">
                <c:v>24.546318181818183</c:v>
              </c:pt>
              <c:pt idx="16">
                <c:v>26.182672727272728</c:v>
              </c:pt>
              <c:pt idx="17">
                <c:v>27.819027272727272</c:v>
              </c:pt>
              <c:pt idx="18">
                <c:v>29.45538181818182</c:v>
              </c:pt>
              <c:pt idx="19">
                <c:v>31.09173636363636</c:v>
              </c:pt>
              <c:pt idx="20">
                <c:v>32.72809090909091</c:v>
              </c:pt>
              <c:pt idx="21">
                <c:v>34.364445454545454</c:v>
              </c:pt>
              <c:pt idx="22">
                <c:v>36.0008</c:v>
              </c:pt>
              <c:pt idx="23">
                <c:v>37.63715454545454</c:v>
              </c:pt>
              <c:pt idx="24">
                <c:v>39.27350909090909</c:v>
              </c:pt>
              <c:pt idx="25">
                <c:v>40.90986363636363</c:v>
              </c:pt>
              <c:pt idx="26">
                <c:v>42.54621818181818</c:v>
              </c:pt>
              <c:pt idx="27">
                <c:v>44.18257272727273</c:v>
              </c:pt>
              <c:pt idx="28">
                <c:v>45.818927272727265</c:v>
              </c:pt>
              <c:pt idx="29">
                <c:v>47.45528181818181</c:v>
              </c:pt>
              <c:pt idx="30">
                <c:v>49.09163636363636</c:v>
              </c:pt>
              <c:pt idx="31">
                <c:v>50.727990909090906</c:v>
              </c:pt>
              <c:pt idx="32">
                <c:v>52.36434545454545</c:v>
              </c:pt>
              <c:pt idx="33">
                <c:v>54.000699999999995</c:v>
              </c:pt>
              <c:pt idx="34">
                <c:v>55.63705454545454</c:v>
              </c:pt>
              <c:pt idx="35">
                <c:v>57.27340909090909</c:v>
              </c:pt>
              <c:pt idx="36">
                <c:v>58.909763636363635</c:v>
              </c:pt>
              <c:pt idx="37">
                <c:v>60.54611818181818</c:v>
              </c:pt>
              <c:pt idx="38">
                <c:v>62.18247272727272</c:v>
              </c:pt>
              <c:pt idx="39">
                <c:v>63.818827272727276</c:v>
              </c:pt>
              <c:pt idx="40">
                <c:v>65.45518181818183</c:v>
              </c:pt>
              <c:pt idx="41">
                <c:v>67.09153636363637</c:v>
              </c:pt>
              <c:pt idx="42">
                <c:v>68.72789090909092</c:v>
              </c:pt>
              <c:pt idx="43">
                <c:v>70.36424545454545</c:v>
              </c:pt>
              <c:pt idx="44">
                <c:v>72.0006</c:v>
              </c:pt>
              <c:pt idx="45">
                <c:v>73.63695454545454</c:v>
              </c:pt>
              <c:pt idx="46">
                <c:v>75.2733090909091</c:v>
              </c:pt>
              <c:pt idx="47">
                <c:v>76.90966363636363</c:v>
              </c:pt>
              <c:pt idx="48">
                <c:v>78.54601818181818</c:v>
              </c:pt>
              <c:pt idx="49">
                <c:v>80.18237272727272</c:v>
              </c:pt>
              <c:pt idx="50">
                <c:v>81.81872727272727</c:v>
              </c:pt>
              <c:pt idx="51">
                <c:v>83.45508181818182</c:v>
              </c:pt>
              <c:pt idx="52">
                <c:v>85.09143636363638</c:v>
              </c:pt>
              <c:pt idx="53">
                <c:v>86.72779090909091</c:v>
              </c:pt>
              <c:pt idx="54">
                <c:v>88.36414545454546</c:v>
              </c:pt>
              <c:pt idx="55">
                <c:v>90.0005</c:v>
              </c:pt>
              <c:pt idx="56">
                <c:v>91.63685454545454</c:v>
              </c:pt>
              <c:pt idx="57">
                <c:v>93.27320909090909</c:v>
              </c:pt>
              <c:pt idx="58">
                <c:v>94.90956363636363</c:v>
              </c:pt>
              <c:pt idx="59">
                <c:v>96.54591818181818</c:v>
              </c:pt>
              <c:pt idx="60">
                <c:v>98.18227272727273</c:v>
              </c:pt>
              <c:pt idx="61">
                <c:v>99.81862727272728</c:v>
              </c:pt>
              <c:pt idx="62">
                <c:v>101.45498181818182</c:v>
              </c:pt>
              <c:pt idx="63">
                <c:v>103.09133636363637</c:v>
              </c:pt>
              <c:pt idx="64">
                <c:v>104.72769090909091</c:v>
              </c:pt>
              <c:pt idx="65">
                <c:v>106.36404545454546</c:v>
              </c:pt>
              <c:pt idx="66">
                <c:v>108.0004</c:v>
              </c:pt>
              <c:pt idx="67">
                <c:v>109.63675454545454</c:v>
              </c:pt>
              <c:pt idx="68">
                <c:v>111.27310909090909</c:v>
              </c:pt>
              <c:pt idx="69">
                <c:v>112.90946363636364</c:v>
              </c:pt>
              <c:pt idx="70">
                <c:v>114.54581818181819</c:v>
              </c:pt>
              <c:pt idx="71">
                <c:v>116.18217272727273</c:v>
              </c:pt>
              <c:pt idx="72">
                <c:v>117.81852727272728</c:v>
              </c:pt>
              <c:pt idx="73">
                <c:v>119.45488181818182</c:v>
              </c:pt>
              <c:pt idx="74">
                <c:v>121.09123636363637</c:v>
              </c:pt>
              <c:pt idx="75">
                <c:v>122.7275909090909</c:v>
              </c:pt>
              <c:pt idx="76">
                <c:v>124.36394545454544</c:v>
              </c:pt>
              <c:pt idx="77">
                <c:v>126.0003</c:v>
              </c:pt>
              <c:pt idx="78">
                <c:v>127.63665454545456</c:v>
              </c:pt>
              <c:pt idx="79">
                <c:v>129.27300909090908</c:v>
              </c:pt>
              <c:pt idx="80">
                <c:v>130.90936363636365</c:v>
              </c:pt>
              <c:pt idx="81">
                <c:v>132.5457181818182</c:v>
              </c:pt>
              <c:pt idx="82">
                <c:v>134.18207272727273</c:v>
              </c:pt>
              <c:pt idx="83">
                <c:v>135.81842727272726</c:v>
              </c:pt>
              <c:pt idx="84">
                <c:v>137.45478181818183</c:v>
              </c:pt>
              <c:pt idx="85">
                <c:v>139.09113636363637</c:v>
              </c:pt>
              <c:pt idx="86">
                <c:v>140.7274909090909</c:v>
              </c:pt>
              <c:pt idx="87">
                <c:v>142.36384545454547</c:v>
              </c:pt>
              <c:pt idx="88">
                <c:v>144.0002</c:v>
              </c:pt>
              <c:pt idx="89">
                <c:v>145.63655454545454</c:v>
              </c:pt>
              <c:pt idx="90">
                <c:v>147.27290909090908</c:v>
              </c:pt>
              <c:pt idx="91">
                <c:v>148.90926363636365</c:v>
              </c:pt>
              <c:pt idx="92">
                <c:v>150.54561818181818</c:v>
              </c:pt>
              <c:pt idx="93">
                <c:v>152.18197272727272</c:v>
              </c:pt>
              <c:pt idx="94">
                <c:v>153.81832727272726</c:v>
              </c:pt>
              <c:pt idx="95">
                <c:v>155.45468181818183</c:v>
              </c:pt>
              <c:pt idx="96">
                <c:v>157.09103636363636</c:v>
              </c:pt>
              <c:pt idx="97">
                <c:v>158.7273909090909</c:v>
              </c:pt>
              <c:pt idx="98">
                <c:v>160.36374545454544</c:v>
              </c:pt>
              <c:pt idx="99">
                <c:v>162.00009999999997</c:v>
              </c:pt>
              <c:pt idx="100">
                <c:v>163.63645454545454</c:v>
              </c:pt>
              <c:pt idx="101">
                <c:v>165.2728090909091</c:v>
              </c:pt>
              <c:pt idx="102">
                <c:v>166.90916363636364</c:v>
              </c:pt>
              <c:pt idx="103">
                <c:v>168.54551818181818</c:v>
              </c:pt>
              <c:pt idx="104">
                <c:v>170.18187272727275</c:v>
              </c:pt>
              <c:pt idx="105">
                <c:v>171.81822727272728</c:v>
              </c:pt>
              <c:pt idx="106">
                <c:v>173.45458181818182</c:v>
              </c:pt>
              <c:pt idx="107">
                <c:v>175.09093636363636</c:v>
              </c:pt>
              <c:pt idx="108">
                <c:v>176.72729090909093</c:v>
              </c:pt>
              <c:pt idx="109">
                <c:v>178.36364545454546</c:v>
              </c:pt>
              <c:pt idx="110">
                <c:v>180</c:v>
              </c:pt>
            </c:numLit>
          </c:xVal>
          <c:yVal>
            <c:numLit>
              <c:formatCode>0E+0</c:formatCode>
              <c:ptCount val="111"/>
              <c:pt idx="0">
                <c:v>0.0005562373756117645</c:v>
              </c:pt>
              <c:pt idx="1">
                <c:v>0.022364530057653483</c:v>
              </c:pt>
              <c:pt idx="2">
                <c:v>0.031024154546530024</c:v>
              </c:pt>
              <c:pt idx="3">
                <c:v>0.036802577063886364</c:v>
              </c:pt>
              <c:pt idx="4">
                <c:v>0.040640080205840194</c:v>
              </c:pt>
              <c:pt idx="5">
                <c:v>0.04290265795473727</c:v>
              </c:pt>
              <c:pt idx="6">
                <c:v>0.043814203966850054</c:v>
              </c:pt>
              <c:pt idx="7">
                <c:v>0.043560508843651896</c:v>
              </c:pt>
              <c:pt idx="8">
                <c:v>0.04232116240720632</c:v>
              </c:pt>
              <c:pt idx="9">
                <c:v>0.040277851999905606</c:v>
              </c:pt>
              <c:pt idx="10">
                <c:v>0.037613272892776176</c:v>
              </c:pt>
              <c:pt idx="11">
                <c:v>0.03450619480419399</c:v>
              </c:pt>
              <c:pt idx="12">
                <c:v>0.031125361917598036</c:v>
              </c:pt>
              <c:pt idx="13">
                <c:v>0.02762370541377407</c:v>
              </c:pt>
              <c:pt idx="14">
                <c:v>0.02413371192130162</c:v>
              </c:pt>
              <c:pt idx="15">
                <c:v>0.020764378578252425</c:v>
              </c:pt>
              <c:pt idx="16">
                <c:v>0.017599885316863927</c:v>
              </c:pt>
              <c:pt idx="17">
                <c:v>0.014699892759369521</c:v>
              </c:pt>
              <c:pt idx="18">
                <c:v>0.012101219208591567</c:v>
              </c:pt>
              <c:pt idx="19">
                <c:v>0.009820557613463003</c:v>
              </c:pt>
              <c:pt idx="20">
                <c:v>0.007857856838954303</c:v>
              </c:pt>
              <c:pt idx="21">
                <c:v>0.006200001840539482</c:v>
              </c:pt>
              <c:pt idx="22">
                <c:v>0.004824472700534756</c:v>
              </c:pt>
              <c:pt idx="23">
                <c:v>0.003702730078797655</c:v>
              </c:pt>
              <c:pt idx="24">
                <c:v>0.0028031520675235685</c:v>
              </c:pt>
              <c:pt idx="25">
                <c:v>0.0020934240967350358</c:v>
              </c:pt>
              <c:pt idx="26">
                <c:v>0.0015423514248747833</c:v>
              </c:pt>
              <c:pt idx="27">
                <c:v>0.0011211178547089536</c:v>
              </c:pt>
              <c:pt idx="28">
                <c:v>0.000804052477802344</c:v>
              </c:pt>
              <c:pt idx="29">
                <c:v>0.0005689886958410289</c:v>
              </c:pt>
              <c:pt idx="30">
                <c:v>0.0003973084432746517</c:v>
              </c:pt>
              <c:pt idx="31">
                <c:v>0.0002737624052810414</c:v>
              </c:pt>
              <c:pt idx="32">
                <c:v>0.00018614741492572855</c:v>
              </c:pt>
              <c:pt idx="33">
                <c:v>0.0001249083047000904</c:v>
              </c:pt>
              <c:pt idx="34">
                <c:v>8.271597440361908E-05</c:v>
              </c:pt>
              <c:pt idx="35">
                <c:v>5.405835233415277E-05</c:v>
              </c:pt>
              <c:pt idx="36">
                <c:v>3.4867607300687E-05</c:v>
              </c:pt>
              <c:pt idx="37">
                <c:v>2.2196123528216667E-05</c:v>
              </c:pt>
              <c:pt idx="38">
                <c:v>1.394558401635367E-05</c:v>
              </c:pt>
              <c:pt idx="39">
                <c:v>8.64786915482467E-06</c:v>
              </c:pt>
              <c:pt idx="40">
                <c:v>5.293000820370785E-06</c:v>
              </c:pt>
              <c:pt idx="41">
                <c:v>3.197586588614846E-06</c:v>
              </c:pt>
              <c:pt idx="42">
                <c:v>1.9066751683313299E-06</c:v>
              </c:pt>
              <c:pt idx="43">
                <c:v>1.1222025031967737E-06</c:v>
              </c:pt>
              <c:pt idx="44">
                <c:v>6.519458772126954E-07</c:v>
              </c:pt>
              <c:pt idx="45">
                <c:v>3.738547656765964E-07</c:v>
              </c:pt>
              <c:pt idx="46">
                <c:v>2.1161687591435288E-07</c:v>
              </c:pt>
              <c:pt idx="47">
                <c:v>1.182383306325294E-07</c:v>
              </c:pt>
              <c:pt idx="48">
                <c:v>6.521255496556433E-08</c:v>
              </c:pt>
              <c:pt idx="49">
                <c:v>3.5503660543067275E-08</c:v>
              </c:pt>
              <c:pt idx="50">
                <c:v>1.9080416422700817E-08</c:v>
              </c:pt>
              <c:pt idx="51">
                <c:v>1.0122294002823426E-08</c:v>
              </c:pt>
              <c:pt idx="52">
                <c:v>1E-08</c:v>
              </c:pt>
              <c:pt idx="53">
                <c:v>1E-08</c:v>
              </c:pt>
              <c:pt idx="54">
                <c:v>1E-08</c:v>
              </c:pt>
              <c:pt idx="55">
                <c:v>1E-08</c:v>
              </c:pt>
              <c:pt idx="56">
                <c:v>1E-08</c:v>
              </c:pt>
              <c:pt idx="57">
                <c:v>1E-08</c:v>
              </c:pt>
              <c:pt idx="58">
                <c:v>1E-08</c:v>
              </c:pt>
              <c:pt idx="59">
                <c:v>1E-08</c:v>
              </c:pt>
              <c:pt idx="60">
                <c:v>1E-08</c:v>
              </c:pt>
              <c:pt idx="61">
                <c:v>1E-08</c:v>
              </c:pt>
              <c:pt idx="62">
                <c:v>1E-08</c:v>
              </c:pt>
              <c:pt idx="63">
                <c:v>1E-08</c:v>
              </c:pt>
              <c:pt idx="64">
                <c:v>1E-08</c:v>
              </c:pt>
              <c:pt idx="65">
                <c:v>1E-08</c:v>
              </c:pt>
              <c:pt idx="66">
                <c:v>1E-08</c:v>
              </c:pt>
              <c:pt idx="67">
                <c:v>1E-08</c:v>
              </c:pt>
              <c:pt idx="68">
                <c:v>1E-08</c:v>
              </c:pt>
              <c:pt idx="69">
                <c:v>1E-08</c:v>
              </c:pt>
              <c:pt idx="70">
                <c:v>1E-08</c:v>
              </c:pt>
              <c:pt idx="71">
                <c:v>1E-08</c:v>
              </c:pt>
              <c:pt idx="72">
                <c:v>1E-08</c:v>
              </c:pt>
              <c:pt idx="73">
                <c:v>1E-08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max val="1"/>
          <c:min val="1E-08"/>
        </c:scaling>
        <c:delete val="0"/>
        <c:axPos val="l"/>
        <c:majorGridlines>
          <c:spPr>
            <a:ln xmlns:a="http://schemas.openxmlformats.org/drawingml/2006/main" w="7620">
              <a:solidFill>
                <a:srgbClr val="D7DCE0"/>
              </a:solidFill>
              <a:prstDash val="solid"/>
            </a:ln>
          </c:spPr>
        </c:majorGridlines>
        <c:title>
          <c:tx>
            <c:rich>
              <a:bodyPr xmlns:a="http://schemas.openxmlformats.org/drawingml/2006/main"/>
              <a:lstStyle xmlns:a="http://schemas.openxmlformats.org/drawingml/2006/main"/>
              <a:p xmlns:a="http://schemas.openxmlformats.org/drawingml/2006/main">
                <a:r>
                  <a:rPr sz="638">
                    <a:solidFill>
                      <a:srgbClr val="333333"/>
                    </a:solidFill>
                    <a:latin typeface="Noto Sans JP"/>
                    <a:ea typeface="Noto Sans JP"/>
                    <a:cs typeface="Noto Sans JP"/>
                  </a:rPr>
                  <a:t>Probability-density EEDF, F(ε) (eV⁻¹)</a:t>
                </a:r>
              </a:p>
            </c:rich>
          </c:tx>
          <c:overlay val="0"/>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title>
        <c:numFmt formatCode="0E+0"/>
        <c:majorTickMark val="none"/>
        <c:minorTickMark val="none"/>
        <c:spPr>
          <a:ln xmlns:a="http://schemas.openxmlformats.org/drawingml/2006/main" w="7620">
            <a:solidFill>
              <a:srgbClr val="4A4A4A"/>
            </a:solidFill>
            <a:prstDash val="solid"/>
          </a:ln>
        </c:spPr>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crossAx val="48650112"/>
      </c:valAx>
      <c:valAx>
        <c:axId val="48650112"/>
        <c:scaling>
          <c:orientation val="minMax"/>
          <c:max val="180"/>
          <c:min val="0"/>
        </c:scaling>
        <c:delete val="0"/>
        <c:axPos val="b"/>
        <c:majorGridlines>
          <c:spPr>
            <a:ln xmlns:a="http://schemas.openxmlformats.org/drawingml/2006/main" w="953">
              <a:solidFill>
                <a:srgbClr val="FFFFFF"/>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333333"/>
                    </a:solidFill>
                    <a:latin typeface="Noto Sans JP"/>
                    <a:ea typeface="Noto Sans JP"/>
                    <a:cs typeface="Noto Sans JP"/>
                  </a:rPr>
                  <a:t>Electron energy, ε (eV)</a:t>
                </a:r>
              </a:p>
            </c:rich>
          </c:tx>
          <c:overlay val="0"/>
          <c:txPr>
            <a:bodyPr xmlns:a="http://schemas.openxmlformats.org/drawingml/2006/main" anchorCtr="1"/>
            <a:lstStyle xmlns:a="http://schemas.openxmlformats.org/drawingml/2006/main"/>
            <a:p xmlns:a="http://schemas.openxmlformats.org/drawingml/2006/main">
              <a:pPr>
                <a:defRPr sz="675">
                  <a:solidFill>
                    <a:srgbClr val="333333"/>
                  </a:solidFill>
                  <a:latin typeface="Noto Sans JP"/>
                  <a:ea typeface="Noto Sans JP"/>
                  <a:cs typeface="Noto Sans JP"/>
                </a:defRPr>
              </a:pPr>
            </a:p>
          </c:txPr>
        </c:title>
        <c:numFmt formatCode="0"/>
        <c:majorTickMark val="none"/>
        <c:minorTickMark val="none"/>
        <c:spPr>
          <a:ln xmlns:a="http://schemas.openxmlformats.org/drawingml/2006/main" w="7620">
            <a:solidFill>
              <a:srgbClr val="4A4A4A"/>
            </a:solidFill>
            <a:prstDash val="solid"/>
          </a:ln>
        </c:spPr>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crossAx val="48672768"/>
        <c:majorUnit val="50"/>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B8BEC3"/>
      </a:solidFill>
      <a:prstDash val="solid"/>
    </a:ln>
  </c:spPr>
</c:chartSpace>
</file>

<file path=ppt/slides/charts/chart5.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333333"/>
                </a:solidFill>
                <a:latin typeface="Noto Sans JP"/>
                <a:ea typeface="Noto Sans JP"/>
                <a:cs typeface="Noto Sans JP"/>
              </a:rPr>
              <a:t>E/N = 2500 Td</a:t>
            </a:r>
          </a:p>
        </c:rich>
      </c:tx>
      <c:overlay val="0"/>
      <c:txPr>
        <a:bodyPr xmlns:a="http://schemas.openxmlformats.org/drawingml/2006/main" anchorCtr="1"/>
        <a:lstStyle xmlns:a="http://schemas.openxmlformats.org/drawingml/2006/main"/>
        <a:p xmlns:a="http://schemas.openxmlformats.org/drawingml/2006/main">
          <a:pPr>
            <a:defRPr sz="1050" b="1">
              <a:solidFill>
                <a:srgbClr val="333333"/>
              </a:solidFill>
              <a:latin typeface="Noto Sans JP"/>
              <a:ea typeface="Noto Sans JP"/>
              <a:cs typeface="Noto Sans JP"/>
            </a:defRPr>
          </a:pPr>
        </a:p>
      </c:txPr>
    </c:title>
    <c:plotArea>
      <c:scatterChart>
        <c:scatterStyle val="line"/>
        <c:ser>
          <c:idx val="0"/>
          <c:order val="0"/>
          <c:tx>
            <c:v>Two-term Swarm</c:v>
          </c:tx>
          <c:spPr>
            <a:ln xmlns:a="http://schemas.openxmlformats.org/drawingml/2006/main" w="22860">
              <a:solidFill>
                <a:srgbClr val="3B67B0"/>
              </a:solidFill>
              <a:prstDash val="solid"/>
            </a:ln>
          </c:spPr>
          <c:marker>
            <c:symbol val="none"/>
          </c:marker>
          <c:xVal>
            <c:numLit>
              <c:formatCode>General</c:formatCode>
              <c:ptCount val="111"/>
              <c:pt idx="0">
                <c:v>0.001</c:v>
              </c:pt>
              <c:pt idx="1">
                <c:v>2.7282636363636366</c:v>
              </c:pt>
              <c:pt idx="2">
                <c:v>5.455527272727274</c:v>
              </c:pt>
              <c:pt idx="3">
                <c:v>8.18279090909091</c:v>
              </c:pt>
              <c:pt idx="4">
                <c:v>10.910054545454546</c:v>
              </c:pt>
              <c:pt idx="5">
                <c:v>13.637318181818182</c:v>
              </c:pt>
              <c:pt idx="6">
                <c:v>16.364581818181822</c:v>
              </c:pt>
              <c:pt idx="7">
                <c:v>19.09184545454546</c:v>
              </c:pt>
              <c:pt idx="8">
                <c:v>21.819109090909095</c:v>
              </c:pt>
              <c:pt idx="9">
                <c:v>24.54637272727273</c:v>
              </c:pt>
              <c:pt idx="10">
                <c:v>27.273636363636367</c:v>
              </c:pt>
              <c:pt idx="11">
                <c:v>30.000900000000005</c:v>
              </c:pt>
              <c:pt idx="12">
                <c:v>32.72816363636364</c:v>
              </c:pt>
              <c:pt idx="13">
                <c:v>35.45542727272727</c:v>
              </c:pt>
              <c:pt idx="14">
                <c:v>38.182690909090915</c:v>
              </c:pt>
              <c:pt idx="15">
                <c:v>40.909954545454546</c:v>
              </c:pt>
              <c:pt idx="16">
                <c:v>43.637218181818184</c:v>
              </c:pt>
              <c:pt idx="17">
                <c:v>46.364481818181815</c:v>
              </c:pt>
              <c:pt idx="18">
                <c:v>49.09174545454545</c:v>
              </c:pt>
              <c:pt idx="19">
                <c:v>51.81900909090909</c:v>
              </c:pt>
              <c:pt idx="20">
                <c:v>54.54627272727273</c:v>
              </c:pt>
              <c:pt idx="21">
                <c:v>57.27353636363637</c:v>
              </c:pt>
              <c:pt idx="22">
                <c:v>60.000800000000005</c:v>
              </c:pt>
              <c:pt idx="23">
                <c:v>62.72806363636364</c:v>
              </c:pt>
              <c:pt idx="24">
                <c:v>65.45532727272729</c:v>
              </c:pt>
              <c:pt idx="25">
                <c:v>68.18259090909092</c:v>
              </c:pt>
              <c:pt idx="26">
                <c:v>70.90985454545455</c:v>
              </c:pt>
              <c:pt idx="27">
                <c:v>73.6371181818182</c:v>
              </c:pt>
              <c:pt idx="28">
                <c:v>76.36438181818184</c:v>
              </c:pt>
              <c:pt idx="29">
                <c:v>79.09164545454547</c:v>
              </c:pt>
              <c:pt idx="30">
                <c:v>81.8189090909091</c:v>
              </c:pt>
              <c:pt idx="31">
                <c:v>84.54617272727275</c:v>
              </c:pt>
              <c:pt idx="32">
                <c:v>87.27343636363638</c:v>
              </c:pt>
              <c:pt idx="33">
                <c:v>90.00070000000001</c:v>
              </c:pt>
              <c:pt idx="34">
                <c:v>92.72796363636364</c:v>
              </c:pt>
              <c:pt idx="35">
                <c:v>95.45522727272729</c:v>
              </c:pt>
              <c:pt idx="36">
                <c:v>98.18249090909092</c:v>
              </c:pt>
              <c:pt idx="37">
                <c:v>100.90975454545456</c:v>
              </c:pt>
              <c:pt idx="38">
                <c:v>103.63701818181819</c:v>
              </c:pt>
              <c:pt idx="39">
                <c:v>106.36428181818184</c:v>
              </c:pt>
              <c:pt idx="40">
                <c:v>109.09154545454547</c:v>
              </c:pt>
              <c:pt idx="41">
                <c:v>111.8188090909091</c:v>
              </c:pt>
              <c:pt idx="42">
                <c:v>114.54607272727274</c:v>
              </c:pt>
              <c:pt idx="43">
                <c:v>117.27333636363637</c:v>
              </c:pt>
              <c:pt idx="44">
                <c:v>120.00060000000002</c:v>
              </c:pt>
              <c:pt idx="45">
                <c:v>122.72786363636365</c:v>
              </c:pt>
              <c:pt idx="46">
                <c:v>125.4551272727273</c:v>
              </c:pt>
              <c:pt idx="47">
                <c:v>128.1823909090909</c:v>
              </c:pt>
              <c:pt idx="48">
                <c:v>130.90965454545457</c:v>
              </c:pt>
              <c:pt idx="49">
                <c:v>133.6369181818182</c:v>
              </c:pt>
              <c:pt idx="50">
                <c:v>136.36418181818183</c:v>
              </c:pt>
              <c:pt idx="51">
                <c:v>139.09144545454546</c:v>
              </c:pt>
              <c:pt idx="52">
                <c:v>141.8187090909091</c:v>
              </c:pt>
              <c:pt idx="53">
                <c:v>144.54597272727275</c:v>
              </c:pt>
              <c:pt idx="54">
                <c:v>147.27323636363639</c:v>
              </c:pt>
              <c:pt idx="55">
                <c:v>150.0005</c:v>
              </c:pt>
              <c:pt idx="56">
                <c:v>152.72776363636368</c:v>
              </c:pt>
              <c:pt idx="57">
                <c:v>155.4550272727273</c:v>
              </c:pt>
              <c:pt idx="58">
                <c:v>158.18229090909094</c:v>
              </c:pt>
              <c:pt idx="59">
                <c:v>160.90955454545457</c:v>
              </c:pt>
              <c:pt idx="60">
                <c:v>163.6368181818182</c:v>
              </c:pt>
              <c:pt idx="61">
                <c:v>166.36408181818183</c:v>
              </c:pt>
              <c:pt idx="62">
                <c:v>169.0913454545455</c:v>
              </c:pt>
              <c:pt idx="63">
                <c:v>171.81860909090912</c:v>
              </c:pt>
              <c:pt idx="64">
                <c:v>174.54587272727275</c:v>
              </c:pt>
              <c:pt idx="65">
                <c:v>177.27313636363638</c:v>
              </c:pt>
              <c:pt idx="66">
                <c:v>180.0004</c:v>
              </c:pt>
              <c:pt idx="67">
                <c:v>182.72766363636364</c:v>
              </c:pt>
              <c:pt idx="68">
                <c:v>185.45492727272728</c:v>
              </c:pt>
              <c:pt idx="69">
                <c:v>188.1821909090909</c:v>
              </c:pt>
              <c:pt idx="70">
                <c:v>190.90945454545457</c:v>
              </c:pt>
              <c:pt idx="71">
                <c:v>193.6367181818182</c:v>
              </c:pt>
              <c:pt idx="72">
                <c:v>196.36398181818183</c:v>
              </c:pt>
              <c:pt idx="73">
                <c:v>199.0912454545455</c:v>
              </c:pt>
              <c:pt idx="74">
                <c:v>201.81850909090912</c:v>
              </c:pt>
              <c:pt idx="75">
                <c:v>204.54577272727275</c:v>
              </c:pt>
              <c:pt idx="76">
                <c:v>207.27303636363638</c:v>
              </c:pt>
              <c:pt idx="77">
                <c:v>210.00030000000004</c:v>
              </c:pt>
              <c:pt idx="78">
                <c:v>212.72756363636367</c:v>
              </c:pt>
              <c:pt idx="79">
                <c:v>215.4548272727273</c:v>
              </c:pt>
              <c:pt idx="80">
                <c:v>218.18209090909093</c:v>
              </c:pt>
              <c:pt idx="81">
                <c:v>220.90935454545456</c:v>
              </c:pt>
              <c:pt idx="82">
                <c:v>223.6366181818182</c:v>
              </c:pt>
              <c:pt idx="83">
                <c:v>226.36388181818182</c:v>
              </c:pt>
              <c:pt idx="84">
                <c:v>229.09114545454548</c:v>
              </c:pt>
              <c:pt idx="85">
                <c:v>231.8184090909091</c:v>
              </c:pt>
              <c:pt idx="86">
                <c:v>234.54567272727274</c:v>
              </c:pt>
              <c:pt idx="87">
                <c:v>237.27293636363638</c:v>
              </c:pt>
              <c:pt idx="88">
                <c:v>240.00020000000004</c:v>
              </c:pt>
              <c:pt idx="89">
                <c:v>242.72746363636367</c:v>
              </c:pt>
              <c:pt idx="90">
                <c:v>245.4547272727273</c:v>
              </c:pt>
              <c:pt idx="91">
                <c:v>248.18199090909096</c:v>
              </c:pt>
              <c:pt idx="92">
                <c:v>250.9092545454546</c:v>
              </c:pt>
              <c:pt idx="93">
                <c:v>253.63651818181822</c:v>
              </c:pt>
              <c:pt idx="94">
                <c:v>256.3637818181818</c:v>
              </c:pt>
              <c:pt idx="95">
                <c:v>259.09104545454545</c:v>
              </c:pt>
              <c:pt idx="96">
                <c:v>261.8183090909091</c:v>
              </c:pt>
              <c:pt idx="97">
                <c:v>264.5455727272727</c:v>
              </c:pt>
              <c:pt idx="98">
                <c:v>267.2728363636364</c:v>
              </c:pt>
              <c:pt idx="99">
                <c:v>270.0001</c:v>
              </c:pt>
              <c:pt idx="100">
                <c:v>272.72736363636363</c:v>
              </c:pt>
              <c:pt idx="101">
                <c:v>275.45462727272724</c:v>
              </c:pt>
              <c:pt idx="102">
                <c:v>278.1818909090909</c:v>
              </c:pt>
              <c:pt idx="103">
                <c:v>280.90915454545456</c:v>
              </c:pt>
              <c:pt idx="104">
                <c:v>283.63641818181816</c:v>
              </c:pt>
              <c:pt idx="105">
                <c:v>286.3636818181818</c:v>
              </c:pt>
              <c:pt idx="106">
                <c:v>289.0909454545455</c:v>
              </c:pt>
              <c:pt idx="107">
                <c:v>291.8182090909091</c:v>
              </c:pt>
              <c:pt idx="108">
                <c:v>294.54547272727274</c:v>
              </c:pt>
              <c:pt idx="109">
                <c:v>297.2727363636364</c:v>
              </c:pt>
              <c:pt idx="110">
                <c:v>299.99999999999994</c:v>
              </c:pt>
            </c:numLit>
          </c:xVal>
          <c:yVal>
            <c:numLit>
              <c:formatCode>0E+0</c:formatCode>
              <c:ptCount val="111"/>
              <c:pt idx="0">
                <c:v>1E-08</c:v>
              </c:pt>
              <c:pt idx="1">
                <c:v>0.013667753441518557</c:v>
              </c:pt>
              <c:pt idx="2">
                <c:v>0.018948502480867678</c:v>
              </c:pt>
              <c:pt idx="3">
                <c:v>0.022099647827952807</c:v>
              </c:pt>
              <c:pt idx="4">
                <c:v>0.023305663119781307</c:v>
              </c:pt>
              <c:pt idx="5">
                <c:v>0.023122490843144772</c:v>
              </c:pt>
              <c:pt idx="6">
                <c:v>0.02214748083475605</c:v>
              </c:pt>
              <c:pt idx="7">
                <c:v>0.020879465709455362</c:v>
              </c:pt>
              <c:pt idx="8">
                <c:v>0.01943277011746627</c:v>
              </c:pt>
              <c:pt idx="9">
                <c:v>0.017928028357637772</c:v>
              </c:pt>
              <c:pt idx="10">
                <c:v>0.01646774246055682</c:v>
              </c:pt>
              <c:pt idx="11">
                <c:v>0.01506231970400235</c:v>
              </c:pt>
              <c:pt idx="12">
                <c:v>0.013727091215020873</c:v>
              </c:pt>
              <c:pt idx="13">
                <c:v>0.012460231935610657</c:v>
              </c:pt>
              <c:pt idx="14">
                <c:v>0.01128202094324746</c:v>
              </c:pt>
              <c:pt idx="15">
                <c:v>0.010201750505394801</c:v>
              </c:pt>
              <c:pt idx="16">
                <c:v>0.009225623983907787</c:v>
              </c:pt>
              <c:pt idx="17">
                <c:v>0.008350222553599398</c:v>
              </c:pt>
              <c:pt idx="18">
                <c:v>0.0075695179163118775</c:v>
              </c:pt>
              <c:pt idx="19">
                <c:v>0.006870050584488357</c:v>
              </c:pt>
              <c:pt idx="20">
                <c:v>0.006233561895861389</c:v>
              </c:pt>
              <c:pt idx="21">
                <c:v>0.005654743054241517</c:v>
              </c:pt>
              <c:pt idx="22">
                <c:v>0.005130439226847766</c:v>
              </c:pt>
              <c:pt idx="23">
                <c:v>0.004655950392408984</c:v>
              </c:pt>
              <c:pt idx="24">
                <c:v>0.004227441825767062</c:v>
              </c:pt>
              <c:pt idx="25">
                <c:v>0.003840925792749696</c:v>
              </c:pt>
              <c:pt idx="26">
                <c:v>0.003492429660823579</c:v>
              </c:pt>
              <c:pt idx="27">
                <c:v>0.0031781051754014235</c:v>
              </c:pt>
              <c:pt idx="28">
                <c:v>0.0028943814453131567</c:v>
              </c:pt>
              <c:pt idx="29">
                <c:v>0.0026367662308349527</c:v>
              </c:pt>
              <c:pt idx="30">
                <c:v>0.002402450238422941</c:v>
              </c:pt>
              <c:pt idx="31">
                <c:v>0.0021896012157949208</c:v>
              </c:pt>
              <c:pt idx="32">
                <c:v>0.0019962679202556017</c:v>
              </c:pt>
              <c:pt idx="33">
                <c:v>0.001820706610518163</c:v>
              </c:pt>
              <c:pt idx="34">
                <c:v>0.0016613579755858296</c:v>
              </c:pt>
              <c:pt idx="35">
                <c:v>0.0015167650195027174</c:v>
              </c:pt>
              <c:pt idx="36">
                <c:v>0.0013855451222670261</c:v>
              </c:pt>
              <c:pt idx="37">
                <c:v>0.0012665107780445294</c:v>
              </c:pt>
              <c:pt idx="38">
                <c:v>0.0011583816798291448</c:v>
              </c:pt>
              <c:pt idx="39">
                <c:v>0.001060131609317712</c:v>
              </c:pt>
              <c:pt idx="40">
                <c:v>0.0009708157271614333</c:v>
              </c:pt>
              <c:pt idx="41">
                <c:v>0.0008895530591199914</c:v>
              </c:pt>
              <c:pt idx="42">
                <c:v>0.0008156421978473144</c:v>
              </c:pt>
              <c:pt idx="43">
                <c:v>0.0007483627204679039</c:v>
              </c:pt>
              <c:pt idx="44">
                <c:v>0.0006870569217522538</c:v>
              </c:pt>
              <c:pt idx="45">
                <c:v>0.000631249661182111</c:v>
              </c:pt>
              <c:pt idx="46">
                <c:v>0.0005803394554685286</c:v>
              </c:pt>
              <c:pt idx="47">
                <c:v>0.0005339313226537504</c:v>
              </c:pt>
              <c:pt idx="48">
                <c:v>0.0004915734518108301</c:v>
              </c:pt>
              <c:pt idx="49">
                <c:v>0.000452911049443473</c:v>
              </c:pt>
              <c:pt idx="50">
                <c:v>0.000417597868978332</c:v>
              </c:pt>
              <c:pt idx="51">
                <c:v>0.00038533190085347037</c:v>
              </c:pt>
              <c:pt idx="52">
                <c:v>0.00035583395875903</c:v>
              </c:pt>
              <c:pt idx="53">
                <c:v>0.00032885667581837753</c:v>
              </c:pt>
              <c:pt idx="54">
                <c:v>0.00030415738112768187</c:v>
              </c:pt>
              <c:pt idx="55">
                <c:v>0.0002815477341556525</c:v>
              </c:pt>
              <c:pt idx="56">
                <c:v>0.0002607602381545553</c:v>
              </c:pt>
              <c:pt idx="57">
                <c:v>0.00024160122847947284</c:v>
              </c:pt>
              <c:pt idx="58">
                <c:v>0.00022392231854662174</c:v>
              </c:pt>
              <c:pt idx="59">
                <c:v>0.00020760561529623408</c:v>
              </c:pt>
              <c:pt idx="60">
                <c:v>0.000192548513000763</c:v>
              </c:pt>
              <c:pt idx="61">
                <c:v>0.00017863978980457812</c:v>
              </c:pt>
              <c:pt idx="62">
                <c:v>0.00016579536370088093</c:v>
              </c:pt>
              <c:pt idx="63">
                <c:v>0.00015392964376038395</c:v>
              </c:pt>
              <c:pt idx="64">
                <c:v>0.00014295995027692045</c:v>
              </c:pt>
              <c:pt idx="65">
                <c:v>0.00013282111862282696</c:v>
              </c:pt>
              <c:pt idx="66">
                <c:v>0.00012344725468269277</c:v>
              </c:pt>
              <c:pt idx="67">
                <c:v>0.00011477447603288295</c:v>
              </c:pt>
              <c:pt idx="68">
                <c:v>0.00010674904320503225</c:v>
              </c:pt>
              <c:pt idx="69">
                <c:v>9.93257768947073E-05</c:v>
              </c:pt>
              <c:pt idx="70">
                <c:v>9.245215068110366E-05</c:v>
              </c:pt>
              <c:pt idx="71">
                <c:v>8.608570253552341E-05</c:v>
              </c:pt>
              <c:pt idx="72">
                <c:v>8.018930302668396E-05</c:v>
              </c:pt>
              <c:pt idx="73">
                <c:v>7.472784642567482E-05</c:v>
              </c:pt>
              <c:pt idx="74">
                <c:v>6.966401293285887E-05</c:v>
              </c:pt>
              <c:pt idx="75">
                <c:v>6.496552768559445E-05</c:v>
              </c:pt>
              <c:pt idx="76">
                <c:v>6.060459640970017E-05</c:v>
              </c:pt>
              <c:pt idx="77">
                <c:v>5.655785516729543E-05</c:v>
              </c:pt>
              <c:pt idx="78">
                <c:v>5.279903379489013E-05</c:v>
              </c:pt>
              <c:pt idx="79">
                <c:v>4.930638225307911E-05</c:v>
              </c:pt>
              <c:pt idx="80">
                <c:v>4.606060052036508E-05</c:v>
              </c:pt>
              <c:pt idx="81">
                <c:v>4.304287300667079E-05</c:v>
              </c:pt>
              <c:pt idx="82">
                <c:v>4.023799198281166E-05</c:v>
              </c:pt>
              <c:pt idx="83">
                <c:v>3.762904828151396E-05</c:v>
              </c:pt>
              <c:pt idx="84">
                <c:v>3.520135142105992E-05</c:v>
              </c:pt>
              <c:pt idx="85">
                <c:v>3.2941497614641626E-05</c:v>
              </c:pt>
              <c:pt idx="86">
                <c:v>3.083726213685771E-05</c:v>
              </c:pt>
              <c:pt idx="87">
                <c:v>2.8877384615913016E-05</c:v>
              </c:pt>
              <c:pt idx="88">
                <c:v>2.7051311729745203E-05</c:v>
              </c:pt>
              <c:pt idx="89">
                <c:v>2.535034814915452E-05</c:v>
              </c:pt>
              <c:pt idx="90">
                <c:v>2.376444844698386E-05</c:v>
              </c:pt>
              <c:pt idx="91">
                <c:v>2.2285540259304722E-05</c:v>
              </c:pt>
              <c:pt idx="92">
                <c:v>2.0905864353226723E-05</c:v>
              </c:pt>
              <c:pt idx="93">
                <c:v>1.9618409272167972E-05</c:v>
              </c:pt>
              <c:pt idx="94">
                <c:v>1.8416615965207274E-05</c:v>
              </c:pt>
              <c:pt idx="95">
                <c:v>1.7294446894731443E-05</c:v>
              </c:pt>
              <c:pt idx="96">
                <c:v>1.6246354796548237E-05</c:v>
              </c:pt>
              <c:pt idx="97">
                <c:v>1.526707571635024E-05</c:v>
              </c:pt>
              <c:pt idx="98">
                <c:v>1.435191682784321E-05</c:v>
              </c:pt>
              <c:pt idx="99">
                <c:v>1.3496324395789017E-05</c:v>
              </c:pt>
              <c:pt idx="100">
                <c:v>1.269647847872043E-05</c:v>
              </c:pt>
              <c:pt idx="101">
                <c:v>1.1948304431609799E-05</c:v>
              </c:pt>
              <c:pt idx="102">
                <c:v>1.1248192624494478E-05</c:v>
              </c:pt>
              <c:pt idx="103">
                <c:v>1.0592942437614915E-05</c:v>
              </c:pt>
              <c:pt idx="104">
                <c:v>9.97944710872538E-06</c:v>
              </c:pt>
              <c:pt idx="105">
                <c:v>9.40492252526111E-06</c:v>
              </c:pt>
              <c:pt idx="106">
                <c:v>8.866737473142937E-06</c:v>
              </c:pt>
              <c:pt idx="107">
                <c:v>8.362429241715975E-06</c:v>
              </c:pt>
              <c:pt idx="108">
                <c:v>7.889764165939906E-06</c:v>
              </c:pt>
              <c:pt idx="109">
                <c:v>7.446602455347083E-06</c:v>
              </c:pt>
              <c:pt idx="110">
                <c:v>7.03087303854174E-06</c:v>
              </c:pt>
            </c:numLit>
          </c:yVal>
        </c:ser>
        <c:ser>
          <c:idx val="1"/>
          <c:order val="1"/>
          <c:tx>
            <c:v>Monte Carlo Swarm</c:v>
          </c:tx>
          <c:spPr>
            <a:ln xmlns:a="http://schemas.openxmlformats.org/drawingml/2006/main" w="22860">
              <a:solidFill>
                <a:srgbClr val="EDA24C"/>
              </a:solidFill>
              <a:prstDash val="solid"/>
            </a:ln>
          </c:spPr>
          <c:marker>
            <c:symbol val="none"/>
          </c:marker>
          <c:xVal>
            <c:numLit>
              <c:formatCode>General</c:formatCode>
              <c:ptCount val="111"/>
              <c:pt idx="0">
                <c:v>0.001</c:v>
              </c:pt>
              <c:pt idx="1">
                <c:v>2.7282636363636366</c:v>
              </c:pt>
              <c:pt idx="2">
                <c:v>5.455527272727274</c:v>
              </c:pt>
              <c:pt idx="3">
                <c:v>8.18279090909091</c:v>
              </c:pt>
              <c:pt idx="4">
                <c:v>10.910054545454546</c:v>
              </c:pt>
              <c:pt idx="5">
                <c:v>13.637318181818182</c:v>
              </c:pt>
              <c:pt idx="6">
                <c:v>16.364581818181822</c:v>
              </c:pt>
              <c:pt idx="7">
                <c:v>19.09184545454546</c:v>
              </c:pt>
              <c:pt idx="8">
                <c:v>21.819109090909095</c:v>
              </c:pt>
              <c:pt idx="9">
                <c:v>24.54637272727273</c:v>
              </c:pt>
              <c:pt idx="10">
                <c:v>27.273636363636367</c:v>
              </c:pt>
              <c:pt idx="11">
                <c:v>30.000900000000005</c:v>
              </c:pt>
              <c:pt idx="12">
                <c:v>32.72816363636364</c:v>
              </c:pt>
              <c:pt idx="13">
                <c:v>35.45542727272727</c:v>
              </c:pt>
              <c:pt idx="14">
                <c:v>38.182690909090915</c:v>
              </c:pt>
              <c:pt idx="15">
                <c:v>40.909954545454546</c:v>
              </c:pt>
              <c:pt idx="16">
                <c:v>43.637218181818184</c:v>
              </c:pt>
              <c:pt idx="17">
                <c:v>46.364481818181815</c:v>
              </c:pt>
              <c:pt idx="18">
                <c:v>49.09174545454545</c:v>
              </c:pt>
              <c:pt idx="19">
                <c:v>51.81900909090909</c:v>
              </c:pt>
              <c:pt idx="20">
                <c:v>54.54627272727273</c:v>
              </c:pt>
              <c:pt idx="21">
                <c:v>57.27353636363637</c:v>
              </c:pt>
              <c:pt idx="22">
                <c:v>60.000800000000005</c:v>
              </c:pt>
              <c:pt idx="23">
                <c:v>62.72806363636364</c:v>
              </c:pt>
              <c:pt idx="24">
                <c:v>65.45532727272729</c:v>
              </c:pt>
              <c:pt idx="25">
                <c:v>68.18259090909092</c:v>
              </c:pt>
              <c:pt idx="26">
                <c:v>70.90985454545455</c:v>
              </c:pt>
              <c:pt idx="27">
                <c:v>73.6371181818182</c:v>
              </c:pt>
              <c:pt idx="28">
                <c:v>76.36438181818184</c:v>
              </c:pt>
              <c:pt idx="29">
                <c:v>79.09164545454547</c:v>
              </c:pt>
              <c:pt idx="30">
                <c:v>81.8189090909091</c:v>
              </c:pt>
              <c:pt idx="31">
                <c:v>84.54617272727275</c:v>
              </c:pt>
              <c:pt idx="32">
                <c:v>87.27343636363638</c:v>
              </c:pt>
              <c:pt idx="33">
                <c:v>90.00070000000001</c:v>
              </c:pt>
              <c:pt idx="34">
                <c:v>92.72796363636364</c:v>
              </c:pt>
              <c:pt idx="35">
                <c:v>95.45522727272729</c:v>
              </c:pt>
              <c:pt idx="36">
                <c:v>98.18249090909092</c:v>
              </c:pt>
              <c:pt idx="37">
                <c:v>100.90975454545456</c:v>
              </c:pt>
              <c:pt idx="38">
                <c:v>103.63701818181819</c:v>
              </c:pt>
              <c:pt idx="39">
                <c:v>106.36428181818184</c:v>
              </c:pt>
              <c:pt idx="40">
                <c:v>109.09154545454547</c:v>
              </c:pt>
              <c:pt idx="41">
                <c:v>111.8188090909091</c:v>
              </c:pt>
              <c:pt idx="42">
                <c:v>114.54607272727274</c:v>
              </c:pt>
              <c:pt idx="43">
                <c:v>117.27333636363637</c:v>
              </c:pt>
              <c:pt idx="44">
                <c:v>120.00060000000002</c:v>
              </c:pt>
              <c:pt idx="45">
                <c:v>122.72786363636365</c:v>
              </c:pt>
              <c:pt idx="46">
                <c:v>125.4551272727273</c:v>
              </c:pt>
              <c:pt idx="47">
                <c:v>128.1823909090909</c:v>
              </c:pt>
              <c:pt idx="48">
                <c:v>130.90965454545457</c:v>
              </c:pt>
              <c:pt idx="49">
                <c:v>133.6369181818182</c:v>
              </c:pt>
              <c:pt idx="50">
                <c:v>136.36418181818183</c:v>
              </c:pt>
              <c:pt idx="51">
                <c:v>139.09144545454546</c:v>
              </c:pt>
              <c:pt idx="52">
                <c:v>141.8187090909091</c:v>
              </c:pt>
              <c:pt idx="53">
                <c:v>144.54597272727275</c:v>
              </c:pt>
              <c:pt idx="54">
                <c:v>147.27323636363639</c:v>
              </c:pt>
              <c:pt idx="55">
                <c:v>150.0005</c:v>
              </c:pt>
              <c:pt idx="56">
                <c:v>152.72776363636368</c:v>
              </c:pt>
              <c:pt idx="57">
                <c:v>155.4550272727273</c:v>
              </c:pt>
              <c:pt idx="58">
                <c:v>158.18229090909094</c:v>
              </c:pt>
              <c:pt idx="59">
                <c:v>160.90955454545457</c:v>
              </c:pt>
              <c:pt idx="60">
                <c:v>163.6368181818182</c:v>
              </c:pt>
              <c:pt idx="61">
                <c:v>166.36408181818183</c:v>
              </c:pt>
              <c:pt idx="62">
                <c:v>169.0913454545455</c:v>
              </c:pt>
              <c:pt idx="63">
                <c:v>171.81860909090912</c:v>
              </c:pt>
              <c:pt idx="64">
                <c:v>174.54587272727275</c:v>
              </c:pt>
              <c:pt idx="65">
                <c:v>177.27313636363638</c:v>
              </c:pt>
              <c:pt idx="66">
                <c:v>180.0004</c:v>
              </c:pt>
              <c:pt idx="67">
                <c:v>182.72766363636364</c:v>
              </c:pt>
              <c:pt idx="68">
                <c:v>185.45492727272728</c:v>
              </c:pt>
              <c:pt idx="69">
                <c:v>188.1821909090909</c:v>
              </c:pt>
              <c:pt idx="70">
                <c:v>190.90945454545457</c:v>
              </c:pt>
              <c:pt idx="71">
                <c:v>193.6367181818182</c:v>
              </c:pt>
              <c:pt idx="72">
                <c:v>196.36398181818183</c:v>
              </c:pt>
              <c:pt idx="73">
                <c:v>199.0912454545455</c:v>
              </c:pt>
              <c:pt idx="74">
                <c:v>201.81850909090912</c:v>
              </c:pt>
              <c:pt idx="75">
                <c:v>204.54577272727275</c:v>
              </c:pt>
              <c:pt idx="76">
                <c:v>207.27303636363638</c:v>
              </c:pt>
              <c:pt idx="77">
                <c:v>210.00030000000004</c:v>
              </c:pt>
              <c:pt idx="78">
                <c:v>212.72756363636367</c:v>
              </c:pt>
              <c:pt idx="79">
                <c:v>215.4548272727273</c:v>
              </c:pt>
              <c:pt idx="80">
                <c:v>218.18209090909093</c:v>
              </c:pt>
              <c:pt idx="81">
                <c:v>220.90935454545456</c:v>
              </c:pt>
              <c:pt idx="82">
                <c:v>223.6366181818182</c:v>
              </c:pt>
              <c:pt idx="83">
                <c:v>226.36388181818182</c:v>
              </c:pt>
              <c:pt idx="84">
                <c:v>229.09114545454548</c:v>
              </c:pt>
              <c:pt idx="85">
                <c:v>231.8184090909091</c:v>
              </c:pt>
              <c:pt idx="86">
                <c:v>234.54567272727274</c:v>
              </c:pt>
              <c:pt idx="87">
                <c:v>237.27293636363638</c:v>
              </c:pt>
              <c:pt idx="88">
                <c:v>240.00020000000004</c:v>
              </c:pt>
              <c:pt idx="89">
                <c:v>242.72746363636367</c:v>
              </c:pt>
              <c:pt idx="90">
                <c:v>245.4547272727273</c:v>
              </c:pt>
              <c:pt idx="91">
                <c:v>248.18199090909096</c:v>
              </c:pt>
              <c:pt idx="92">
                <c:v>250.9092545454546</c:v>
              </c:pt>
              <c:pt idx="93">
                <c:v>253.63651818181822</c:v>
              </c:pt>
              <c:pt idx="94">
                <c:v>256.3637818181818</c:v>
              </c:pt>
              <c:pt idx="95">
                <c:v>259.09104545454545</c:v>
              </c:pt>
              <c:pt idx="96">
                <c:v>261.8183090909091</c:v>
              </c:pt>
              <c:pt idx="97">
                <c:v>264.5455727272727</c:v>
              </c:pt>
              <c:pt idx="98">
                <c:v>267.2728363636364</c:v>
              </c:pt>
              <c:pt idx="99">
                <c:v>270.0001</c:v>
              </c:pt>
              <c:pt idx="100">
                <c:v>272.72736363636363</c:v>
              </c:pt>
              <c:pt idx="101">
                <c:v>275.45462727272724</c:v>
              </c:pt>
              <c:pt idx="102">
                <c:v>278.1818909090909</c:v>
              </c:pt>
              <c:pt idx="103">
                <c:v>280.90915454545456</c:v>
              </c:pt>
              <c:pt idx="104">
                <c:v>283.63641818181816</c:v>
              </c:pt>
              <c:pt idx="105">
                <c:v>286.3636818181818</c:v>
              </c:pt>
              <c:pt idx="106">
                <c:v>289.0909454545455</c:v>
              </c:pt>
              <c:pt idx="107">
                <c:v>291.8182090909091</c:v>
              </c:pt>
              <c:pt idx="108">
                <c:v>294.54547272727274</c:v>
              </c:pt>
              <c:pt idx="109">
                <c:v>297.2727363636364</c:v>
              </c:pt>
              <c:pt idx="110">
                <c:v>299.99999999999994</c:v>
              </c:pt>
            </c:numLit>
          </c:xVal>
          <c:yVal>
            <c:numLit>
              <c:formatCode>0E+0</c:formatCode>
              <c:ptCount val="111"/>
              <c:pt idx="0">
                <c:v>1E-08</c:v>
              </c:pt>
              <c:pt idx="1">
                <c:v>0.014455457116432195</c:v>
              </c:pt>
              <c:pt idx="2">
                <c:v>0.020584022725271125</c:v>
              </c:pt>
              <c:pt idx="3">
                <c:v>0.024013299744901257</c:v>
              </c:pt>
              <c:pt idx="4">
                <c:v>0.025179984882731005</c:v>
              </c:pt>
              <c:pt idx="5">
                <c:v>0.02467239460110292</c:v>
              </c:pt>
              <c:pt idx="6">
                <c:v>0.0231093423877651</c:v>
              </c:pt>
              <c:pt idx="7">
                <c:v>0.021266525020120008</c:v>
              </c:pt>
              <c:pt idx="8">
                <c:v>0.019262350645911745</c:v>
              </c:pt>
              <c:pt idx="9">
                <c:v>0.017340863513668456</c:v>
              </c:pt>
              <c:pt idx="10">
                <c:v>0.01559824114315983</c:v>
              </c:pt>
              <c:pt idx="11">
                <c:v>0.014032017258065329</c:v>
              </c:pt>
              <c:pt idx="12">
                <c:v>0.01263261068342537</c:v>
              </c:pt>
              <c:pt idx="13">
                <c:v>0.011372749933342072</c:v>
              </c:pt>
              <c:pt idx="14">
                <c:v>0.010241223575513433</c:v>
              </c:pt>
              <c:pt idx="15">
                <c:v>0.009235963200125666</c:v>
              </c:pt>
              <c:pt idx="16">
                <c:v>0.008335856798610307</c:v>
              </c:pt>
              <c:pt idx="17">
                <c:v>0.00753194406939718</c:v>
              </c:pt>
              <c:pt idx="18">
                <c:v>0.006818900256361621</c:v>
              </c:pt>
              <c:pt idx="19">
                <c:v>0.0061880503555221044</c:v>
              </c:pt>
              <c:pt idx="20">
                <c:v>0.005623194323383615</c:v>
              </c:pt>
              <c:pt idx="21">
                <c:v>0.005115440354997059</c:v>
              </c:pt>
              <c:pt idx="22">
                <c:v>0.004659515145504161</c:v>
              </c:pt>
              <c:pt idx="23">
                <c:v>0.0042506126673139445</c:v>
              </c:pt>
              <c:pt idx="24">
                <c:v>0.003881270772291965</c:v>
              </c:pt>
              <c:pt idx="25">
                <c:v>0.0035486052338840426</c:v>
              </c:pt>
              <c:pt idx="26">
                <c:v>0.003249464000563167</c:v>
              </c:pt>
              <c:pt idx="27">
                <c:v>0.0029796066834131643</c:v>
              </c:pt>
              <c:pt idx="28">
                <c:v>0.0027344699118923457</c:v>
              </c:pt>
              <c:pt idx="29">
                <c:v>0.0025121707563335567</c:v>
              </c:pt>
              <c:pt idx="30">
                <c:v>0.0023102524439378874</c:v>
              </c:pt>
              <c:pt idx="31">
                <c:v>0.0021252023872168338</c:v>
              </c:pt>
              <c:pt idx="32">
                <c:v>0.0019579920473588633</c:v>
              </c:pt>
              <c:pt idx="33">
                <c:v>0.0018041553927084682</c:v>
              </c:pt>
              <c:pt idx="34">
                <c:v>0.0016653188540985545</c:v>
              </c:pt>
              <c:pt idx="35">
                <c:v>0.0015371663089689598</c:v>
              </c:pt>
              <c:pt idx="36">
                <c:v>0.0014217019638452164</c:v>
              </c:pt>
              <c:pt idx="37">
                <c:v>0.001315012456692262</c:v>
              </c:pt>
              <c:pt idx="38">
                <c:v>0.0012184615172403594</c:v>
              </c:pt>
              <c:pt idx="39">
                <c:v>0.0011298092361714009</c:v>
              </c:pt>
              <c:pt idx="40">
                <c:v>0.0010482394259226648</c:v>
              </c:pt>
              <c:pt idx="41">
                <c:v>0.000974097189470667</c:v>
              </c:pt>
              <c:pt idx="42">
                <c:v>0.0009051990519240918</c:v>
              </c:pt>
              <c:pt idx="43">
                <c:v>0.0008424530390549063</c:v>
              </c:pt>
              <c:pt idx="44">
                <c:v>0.0007847026931100566</c:v>
              </c:pt>
              <c:pt idx="45">
                <c:v>0.0007309111464123333</c:v>
              </c:pt>
              <c:pt idx="46">
                <c:v>0.0006819261187532721</c:v>
              </c:pt>
              <c:pt idx="47">
                <c:v>0.0006364688427067523</c:v>
              </c:pt>
              <c:pt idx="48">
                <c:v>0.0005940417540789912</c:v>
              </c:pt>
              <c:pt idx="49">
                <c:v>0.0005555851266339735</c:v>
              </c:pt>
              <c:pt idx="50">
                <c:v>0.0005199842386999398</c:v>
              </c:pt>
              <c:pt idx="51">
                <c:v>0.0004866645911392227</c:v>
              </c:pt>
              <c:pt idx="52">
                <c:v>0.0004559508800370335</c:v>
              </c:pt>
              <c:pt idx="53">
                <c:v>0.0004277501968541258</c:v>
              </c:pt>
              <c:pt idx="54">
                <c:v>0.00040129373342558756</c:v>
              </c:pt>
              <c:pt idx="55">
                <c:v>0.00037647360929576494</c:v>
              </c:pt>
              <c:pt idx="56">
                <c:v>0.00035393386906025704</c:v>
              </c:pt>
              <c:pt idx="57">
                <c:v>0.0003328584449905834</c:v>
              </c:pt>
              <c:pt idx="58">
                <c:v>0.00031303798276136855</c:v>
              </c:pt>
              <c:pt idx="59">
                <c:v>0.00029439775413863723</c:v>
              </c:pt>
              <c:pt idx="60">
                <c:v>0.00027725052431129516</c:v>
              </c:pt>
              <c:pt idx="61">
                <c:v>0.0002611027480156639</c:v>
              </c:pt>
              <c:pt idx="62">
                <c:v>0.0002458954593167338</c:v>
              </c:pt>
              <c:pt idx="63">
                <c:v>0.00023157388182279951</c:v>
              </c:pt>
              <c:pt idx="64">
                <c:v>0.00021838794312513374</c:v>
              </c:pt>
              <c:pt idx="65">
                <c:v>0.0002060119976933303</c:v>
              </c:pt>
              <c:pt idx="66">
                <c:v>0.00019433739146157243</c:v>
              </c:pt>
              <c:pt idx="67">
                <c:v>0.00018332437985630563</c:v>
              </c:pt>
              <c:pt idx="68">
                <c:v>0.00017307586008727703</c:v>
              </c:pt>
              <c:pt idx="69">
                <c:v>0.00016367709179594485</c:v>
              </c:pt>
              <c:pt idx="70">
                <c:v>0.00015478871730158472</c:v>
              </c:pt>
              <c:pt idx="71">
                <c:v>0.0001463830200119886</c:v>
              </c:pt>
              <c:pt idx="72">
                <c:v>0.0001384337884658658</c:v>
              </c:pt>
              <c:pt idx="73">
                <c:v>0.000131021866425437</c:v>
              </c:pt>
              <c:pt idx="74">
                <c:v>0.00012412428014531396</c:v>
              </c:pt>
              <c:pt idx="75">
                <c:v>0.0001175898141426663</c:v>
              </c:pt>
              <c:pt idx="76">
                <c:v>0.0001113993521164346</c:v>
              </c:pt>
              <c:pt idx="77">
                <c:v>0.00010553478413449239</c:v>
              </c:pt>
              <c:pt idx="78">
                <c:v>0.000100012818883645</c:v>
              </c:pt>
              <c:pt idx="79">
                <c:v>9.490304532286458E-05</c:v>
              </c:pt>
              <c:pt idx="80">
                <c:v>9.0054336154968E-05</c:v>
              </c:pt>
              <c:pt idx="81">
                <c:v>8.545335329042514E-05</c:v>
              </c:pt>
              <c:pt idx="82">
                <c:v>8.108744009852291E-05</c:v>
              </c:pt>
              <c:pt idx="83">
                <c:v>7.694458659082575E-05</c:v>
              </c:pt>
              <c:pt idx="84">
                <c:v>7.311138686917743E-05</c:v>
              </c:pt>
              <c:pt idx="85">
                <c:v>6.955075699468668E-05</c:v>
              </c:pt>
              <c:pt idx="86">
                <c:v>6.616353492499934E-05</c:v>
              </c:pt>
              <c:pt idx="87">
                <c:v>6.294127545018719E-05</c:v>
              </c:pt>
              <c:pt idx="88">
                <c:v>5.98759446542128E-05</c:v>
              </c:pt>
              <c:pt idx="89">
                <c:v>5.6959899884324515E-05</c:v>
              </c:pt>
              <c:pt idx="90">
                <c:v>5.4228350674493455E-05</c:v>
              </c:pt>
              <c:pt idx="91">
                <c:v>5.168705781239284E-05</c:v>
              </c:pt>
              <c:pt idx="92">
                <c:v>4.9264857073335454E-05</c:v>
              </c:pt>
              <c:pt idx="93">
                <c:v>4.695616746585738E-05</c:v>
              </c:pt>
              <c:pt idx="94">
                <c:v>4.475566953943397E-05</c:v>
              </c:pt>
              <c:pt idx="95">
                <c:v>4.2658293127936465E-05</c:v>
              </c:pt>
              <c:pt idx="96">
                <c:v>4.065920566746507E-05</c:v>
              </c:pt>
              <c:pt idx="97">
                <c:v>3.882035128157851E-05</c:v>
              </c:pt>
              <c:pt idx="98">
                <c:v>3.708174405307411E-05</c:v>
              </c:pt>
              <c:pt idx="99">
                <c:v>3.5421002042044944E-05</c:v>
              </c:pt>
              <c:pt idx="100">
                <c:v>3.383463797891515E-05</c:v>
              </c:pt>
              <c:pt idx="101">
                <c:v>3.231932077487208E-05</c:v>
              </c:pt>
              <c:pt idx="102">
                <c:v>3.087186852715861E-05</c:v>
              </c:pt>
              <c:pt idx="103">
                <c:v>2.9489241837630744E-05</c:v>
              </c:pt>
              <c:pt idx="104">
                <c:v>2.8207775304781746E-05</c:v>
              </c:pt>
              <c:pt idx="105">
                <c:v>2.6999226500564263E-05</c:v>
              </c:pt>
              <c:pt idx="106">
                <c:v>2.5842457398800944E-05</c:v>
              </c:pt>
              <c:pt idx="107">
                <c:v>2.4735249522607098E-05</c:v>
              </c:pt>
              <c:pt idx="108">
                <c:v>2.3675479444691725E-05</c:v>
              </c:pt>
              <c:pt idx="109">
                <c:v>2.2661114715002958E-05</c:v>
              </c:pt>
              <c:pt idx="110">
                <c:v>2.1690209962850875E-05</c:v>
              </c:pt>
            </c:numLit>
          </c:yVal>
        </c:ser>
        <c:ser>
          <c:idx val="2"/>
          <c:order val="2"/>
          <c:tx>
            <c:v>Propagator Swarm</c:v>
          </c:tx>
          <c:spPr>
            <a:ln xmlns:a="http://schemas.openxmlformats.org/drawingml/2006/main" w="22860">
              <a:solidFill>
                <a:srgbClr val="5DAA18"/>
              </a:solidFill>
              <a:prstDash val="solid"/>
            </a:ln>
          </c:spPr>
          <c:marker>
            <c:symbol val="none"/>
          </c:marker>
          <c:xVal>
            <c:numLit>
              <c:formatCode>General</c:formatCode>
              <c:ptCount val="111"/>
              <c:pt idx="0">
                <c:v>0.001</c:v>
              </c:pt>
              <c:pt idx="1">
                <c:v>2.7282636363636366</c:v>
              </c:pt>
              <c:pt idx="2">
                <c:v>5.455527272727274</c:v>
              </c:pt>
              <c:pt idx="3">
                <c:v>8.18279090909091</c:v>
              </c:pt>
              <c:pt idx="4">
                <c:v>10.910054545454546</c:v>
              </c:pt>
              <c:pt idx="5">
                <c:v>13.637318181818182</c:v>
              </c:pt>
              <c:pt idx="6">
                <c:v>16.364581818181822</c:v>
              </c:pt>
              <c:pt idx="7">
                <c:v>19.09184545454546</c:v>
              </c:pt>
              <c:pt idx="8">
                <c:v>21.819109090909095</c:v>
              </c:pt>
              <c:pt idx="9">
                <c:v>24.54637272727273</c:v>
              </c:pt>
              <c:pt idx="10">
                <c:v>27.273636363636367</c:v>
              </c:pt>
              <c:pt idx="11">
                <c:v>30.000900000000005</c:v>
              </c:pt>
              <c:pt idx="12">
                <c:v>32.72816363636364</c:v>
              </c:pt>
              <c:pt idx="13">
                <c:v>35.45542727272727</c:v>
              </c:pt>
              <c:pt idx="14">
                <c:v>38.182690909090915</c:v>
              </c:pt>
              <c:pt idx="15">
                <c:v>40.909954545454546</c:v>
              </c:pt>
              <c:pt idx="16">
                <c:v>43.637218181818184</c:v>
              </c:pt>
              <c:pt idx="17">
                <c:v>46.364481818181815</c:v>
              </c:pt>
              <c:pt idx="18">
                <c:v>49.09174545454545</c:v>
              </c:pt>
              <c:pt idx="19">
                <c:v>51.81900909090909</c:v>
              </c:pt>
              <c:pt idx="20">
                <c:v>54.54627272727273</c:v>
              </c:pt>
              <c:pt idx="21">
                <c:v>57.27353636363637</c:v>
              </c:pt>
              <c:pt idx="22">
                <c:v>60.000800000000005</c:v>
              </c:pt>
              <c:pt idx="23">
                <c:v>62.72806363636364</c:v>
              </c:pt>
              <c:pt idx="24">
                <c:v>65.45532727272729</c:v>
              </c:pt>
              <c:pt idx="25">
                <c:v>68.18259090909092</c:v>
              </c:pt>
              <c:pt idx="26">
                <c:v>70.90985454545455</c:v>
              </c:pt>
              <c:pt idx="27">
                <c:v>73.6371181818182</c:v>
              </c:pt>
              <c:pt idx="28">
                <c:v>76.36438181818184</c:v>
              </c:pt>
              <c:pt idx="29">
                <c:v>79.09164545454547</c:v>
              </c:pt>
              <c:pt idx="30">
                <c:v>81.8189090909091</c:v>
              </c:pt>
              <c:pt idx="31">
                <c:v>84.54617272727275</c:v>
              </c:pt>
              <c:pt idx="32">
                <c:v>87.27343636363638</c:v>
              </c:pt>
              <c:pt idx="33">
                <c:v>90.00070000000001</c:v>
              </c:pt>
              <c:pt idx="34">
                <c:v>92.72796363636364</c:v>
              </c:pt>
              <c:pt idx="35">
                <c:v>95.45522727272729</c:v>
              </c:pt>
              <c:pt idx="36">
                <c:v>98.18249090909092</c:v>
              </c:pt>
              <c:pt idx="37">
                <c:v>100.90975454545456</c:v>
              </c:pt>
              <c:pt idx="38">
                <c:v>103.63701818181819</c:v>
              </c:pt>
              <c:pt idx="39">
                <c:v>106.36428181818184</c:v>
              </c:pt>
              <c:pt idx="40">
                <c:v>109.09154545454547</c:v>
              </c:pt>
              <c:pt idx="41">
                <c:v>111.8188090909091</c:v>
              </c:pt>
              <c:pt idx="42">
                <c:v>114.54607272727274</c:v>
              </c:pt>
              <c:pt idx="43">
                <c:v>117.27333636363637</c:v>
              </c:pt>
              <c:pt idx="44">
                <c:v>120.00060000000002</c:v>
              </c:pt>
              <c:pt idx="45">
                <c:v>122.72786363636365</c:v>
              </c:pt>
              <c:pt idx="46">
                <c:v>125.4551272727273</c:v>
              </c:pt>
              <c:pt idx="47">
                <c:v>128.1823909090909</c:v>
              </c:pt>
              <c:pt idx="48">
                <c:v>130.90965454545457</c:v>
              </c:pt>
              <c:pt idx="49">
                <c:v>133.6369181818182</c:v>
              </c:pt>
              <c:pt idx="50">
                <c:v>136.36418181818183</c:v>
              </c:pt>
              <c:pt idx="51">
                <c:v>139.09144545454546</c:v>
              </c:pt>
              <c:pt idx="52">
                <c:v>141.8187090909091</c:v>
              </c:pt>
              <c:pt idx="53">
                <c:v>144.54597272727275</c:v>
              </c:pt>
              <c:pt idx="54">
                <c:v>147.27323636363639</c:v>
              </c:pt>
              <c:pt idx="55">
                <c:v>150.0005</c:v>
              </c:pt>
              <c:pt idx="56">
                <c:v>152.72776363636368</c:v>
              </c:pt>
              <c:pt idx="57">
                <c:v>155.4550272727273</c:v>
              </c:pt>
              <c:pt idx="58">
                <c:v>158.18229090909094</c:v>
              </c:pt>
              <c:pt idx="59">
                <c:v>160.90955454545457</c:v>
              </c:pt>
              <c:pt idx="60">
                <c:v>163.6368181818182</c:v>
              </c:pt>
              <c:pt idx="61">
                <c:v>166.36408181818183</c:v>
              </c:pt>
              <c:pt idx="62">
                <c:v>169.0913454545455</c:v>
              </c:pt>
              <c:pt idx="63">
                <c:v>171.81860909090912</c:v>
              </c:pt>
              <c:pt idx="64">
                <c:v>174.54587272727275</c:v>
              </c:pt>
              <c:pt idx="65">
                <c:v>177.27313636363638</c:v>
              </c:pt>
              <c:pt idx="66">
                <c:v>180.0004</c:v>
              </c:pt>
              <c:pt idx="67">
                <c:v>182.72766363636364</c:v>
              </c:pt>
              <c:pt idx="68">
                <c:v>185.45492727272728</c:v>
              </c:pt>
              <c:pt idx="69">
                <c:v>188.1821909090909</c:v>
              </c:pt>
              <c:pt idx="70">
                <c:v>190.90945454545457</c:v>
              </c:pt>
              <c:pt idx="71">
                <c:v>193.6367181818182</c:v>
              </c:pt>
              <c:pt idx="72">
                <c:v>196.36398181818183</c:v>
              </c:pt>
              <c:pt idx="73">
                <c:v>199.0912454545455</c:v>
              </c:pt>
              <c:pt idx="74">
                <c:v>201.81850909090912</c:v>
              </c:pt>
              <c:pt idx="75">
                <c:v>204.54577272727275</c:v>
              </c:pt>
              <c:pt idx="76">
                <c:v>207.27303636363638</c:v>
              </c:pt>
              <c:pt idx="77">
                <c:v>210.00030000000004</c:v>
              </c:pt>
              <c:pt idx="78">
                <c:v>212.72756363636367</c:v>
              </c:pt>
              <c:pt idx="79">
                <c:v>215.4548272727273</c:v>
              </c:pt>
              <c:pt idx="80">
                <c:v>218.18209090909093</c:v>
              </c:pt>
              <c:pt idx="81">
                <c:v>220.90935454545456</c:v>
              </c:pt>
              <c:pt idx="82">
                <c:v>223.6366181818182</c:v>
              </c:pt>
              <c:pt idx="83">
                <c:v>226.36388181818182</c:v>
              </c:pt>
              <c:pt idx="84">
                <c:v>229.09114545454548</c:v>
              </c:pt>
              <c:pt idx="85">
                <c:v>231.8184090909091</c:v>
              </c:pt>
              <c:pt idx="86">
                <c:v>234.54567272727274</c:v>
              </c:pt>
              <c:pt idx="87">
                <c:v>237.27293636363638</c:v>
              </c:pt>
              <c:pt idx="88">
                <c:v>240.00020000000004</c:v>
              </c:pt>
              <c:pt idx="89">
                <c:v>242.72746363636367</c:v>
              </c:pt>
              <c:pt idx="90">
                <c:v>245.4547272727273</c:v>
              </c:pt>
              <c:pt idx="91">
                <c:v>248.18199090909096</c:v>
              </c:pt>
              <c:pt idx="92">
                <c:v>250.9092545454546</c:v>
              </c:pt>
              <c:pt idx="93">
                <c:v>253.63651818181822</c:v>
              </c:pt>
              <c:pt idx="94">
                <c:v>256.3637818181818</c:v>
              </c:pt>
              <c:pt idx="95">
                <c:v>259.09104545454545</c:v>
              </c:pt>
              <c:pt idx="96">
                <c:v>261.8183090909091</c:v>
              </c:pt>
              <c:pt idx="97">
                <c:v>264.5455727272727</c:v>
              </c:pt>
              <c:pt idx="98">
                <c:v>267.2728363636364</c:v>
              </c:pt>
              <c:pt idx="99">
                <c:v>270.0001</c:v>
              </c:pt>
              <c:pt idx="100">
                <c:v>272.72736363636363</c:v>
              </c:pt>
              <c:pt idx="101">
                <c:v>275.45462727272724</c:v>
              </c:pt>
              <c:pt idx="102">
                <c:v>278.1818909090909</c:v>
              </c:pt>
              <c:pt idx="103">
                <c:v>280.90915454545456</c:v>
              </c:pt>
              <c:pt idx="104">
                <c:v>283.63641818181816</c:v>
              </c:pt>
              <c:pt idx="105">
                <c:v>286.3636818181818</c:v>
              </c:pt>
              <c:pt idx="106">
                <c:v>289.0909454545455</c:v>
              </c:pt>
              <c:pt idx="107">
                <c:v>291.8182090909091</c:v>
              </c:pt>
              <c:pt idx="108">
                <c:v>294.54547272727274</c:v>
              </c:pt>
              <c:pt idx="109">
                <c:v>297.2727363636364</c:v>
              </c:pt>
              <c:pt idx="110">
                <c:v>299.99999999999994</c:v>
              </c:pt>
            </c:numLit>
          </c:xVal>
          <c:yVal>
            <c:numLit>
              <c:formatCode>0E+0</c:formatCode>
              <c:ptCount val="111"/>
              <c:pt idx="0">
                <c:v>0.00023417469517869645</c:v>
              </c:pt>
              <c:pt idx="1">
                <c:v>0.01465019887637607</c:v>
              </c:pt>
              <c:pt idx="2">
                <c:v>0.020808991730296395</c:v>
              </c:pt>
              <c:pt idx="3">
                <c:v>0.024249689138612536</c:v>
              </c:pt>
              <c:pt idx="4">
                <c:v>0.025369344884335628</c:v>
              </c:pt>
              <c:pt idx="5">
                <c:v>0.024817089366840045</c:v>
              </c:pt>
              <c:pt idx="6">
                <c:v>0.02325380213032318</c:v>
              </c:pt>
              <c:pt idx="7">
                <c:v>0.021350686454023403</c:v>
              </c:pt>
              <c:pt idx="8">
                <c:v>0.019316951978717044</c:v>
              </c:pt>
              <c:pt idx="9">
                <c:v>0.017363683869171365</c:v>
              </c:pt>
              <c:pt idx="10">
                <c:v>0.015603711390977923</c:v>
              </c:pt>
              <c:pt idx="11">
                <c:v>0.014022549610093235</c:v>
              </c:pt>
              <c:pt idx="12">
                <c:v>0.012614521570029437</c:v>
              </c:pt>
              <c:pt idx="13">
                <c:v>0.011347397448728183</c:v>
              </c:pt>
              <c:pt idx="14">
                <c:v>0.010209673107400424</c:v>
              </c:pt>
              <c:pt idx="15">
                <c:v>0.009195479628245561</c:v>
              </c:pt>
              <c:pt idx="16">
                <c:v>0.008291537503598376</c:v>
              </c:pt>
              <c:pt idx="17">
                <c:v>0.007486743716377154</c:v>
              </c:pt>
              <c:pt idx="18">
                <c:v>0.00677384171338368</c:v>
              </c:pt>
              <c:pt idx="19">
                <c:v>0.0061440271195219885</c:v>
              </c:pt>
              <c:pt idx="20">
                <c:v>0.005580237538709641</c:v>
              </c:pt>
              <c:pt idx="21">
                <c:v>0.005073085653462883</c:v>
              </c:pt>
              <c:pt idx="22">
                <c:v>0.004617700376593858</c:v>
              </c:pt>
              <c:pt idx="23">
                <c:v>0.004207934301250577</c:v>
              </c:pt>
              <c:pt idx="24">
                <c:v>0.0038399795505547523</c:v>
              </c:pt>
              <c:pt idx="25">
                <c:v>0.003508021982745779</c:v>
              </c:pt>
              <c:pt idx="26">
                <c:v>0.003209513944304085</c:v>
              </c:pt>
              <c:pt idx="27">
                <c:v>0.002939678716256901</c:v>
              </c:pt>
              <c:pt idx="28">
                <c:v>0.002696848248542957</c:v>
              </c:pt>
              <c:pt idx="29">
                <c:v>0.0024763965865043963</c:v>
              </c:pt>
              <c:pt idx="30">
                <c:v>0.002275579383193836</c:v>
              </c:pt>
              <c:pt idx="31">
                <c:v>0.002092919906225144</c:v>
              </c:pt>
              <c:pt idx="32">
                <c:v>0.0019264797469019505</c:v>
              </c:pt>
              <c:pt idx="33">
                <c:v>0.001774756932384668</c:v>
              </c:pt>
              <c:pt idx="34">
                <c:v>0.0016360375410714844</c:v>
              </c:pt>
              <c:pt idx="35">
                <c:v>0.001510269748351593</c:v>
              </c:pt>
              <c:pt idx="36">
                <c:v>0.001394883485722174</c:v>
              </c:pt>
              <c:pt idx="37">
                <c:v>0.0012900145176840587</c:v>
              </c:pt>
              <c:pt idx="38">
                <c:v>0.0011942849904137507</c:v>
              </c:pt>
              <c:pt idx="39">
                <c:v>0.001107040279622445</c:v>
              </c:pt>
              <c:pt idx="40">
                <c:v>0.0010264980935277474</c:v>
              </c:pt>
              <c:pt idx="41">
                <c:v>0.0009534064278087168</c:v>
              </c:pt>
              <c:pt idx="42">
                <c:v>0.0008856789131636792</c:v>
              </c:pt>
              <c:pt idx="43">
                <c:v>0.0008236731899750701</c:v>
              </c:pt>
              <c:pt idx="44">
                <c:v>0.0007667093043466295</c:v>
              </c:pt>
              <c:pt idx="45">
                <c:v>0.000714160854411843</c:v>
              </c:pt>
              <c:pt idx="46">
                <c:v>0.0006656953213752687</c:v>
              </c:pt>
              <c:pt idx="47">
                <c:v>0.0006209800422784089</c:v>
              </c:pt>
              <c:pt idx="48">
                <c:v>0.0005798262298302269</c:v>
              </c:pt>
              <c:pt idx="49">
                <c:v>0.000541761959399444</c:v>
              </c:pt>
              <c:pt idx="50">
                <c:v>0.0005065124500883015</c:v>
              </c:pt>
              <c:pt idx="51">
                <c:v>0.00047415536584572885</c:v>
              </c:pt>
              <c:pt idx="52">
                <c:v>0.00044401483765000053</c:v>
              </c:pt>
              <c:pt idx="53">
                <c:v>0.0004162124898926881</c:v>
              </c:pt>
              <c:pt idx="54">
                <c:v>0.0003903434854585233</c:v>
              </c:pt>
              <c:pt idx="55">
                <c:v>0.0003665144685689104</c:v>
              </c:pt>
              <c:pt idx="56">
                <c:v>0.00034423896797397893</c:v>
              </c:pt>
              <c:pt idx="57">
                <c:v>0.00032357060944034977</c:v>
              </c:pt>
              <c:pt idx="58">
                <c:v>0.00030416673942140516</c:v>
              </c:pt>
              <c:pt idx="59">
                <c:v>0.00028618229107639883</c:v>
              </c:pt>
              <c:pt idx="60">
                <c:v>0.0002692612081173958</c:v>
              </c:pt>
              <c:pt idx="61">
                <c:v>0.0002535479899840155</c:v>
              </c:pt>
              <c:pt idx="62">
                <c:v>0.00023882926496299818</c:v>
              </c:pt>
              <c:pt idx="63">
                <c:v>0.00022500128150123013</c:v>
              </c:pt>
              <c:pt idx="64">
                <c:v>0.00021214948593330585</c:v>
              </c:pt>
              <c:pt idx="65">
                <c:v>0.00020003176907025714</c:v>
              </c:pt>
              <c:pt idx="66">
                <c:v>0.00018869221324591885</c:v>
              </c:pt>
              <c:pt idx="67">
                <c:v>0.0001781142215548655</c:v>
              </c:pt>
              <c:pt idx="68">
                <c:v>0.00016812922682055546</c:v>
              </c:pt>
              <c:pt idx="69">
                <c:v>0.00015879755839956903</c:v>
              </c:pt>
              <c:pt idx="70">
                <c:v>0.00015010179979256587</c:v>
              </c:pt>
              <c:pt idx="71">
                <c:v>0.0001418822211628458</c:v>
              </c:pt>
              <c:pt idx="72">
                <c:v>0.00013415076478346394</c:v>
              </c:pt>
              <c:pt idx="73">
                <c:v>0.00012697380517652024</c:v>
              </c:pt>
              <c:pt idx="74">
                <c:v>0.00012018080722110226</c:v>
              </c:pt>
              <c:pt idx="75">
                <c:v>0.00011375122927312738</c:v>
              </c:pt>
              <c:pt idx="76">
                <c:v>0.0001077732454394729</c:v>
              </c:pt>
              <c:pt idx="77">
                <c:v>0.00010214535618399547</c:v>
              </c:pt>
              <c:pt idx="78">
                <c:v>9.681135375861927E-05</c:v>
              </c:pt>
              <c:pt idx="79">
                <c:v>9.175589147385073E-05</c:v>
              </c:pt>
              <c:pt idx="80">
                <c:v>8.708750403311218E-05</c:v>
              </c:pt>
              <c:pt idx="81">
                <c:v>8.265798292607565E-05</c:v>
              </c:pt>
              <c:pt idx="82">
                <c:v>7.845376001142085E-05</c:v>
              </c:pt>
              <c:pt idx="83">
                <c:v>7.44633759746383E-05</c:v>
              </c:pt>
              <c:pt idx="84">
                <c:v>7.077240660491154E-05</c:v>
              </c:pt>
              <c:pt idx="85">
                <c:v>6.72704947648391E-05</c:v>
              </c:pt>
              <c:pt idx="86">
                <c:v>6.394186213235526E-05</c:v>
              </c:pt>
              <c:pt idx="87">
                <c:v>6.0777934624172486E-05</c:v>
              </c:pt>
              <c:pt idx="88">
                <c:v>5.781723326616908E-05</c:v>
              </c:pt>
              <c:pt idx="89">
                <c:v>5.503531208944869E-05</c:v>
              </c:pt>
              <c:pt idx="90">
                <c:v>5.23872452152656E-05</c:v>
              </c:pt>
              <c:pt idx="91">
                <c:v>4.986659213967702E-05</c:v>
              </c:pt>
              <c:pt idx="92">
                <c:v>4.7467222248599595E-05</c:v>
              </c:pt>
              <c:pt idx="93">
                <c:v>4.5243207762093195E-05</c:v>
              </c:pt>
              <c:pt idx="94">
                <c:v>4.313449152429013E-05</c:v>
              </c:pt>
              <c:pt idx="95">
                <c:v>4.1124059302840485E-05</c:v>
              </c:pt>
              <c:pt idx="96">
                <c:v>3.9207330231102716E-05</c:v>
              </c:pt>
              <c:pt idx="97">
                <c:v>3.737993694957445E-05</c:v>
              </c:pt>
              <c:pt idx="98">
                <c:v>3.568069645955248E-05</c:v>
              </c:pt>
              <c:pt idx="99">
                <c:v>3.4073557784005206E-05</c:v>
              </c:pt>
              <c:pt idx="100">
                <c:v>3.253880824260412E-05</c:v>
              </c:pt>
              <c:pt idx="101">
                <c:v>3.1073187266225915E-05</c:v>
              </c:pt>
              <c:pt idx="102">
                <c:v>2.967358114910072E-05</c:v>
              </c:pt>
              <c:pt idx="103">
                <c:v>2.8348387870042888E-05</c:v>
              </c:pt>
              <c:pt idx="104">
                <c:v>2.7120272206488396E-05</c:v>
              </c:pt>
              <c:pt idx="105">
                <c:v>2.5945361264485588E-05</c:v>
              </c:pt>
              <c:pt idx="106">
                <c:v>2.4821350096317244E-05</c:v>
              </c:pt>
              <c:pt idx="107">
                <c:v>2.3746033609764165E-05</c:v>
              </c:pt>
              <c:pt idx="108">
                <c:v>2.27173022421416E-05</c:v>
              </c:pt>
              <c:pt idx="109">
                <c:v>2.1743279598759874E-05</c:v>
              </c:pt>
              <c:pt idx="110">
                <c:v>2.0837194028131517E-05</c:v>
              </c:pt>
            </c:numLit>
          </c:yVal>
        </c:ser>
        <c:ser>
          <c:idx val="3"/>
          <c:order val="3"/>
          <c:tx>
            <c:v>COMSOL Maxwellian</c:v>
          </c:tx>
          <c:spPr>
            <a:ln xmlns:a="http://schemas.openxmlformats.org/drawingml/2006/main" w="19050">
              <a:solidFill>
                <a:srgbClr val="59636F"/>
              </a:solidFill>
              <a:prstDash val="dash"/>
            </a:ln>
          </c:spPr>
          <c:marker>
            <c:symbol val="none"/>
          </c:marker>
          <c:xVal>
            <c:numLit>
              <c:formatCode>General</c:formatCode>
              <c:ptCount val="111"/>
              <c:pt idx="0">
                <c:v>0.001</c:v>
              </c:pt>
              <c:pt idx="1">
                <c:v>2.7282636363636366</c:v>
              </c:pt>
              <c:pt idx="2">
                <c:v>5.455527272727274</c:v>
              </c:pt>
              <c:pt idx="3">
                <c:v>8.18279090909091</c:v>
              </c:pt>
              <c:pt idx="4">
                <c:v>10.910054545454546</c:v>
              </c:pt>
              <c:pt idx="5">
                <c:v>13.637318181818182</c:v>
              </c:pt>
              <c:pt idx="6">
                <c:v>16.364581818181822</c:v>
              </c:pt>
              <c:pt idx="7">
                <c:v>19.09184545454546</c:v>
              </c:pt>
              <c:pt idx="8">
                <c:v>21.819109090909095</c:v>
              </c:pt>
              <c:pt idx="9">
                <c:v>24.54637272727273</c:v>
              </c:pt>
              <c:pt idx="10">
                <c:v>27.273636363636367</c:v>
              </c:pt>
              <c:pt idx="11">
                <c:v>30.000900000000005</c:v>
              </c:pt>
              <c:pt idx="12">
                <c:v>32.72816363636364</c:v>
              </c:pt>
              <c:pt idx="13">
                <c:v>35.45542727272727</c:v>
              </c:pt>
              <c:pt idx="14">
                <c:v>38.182690909090915</c:v>
              </c:pt>
              <c:pt idx="15">
                <c:v>40.909954545454546</c:v>
              </c:pt>
              <c:pt idx="16">
                <c:v>43.637218181818184</c:v>
              </c:pt>
              <c:pt idx="17">
                <c:v>46.364481818181815</c:v>
              </c:pt>
              <c:pt idx="18">
                <c:v>49.09174545454545</c:v>
              </c:pt>
              <c:pt idx="19">
                <c:v>51.81900909090909</c:v>
              </c:pt>
              <c:pt idx="20">
                <c:v>54.54627272727273</c:v>
              </c:pt>
              <c:pt idx="21">
                <c:v>57.27353636363637</c:v>
              </c:pt>
              <c:pt idx="22">
                <c:v>60.000800000000005</c:v>
              </c:pt>
              <c:pt idx="23">
                <c:v>62.72806363636364</c:v>
              </c:pt>
              <c:pt idx="24">
                <c:v>65.45532727272729</c:v>
              </c:pt>
              <c:pt idx="25">
                <c:v>68.18259090909092</c:v>
              </c:pt>
              <c:pt idx="26">
                <c:v>70.90985454545455</c:v>
              </c:pt>
              <c:pt idx="27">
                <c:v>73.6371181818182</c:v>
              </c:pt>
              <c:pt idx="28">
                <c:v>76.36438181818184</c:v>
              </c:pt>
              <c:pt idx="29">
                <c:v>79.09164545454547</c:v>
              </c:pt>
              <c:pt idx="30">
                <c:v>81.8189090909091</c:v>
              </c:pt>
              <c:pt idx="31">
                <c:v>84.54617272727275</c:v>
              </c:pt>
              <c:pt idx="32">
                <c:v>87.27343636363638</c:v>
              </c:pt>
              <c:pt idx="33">
                <c:v>90.00070000000001</c:v>
              </c:pt>
              <c:pt idx="34">
                <c:v>92.72796363636364</c:v>
              </c:pt>
              <c:pt idx="35">
                <c:v>95.45522727272729</c:v>
              </c:pt>
              <c:pt idx="36">
                <c:v>98.18249090909092</c:v>
              </c:pt>
              <c:pt idx="37">
                <c:v>100.90975454545456</c:v>
              </c:pt>
              <c:pt idx="38">
                <c:v>103.63701818181819</c:v>
              </c:pt>
              <c:pt idx="39">
                <c:v>106.36428181818184</c:v>
              </c:pt>
              <c:pt idx="40">
                <c:v>109.09154545454547</c:v>
              </c:pt>
              <c:pt idx="41">
                <c:v>111.8188090909091</c:v>
              </c:pt>
              <c:pt idx="42">
                <c:v>114.54607272727274</c:v>
              </c:pt>
              <c:pt idx="43">
                <c:v>117.27333636363637</c:v>
              </c:pt>
              <c:pt idx="44">
                <c:v>120.00060000000002</c:v>
              </c:pt>
              <c:pt idx="45">
                <c:v>122.72786363636365</c:v>
              </c:pt>
              <c:pt idx="46">
                <c:v>125.4551272727273</c:v>
              </c:pt>
              <c:pt idx="47">
                <c:v>128.1823909090909</c:v>
              </c:pt>
              <c:pt idx="48">
                <c:v>130.90965454545457</c:v>
              </c:pt>
              <c:pt idx="49">
                <c:v>133.6369181818182</c:v>
              </c:pt>
              <c:pt idx="50">
                <c:v>136.36418181818183</c:v>
              </c:pt>
              <c:pt idx="51">
                <c:v>139.09144545454546</c:v>
              </c:pt>
              <c:pt idx="52">
                <c:v>141.8187090909091</c:v>
              </c:pt>
              <c:pt idx="53">
                <c:v>144.54597272727275</c:v>
              </c:pt>
              <c:pt idx="54">
                <c:v>147.27323636363639</c:v>
              </c:pt>
              <c:pt idx="55">
                <c:v>150.0005</c:v>
              </c:pt>
              <c:pt idx="56">
                <c:v>152.72776363636368</c:v>
              </c:pt>
              <c:pt idx="57">
                <c:v>155.4550272727273</c:v>
              </c:pt>
              <c:pt idx="58">
                <c:v>158.18229090909094</c:v>
              </c:pt>
              <c:pt idx="59">
                <c:v>160.90955454545457</c:v>
              </c:pt>
              <c:pt idx="60">
                <c:v>163.6368181818182</c:v>
              </c:pt>
              <c:pt idx="61">
                <c:v>166.36408181818183</c:v>
              </c:pt>
              <c:pt idx="62">
                <c:v>169.0913454545455</c:v>
              </c:pt>
              <c:pt idx="63">
                <c:v>171.81860909090912</c:v>
              </c:pt>
              <c:pt idx="64">
                <c:v>174.54587272727275</c:v>
              </c:pt>
              <c:pt idx="65">
                <c:v>177.27313636363638</c:v>
              </c:pt>
              <c:pt idx="66">
                <c:v>180.0004</c:v>
              </c:pt>
              <c:pt idx="67">
                <c:v>182.72766363636364</c:v>
              </c:pt>
              <c:pt idx="68">
                <c:v>185.45492727272728</c:v>
              </c:pt>
              <c:pt idx="69">
                <c:v>188.1821909090909</c:v>
              </c:pt>
              <c:pt idx="70">
                <c:v>190.90945454545457</c:v>
              </c:pt>
              <c:pt idx="71">
                <c:v>193.6367181818182</c:v>
              </c:pt>
              <c:pt idx="72">
                <c:v>196.36398181818183</c:v>
              </c:pt>
              <c:pt idx="73">
                <c:v>199.0912454545455</c:v>
              </c:pt>
              <c:pt idx="74">
                <c:v>201.81850909090912</c:v>
              </c:pt>
              <c:pt idx="75">
                <c:v>204.54577272727275</c:v>
              </c:pt>
              <c:pt idx="76">
                <c:v>207.27303636363638</c:v>
              </c:pt>
              <c:pt idx="77">
                <c:v>210.00030000000004</c:v>
              </c:pt>
              <c:pt idx="78">
                <c:v>212.72756363636367</c:v>
              </c:pt>
              <c:pt idx="79">
                <c:v>215.4548272727273</c:v>
              </c:pt>
              <c:pt idx="80">
                <c:v>218.18209090909093</c:v>
              </c:pt>
              <c:pt idx="81">
                <c:v>220.90935454545456</c:v>
              </c:pt>
              <c:pt idx="82">
                <c:v>223.6366181818182</c:v>
              </c:pt>
              <c:pt idx="83">
                <c:v>226.36388181818182</c:v>
              </c:pt>
              <c:pt idx="84">
                <c:v>229.09114545454548</c:v>
              </c:pt>
              <c:pt idx="85">
                <c:v>231.8184090909091</c:v>
              </c:pt>
              <c:pt idx="86">
                <c:v>234.54567272727274</c:v>
              </c:pt>
              <c:pt idx="87">
                <c:v>237.27293636363638</c:v>
              </c:pt>
              <c:pt idx="88">
                <c:v>240.00020000000004</c:v>
              </c:pt>
              <c:pt idx="89">
                <c:v>242.72746363636367</c:v>
              </c:pt>
              <c:pt idx="90">
                <c:v>245.4547272727273</c:v>
              </c:pt>
              <c:pt idx="91">
                <c:v>248.18199090909096</c:v>
              </c:pt>
              <c:pt idx="92">
                <c:v>250.9092545454546</c:v>
              </c:pt>
              <c:pt idx="93">
                <c:v>253.63651818181822</c:v>
              </c:pt>
              <c:pt idx="94">
                <c:v>256.3637818181818</c:v>
              </c:pt>
              <c:pt idx="95">
                <c:v>259.09104545454545</c:v>
              </c:pt>
              <c:pt idx="96">
                <c:v>261.8183090909091</c:v>
              </c:pt>
              <c:pt idx="97">
                <c:v>264.5455727272727</c:v>
              </c:pt>
              <c:pt idx="98">
                <c:v>267.2728363636364</c:v>
              </c:pt>
              <c:pt idx="99">
                <c:v>270.0001</c:v>
              </c:pt>
              <c:pt idx="100">
                <c:v>272.72736363636363</c:v>
              </c:pt>
              <c:pt idx="101">
                <c:v>275.45462727272724</c:v>
              </c:pt>
              <c:pt idx="102">
                <c:v>278.1818909090909</c:v>
              </c:pt>
              <c:pt idx="103">
                <c:v>280.90915454545456</c:v>
              </c:pt>
              <c:pt idx="104">
                <c:v>283.63641818181816</c:v>
              </c:pt>
              <c:pt idx="105">
                <c:v>286.3636818181818</c:v>
              </c:pt>
              <c:pt idx="106">
                <c:v>289.0909454545455</c:v>
              </c:pt>
              <c:pt idx="107">
                <c:v>291.8182090909091</c:v>
              </c:pt>
              <c:pt idx="108">
                <c:v>294.54547272727274</c:v>
              </c:pt>
              <c:pt idx="109">
                <c:v>297.2727363636364</c:v>
              </c:pt>
              <c:pt idx="110">
                <c:v>299.99999999999994</c:v>
              </c:pt>
            </c:numLit>
          </c:xVal>
          <c:yVal>
            <c:numLit>
              <c:formatCode>0E+0</c:formatCode>
              <c:ptCount val="111"/>
              <c:pt idx="0">
                <c:v>0.00031210505558454285</c:v>
              </c:pt>
              <c:pt idx="1">
                <c:v>0.01451981238731264</c:v>
              </c:pt>
              <c:pt idx="2">
                <c:v>0.01828745359476355</c:v>
              </c:pt>
              <c:pt idx="3">
                <c:v>0.019948150331706202</c:v>
              </c:pt>
              <c:pt idx="4">
                <c:v>0.02051551390591066</c:v>
              </c:pt>
              <c:pt idx="5">
                <c:v>0.020429157661593877</c:v>
              </c:pt>
              <c:pt idx="6">
                <c:v>0.019932210418003436</c:v>
              </c:pt>
              <c:pt idx="7">
                <c:v>0.019175380760547117</c:v>
              </c:pt>
              <c:pt idx="8">
                <c:v>0.018258100029761616</c:v>
              </c:pt>
              <c:pt idx="9">
                <c:v>0.017248358549671633</c:v>
              </c:pt>
              <c:pt idx="10">
                <c:v>0.016193572354091867</c:v>
              </c:pt>
              <c:pt idx="11">
                <c:v>0.015127087493511944</c:v>
              </c:pt>
              <c:pt idx="12">
                <c:v>0.01407233062088197</c:v>
              </c:pt>
              <c:pt idx="13">
                <c:v>0.013045586439893305</c:v>
              </c:pt>
              <c:pt idx="14">
                <c:v>0.012057924075826254</c:v>
              </c:pt>
              <c:pt idx="15">
                <c:v>0.011116570113120453</c:v>
              </c:pt>
              <c:pt idx="16">
                <c:v>0.010225907866028627</c:v>
              </c:pt>
              <c:pt idx="17">
                <c:v>0.009388216280604813</c:v>
              </c:pt>
              <c:pt idx="18">
                <c:v>0.008604222881516214</c:v>
              </c:pt>
              <c:pt idx="19">
                <c:v>0.00787352119270537</c:v>
              </c:pt>
              <c:pt idx="20">
                <c:v>0.007194887747338946</c:v>
              </c:pt>
              <c:pt idx="21">
                <c:v>0.006566523706697915</c:v>
              </c:pt>
              <c:pt idx="22">
                <c:v>0.0059862392641147405</c:v>
              </c:pt>
              <c:pt idx="23">
                <c:v>0.005451594257370398</c:v>
              </c:pt>
              <c:pt idx="24">
                <c:v>0.004960005041860657</c:v>
              </c:pt>
              <c:pt idx="25">
                <c:v>0.004508825241201407</c:v>
              </c:pt>
              <c:pt idx="26">
                <c:v>0.0040954062036231195</c:v>
              </c:pt>
              <c:pt idx="27">
                <c:v>0.003717141660900392</c:v>
              </c:pt>
              <c:pt idx="28">
                <c:v>0.003371500082832441</c:v>
              </c:pt>
              <c:pt idx="29">
                <c:v>0.0030560474556193106</c:v>
              </c:pt>
              <c:pt idx="30">
                <c:v>0.002768462624538998</c:v>
              </c:pt>
              <c:pt idx="31">
                <c:v>0.0025065468856697603</c:v>
              </c:pt>
              <c:pt idx="32">
                <c:v>0.0022682291558430282</c:v>
              </c:pt>
              <c:pt idx="33">
                <c:v>0.002051567770950284</c:v>
              </c:pt>
              <c:pt idx="34">
                <c:v>0.0018547497426328208</c:v>
              </c:pt>
              <c:pt idx="35">
                <c:v>0.0016760881290933277</c:v>
              </c:pt>
              <c:pt idx="36">
                <c:v>0.0015140180372999132</c:v>
              </c:pt>
              <c:pt idx="37">
                <c:v>0.001367091663564944</c:v>
              </c:pt>
              <c:pt idx="38">
                <c:v>0.0012339726914768596</c:v>
              </c:pt>
              <c:pt idx="39">
                <c:v>0.0011134302958584542</c:v>
              </c:pt>
              <c:pt idx="40">
                <c:v>0.0010043329452331553</c:v>
              </c:pt>
              <c:pt idx="41">
                <c:v>0.0009056421503768852</c:v>
              </c:pt>
              <c:pt idx="42">
                <c:v>0.0008164062706823811</c:v>
              </c:pt>
              <c:pt idx="43">
                <c:v>0.0007357544614879337</c:v>
              </c:pt>
              <c:pt idx="44">
                <c:v>0.0006628908228041097</c:v>
              </c:pt>
              <c:pt idx="45">
                <c:v>0.000597088791873119</c:v>
              </c:pt>
              <c:pt idx="46">
                <c:v>0.0005376858078015513</c:v>
              </c:pt>
              <c:pt idx="47">
                <c:v>0.00048407826538145974</c:v>
              </c:pt>
              <c:pt idx="48">
                <c:v>0.00043571676656166847</c:v>
              </c:pt>
              <c:pt idx="49">
                <c:v>0.0003921016713689414</c:v>
              </c:pt>
              <c:pt idx="50">
                <c:v>0.00035277894501654466</c:v>
              </c:pt>
              <c:pt idx="51">
                <c:v>0.0003173362941589531</c:v>
              </c:pt>
              <c:pt idx="52">
                <c:v>0.0002853995824985279</c:v>
              </c:pt>
              <c:pt idx="53">
                <c:v>0.0002566295140140486</c:v>
              </c:pt>
              <c:pt idx="54">
                <c:v>0.0002307185707922616</c:v>
              </c:pt>
              <c:pt idx="55">
                <c:v>0.00020738819166438982</c:v>
              </c:pt>
              <c:pt idx="56">
                <c:v>0.00018638617746821162</c:v>
              </c:pt>
              <c:pt idx="57">
                <c:v>0.00016748430868246153</c:v>
              </c:pt>
              <c:pt idx="58">
                <c:v>0.0001504761613408837</c:v>
              </c:pt>
              <c:pt idx="59">
                <c:v>0.00013517510746955302</c:v>
              </c:pt>
              <c:pt idx="60">
                <c:v>0.00012141248675570856</c:v>
              </c:pt>
              <c:pt idx="61">
                <c:v>0.00010903593671166355</c:v>
              </c:pt>
              <c:pt idx="62">
                <c:v>9.790786921326514E-05</c:v>
              </c:pt>
              <c:pt idx="63">
                <c:v>8.790408194516367E-05</c:v>
              </c:pt>
              <c:pt idx="64">
                <c:v>7.89124939562095E-05</c:v>
              </c:pt>
              <c:pt idx="65">
                <c:v>7.083199520320217E-05</c:v>
              </c:pt>
              <c:pt idx="66">
                <c:v>6.35714006289142E-05</c:v>
              </c:pt>
              <c:pt idx="67">
                <c:v>5.70484999725088E-05</c:v>
              </c:pt>
              <c:pt idx="68">
                <c:v>5.118919514105552E-05</c:v>
              </c:pt>
              <c:pt idx="69">
                <c:v>4.592671757548864E-05</c:v>
              </c:pt>
              <c:pt idx="70">
                <c:v>4.1200918620133695E-05</c:v>
              </c:pt>
              <c:pt idx="71">
                <c:v>3.695762645005308E-05</c:v>
              </c:pt>
              <c:pt idx="72">
                <c:v>3.314806362399647E-05</c:v>
              </c:pt>
              <c:pt idx="73">
                <c:v>2.9728319812479173E-05</c:v>
              </c:pt>
              <c:pt idx="74">
                <c:v>2.6658874700720466E-05</c:v>
              </c:pt>
              <c:pt idx="75">
                <c:v>2.3904166485564772E-05</c:v>
              </c:pt>
              <c:pt idx="76">
                <c:v>2.143220177506267E-05</c:v>
              </c:pt>
              <c:pt idx="77">
                <c:v>1.9214203060298674E-05</c:v>
              </c:pt>
              <c:pt idx="78">
                <c:v>1.722429026267069E-05</c:v>
              </c:pt>
              <c:pt idx="79">
                <c:v>1.5439193167568078E-05</c:v>
              </c:pt>
              <c:pt idx="80">
                <c:v>1.3837991838755833E-05</c:v>
              </c:pt>
              <c:pt idx="81">
                <c:v>1.2401882368227746E-05</c:v>
              </c:pt>
              <c:pt idx="82">
                <c:v>1.11139655553397E-05</c:v>
              </c:pt>
              <c:pt idx="83">
                <c:v>9.959056328115704E-06</c:v>
              </c:pt>
              <c:pt idx="84">
                <c:v>8.923511920150234E-06</c:v>
              </c:pt>
              <c:pt idx="85">
                <c:v>7.995076999859882E-06</c:v>
              </c:pt>
              <c:pt idx="86">
                <c:v>7.162744116259814E-06</c:v>
              </c:pt>
              <c:pt idx="87">
                <c:v>6.41662797817983E-06</c:v>
              </c:pt>
              <c:pt idx="88">
                <c:v>5.747852223048895E-06</c:v>
              </c:pt>
              <c:pt idx="89">
                <c:v>5.148447458151755E-06</c:v>
              </c:pt>
              <c:pt idx="90">
                <c:v>4.6112594726148576E-06</c:v>
              </c:pt>
              <c:pt idx="91">
                <c:v>4.129866623259903E-06</c:v>
              </c:pt>
              <c:pt idx="92">
                <c:v>3.698505492755173E-06</c:v>
              </c:pt>
              <c:pt idx="93">
                <c:v>3.3120040050153705E-06</c:v>
              </c:pt>
              <c:pt idx="94">
                <c:v>2.9657212613100032E-06</c:v>
              </c:pt>
              <c:pt idx="95">
                <c:v>2.6554934317356373E-06</c:v>
              </c:pt>
              <c:pt idx="96">
                <c:v>2.3775851012364937E-06</c:v>
              </c:pt>
              <c:pt idx="97">
                <c:v>2.1286455278124735E-06</c:v>
              </c:pt>
              <c:pt idx="98">
                <c:v>1.9056693234807264E-06</c:v>
              </c:pt>
              <c:pt idx="99">
                <c:v>1.7059611164555153E-06</c:v>
              </c:pt>
              <c:pt idx="100">
                <c:v>1.5271037963403789E-06</c:v>
              </c:pt>
              <c:pt idx="101">
                <c:v>1.3669299833058035E-06</c:v>
              </c:pt>
              <c:pt idx="102">
                <c:v>1.2234963976375197E-06</c:v>
              </c:pt>
              <c:pt idx="103">
                <c:v>1.0950608380361678E-06</c:v>
              </c:pt>
              <c:pt idx="104">
                <c:v>9.800615059462906E-07</c:v>
              </c:pt>
              <c:pt idx="105">
                <c:v>8.770984392835781E-07</c:v>
              </c:pt>
              <c:pt idx="106">
                <c:v>7.849168424778752E-07</c:v>
              </c:pt>
              <c:pt idx="107">
                <c:v>7.023921209972178E-07</c:v>
              </c:pt>
              <c:pt idx="108">
                <c:v>6.285164476838594E-07</c:v>
              </c:pt>
              <c:pt idx="109">
                <c:v>5.623867055160601E-07</c:v>
              </c:pt>
              <c:pt idx="110">
                <c:v>5.031936669898692E-07</c:v>
              </c:pt>
            </c:numLit>
          </c:yVal>
        </c:ser>
        <c:ser>
          <c:idx val="4"/>
          <c:order val="4"/>
          <c:tx>
            <c:v>COMSOL Druyvesteyn</c:v>
          </c:tx>
          <c:spPr>
            <a:ln xmlns:a="http://schemas.openxmlformats.org/drawingml/2006/main" w="19050">
              <a:solidFill>
                <a:srgbClr val="908747"/>
              </a:solidFill>
              <a:prstDash val="dot"/>
            </a:ln>
          </c:spPr>
          <c:marker>
            <c:symbol val="none"/>
          </c:marker>
          <c:xVal>
            <c:numLit>
              <c:formatCode>General</c:formatCode>
              <c:ptCount val="111"/>
              <c:pt idx="0">
                <c:v>0.001</c:v>
              </c:pt>
              <c:pt idx="1">
                <c:v>2.7282636363636366</c:v>
              </c:pt>
              <c:pt idx="2">
                <c:v>5.455527272727274</c:v>
              </c:pt>
              <c:pt idx="3">
                <c:v>8.18279090909091</c:v>
              </c:pt>
              <c:pt idx="4">
                <c:v>10.910054545454546</c:v>
              </c:pt>
              <c:pt idx="5">
                <c:v>13.637318181818182</c:v>
              </c:pt>
              <c:pt idx="6">
                <c:v>16.364581818181822</c:v>
              </c:pt>
              <c:pt idx="7">
                <c:v>19.09184545454546</c:v>
              </c:pt>
              <c:pt idx="8">
                <c:v>21.819109090909095</c:v>
              </c:pt>
              <c:pt idx="9">
                <c:v>24.54637272727273</c:v>
              </c:pt>
              <c:pt idx="10">
                <c:v>27.273636363636367</c:v>
              </c:pt>
              <c:pt idx="11">
                <c:v>30.000900000000005</c:v>
              </c:pt>
              <c:pt idx="12">
                <c:v>32.72816363636364</c:v>
              </c:pt>
              <c:pt idx="13">
                <c:v>35.45542727272727</c:v>
              </c:pt>
              <c:pt idx="14">
                <c:v>38.182690909090915</c:v>
              </c:pt>
              <c:pt idx="15">
                <c:v>40.909954545454546</c:v>
              </c:pt>
              <c:pt idx="16">
                <c:v>43.637218181818184</c:v>
              </c:pt>
              <c:pt idx="17">
                <c:v>46.364481818181815</c:v>
              </c:pt>
              <c:pt idx="18">
                <c:v>49.09174545454545</c:v>
              </c:pt>
              <c:pt idx="19">
                <c:v>51.81900909090909</c:v>
              </c:pt>
              <c:pt idx="20">
                <c:v>54.54627272727273</c:v>
              </c:pt>
              <c:pt idx="21">
                <c:v>57.27353636363637</c:v>
              </c:pt>
              <c:pt idx="22">
                <c:v>60.000800000000005</c:v>
              </c:pt>
              <c:pt idx="23">
                <c:v>62.72806363636364</c:v>
              </c:pt>
              <c:pt idx="24">
                <c:v>65.45532727272729</c:v>
              </c:pt>
              <c:pt idx="25">
                <c:v>68.18259090909092</c:v>
              </c:pt>
              <c:pt idx="26">
                <c:v>70.90985454545455</c:v>
              </c:pt>
              <c:pt idx="27">
                <c:v>73.6371181818182</c:v>
              </c:pt>
              <c:pt idx="28">
                <c:v>76.36438181818184</c:v>
              </c:pt>
              <c:pt idx="29">
                <c:v>79.09164545454547</c:v>
              </c:pt>
              <c:pt idx="30">
                <c:v>81.8189090909091</c:v>
              </c:pt>
              <c:pt idx="31">
                <c:v>84.54617272727275</c:v>
              </c:pt>
              <c:pt idx="32">
                <c:v>87.27343636363638</c:v>
              </c:pt>
              <c:pt idx="33">
                <c:v>90.00070000000001</c:v>
              </c:pt>
              <c:pt idx="34">
                <c:v>92.72796363636364</c:v>
              </c:pt>
              <c:pt idx="35">
                <c:v>95.45522727272729</c:v>
              </c:pt>
              <c:pt idx="36">
                <c:v>98.18249090909092</c:v>
              </c:pt>
              <c:pt idx="37">
                <c:v>100.90975454545456</c:v>
              </c:pt>
              <c:pt idx="38">
                <c:v>103.63701818181819</c:v>
              </c:pt>
              <c:pt idx="39">
                <c:v>106.36428181818184</c:v>
              </c:pt>
              <c:pt idx="40">
                <c:v>109.09154545454547</c:v>
              </c:pt>
              <c:pt idx="41">
                <c:v>111.8188090909091</c:v>
              </c:pt>
              <c:pt idx="42">
                <c:v>114.54607272727274</c:v>
              </c:pt>
              <c:pt idx="43">
                <c:v>117.27333636363637</c:v>
              </c:pt>
              <c:pt idx="44">
                <c:v>120.00060000000002</c:v>
              </c:pt>
              <c:pt idx="45">
                <c:v>122.72786363636365</c:v>
              </c:pt>
              <c:pt idx="46">
                <c:v>125.4551272727273</c:v>
              </c:pt>
              <c:pt idx="47">
                <c:v>128.1823909090909</c:v>
              </c:pt>
              <c:pt idx="48">
                <c:v>130.90965454545457</c:v>
              </c:pt>
              <c:pt idx="49">
                <c:v>133.6369181818182</c:v>
              </c:pt>
              <c:pt idx="50">
                <c:v>136.36418181818183</c:v>
              </c:pt>
              <c:pt idx="51">
                <c:v>139.09144545454546</c:v>
              </c:pt>
              <c:pt idx="52">
                <c:v>141.8187090909091</c:v>
              </c:pt>
              <c:pt idx="53">
                <c:v>144.54597272727275</c:v>
              </c:pt>
              <c:pt idx="54">
                <c:v>147.27323636363639</c:v>
              </c:pt>
              <c:pt idx="55">
                <c:v>150.0005</c:v>
              </c:pt>
              <c:pt idx="56">
                <c:v>152.72776363636368</c:v>
              </c:pt>
              <c:pt idx="57">
                <c:v>155.4550272727273</c:v>
              </c:pt>
              <c:pt idx="58">
                <c:v>158.18229090909094</c:v>
              </c:pt>
              <c:pt idx="59">
                <c:v>160.90955454545457</c:v>
              </c:pt>
              <c:pt idx="60">
                <c:v>163.6368181818182</c:v>
              </c:pt>
              <c:pt idx="61">
                <c:v>166.36408181818183</c:v>
              </c:pt>
              <c:pt idx="62">
                <c:v>169.0913454545455</c:v>
              </c:pt>
              <c:pt idx="63">
                <c:v>171.81860909090912</c:v>
              </c:pt>
              <c:pt idx="64">
                <c:v>174.54587272727275</c:v>
              </c:pt>
              <c:pt idx="65">
                <c:v>177.27313636363638</c:v>
              </c:pt>
              <c:pt idx="66">
                <c:v>180.0004</c:v>
              </c:pt>
              <c:pt idx="67">
                <c:v>182.72766363636364</c:v>
              </c:pt>
              <c:pt idx="68">
                <c:v>185.45492727272728</c:v>
              </c:pt>
              <c:pt idx="69">
                <c:v>188.1821909090909</c:v>
              </c:pt>
              <c:pt idx="70">
                <c:v>190.90945454545457</c:v>
              </c:pt>
              <c:pt idx="71">
                <c:v>193.6367181818182</c:v>
              </c:pt>
              <c:pt idx="72">
                <c:v>196.36398181818183</c:v>
              </c:pt>
              <c:pt idx="73">
                <c:v>199.0912454545455</c:v>
              </c:pt>
              <c:pt idx="74">
                <c:v>201.81850909090912</c:v>
              </c:pt>
              <c:pt idx="75">
                <c:v>204.54577272727275</c:v>
              </c:pt>
              <c:pt idx="76">
                <c:v>207.27303636363638</c:v>
              </c:pt>
              <c:pt idx="77">
                <c:v>210.00030000000004</c:v>
              </c:pt>
              <c:pt idx="78">
                <c:v>212.72756363636367</c:v>
              </c:pt>
              <c:pt idx="79">
                <c:v>215.4548272727273</c:v>
              </c:pt>
              <c:pt idx="80">
                <c:v>218.18209090909093</c:v>
              </c:pt>
              <c:pt idx="81">
                <c:v>220.90935454545456</c:v>
              </c:pt>
              <c:pt idx="82">
                <c:v>223.6366181818182</c:v>
              </c:pt>
              <c:pt idx="83">
                <c:v>226.36388181818182</c:v>
              </c:pt>
              <c:pt idx="84">
                <c:v>229.09114545454548</c:v>
              </c:pt>
              <c:pt idx="85">
                <c:v>231.8184090909091</c:v>
              </c:pt>
              <c:pt idx="86">
                <c:v>234.54567272727274</c:v>
              </c:pt>
              <c:pt idx="87">
                <c:v>237.27293636363638</c:v>
              </c:pt>
              <c:pt idx="88">
                <c:v>240.00020000000004</c:v>
              </c:pt>
              <c:pt idx="89">
                <c:v>242.72746363636367</c:v>
              </c:pt>
              <c:pt idx="90">
                <c:v>245.4547272727273</c:v>
              </c:pt>
              <c:pt idx="91">
                <c:v>248.18199090909096</c:v>
              </c:pt>
              <c:pt idx="92">
                <c:v>250.9092545454546</c:v>
              </c:pt>
              <c:pt idx="93">
                <c:v>253.63651818181822</c:v>
              </c:pt>
              <c:pt idx="94">
                <c:v>256.3637818181818</c:v>
              </c:pt>
              <c:pt idx="95">
                <c:v>259.09104545454545</c:v>
              </c:pt>
              <c:pt idx="96">
                <c:v>261.8183090909091</c:v>
              </c:pt>
              <c:pt idx="97">
                <c:v>264.5455727272727</c:v>
              </c:pt>
              <c:pt idx="98">
                <c:v>267.2728363636364</c:v>
              </c:pt>
              <c:pt idx="99">
                <c:v>270.0001</c:v>
              </c:pt>
              <c:pt idx="100">
                <c:v>272.72736363636363</c:v>
              </c:pt>
              <c:pt idx="101">
                <c:v>275.45462727272724</c:v>
              </c:pt>
              <c:pt idx="102">
                <c:v>278.1818909090909</c:v>
              </c:pt>
              <c:pt idx="103">
                <c:v>280.90915454545456</c:v>
              </c:pt>
              <c:pt idx="104">
                <c:v>283.63641818181816</c:v>
              </c:pt>
              <c:pt idx="105">
                <c:v>286.3636818181818</c:v>
              </c:pt>
              <c:pt idx="106">
                <c:v>289.0909454545455</c:v>
              </c:pt>
              <c:pt idx="107">
                <c:v>291.8182090909091</c:v>
              </c:pt>
              <c:pt idx="108">
                <c:v>294.54547272727274</c:v>
              </c:pt>
              <c:pt idx="109">
                <c:v>297.2727363636364</c:v>
              </c:pt>
              <c:pt idx="110">
                <c:v>299.99999999999994</c:v>
              </c:pt>
            </c:numLit>
          </c:xVal>
          <c:yVal>
            <c:numLit>
              <c:formatCode>0E+0</c:formatCode>
              <c:ptCount val="111"/>
              <c:pt idx="0">
                <c:v>0.00015632535556390546</c:v>
              </c:pt>
              <c:pt idx="1">
                <c:v>0.00813871658121075</c:v>
              </c:pt>
              <c:pt idx="2">
                <c:v>0.011396807100298476</c:v>
              </c:pt>
              <c:pt idx="3">
                <c:v>0.013732081575161712</c:v>
              </c:pt>
              <c:pt idx="4">
                <c:v>0.015498464249983772</c:v>
              </c:pt>
              <c:pt idx="5">
                <c:v>0.016826662749982513</c:v>
              </c:pt>
              <c:pt idx="6">
                <c:v>0.017783326408030257</c:v>
              </c:pt>
              <c:pt idx="7">
                <c:v>0.01841112306487404</c:v>
              </c:pt>
              <c:pt idx="8">
                <c:v>0.018743010828804148</c:v>
              </c:pt>
              <c:pt idx="9">
                <c:v>0.018808223479896777</c:v>
              </c:pt>
              <c:pt idx="10">
                <c:v>0.018634924757905853</c:v>
              </c:pt>
              <c:pt idx="11">
                <c:v>0.018251308681722526</c:v>
              </c:pt>
              <c:pt idx="12">
                <c:v>0.01768590049023744</c:v>
              </c:pt>
              <c:pt idx="13">
                <c:v>0.016967425498709623</c:v>
              </c:pt>
              <c:pt idx="14">
                <c:v>0.016124446950442985</c:v>
              </c:pt>
              <c:pt idx="15">
                <c:v>0.015184894344213289</c:v>
              </c:pt>
              <c:pt idx="16">
                <c:v>0.014175561163799758</c:v>
              </c:pt>
              <c:pt idx="17">
                <c:v>0.013121625364265244</c:v>
              </c:pt>
              <c:pt idx="18">
                <c:v>0.01204622871076442</c:v>
              </c:pt>
              <c:pt idx="19">
                <c:v>0.010970138227532797</c:v>
              </c:pt>
              <c:pt idx="20">
                <c:v>0.009911502834844207</c:v>
              </c:pt>
              <c:pt idx="21">
                <c:v>0.008885709951529533</c:v>
              </c:pt>
              <c:pt idx="22">
                <c:v>0.007905340095394928</c:v>
              </c:pt>
              <c:pt idx="23">
                <c:v>0.006980212194239448</c:v>
              </c:pt>
              <c:pt idx="24">
                <c:v>0.006117508362370919</c:v>
              </c:pt>
              <c:pt idx="25">
                <c:v>0.00532196423885217</c:v>
              </c:pt>
              <c:pt idx="26">
                <c:v>0.0045961095335681395</c:v>
              </c:pt>
              <c:pt idx="27">
                <c:v>0.003940543058339568</c:v>
              </c:pt>
              <c:pt idx="28">
                <c:v>0.003354227071799521</c:v>
              </c:pt>
              <c:pt idx="29">
                <c:v>0.0028347870534276183</c:v>
              </c:pt>
              <c:pt idx="30">
                <c:v>0.002378804846953004</c:v>
              </c:pt>
              <c:pt idx="31">
                <c:v>0.001982095280239061</c:v>
              </c:pt>
              <c:pt idx="32">
                <c:v>0.0016399586943974945</c:v>
              </c:pt>
              <c:pt idx="33">
                <c:v>0.0013474041380382342</c:v>
              </c:pt>
              <c:pt idx="34">
                <c:v>0.001099340170780034</c:v>
              </c:pt>
              <c:pt idx="35">
                <c:v>0.000890732173289878</c:v>
              </c:pt>
              <c:pt idx="36">
                <c:v>0.0007167267121135162</c:v>
              </c:pt>
              <c:pt idx="37">
                <c:v>0.0005727448206713157</c:v>
              </c:pt>
              <c:pt idx="38">
                <c:v>0.00045454702500709586</c:v>
              </c:pt>
              <c:pt idx="39">
                <c:v>0.0003582735789928962</c:v>
              </c:pt>
              <c:pt idx="40">
                <c:v>0.000280463710761313</c:v>
              </c:pt>
              <c:pt idx="41">
                <c:v>0.00021805776378895818</c:v>
              </c:pt>
              <c:pt idx="42">
                <c:v>0.00016838599217489946</c:v>
              </c:pt>
              <c:pt idx="43">
                <c:v>0.00012914749174678064</c:v>
              </c:pt>
              <c:pt idx="44">
                <c:v>9.838236605336128E-05</c:v>
              </c:pt>
              <c:pt idx="45">
                <c:v>7.443978353979516E-05</c:v>
              </c:pt>
              <c:pt idx="46">
                <c:v>5.594411704299837E-05</c:v>
              </c:pt>
              <c:pt idx="47">
                <c:v>4.176089939814949E-05</c:v>
              </c:pt>
              <c:pt idx="48">
                <c:v>3.096390188791458E-05</c:v>
              </c:pt>
              <c:pt idx="49">
                <c:v>2.2804260661824682E-05</c:v>
              </c:pt>
              <c:pt idx="50">
                <c:v>1.6682248802874957E-05</c:v>
              </c:pt>
              <c:pt idx="51">
                <c:v>1.2122021729250025E-05</c:v>
              </c:pt>
              <c:pt idx="52">
                <c:v>8.749450185922905E-06</c:v>
              </c:pt>
              <c:pt idx="53">
                <c:v>6.272994250450199E-06</c:v>
              </c:pt>
              <c:pt idx="54">
                <c:v>4.467457614870165E-06</c:v>
              </c:pt>
              <c:pt idx="55">
                <c:v>3.1603869107081746E-06</c:v>
              </c:pt>
              <c:pt idx="56">
                <c:v>2.220838687987182E-06</c:v>
              </c:pt>
              <c:pt idx="57">
                <c:v>1.5502197390253503E-06</c:v>
              </c:pt>
              <c:pt idx="58">
                <c:v>1.0749082781878376E-06</c:v>
              </c:pt>
              <c:pt idx="59">
                <c:v>7.403783914476135E-07</c:v>
              </c:pt>
              <c:pt idx="60">
                <c:v>5.065734393861292E-07</c:v>
              </c:pt>
              <c:pt idx="61">
                <c:v>3.44301972292128E-07</c:v>
              </c:pt>
              <c:pt idx="62">
                <c:v>2.3245933069654035E-07</c:v>
              </c:pt>
              <c:pt idx="63">
                <c:v>1.559073897450386E-07</c:v>
              </c:pt>
              <c:pt idx="64">
                <c:v>1.0387246605725012E-07</c:v>
              </c:pt>
              <c:pt idx="65">
                <c:v>6.874639127417341E-08</c:v>
              </c:pt>
              <c:pt idx="66">
                <c:v>4.51977388931091E-08</c:v>
              </c:pt>
              <c:pt idx="67">
                <c:v>2.9519051484839383E-08</c:v>
              </c:pt>
              <c:pt idx="68">
                <c:v>1.9151749452676216E-08</c:v>
              </c:pt>
              <c:pt idx="69">
                <c:v>1.2343441999826569E-08</c:v>
              </c:pt>
              <c:pt idx="70">
                <c:v>1E-08</c:v>
              </c:pt>
              <c:pt idx="71">
                <c:v>1E-08</c:v>
              </c:pt>
              <c:pt idx="72">
                <c:v>1E-08</c:v>
              </c:pt>
              <c:pt idx="73">
                <c:v>1E-08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max val="1"/>
          <c:min val="1E-08"/>
        </c:scaling>
        <c:delete val="0"/>
        <c:axPos val="l"/>
        <c:majorGridlines>
          <c:spPr>
            <a:ln xmlns:a="http://schemas.openxmlformats.org/drawingml/2006/main" w="7620">
              <a:solidFill>
                <a:srgbClr val="D7DCE0"/>
              </a:solidFill>
              <a:prstDash val="solid"/>
            </a:ln>
          </c:spPr>
        </c:majorGridlines>
        <c:numFmt formatCode="0E+0"/>
        <c:majorTickMark val="none"/>
        <c:minorTickMark val="none"/>
        <c:spPr>
          <a:ln xmlns:a="http://schemas.openxmlformats.org/drawingml/2006/main" w="7620">
            <a:solidFill>
              <a:srgbClr val="4A4A4A"/>
            </a:solidFill>
            <a:prstDash val="solid"/>
          </a:ln>
        </c:spPr>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crossAx val="48650112"/>
      </c:valAx>
      <c:valAx>
        <c:axId val="48650112"/>
        <c:scaling>
          <c:orientation val="minMax"/>
          <c:max val="300"/>
          <c:min val="0"/>
        </c:scaling>
        <c:delete val="0"/>
        <c:axPos val="b"/>
        <c:majorGridlines>
          <c:spPr>
            <a:ln xmlns:a="http://schemas.openxmlformats.org/drawingml/2006/main" w="953">
              <a:solidFill>
                <a:srgbClr val="FFFFFF"/>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333333"/>
                    </a:solidFill>
                    <a:latin typeface="Noto Sans JP"/>
                    <a:ea typeface="Noto Sans JP"/>
                    <a:cs typeface="Noto Sans JP"/>
                  </a:rPr>
                  <a:t>Electron energy, ε (eV)</a:t>
                </a:r>
              </a:p>
            </c:rich>
          </c:tx>
          <c:overlay val="0"/>
          <c:txPr>
            <a:bodyPr xmlns:a="http://schemas.openxmlformats.org/drawingml/2006/main" anchorCtr="1"/>
            <a:lstStyle xmlns:a="http://schemas.openxmlformats.org/drawingml/2006/main"/>
            <a:p xmlns:a="http://schemas.openxmlformats.org/drawingml/2006/main">
              <a:pPr>
                <a:defRPr sz="675">
                  <a:solidFill>
                    <a:srgbClr val="333333"/>
                  </a:solidFill>
                  <a:latin typeface="Noto Sans JP"/>
                  <a:ea typeface="Noto Sans JP"/>
                  <a:cs typeface="Noto Sans JP"/>
                </a:defRPr>
              </a:pPr>
            </a:p>
          </c:txPr>
        </c:title>
        <c:numFmt formatCode="0"/>
        <c:majorTickMark val="none"/>
        <c:minorTickMark val="none"/>
        <c:spPr>
          <a:ln xmlns:a="http://schemas.openxmlformats.org/drawingml/2006/main" w="7620">
            <a:solidFill>
              <a:srgbClr val="4A4A4A"/>
            </a:solidFill>
            <a:prstDash val="solid"/>
          </a:ln>
        </c:spPr>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crossAx val="48672768"/>
        <c:majorUnit val="100"/>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B8BEC3"/>
      </a:solidFill>
      <a:prstDash val="solid"/>
    </a:ln>
  </c:spPr>
</c:chartSpace>
</file>

<file path=ppt/slides/charts/chart6.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Total variation distance vs E/N</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Marker"/>
        <c:ser>
          <c:idx val="0"/>
          <c:order val="0"/>
          <c:tx>
            <c:v>MC−2T</c:v>
          </c:tx>
          <c:spPr>
            <a:ln xmlns:a="http://schemas.openxmlformats.org/drawingml/2006/main" w="23813">
              <a:solidFill>
                <a:srgbClr val="B87900"/>
              </a:solidFill>
              <a:prstDash val="solid"/>
            </a:ln>
          </c:spPr>
          <c:marker>
            <c:symbol val="circle"/>
            <c:size val="5"/>
            <c:spPr>
              <a:solidFill xmlns:a="http://schemas.openxmlformats.org/drawingml/2006/main">
                <a:srgbClr val="B87900"/>
              </a:solidFill>
            </c:spPr>
          </c:marker>
          <c:xVal>
            <c:numLit>
              <c:formatCode>General</c:formatCode>
              <c:ptCount val="13"/>
              <c:pt idx="0">
                <c:v>0</c:v>
              </c:pt>
              <c:pt idx="1">
                <c:v>0.3010299956639812</c:v>
              </c:pt>
              <c:pt idx="2">
                <c:v>0.47712125471966244</c:v>
              </c:pt>
              <c:pt idx="3">
                <c:v>0.6989700043360189</c:v>
              </c:pt>
              <c:pt idx="4">
                <c:v>1</c:v>
              </c:pt>
              <c:pt idx="5">
                <c:v>1.3010299956639813</c:v>
              </c:pt>
              <c:pt idx="6">
                <c:v>1.4771212547196624</c:v>
              </c:pt>
              <c:pt idx="7">
                <c:v>1.6989700043360187</c:v>
              </c:pt>
              <c:pt idx="8">
                <c:v>2</c:v>
              </c:pt>
              <c:pt idx="9">
                <c:v>2.4771212547196626</c:v>
              </c:pt>
              <c:pt idx="10">
                <c:v>3</c:v>
              </c:pt>
              <c:pt idx="11">
                <c:v>3.1760912590556813</c:v>
              </c:pt>
              <c:pt idx="12">
                <c:v>3.3979400086720375</c:v>
              </c:pt>
            </c:numLit>
          </c:xVal>
          <c:yVal>
            <c:numLit>
              <c:formatCode>General</c:formatCode>
              <c:ptCount val="13"/>
              <c:pt idx="0">
                <c:v>1.0923891699801611</c:v>
              </c:pt>
              <c:pt idx="1">
                <c:v>1.4923336284255069</c:v>
              </c:pt>
              <c:pt idx="2">
                <c:v>1.0832731028323002</c:v>
              </c:pt>
              <c:pt idx="3">
                <c:v>0.6396028093352093</c:v>
              </c:pt>
              <c:pt idx="4">
                <c:v>0.47203241490027914</c:v>
              </c:pt>
              <c:pt idx="5">
                <c:v>0.3531246382100309</c:v>
              </c:pt>
              <c:pt idx="6">
                <c:v>0.3213762978263046</c:v>
              </c:pt>
              <c:pt idx="7">
                <c:v>0.30049719560364924</c:v>
              </c:pt>
              <c:pt idx="8">
                <c:v>0.3403891833211323</c:v>
              </c:pt>
              <c:pt idx="9">
                <c:v>0.6328299487023001</c:v>
              </c:pt>
              <c:pt idx="10">
                <c:v>1.6810015557976135</c:v>
              </c:pt>
              <c:pt idx="11">
                <c:v>2.5822815639463457</c:v>
              </c:pt>
              <c:pt idx="12">
                <c:v>3.8120681142836608</c:v>
              </c:pt>
            </c:numLit>
          </c:yVal>
        </c:ser>
        <c:ser>
          <c:idx val="1"/>
          <c:order val="1"/>
          <c:tx>
            <c:v>Prop−2T</c:v>
          </c:tx>
          <c:spPr>
            <a:ln xmlns:a="http://schemas.openxmlformats.org/drawingml/2006/main" w="23813">
              <a:solidFill>
                <a:srgbClr val="72B51F"/>
              </a:solidFill>
              <a:prstDash val="solid"/>
            </a:ln>
          </c:spPr>
          <c:marker>
            <c:symbol val="circle"/>
            <c:size val="5"/>
            <c:spPr>
              <a:solidFill xmlns:a="http://schemas.openxmlformats.org/drawingml/2006/main">
                <a:srgbClr val="72B51F"/>
              </a:solidFill>
            </c:spPr>
          </c:marker>
          <c:xVal>
            <c:numLit>
              <c:formatCode>General</c:formatCode>
              <c:ptCount val="13"/>
              <c:pt idx="0">
                <c:v>0</c:v>
              </c:pt>
              <c:pt idx="1">
                <c:v>0.3010299956639812</c:v>
              </c:pt>
              <c:pt idx="2">
                <c:v>0.47712125471966244</c:v>
              </c:pt>
              <c:pt idx="3">
                <c:v>0.6989700043360189</c:v>
              </c:pt>
              <c:pt idx="4">
                <c:v>1</c:v>
              </c:pt>
              <c:pt idx="5">
                <c:v>1.3010299956639813</c:v>
              </c:pt>
              <c:pt idx="6">
                <c:v>1.4771212547196624</c:v>
              </c:pt>
              <c:pt idx="7">
                <c:v>1.6989700043360187</c:v>
              </c:pt>
              <c:pt idx="8">
                <c:v>2</c:v>
              </c:pt>
              <c:pt idx="9">
                <c:v>2.4771212547196626</c:v>
              </c:pt>
              <c:pt idx="10">
                <c:v>3</c:v>
              </c:pt>
              <c:pt idx="11">
                <c:v>3.1760912590556813</c:v>
              </c:pt>
              <c:pt idx="12">
                <c:v>3.3979400086720375</c:v>
              </c:pt>
            </c:numLit>
          </c:xVal>
          <c:yVal>
            <c:numLit>
              <c:formatCode>General</c:formatCode>
              <c:ptCount val="13"/>
              <c:pt idx="0">
                <c:v>0.7122624913601868</c:v>
              </c:pt>
              <c:pt idx="1">
                <c:v>0.7010047949077761</c:v>
              </c:pt>
              <c:pt idx="2">
                <c:v>0.6687035797281734</c:v>
              </c:pt>
              <c:pt idx="3">
                <c:v>0.5209397244725444</c:v>
              </c:pt>
              <c:pt idx="4">
                <c:v>0.3980914062023626</c:v>
              </c:pt>
              <c:pt idx="5">
                <c:v>0.3523279617549641</c:v>
              </c:pt>
              <c:pt idx="6">
                <c:v>0.3527484144051792</c:v>
              </c:pt>
              <c:pt idx="7">
                <c:v>0.36680496198604157</c:v>
              </c:pt>
              <c:pt idx="8">
                <c:v>0.4367173323195156</c:v>
              </c:pt>
              <c:pt idx="9">
                <c:v>0.7475762367365317</c:v>
              </c:pt>
              <c:pt idx="10">
                <c:v>1.7970019175295966</c:v>
              </c:pt>
              <c:pt idx="11">
                <c:v>2.69928884003993</c:v>
              </c:pt>
              <c:pt idx="12">
                <c:v>3.9424578361433316</c:v>
              </c:pt>
            </c:numLit>
          </c:yVal>
        </c:ser>
        <c:ser>
          <c:idx val="2"/>
          <c:order val="2"/>
          <c:tx>
            <c:v>MC−Prop</c:v>
          </c:tx>
          <c:spPr>
            <a:ln xmlns:a="http://schemas.openxmlformats.org/drawingml/2006/main" w="23813">
              <a:solidFill>
                <a:srgbClr val="8233A6"/>
              </a:solidFill>
              <a:prstDash val="solid"/>
            </a:ln>
          </c:spPr>
          <c:marker>
            <c:symbol val="circle"/>
            <c:size val="5"/>
            <c:spPr>
              <a:solidFill xmlns:a="http://schemas.openxmlformats.org/drawingml/2006/main">
                <a:srgbClr val="8233A6"/>
              </a:solidFill>
            </c:spPr>
          </c:marker>
          <c:xVal>
            <c:numLit>
              <c:formatCode>General</c:formatCode>
              <c:ptCount val="13"/>
              <c:pt idx="0">
                <c:v>0</c:v>
              </c:pt>
              <c:pt idx="1">
                <c:v>0.3010299956639812</c:v>
              </c:pt>
              <c:pt idx="2">
                <c:v>0.47712125471966244</c:v>
              </c:pt>
              <c:pt idx="3">
                <c:v>0.6989700043360189</c:v>
              </c:pt>
              <c:pt idx="4">
                <c:v>1</c:v>
              </c:pt>
              <c:pt idx="5">
                <c:v>1.3010299956639813</c:v>
              </c:pt>
              <c:pt idx="6">
                <c:v>1.4771212547196624</c:v>
              </c:pt>
              <c:pt idx="7">
                <c:v>1.6989700043360187</c:v>
              </c:pt>
              <c:pt idx="8">
                <c:v>2</c:v>
              </c:pt>
              <c:pt idx="9">
                <c:v>2.4771212547196626</c:v>
              </c:pt>
              <c:pt idx="10">
                <c:v>3</c:v>
              </c:pt>
              <c:pt idx="11">
                <c:v>3.1760912590556813</c:v>
              </c:pt>
              <c:pt idx="12">
                <c:v>3.3979400086720375</c:v>
              </c:pt>
            </c:numLit>
          </c:xVal>
          <c:yVal>
            <c:numLit>
              <c:formatCode>General</c:formatCode>
              <c:ptCount val="13"/>
              <c:pt idx="0">
                <c:v>1.3804929560993302</c:v>
              </c:pt>
              <c:pt idx="1">
                <c:v>1.8649282005736245</c:v>
              </c:pt>
              <c:pt idx="2">
                <c:v>1.3560368782718335</c:v>
              </c:pt>
              <c:pt idx="3">
                <c:v>0.6450895128188424</c:v>
              </c:pt>
              <c:pt idx="4">
                <c:v>0.6044665243956545</c:v>
              </c:pt>
              <c:pt idx="5">
                <c:v>0.4585059595019256</c:v>
              </c:pt>
              <c:pt idx="6">
                <c:v>0.44871743642787043</c:v>
              </c:pt>
              <c:pt idx="7">
                <c:v>0.43937577253626336</c:v>
              </c:pt>
              <c:pt idx="8">
                <c:v>0.40580055027413103</c:v>
              </c:pt>
              <c:pt idx="9">
                <c:v>0.3979995521957377</c:v>
              </c:pt>
              <c:pt idx="10">
                <c:v>0.5348242739730318</c:v>
              </c:pt>
              <c:pt idx="11">
                <c:v>0.6488893944725762</c:v>
              </c:pt>
              <c:pt idx="12">
                <c:v>0.8358369724525992</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4.5"/>
          <c:min val="0"/>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TV [%]</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3.5"/>
          <c:min val="0"/>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log₁₀(E/N [Td])</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7.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平均エネルギー</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lineChart>
        <c:grouping val="standard"/>
        <c:varyColors val="0"/>
        <c:ser>
          <c:idx val="0"/>
          <c:order val="0"/>
          <c:tx>
            <c:v>two-term</c:v>
          </c:tx>
          <c:spPr>
            <a:ln xmlns:a="http://schemas.openxmlformats.org/drawingml/2006/main" w="21908">
              <a:solidFill>
                <a:srgbClr val="007FAE"/>
              </a:solidFill>
              <a:prstDash val="solid"/>
            </a:ln>
          </c:spPr>
          <c:marker>
            <c:symbol val="circle"/>
            <c:size val="5"/>
            <c:spPr>
              <a:solidFill xmlns:a="http://schemas.openxmlformats.org/drawingml/2006/main">
                <a:srgbClr val="007FAE"/>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2.4579916793059398</c:v>
              </c:pt>
              <c:pt idx="1">
                <c:v>3.4617256467505926</c:v>
              </c:pt>
              <c:pt idx="2">
                <c:v>4.193394225239604</c:v>
              </c:pt>
              <c:pt idx="3">
                <c:v>5.008265408121096</c:v>
              </c:pt>
              <c:pt idx="4">
                <c:v>5.358550935524673</c:v>
              </c:pt>
              <c:pt idx="5">
                <c:v>5.632435038937293</c:v>
              </c:pt>
              <c:pt idx="6">
                <c:v>5.863951400219194</c:v>
              </c:pt>
              <c:pt idx="7">
                <c:v>6.246595556435975</c:v>
              </c:pt>
              <c:pt idx="8">
                <c:v>6.931402805626483</c:v>
              </c:pt>
              <c:pt idx="9">
                <c:v>8.72991350137426</c:v>
              </c:pt>
              <c:pt idx="10">
                <c:v>15.165989255171228</c:v>
              </c:pt>
              <c:pt idx="11">
                <c:v>20.949406715487978</c:v>
              </c:pt>
              <c:pt idx="12">
                <c:v>34.75551448891775</c:v>
              </c:pt>
            </c:numLit>
          </c:val>
        </c:ser>
        <c:ser>
          <c:idx val="1"/>
          <c:order val="1"/>
          <c:tx>
            <c:v>Monte Carlo</c:v>
          </c:tx>
          <c:spPr>
            <a:ln xmlns:a="http://schemas.openxmlformats.org/drawingml/2006/main" w="21908">
              <a:solidFill>
                <a:srgbClr val="B87900"/>
              </a:solidFill>
              <a:prstDash val="dash"/>
            </a:ln>
          </c:spPr>
          <c:marker>
            <c:symbol val="diamond"/>
            <c:size val="5"/>
            <c:spPr>
              <a:solidFill xmlns:a="http://schemas.openxmlformats.org/drawingml/2006/main">
                <a:srgbClr val="B87900"/>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2.466860884853499</c:v>
              </c:pt>
              <c:pt idx="1">
                <c:v>3.4337460128376827</c:v>
              </c:pt>
              <c:pt idx="2">
                <c:v>4.181292128620431</c:v>
              </c:pt>
              <c:pt idx="3">
                <c:v>4.984724745596666</c:v>
              </c:pt>
              <c:pt idx="4">
                <c:v>5.355535174499036</c:v>
              </c:pt>
              <c:pt idx="5">
                <c:v>5.625989457784442</c:v>
              </c:pt>
              <c:pt idx="6">
                <c:v>5.863826477600385</c:v>
              </c:pt>
              <c:pt idx="7">
                <c:v>6.242692497634181</c:v>
              </c:pt>
              <c:pt idx="8">
                <c:v>6.919922603384709</c:v>
              </c:pt>
              <c:pt idx="9">
                <c:v>8.68308212929787</c:v>
              </c:pt>
              <c:pt idx="10">
                <c:v>15.194284391614124</c:v>
              </c:pt>
              <c:pt idx="11">
                <c:v>21.204430574900137</c:v>
              </c:pt>
              <c:pt idx="12">
                <c:v>35.792332541566836</c:v>
              </c:pt>
            </c:numLit>
          </c:val>
        </c:ser>
        <c:ser>
          <c:idx val="2"/>
          <c:order val="2"/>
          <c:tx>
            <c:v>propagator P1</c:v>
          </c:tx>
          <c:spPr>
            <a:ln xmlns:a="http://schemas.openxmlformats.org/drawingml/2006/main" w="21908">
              <a:solidFill>
                <a:srgbClr val="72B51F"/>
              </a:solidFill>
              <a:prstDash val="solid"/>
            </a:ln>
          </c:spPr>
          <c:marker>
            <c:symbol val="square"/>
            <c:size val="5"/>
            <c:spPr>
              <a:solidFill xmlns:a="http://schemas.openxmlformats.org/drawingml/2006/main">
                <a:srgbClr val="72B51F"/>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2.4745259390372283</c:v>
              </c:pt>
              <c:pt idx="1">
                <c:v>3.4863710258232827</c:v>
              </c:pt>
              <c:pt idx="2">
                <c:v>4.219953371417946</c:v>
              </c:pt>
              <c:pt idx="3">
                <c:v>4.997175208095605</c:v>
              </c:pt>
              <c:pt idx="4">
                <c:v>5.347042934960033</c:v>
              </c:pt>
              <c:pt idx="5">
                <c:v>5.625979383175572</c:v>
              </c:pt>
              <c:pt idx="6">
                <c:v>5.857680681046829</c:v>
              </c:pt>
              <c:pt idx="7">
                <c:v>6.238092280968308</c:v>
              </c:pt>
              <c:pt idx="8">
                <c:v>6.9135313482861225</c:v>
              </c:pt>
              <c:pt idx="9">
                <c:v>8.670523004444103</c:v>
              </c:pt>
              <c:pt idx="10">
                <c:v>15.119248980259659</c:v>
              </c:pt>
              <c:pt idx="11">
                <c:v>21.057419384856203</c:v>
              </c:pt>
              <c:pt idx="12">
                <c:v>35.45146815872865</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E/N [Td]</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72768"/>
      </c:catAx>
      <c:valAx>
        <c:axId val="48672768"/>
        <c:scaling>
          <c:orientation val="minMax"/>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⟨ε⟩ [eV]</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a:ln xmlns:a="http://schemas.openxmlformats.org/drawingml/2006/main" w="9525">
          <a:solidFill>
            <a:srgbClr val="D5D5D5"/>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8.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フラックス・ドリフト速度</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lineChart>
        <c:grouping val="standard"/>
        <c:varyColors val="0"/>
        <c:ser>
          <c:idx val="0"/>
          <c:order val="0"/>
          <c:tx>
            <c:v>two-term</c:v>
          </c:tx>
          <c:spPr>
            <a:ln xmlns:a="http://schemas.openxmlformats.org/drawingml/2006/main" w="21908">
              <a:solidFill>
                <a:srgbClr val="007FAE"/>
              </a:solidFill>
              <a:prstDash val="solid"/>
            </a:ln>
          </c:spPr>
          <c:marker>
            <c:symbol val="circle"/>
            <c:size val="5"/>
            <c:spPr>
              <a:solidFill xmlns:a="http://schemas.openxmlformats.org/drawingml/2006/main">
                <a:srgbClr val="007FAE"/>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0.03020272561209371</c:v>
              </c:pt>
              <c:pt idx="1">
                <c:v>0.03586323929618463</c:v>
              </c:pt>
              <c:pt idx="2">
                <c:v>0.03941345348639333</c:v>
              </c:pt>
              <c:pt idx="3">
                <c:v>0.05205681680309569</c:v>
              </c:pt>
              <c:pt idx="4">
                <c:v>0.10632168348532485</c:v>
              </c:pt>
              <c:pt idx="5">
                <c:v>0.20245000616921247</c:v>
              </c:pt>
              <c:pt idx="6">
                <c:v>0.2868068968666396</c:v>
              </c:pt>
              <c:pt idx="7">
                <c:v>0.44178346356512743</c:v>
              </c:pt>
              <c:pt idx="8">
                <c:v>0.8059205876310401</c:v>
              </c:pt>
              <c:pt idx="9">
                <c:v>2.131112147172422</c:v>
              </c:pt>
              <c:pt idx="10">
                <c:v>5.996860276481298</c:v>
              </c:pt>
              <c:pt idx="11">
                <c:v>8.389561579998805</c:v>
              </c:pt>
              <c:pt idx="12">
                <c:v>12.573694660217443</c:v>
              </c:pt>
            </c:numLit>
          </c:val>
        </c:ser>
        <c:ser>
          <c:idx val="1"/>
          <c:order val="1"/>
          <c:tx>
            <c:v>Monte Carlo</c:v>
          </c:tx>
          <c:spPr>
            <a:ln xmlns:a="http://schemas.openxmlformats.org/drawingml/2006/main" w="21908">
              <a:solidFill>
                <a:srgbClr val="B87900"/>
              </a:solidFill>
              <a:prstDash val="dash"/>
            </a:ln>
          </c:spPr>
          <c:marker>
            <c:symbol val="diamond"/>
            <c:size val="5"/>
            <c:spPr>
              <a:solidFill xmlns:a="http://schemas.openxmlformats.org/drawingml/2006/main">
                <a:srgbClr val="B87900"/>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0.030670538957092014</c:v>
              </c:pt>
              <c:pt idx="1">
                <c:v>0.036431443432756484</c:v>
              </c:pt>
              <c:pt idx="2">
                <c:v>0.03788072120474807</c:v>
              </c:pt>
              <c:pt idx="3">
                <c:v>0.05195072383448198</c:v>
              </c:pt>
              <c:pt idx="4">
                <c:v>0.1068575197965446</c:v>
              </c:pt>
              <c:pt idx="5">
                <c:v>0.20164937067035674</c:v>
              </c:pt>
              <c:pt idx="6">
                <c:v>0.2878648141482054</c:v>
              </c:pt>
              <c:pt idx="7">
                <c:v>0.4419489756092272</c:v>
              </c:pt>
              <c:pt idx="8">
                <c:v>0.803677553435372</c:v>
              </c:pt>
              <c:pt idx="9">
                <c:v>2.120875898395129</c:v>
              </c:pt>
              <c:pt idx="10">
                <c:v>5.967585009405545</c:v>
              </c:pt>
              <c:pt idx="11">
                <c:v>8.352090075184773</c:v>
              </c:pt>
              <c:pt idx="12">
                <c:v>12.54012652580903</c:v>
              </c:pt>
            </c:numLit>
          </c:val>
        </c:ser>
        <c:ser>
          <c:idx val="2"/>
          <c:order val="2"/>
          <c:tx>
            <c:v>propagator P1</c:v>
          </c:tx>
          <c:spPr>
            <a:ln xmlns:a="http://schemas.openxmlformats.org/drawingml/2006/main" w="21908">
              <a:solidFill>
                <a:srgbClr val="72B51F"/>
              </a:solidFill>
              <a:prstDash val="solid"/>
            </a:ln>
          </c:spPr>
          <c:marker>
            <c:symbol val="square"/>
            <c:size val="5"/>
            <c:spPr>
              <a:solidFill xmlns:a="http://schemas.openxmlformats.org/drawingml/2006/main">
                <a:srgbClr val="72B51F"/>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0.02998718897542889</c:v>
              </c:pt>
              <c:pt idx="1">
                <c:v>0.03556701172574327</c:v>
              </c:pt>
              <c:pt idx="2">
                <c:v>0.0391799920773725</c:v>
              </c:pt>
              <c:pt idx="3">
                <c:v>0.05271138971455015</c:v>
              </c:pt>
              <c:pt idx="4">
                <c:v>0.10670839365816749</c:v>
              </c:pt>
              <c:pt idx="5">
                <c:v>0.2023843175539143</c:v>
              </c:pt>
              <c:pt idx="6">
                <c:v>0.2864614389530476</c:v>
              </c:pt>
              <c:pt idx="7">
                <c:v>0.44089212563147334</c:v>
              </c:pt>
              <c:pt idx="8">
                <c:v>0.8027963099486843</c:v>
              </c:pt>
              <c:pt idx="9">
                <c:v>2.1082314290070845</c:v>
              </c:pt>
              <c:pt idx="10">
                <c:v>5.897768072394405</c:v>
              </c:pt>
              <c:pt idx="11">
                <c:v>8.240654548478187</c:v>
              </c:pt>
              <c:pt idx="12">
                <c:v>12.353177762791177</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E/N [Td]</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72768"/>
      </c:catAx>
      <c:valAx>
        <c:axId val="48672768"/>
        <c:scaling>
          <c:orientation val="minMax"/>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W [10⁵ m/s]</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a:ln xmlns:a="http://schemas.openxmlformats.org/drawingml/2006/main" w="9525">
          <a:solidFill>
            <a:srgbClr val="D5D5D5"/>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9.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Ar励起閾値 11.5 eV</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lineChart>
        <c:grouping val="standard"/>
        <c:varyColors val="0"/>
        <c:ser>
          <c:idx val="0"/>
          <c:order val="0"/>
          <c:tx>
            <c:v>two-term</c:v>
          </c:tx>
          <c:spPr>
            <a:ln xmlns:a="http://schemas.openxmlformats.org/drawingml/2006/main" w="21908">
              <a:solidFill>
                <a:srgbClr val="007FAE"/>
              </a:solidFill>
              <a:prstDash val="solid"/>
            </a:ln>
          </c:spPr>
          <c:marker>
            <c:symbol val="circle"/>
            <c:size val="5"/>
            <c:spPr>
              <a:solidFill xmlns:a="http://schemas.openxmlformats.org/drawingml/2006/main">
                <a:srgbClr val="007FAE"/>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-29.05756389656741</c:v>
              </c:pt>
              <c:pt idx="1">
                <c:v>-24.26158682530085</c:v>
              </c:pt>
              <c:pt idx="2">
                <c:v>-20.311095797149875</c:v>
              </c:pt>
              <c:pt idx="3">
                <c:v>-18.20424918237402</c:v>
              </c:pt>
              <c:pt idx="4">
                <c:v>-17.139722229436735</c:v>
              </c:pt>
              <c:pt idx="5">
                <c:v>-16.48295474685179</c:v>
              </c:pt>
              <c:pt idx="6">
                <c:v>-16.14687734251924</c:v>
              </c:pt>
              <c:pt idx="7">
                <c:v>-15.755730364538307</c:v>
              </c:pt>
              <c:pt idx="8">
                <c:v>-15.277108032172249</c:v>
              </c:pt>
              <c:pt idx="9">
                <c:v>-14.580970986923166</c:v>
              </c:pt>
              <c:pt idx="10">
                <c:v>-13.892886953185396</c:v>
              </c:pt>
              <c:pt idx="11">
                <c:v>-13.710137121846751</c:v>
              </c:pt>
              <c:pt idx="12">
                <c:v>-13.539874984002354</c:v>
              </c:pt>
            </c:numLit>
          </c:val>
        </c:ser>
        <c:ser>
          <c:idx val="1"/>
          <c:order val="1"/>
          <c:tx>
            <c:v>Monte Carlo</c:v>
          </c:tx>
          <c:spPr>
            <a:ln xmlns:a="http://schemas.openxmlformats.org/drawingml/2006/main" w="21908">
              <a:solidFill>
                <a:srgbClr val="B87900"/>
              </a:solidFill>
              <a:prstDash val="dash"/>
            </a:ln>
          </c:spPr>
          <c:marker>
            <c:symbol val="diamond"/>
            <c:size val="5"/>
            <c:spPr>
              <a:solidFill xmlns:a="http://schemas.openxmlformats.org/drawingml/2006/main">
                <a:srgbClr val="B87900"/>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-40</c:v>
              </c:pt>
              <c:pt idx="1">
                <c:v>-25.79107059824155</c:v>
              </c:pt>
              <c:pt idx="2">
                <c:v>-20.704052282467146</c:v>
              </c:pt>
              <c:pt idx="3">
                <c:v>-18.22216051638653</c:v>
              </c:pt>
              <c:pt idx="4">
                <c:v>-17.150169484444742</c:v>
              </c:pt>
              <c:pt idx="5">
                <c:v>-16.483536573507447</c:v>
              </c:pt>
              <c:pt idx="6">
                <c:v>-16.146078054610204</c:v>
              </c:pt>
              <c:pt idx="7">
                <c:v>-15.757294963801796</c:v>
              </c:pt>
              <c:pt idx="8">
                <c:v>-15.279235390100038</c:v>
              </c:pt>
              <c:pt idx="9">
                <c:v>-14.586164975301575</c:v>
              </c:pt>
              <c:pt idx="10">
                <c:v>-13.905168791070906</c:v>
              </c:pt>
              <c:pt idx="11">
                <c:v>-13.725451124138164</c:v>
              </c:pt>
              <c:pt idx="12">
                <c:v>-13.557133705952488</c:v>
              </c:pt>
            </c:numLit>
          </c:val>
        </c:ser>
        <c:ser>
          <c:idx val="2"/>
          <c:order val="2"/>
          <c:tx>
            <c:v>propagator P1</c:v>
          </c:tx>
          <c:spPr>
            <a:ln xmlns:a="http://schemas.openxmlformats.org/drawingml/2006/main" w="21908">
              <a:solidFill>
                <a:srgbClr val="72B51F"/>
              </a:solidFill>
              <a:prstDash val="solid"/>
            </a:ln>
          </c:spPr>
          <c:marker>
            <c:symbol val="square"/>
            <c:size val="5"/>
            <c:spPr>
              <a:solidFill xmlns:a="http://schemas.openxmlformats.org/drawingml/2006/main">
                <a:srgbClr val="72B51F"/>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-34.37145221443571</c:v>
              </c:pt>
              <c:pt idx="1">
                <c:v>-23.033077215064523</c:v>
              </c:pt>
              <c:pt idx="2">
                <c:v>-19.96185047659293</c:v>
              </c:pt>
              <c:pt idx="3">
                <c:v>-18.14821463941765</c:v>
              </c:pt>
              <c:pt idx="4">
                <c:v>-17.13306542872919</c:v>
              </c:pt>
              <c:pt idx="5">
                <c:v>-16.48191708656549</c:v>
              </c:pt>
              <c:pt idx="6">
                <c:v>-16.146983194870305</c:v>
              </c:pt>
              <c:pt idx="7">
                <c:v>-15.756912579149276</c:v>
              </c:pt>
              <c:pt idx="8">
                <c:v>-15.279677007177709</c:v>
              </c:pt>
              <c:pt idx="9">
                <c:v>-14.587866940562103</c:v>
              </c:pt>
              <c:pt idx="10">
                <c:v>-13.90837716213176</c:v>
              </c:pt>
              <c:pt idx="11">
                <c:v>-13.728404561158268</c:v>
              </c:pt>
              <c:pt idx="12">
                <c:v>-13.559487941709044</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E/N [Td]</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72768"/>
      </c:catAx>
      <c:valAx>
        <c:axId val="48672768"/>
        <c:scaling>
          <c:orientation val="minMax"/>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k [m³/s]</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a:ln xmlns:a="http://schemas.openxmlformats.org/drawingml/2006/main" w="9525">
          <a:solidFill>
            <a:srgbClr val="D5D5D5"/>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10.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Ar電離閾値 15.8 eV</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lineChart>
        <c:grouping val="standard"/>
        <c:varyColors val="0"/>
        <c:ser>
          <c:idx val="0"/>
          <c:order val="0"/>
          <c:tx>
            <c:v>two-term</c:v>
          </c:tx>
          <c:spPr>
            <a:ln xmlns:a="http://schemas.openxmlformats.org/drawingml/2006/main" w="21908">
              <a:solidFill>
                <a:srgbClr val="007FAE"/>
              </a:solidFill>
              <a:prstDash val="solid"/>
            </a:ln>
          </c:spPr>
          <c:marker>
            <c:symbol val="circle"/>
            <c:size val="5"/>
            <c:spPr>
              <a:solidFill xmlns:a="http://schemas.openxmlformats.org/drawingml/2006/main">
                <a:srgbClr val="007FAE"/>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-28.895356092705867</c:v>
              </c:pt>
              <c:pt idx="1">
                <c:v>-28.908544561102964</c:v>
              </c:pt>
              <c:pt idx="2">
                <c:v>-29.04148669096494</c:v>
              </c:pt>
              <c:pt idx="3">
                <c:v>-28.35428750915649</c:v>
              </c:pt>
              <c:pt idx="4">
                <c:v>-22.57948749144872</c:v>
              </c:pt>
              <c:pt idx="5">
                <c:v>-19.43439500211997</c:v>
              </c:pt>
              <c:pt idx="6">
                <c:v>-18.247156407257446</c:v>
              </c:pt>
              <c:pt idx="7">
                <c:v>-17.141834454953447</c:v>
              </c:pt>
              <c:pt idx="8">
                <c:v>-16.06739378288982</c:v>
              </c:pt>
              <c:pt idx="9">
                <c:v>-14.862023112876138</c:v>
              </c:pt>
              <c:pt idx="10">
                <c:v>-13.835376953562381</c:v>
              </c:pt>
              <c:pt idx="11">
                <c:v>-13.550750233375442</c:v>
              </c:pt>
              <c:pt idx="12">
                <c:v>-13.255071963942669</c:v>
              </c:pt>
            </c:numLit>
          </c:val>
        </c:ser>
        <c:ser>
          <c:idx val="1"/>
          <c:order val="1"/>
          <c:tx>
            <c:v>Monte Carlo</c:v>
          </c:tx>
          <c:spPr>
            <a:ln xmlns:a="http://schemas.openxmlformats.org/drawingml/2006/main" w="21908">
              <a:solidFill>
                <a:srgbClr val="B87900"/>
              </a:solidFill>
              <a:prstDash val="dash"/>
            </a:ln>
          </c:spPr>
          <c:marker>
            <c:symbol val="diamond"/>
            <c:size val="5"/>
            <c:spPr>
              <a:solidFill xmlns:a="http://schemas.openxmlformats.org/drawingml/2006/main">
                <a:srgbClr val="B87900"/>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-40</c:v>
              </c:pt>
              <c:pt idx="1">
                <c:v>-40</c:v>
              </c:pt>
              <c:pt idx="2">
                <c:v>-40</c:v>
              </c:pt>
              <c:pt idx="3">
                <c:v>-32.04999659779915</c:v>
              </c:pt>
              <c:pt idx="4">
                <c:v>-23.908972789658016</c:v>
              </c:pt>
              <c:pt idx="5">
                <c:v>-19.416462710008158</c:v>
              </c:pt>
              <c:pt idx="6">
                <c:v>-18.230030862399857</c:v>
              </c:pt>
              <c:pt idx="7">
                <c:v>-17.131108209658183</c:v>
              </c:pt>
              <c:pt idx="8">
                <c:v>-16.066339402211522</c:v>
              </c:pt>
              <c:pt idx="9">
                <c:v>-14.860967414277681</c:v>
              </c:pt>
              <c:pt idx="10">
                <c:v>-13.834607411067504</c:v>
              </c:pt>
              <c:pt idx="11">
                <c:v>-13.552837387993678</c:v>
              </c:pt>
              <c:pt idx="12">
                <c:v>-13.262706646301577</c:v>
              </c:pt>
            </c:numLit>
          </c:val>
        </c:ser>
        <c:ser>
          <c:idx val="2"/>
          <c:order val="2"/>
          <c:tx>
            <c:v>propagator P1</c:v>
          </c:tx>
          <c:spPr>
            <a:ln xmlns:a="http://schemas.openxmlformats.org/drawingml/2006/main" w="21908">
              <a:solidFill>
                <a:srgbClr val="72B51F"/>
              </a:solidFill>
              <a:prstDash val="solid"/>
            </a:ln>
          </c:spPr>
          <c:marker>
            <c:symbol val="square"/>
            <c:size val="5"/>
            <c:spPr>
              <a:solidFill xmlns:a="http://schemas.openxmlformats.org/drawingml/2006/main">
                <a:srgbClr val="72B51F"/>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-40</c:v>
              </c:pt>
              <c:pt idx="1">
                <c:v>-40</c:v>
              </c:pt>
              <c:pt idx="2">
                <c:v>-36.50378644956001</c:v>
              </c:pt>
              <c:pt idx="3">
                <c:v>-28.311641498818002</c:v>
              </c:pt>
              <c:pt idx="4">
                <c:v>-22.493593322215904</c:v>
              </c:pt>
              <c:pt idx="5">
                <c:v>-19.40547356332827</c:v>
              </c:pt>
              <c:pt idx="6">
                <c:v>-18.23106088230288</c:v>
              </c:pt>
              <c:pt idx="7">
                <c:v>-17.13413283857001</c:v>
              </c:pt>
              <c:pt idx="8">
                <c:v>-16.06528719917819</c:v>
              </c:pt>
              <c:pt idx="9">
                <c:v>-14.863477892935862</c:v>
              </c:pt>
              <c:pt idx="10">
                <c:v>-13.83915405267146</c:v>
              </c:pt>
              <c:pt idx="11">
                <c:v>-13.557356283180637</c:v>
              </c:pt>
              <c:pt idx="12">
                <c:v>-13.26686318029629</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E/N [Td]</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72768"/>
      </c:catAx>
      <c:valAx>
        <c:axId val="48672768"/>
        <c:scaling>
          <c:orientation val="minMax"/>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k [m³/s]</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a:ln xmlns:a="http://schemas.openxmlformats.org/drawingml/2006/main" w="9525">
          <a:solidFill>
            <a:srgbClr val="D5D5D5"/>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1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333333"/>
                </a:solidFill>
                <a:latin typeface="Noto Sans JP"/>
                <a:ea typeface="Noto Sans JP"/>
                <a:cs typeface="Noto Sans JP"/>
              </a:rPr>
              <a:t>E/N = 1 Td</a:t>
            </a:r>
          </a:p>
        </c:rich>
      </c:tx>
      <c:overlay val="0"/>
      <c:txPr>
        <a:bodyPr xmlns:a="http://schemas.openxmlformats.org/drawingml/2006/main" anchorCtr="1"/>
        <a:lstStyle xmlns:a="http://schemas.openxmlformats.org/drawingml/2006/main"/>
        <a:p xmlns:a="http://schemas.openxmlformats.org/drawingml/2006/main">
          <a:pPr>
            <a:defRPr sz="1050" b="1">
              <a:solidFill>
                <a:srgbClr val="333333"/>
              </a:solidFill>
              <a:latin typeface="Noto Sans JP"/>
              <a:ea typeface="Noto Sans JP"/>
              <a:cs typeface="Noto Sans JP"/>
            </a:defRPr>
          </a:pPr>
        </a:p>
      </c:txPr>
    </c:title>
    <c:plotArea>
      <c:scatterChart>
        <c:scatterStyle val="line"/>
        <c:ser>
          <c:idx val="0"/>
          <c:order val="0"/>
          <c:tx>
            <c:v>Two-term Swarm</c:v>
          </c:tx>
          <c:spPr>
            <a:ln xmlns:a="http://schemas.openxmlformats.org/drawingml/2006/main" w="22860">
              <a:solidFill>
                <a:srgbClr val="3B67B0"/>
              </a:solidFill>
              <a:prstDash val="solid"/>
            </a:ln>
          </c:spPr>
          <c:marker>
            <c:symbol val="none"/>
          </c:marker>
          <c:xVal>
            <c:numLit>
              <c:formatCode>General</c:formatCode>
              <c:ptCount val="111"/>
              <c:pt idx="0">
                <c:v>0.001</c:v>
              </c:pt>
              <c:pt idx="1">
                <c:v>0.07371818181818182</c:v>
              </c:pt>
              <c:pt idx="2">
                <c:v>0.14643636363636364</c:v>
              </c:pt>
              <c:pt idx="3">
                <c:v>0.21915454545454546</c:v>
              </c:pt>
              <c:pt idx="4">
                <c:v>0.2918727272727273</c:v>
              </c:pt>
              <c:pt idx="5">
                <c:v>0.3645909090909091</c:v>
              </c:pt>
              <c:pt idx="6">
                <c:v>0.4373090909090909</c:v>
              </c:pt>
              <c:pt idx="7">
                <c:v>0.5100272727272727</c:v>
              </c:pt>
              <c:pt idx="8">
                <c:v>0.5827454545454546</c:v>
              </c:pt>
              <c:pt idx="9">
                <c:v>0.6554636363636364</c:v>
              </c:pt>
              <c:pt idx="10">
                <c:v>0.7281818181818182</c:v>
              </c:pt>
              <c:pt idx="11">
                <c:v>0.8009</c:v>
              </c:pt>
              <c:pt idx="12">
                <c:v>0.8736181818181818</c:v>
              </c:pt>
              <c:pt idx="13">
                <c:v>0.9463363636363636</c:v>
              </c:pt>
              <c:pt idx="14">
                <c:v>1.0190545454545452</c:v>
              </c:pt>
              <c:pt idx="15">
                <c:v>1.0917727272727271</c:v>
              </c:pt>
              <c:pt idx="16">
                <c:v>1.164490909090909</c:v>
              </c:pt>
              <c:pt idx="17">
                <c:v>1.237209090909091</c:v>
              </c:pt>
              <c:pt idx="18">
                <c:v>1.3099272727272726</c:v>
              </c:pt>
              <c:pt idx="19">
                <c:v>1.3826454545454543</c:v>
              </c:pt>
              <c:pt idx="20">
                <c:v>1.4553636363636362</c:v>
              </c:pt>
              <c:pt idx="21">
                <c:v>1.5280818181818179</c:v>
              </c:pt>
              <c:pt idx="22">
                <c:v>1.6007999999999998</c:v>
              </c:pt>
              <c:pt idx="23">
                <c:v>1.6735181818181817</c:v>
              </c:pt>
              <c:pt idx="24">
                <c:v>1.7462363636363636</c:v>
              </c:pt>
              <c:pt idx="25">
                <c:v>1.8189545454545453</c:v>
              </c:pt>
              <c:pt idx="26">
                <c:v>1.8916727272727272</c:v>
              </c:pt>
              <c:pt idx="27">
                <c:v>1.9643909090909089</c:v>
              </c:pt>
              <c:pt idx="28">
                <c:v>2.0371090909090905</c:v>
              </c:pt>
              <c:pt idx="29">
                <c:v>2.1098272727272724</c:v>
              </c:pt>
              <c:pt idx="30">
                <c:v>2.1825454545454543</c:v>
              </c:pt>
              <c:pt idx="31">
                <c:v>2.2552636363636362</c:v>
              </c:pt>
              <c:pt idx="32">
                <c:v>2.327981818181818</c:v>
              </c:pt>
              <c:pt idx="33">
                <c:v>2.4006999999999996</c:v>
              </c:pt>
              <c:pt idx="34">
                <c:v>2.473418181818182</c:v>
              </c:pt>
              <c:pt idx="35">
                <c:v>2.5461363636363634</c:v>
              </c:pt>
              <c:pt idx="36">
                <c:v>2.6188545454545453</c:v>
              </c:pt>
              <c:pt idx="37">
                <c:v>2.691572727272727</c:v>
              </c:pt>
              <c:pt idx="38">
                <c:v>2.7642909090909087</c:v>
              </c:pt>
              <c:pt idx="39">
                <c:v>2.837009090909091</c:v>
              </c:pt>
              <c:pt idx="40">
                <c:v>2.9097272727272725</c:v>
              </c:pt>
              <c:pt idx="41">
                <c:v>2.9824454545454544</c:v>
              </c:pt>
              <c:pt idx="42">
                <c:v>3.055163636363636</c:v>
              </c:pt>
              <c:pt idx="43">
                <c:v>3.127881818181818</c:v>
              </c:pt>
              <c:pt idx="44">
                <c:v>3.2005999999999997</c:v>
              </c:pt>
              <c:pt idx="45">
                <c:v>3.2733181818181816</c:v>
              </c:pt>
              <c:pt idx="46">
                <c:v>3.3460363636363635</c:v>
              </c:pt>
              <c:pt idx="47">
                <c:v>3.418754545454545</c:v>
              </c:pt>
              <c:pt idx="48">
                <c:v>3.4914727272727273</c:v>
              </c:pt>
              <c:pt idx="49">
                <c:v>3.5641909090909087</c:v>
              </c:pt>
              <c:pt idx="50">
                <c:v>3.6369090909090906</c:v>
              </c:pt>
              <c:pt idx="51">
                <c:v>3.709627272727272</c:v>
              </c:pt>
              <c:pt idx="52">
                <c:v>3.7823454545454545</c:v>
              </c:pt>
              <c:pt idx="53">
                <c:v>3.8550636363636364</c:v>
              </c:pt>
              <c:pt idx="54">
                <c:v>3.927781818181818</c:v>
              </c:pt>
              <c:pt idx="55">
                <c:v>4.0005</c:v>
              </c:pt>
              <c:pt idx="56">
                <c:v>4.073218181818182</c:v>
              </c:pt>
              <c:pt idx="57">
                <c:v>4.1459363636363635</c:v>
              </c:pt>
              <c:pt idx="58">
                <c:v>4.218654545454545</c:v>
              </c:pt>
              <c:pt idx="59">
                <c:v>4.291372727272727</c:v>
              </c:pt>
              <c:pt idx="60">
                <c:v>4.364090909090909</c:v>
              </c:pt>
              <c:pt idx="61">
                <c:v>4.436809090909091</c:v>
              </c:pt>
              <c:pt idx="62">
                <c:v>4.509527272727273</c:v>
              </c:pt>
              <c:pt idx="63">
                <c:v>4.582245454545454</c:v>
              </c:pt>
              <c:pt idx="64">
                <c:v>4.654963636363637</c:v>
              </c:pt>
              <c:pt idx="65">
                <c:v>4.727681818181818</c:v>
              </c:pt>
              <c:pt idx="66">
                <c:v>4.8004</c:v>
              </c:pt>
              <c:pt idx="67">
                <c:v>4.873118181818182</c:v>
              </c:pt>
              <c:pt idx="68">
                <c:v>4.9458363636363645</c:v>
              </c:pt>
              <c:pt idx="69">
                <c:v>5.0185545454545455</c:v>
              </c:pt>
              <c:pt idx="70">
                <c:v>5.091272727272727</c:v>
              </c:pt>
              <c:pt idx="71">
                <c:v>5.163990909090909</c:v>
              </c:pt>
              <c:pt idx="72">
                <c:v>5.236709090909091</c:v>
              </c:pt>
              <c:pt idx="73">
                <c:v>5.309427272727273</c:v>
              </c:pt>
              <c:pt idx="74">
                <c:v>5.382145454545454</c:v>
              </c:pt>
              <c:pt idx="75">
                <c:v>5.454863636363636</c:v>
              </c:pt>
              <c:pt idx="76">
                <c:v>5.527581818181818</c:v>
              </c:pt>
              <c:pt idx="77">
                <c:v>5.600300000000001</c:v>
              </c:pt>
              <c:pt idx="78">
                <c:v>5.673018181818183</c:v>
              </c:pt>
              <c:pt idx="79">
                <c:v>5.745736363636364</c:v>
              </c:pt>
              <c:pt idx="80">
                <c:v>5.8184545454545455</c:v>
              </c:pt>
              <c:pt idx="81">
                <c:v>5.8911727272727274</c:v>
              </c:pt>
              <c:pt idx="82">
                <c:v>5.963890909090909</c:v>
              </c:pt>
              <c:pt idx="83">
                <c:v>6.03660909090909</c:v>
              </c:pt>
              <c:pt idx="84">
                <c:v>6.109327272727272</c:v>
              </c:pt>
              <c:pt idx="85">
                <c:v>6.182045454545454</c:v>
              </c:pt>
              <c:pt idx="86">
                <c:v>6.254763636363637</c:v>
              </c:pt>
              <c:pt idx="87">
                <c:v>6.327481818181819</c:v>
              </c:pt>
              <c:pt idx="88">
                <c:v>6.4002</c:v>
              </c:pt>
              <c:pt idx="89">
                <c:v>6.472918181818182</c:v>
              </c:pt>
              <c:pt idx="90">
                <c:v>6.545636363636364</c:v>
              </c:pt>
              <c:pt idx="91">
                <c:v>6.618354545454546</c:v>
              </c:pt>
              <c:pt idx="92">
                <c:v>6.6910727272727275</c:v>
              </c:pt>
              <c:pt idx="93">
                <c:v>6.7637909090909085</c:v>
              </c:pt>
              <c:pt idx="94">
                <c:v>6.83650909090909</c:v>
              </c:pt>
              <c:pt idx="95">
                <c:v>6.909227272727273</c:v>
              </c:pt>
              <c:pt idx="96">
                <c:v>6.981945454545455</c:v>
              </c:pt>
              <c:pt idx="97">
                <c:v>7.054663636363637</c:v>
              </c:pt>
              <c:pt idx="98">
                <c:v>7.127381818181818</c:v>
              </c:pt>
              <c:pt idx="99">
                <c:v>7.2001</c:v>
              </c:pt>
              <c:pt idx="100">
                <c:v>7.272818181818182</c:v>
              </c:pt>
              <c:pt idx="101">
                <c:v>7.345536363636364</c:v>
              </c:pt>
              <c:pt idx="102">
                <c:v>7.418254545454545</c:v>
              </c:pt>
              <c:pt idx="103">
                <c:v>7.490972727272727</c:v>
              </c:pt>
              <c:pt idx="104">
                <c:v>7.5636909090909095</c:v>
              </c:pt>
              <c:pt idx="105">
                <c:v>7.636409090909091</c:v>
              </c:pt>
              <c:pt idx="106">
                <c:v>7.709127272727273</c:v>
              </c:pt>
              <c:pt idx="107">
                <c:v>7.781845454545454</c:v>
              </c:pt>
              <c:pt idx="108">
                <c:v>7.854563636363636</c:v>
              </c:pt>
              <c:pt idx="109">
                <c:v>7.927281818181818</c:v>
              </c:pt>
              <c:pt idx="110">
                <c:v>8</c:v>
              </c:pt>
            </c:numLit>
          </c:xVal>
          <c:yVal>
            <c:numLit>
              <c:formatCode>0E+0</c:formatCode>
              <c:ptCount val="111"/>
              <c:pt idx="0">
                <c:v>0.025612093183351104</c:v>
              </c:pt>
              <c:pt idx="1">
                <c:v>0.2411154391389625</c:v>
              </c:pt>
              <c:pt idx="2">
                <c:v>0.33878250517898184</c:v>
              </c:pt>
              <c:pt idx="3">
                <c:v>0.41397714715886547</c:v>
              </c:pt>
              <c:pt idx="4">
                <c:v>0.4761220034353198</c:v>
              </c:pt>
              <c:pt idx="5">
                <c:v>0.530689482130328</c:v>
              </c:pt>
              <c:pt idx="6">
                <c:v>0.5782839256825713</c:v>
              </c:pt>
              <c:pt idx="7">
                <c:v>0.621234356129572</c:v>
              </c:pt>
              <c:pt idx="8">
                <c:v>0.6602617814083193</c:v>
              </c:pt>
              <c:pt idx="9">
                <c:v>0.6939636076684427</c:v>
              </c:pt>
              <c:pt idx="10">
                <c:v>0.7234882214373023</c:v>
              </c:pt>
              <c:pt idx="11">
                <c:v>0.7506352089978074</c:v>
              </c:pt>
              <c:pt idx="12">
                <c:v>0.7686791142670241</c:v>
              </c:pt>
              <c:pt idx="13">
                <c:v>0.7837094339210692</c:v>
              </c:pt>
              <c:pt idx="14">
                <c:v>0.7847175493383175</c:v>
              </c:pt>
              <c:pt idx="15">
                <c:v>0.7857269615329817</c:v>
              </c:pt>
              <c:pt idx="16">
                <c:v>0.7549912161146526</c:v>
              </c:pt>
              <c:pt idx="17">
                <c:v>0.7250361661948903</c:v>
              </c:pt>
              <c:pt idx="18">
                <c:v>0.672189563787672</c:v>
              </c:pt>
              <c:pt idx="19">
                <c:v>0.5906283539895489</c:v>
              </c:pt>
              <c:pt idx="20">
                <c:v>0.5189635057270753</c:v>
              </c:pt>
              <c:pt idx="21">
                <c:v>0.4085314094682641</c:v>
              </c:pt>
              <c:pt idx="22">
                <c:v>0.2644329292913618</c:v>
              </c:pt>
              <c:pt idx="23">
                <c:v>0.17116131703220314</c:v>
              </c:pt>
              <c:pt idx="24">
                <c:v>0.1107887604116004</c:v>
              </c:pt>
              <c:pt idx="25">
                <c:v>0.024095572455329003</c:v>
              </c:pt>
              <c:pt idx="26">
                <c:v>0.003989048175081593</c:v>
              </c:pt>
              <c:pt idx="27">
                <c:v>0.0006603912553902666</c:v>
              </c:pt>
              <c:pt idx="28">
                <c:v>0.00010932848916697074</c:v>
              </c:pt>
              <c:pt idx="29">
                <c:v>1.192782265963977E-05</c:v>
              </c:pt>
              <c:pt idx="30">
                <c:v>1.0149845194073209E-06</c:v>
              </c:pt>
              <c:pt idx="31">
                <c:v>8.63689546728743E-08</c:v>
              </c:pt>
              <c:pt idx="32">
                <c:v>1E-08</c:v>
              </c:pt>
              <c:pt idx="33">
                <c:v>1E-08</c:v>
              </c:pt>
              <c:pt idx="34">
                <c:v>1E-08</c:v>
              </c:pt>
              <c:pt idx="35">
                <c:v>1E-08</c:v>
              </c:pt>
              <c:pt idx="36">
                <c:v>1E-08</c:v>
              </c:pt>
              <c:pt idx="37">
                <c:v>1E-08</c:v>
              </c:pt>
              <c:pt idx="38">
                <c:v>1E-08</c:v>
              </c:pt>
              <c:pt idx="39">
                <c:v>1E-08</c:v>
              </c:pt>
              <c:pt idx="40">
                <c:v>1E-08</c:v>
              </c:pt>
              <c:pt idx="41">
                <c:v>1E-08</c:v>
              </c:pt>
              <c:pt idx="42">
                <c:v>1E-08</c:v>
              </c:pt>
              <c:pt idx="43">
                <c:v>1E-08</c:v>
              </c:pt>
              <c:pt idx="44">
                <c:v>1E-08</c:v>
              </c:pt>
              <c:pt idx="45">
                <c:v>1E-08</c:v>
              </c:pt>
              <c:pt idx="46">
                <c:v>1E-08</c:v>
              </c:pt>
              <c:pt idx="47">
                <c:v>1E-08</c:v>
              </c:pt>
              <c:pt idx="48">
                <c:v>1E-08</c:v>
              </c:pt>
              <c:pt idx="49">
                <c:v>1E-08</c:v>
              </c:pt>
              <c:pt idx="50">
                <c:v>1E-08</c:v>
              </c:pt>
              <c:pt idx="51">
                <c:v>1E-08</c:v>
              </c:pt>
              <c:pt idx="52">
                <c:v>1E-08</c:v>
              </c:pt>
              <c:pt idx="53">
                <c:v>1E-08</c:v>
              </c:pt>
              <c:pt idx="54">
                <c:v>1E-08</c:v>
              </c:pt>
              <c:pt idx="55">
                <c:v>1E-08</c:v>
              </c:pt>
              <c:pt idx="56">
                <c:v>1E-08</c:v>
              </c:pt>
              <c:pt idx="57">
                <c:v>1E-08</c:v>
              </c:pt>
              <c:pt idx="58">
                <c:v>1E-08</c:v>
              </c:pt>
              <c:pt idx="59">
                <c:v>1E-08</c:v>
              </c:pt>
              <c:pt idx="60">
                <c:v>1E-08</c:v>
              </c:pt>
              <c:pt idx="61">
                <c:v>1E-08</c:v>
              </c:pt>
              <c:pt idx="62">
                <c:v>1E-08</c:v>
              </c:pt>
              <c:pt idx="63">
                <c:v>1E-08</c:v>
              </c:pt>
              <c:pt idx="64">
                <c:v>1E-08</c:v>
              </c:pt>
              <c:pt idx="65">
                <c:v>1E-08</c:v>
              </c:pt>
              <c:pt idx="66">
                <c:v>1E-08</c:v>
              </c:pt>
              <c:pt idx="67">
                <c:v>1E-08</c:v>
              </c:pt>
              <c:pt idx="68">
                <c:v>1E-08</c:v>
              </c:pt>
              <c:pt idx="69">
                <c:v>1E-08</c:v>
              </c:pt>
              <c:pt idx="70">
                <c:v>1E-08</c:v>
              </c:pt>
              <c:pt idx="71">
                <c:v>1E-08</c:v>
              </c:pt>
              <c:pt idx="72">
                <c:v>1E-08</c:v>
              </c:pt>
              <c:pt idx="73">
                <c:v>1E-08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ser>
          <c:idx val="1"/>
          <c:order val="1"/>
          <c:tx>
            <c:v>Monte Carlo Swarm</c:v>
          </c:tx>
          <c:spPr>
            <a:ln xmlns:a="http://schemas.openxmlformats.org/drawingml/2006/main" w="22860">
              <a:solidFill>
                <a:srgbClr val="EDA24C"/>
              </a:solidFill>
              <a:prstDash val="solid"/>
            </a:ln>
          </c:spPr>
          <c:marker>
            <c:symbol val="none"/>
          </c:marker>
          <c:xVal>
            <c:numLit>
              <c:formatCode>General</c:formatCode>
              <c:ptCount val="111"/>
              <c:pt idx="0">
                <c:v>0.001</c:v>
              </c:pt>
              <c:pt idx="1">
                <c:v>0.07371818181818182</c:v>
              </c:pt>
              <c:pt idx="2">
                <c:v>0.14643636363636364</c:v>
              </c:pt>
              <c:pt idx="3">
                <c:v>0.21915454545454546</c:v>
              </c:pt>
              <c:pt idx="4">
                <c:v>0.2918727272727273</c:v>
              </c:pt>
              <c:pt idx="5">
                <c:v>0.3645909090909091</c:v>
              </c:pt>
              <c:pt idx="6">
                <c:v>0.4373090909090909</c:v>
              </c:pt>
              <c:pt idx="7">
                <c:v>0.5100272727272727</c:v>
              </c:pt>
              <c:pt idx="8">
                <c:v>0.5827454545454546</c:v>
              </c:pt>
              <c:pt idx="9">
                <c:v>0.6554636363636364</c:v>
              </c:pt>
              <c:pt idx="10">
                <c:v>0.7281818181818182</c:v>
              </c:pt>
              <c:pt idx="11">
                <c:v>0.8009</c:v>
              </c:pt>
              <c:pt idx="12">
                <c:v>0.8736181818181818</c:v>
              </c:pt>
              <c:pt idx="13">
                <c:v>0.9463363636363636</c:v>
              </c:pt>
              <c:pt idx="14">
                <c:v>1.0190545454545452</c:v>
              </c:pt>
              <c:pt idx="15">
                <c:v>1.0917727272727271</c:v>
              </c:pt>
              <c:pt idx="16">
                <c:v>1.164490909090909</c:v>
              </c:pt>
              <c:pt idx="17">
                <c:v>1.237209090909091</c:v>
              </c:pt>
              <c:pt idx="18">
                <c:v>1.3099272727272726</c:v>
              </c:pt>
              <c:pt idx="19">
                <c:v>1.3826454545454543</c:v>
              </c:pt>
              <c:pt idx="20">
                <c:v>1.4553636363636362</c:v>
              </c:pt>
              <c:pt idx="21">
                <c:v>1.5280818181818179</c:v>
              </c:pt>
              <c:pt idx="22">
                <c:v>1.6007999999999998</c:v>
              </c:pt>
              <c:pt idx="23">
                <c:v>1.6735181818181817</c:v>
              </c:pt>
              <c:pt idx="24">
                <c:v>1.7462363636363636</c:v>
              </c:pt>
              <c:pt idx="25">
                <c:v>1.8189545454545453</c:v>
              </c:pt>
              <c:pt idx="26">
                <c:v>1.8916727272727272</c:v>
              </c:pt>
              <c:pt idx="27">
                <c:v>1.9643909090909089</c:v>
              </c:pt>
              <c:pt idx="28">
                <c:v>2.0371090909090905</c:v>
              </c:pt>
              <c:pt idx="29">
                <c:v>2.1098272727272724</c:v>
              </c:pt>
              <c:pt idx="30">
                <c:v>2.1825454545454543</c:v>
              </c:pt>
              <c:pt idx="31">
                <c:v>2.2552636363636362</c:v>
              </c:pt>
              <c:pt idx="32">
                <c:v>2.327981818181818</c:v>
              </c:pt>
              <c:pt idx="33">
                <c:v>2.4006999999999996</c:v>
              </c:pt>
              <c:pt idx="34">
                <c:v>2.473418181818182</c:v>
              </c:pt>
              <c:pt idx="35">
                <c:v>2.5461363636363634</c:v>
              </c:pt>
              <c:pt idx="36">
                <c:v>2.6188545454545453</c:v>
              </c:pt>
              <c:pt idx="37">
                <c:v>2.691572727272727</c:v>
              </c:pt>
              <c:pt idx="38">
                <c:v>2.7642909090909087</c:v>
              </c:pt>
              <c:pt idx="39">
                <c:v>2.837009090909091</c:v>
              </c:pt>
              <c:pt idx="40">
                <c:v>2.9097272727272725</c:v>
              </c:pt>
              <c:pt idx="41">
                <c:v>2.9824454545454544</c:v>
              </c:pt>
              <c:pt idx="42">
                <c:v>3.055163636363636</c:v>
              </c:pt>
              <c:pt idx="43">
                <c:v>3.127881818181818</c:v>
              </c:pt>
              <c:pt idx="44">
                <c:v>3.2005999999999997</c:v>
              </c:pt>
              <c:pt idx="45">
                <c:v>3.2733181818181816</c:v>
              </c:pt>
              <c:pt idx="46">
                <c:v>3.3460363636363635</c:v>
              </c:pt>
              <c:pt idx="47">
                <c:v>3.418754545454545</c:v>
              </c:pt>
              <c:pt idx="48">
                <c:v>3.4914727272727273</c:v>
              </c:pt>
              <c:pt idx="49">
                <c:v>3.5641909090909087</c:v>
              </c:pt>
              <c:pt idx="50">
                <c:v>3.6369090909090906</c:v>
              </c:pt>
              <c:pt idx="51">
                <c:v>3.709627272727272</c:v>
              </c:pt>
              <c:pt idx="52">
                <c:v>3.7823454545454545</c:v>
              </c:pt>
              <c:pt idx="53">
                <c:v>3.8550636363636364</c:v>
              </c:pt>
              <c:pt idx="54">
                <c:v>3.927781818181818</c:v>
              </c:pt>
              <c:pt idx="55">
                <c:v>4.0005</c:v>
              </c:pt>
              <c:pt idx="56">
                <c:v>4.073218181818182</c:v>
              </c:pt>
              <c:pt idx="57">
                <c:v>4.1459363636363635</c:v>
              </c:pt>
              <c:pt idx="58">
                <c:v>4.218654545454545</c:v>
              </c:pt>
              <c:pt idx="59">
                <c:v>4.291372727272727</c:v>
              </c:pt>
              <c:pt idx="60">
                <c:v>4.364090909090909</c:v>
              </c:pt>
              <c:pt idx="61">
                <c:v>4.436809090909091</c:v>
              </c:pt>
              <c:pt idx="62">
                <c:v>4.509527272727273</c:v>
              </c:pt>
              <c:pt idx="63">
                <c:v>4.582245454545454</c:v>
              </c:pt>
              <c:pt idx="64">
                <c:v>4.654963636363637</c:v>
              </c:pt>
              <c:pt idx="65">
                <c:v>4.727681818181818</c:v>
              </c:pt>
              <c:pt idx="66">
                <c:v>4.8004</c:v>
              </c:pt>
              <c:pt idx="67">
                <c:v>4.873118181818182</c:v>
              </c:pt>
              <c:pt idx="68">
                <c:v>4.9458363636363645</c:v>
              </c:pt>
              <c:pt idx="69">
                <c:v>5.0185545454545455</c:v>
              </c:pt>
              <c:pt idx="70">
                <c:v>5.091272727272727</c:v>
              </c:pt>
              <c:pt idx="71">
                <c:v>5.163990909090909</c:v>
              </c:pt>
              <c:pt idx="72">
                <c:v>5.236709090909091</c:v>
              </c:pt>
              <c:pt idx="73">
                <c:v>5.309427272727273</c:v>
              </c:pt>
              <c:pt idx="74">
                <c:v>5.382145454545454</c:v>
              </c:pt>
              <c:pt idx="75">
                <c:v>5.454863636363636</c:v>
              </c:pt>
              <c:pt idx="76">
                <c:v>5.527581818181818</c:v>
              </c:pt>
              <c:pt idx="77">
                <c:v>5.600300000000001</c:v>
              </c:pt>
              <c:pt idx="78">
                <c:v>5.673018181818183</c:v>
              </c:pt>
              <c:pt idx="79">
                <c:v>5.745736363636364</c:v>
              </c:pt>
              <c:pt idx="80">
                <c:v>5.8184545454545455</c:v>
              </c:pt>
              <c:pt idx="81">
                <c:v>5.8911727272727274</c:v>
              </c:pt>
              <c:pt idx="82">
                <c:v>5.963890909090909</c:v>
              </c:pt>
              <c:pt idx="83">
                <c:v>6.03660909090909</c:v>
              </c:pt>
              <c:pt idx="84">
                <c:v>6.109327272727272</c:v>
              </c:pt>
              <c:pt idx="85">
                <c:v>6.182045454545454</c:v>
              </c:pt>
              <c:pt idx="86">
                <c:v>6.254763636363637</c:v>
              </c:pt>
              <c:pt idx="87">
                <c:v>6.327481818181819</c:v>
              </c:pt>
              <c:pt idx="88">
                <c:v>6.4002</c:v>
              </c:pt>
              <c:pt idx="89">
                <c:v>6.472918181818182</c:v>
              </c:pt>
              <c:pt idx="90">
                <c:v>6.545636363636364</c:v>
              </c:pt>
              <c:pt idx="91">
                <c:v>6.618354545454546</c:v>
              </c:pt>
              <c:pt idx="92">
                <c:v>6.6910727272727275</c:v>
              </c:pt>
              <c:pt idx="93">
                <c:v>6.7637909090909085</c:v>
              </c:pt>
              <c:pt idx="94">
                <c:v>6.83650909090909</c:v>
              </c:pt>
              <c:pt idx="95">
                <c:v>6.909227272727273</c:v>
              </c:pt>
              <c:pt idx="96">
                <c:v>6.981945454545455</c:v>
              </c:pt>
              <c:pt idx="97">
                <c:v>7.054663636363637</c:v>
              </c:pt>
              <c:pt idx="98">
                <c:v>7.127381818181818</c:v>
              </c:pt>
              <c:pt idx="99">
                <c:v>7.2001</c:v>
              </c:pt>
              <c:pt idx="100">
                <c:v>7.272818181818182</c:v>
              </c:pt>
              <c:pt idx="101">
                <c:v>7.345536363636364</c:v>
              </c:pt>
              <c:pt idx="102">
                <c:v>7.418254545454545</c:v>
              </c:pt>
              <c:pt idx="103">
                <c:v>7.490972727272727</c:v>
              </c:pt>
              <c:pt idx="104">
                <c:v>7.5636909090909095</c:v>
              </c:pt>
              <c:pt idx="105">
                <c:v>7.636409090909091</c:v>
              </c:pt>
              <c:pt idx="106">
                <c:v>7.709127272727273</c:v>
              </c:pt>
              <c:pt idx="107">
                <c:v>7.781845454545454</c:v>
              </c:pt>
              <c:pt idx="108">
                <c:v>7.854563636363636</c:v>
              </c:pt>
              <c:pt idx="109">
                <c:v>7.927281818181818</c:v>
              </c:pt>
              <c:pt idx="110">
                <c:v>8</c:v>
              </c:pt>
            </c:numLit>
          </c:xVal>
          <c:yVal>
            <c:numLit>
              <c:formatCode>0E+0</c:formatCode>
              <c:ptCount val="111"/>
              <c:pt idx="0">
                <c:v>0.024650375410090592</c:v>
              </c:pt>
              <c:pt idx="1">
                <c:v>0.23041150330137014</c:v>
              </c:pt>
              <c:pt idx="2">
                <c:v>0.3284980294810887</c:v>
              </c:pt>
              <c:pt idx="3">
                <c:v>0.4071114044847894</c:v>
              </c:pt>
              <c:pt idx="4">
                <c:v>0.4762561270841365</c:v>
              </c:pt>
              <c:pt idx="5">
                <c:v>0.5243334170076089</c:v>
              </c:pt>
              <c:pt idx="6">
                <c:v>0.5676121870026152</c:v>
              </c:pt>
              <c:pt idx="7">
                <c:v>0.6160463898001712</c:v>
              </c:pt>
              <c:pt idx="8">
                <c:v>0.6589510889233263</c:v>
              </c:pt>
              <c:pt idx="9">
                <c:v>0.6925236872557996</c:v>
              </c:pt>
              <c:pt idx="10">
                <c:v>0.7250175821460207</c:v>
              </c:pt>
              <c:pt idx="11">
                <c:v>0.7564982523848099</c:v>
              </c:pt>
              <c:pt idx="12">
                <c:v>0.774903315501377</c:v>
              </c:pt>
              <c:pt idx="13">
                <c:v>0.7900494037418092</c:v>
              </c:pt>
              <c:pt idx="14">
                <c:v>0.7901096566491922</c:v>
              </c:pt>
              <c:pt idx="15">
                <c:v>0.7901699141517471</c:v>
              </c:pt>
              <c:pt idx="16">
                <c:v>0.7605737690563821</c:v>
              </c:pt>
              <c:pt idx="17">
                <c:v>0.7316910310689233</c:v>
              </c:pt>
              <c:pt idx="18">
                <c:v>0.6772115766035929</c:v>
              </c:pt>
              <c:pt idx="19">
                <c:v>0.5909052495739394</c:v>
              </c:pt>
              <c:pt idx="20">
                <c:v>0.5155981173937111</c:v>
              </c:pt>
              <c:pt idx="21">
                <c:v>0.4040199020498728</c:v>
              </c:pt>
              <c:pt idx="22">
                <c:v>0.26141652794243303</c:v>
              </c:pt>
              <c:pt idx="23">
                <c:v>0.16914662058662902</c:v>
              </c:pt>
              <c:pt idx="24">
                <c:v>0.10944441608595391</c:v>
              </c:pt>
              <c:pt idx="25">
                <c:v>0.022349108893940296</c:v>
              </c:pt>
              <c:pt idx="26">
                <c:v>0.0034198567999089336</c:v>
              </c:pt>
              <c:pt idx="27">
                <c:v>0.0005233058994604709</c:v>
              </c:pt>
              <c:pt idx="28">
                <c:v>8.007617875035726E-05</c:v>
              </c:pt>
              <c:pt idx="29">
                <c:v>6.411040323297639E-06</c:v>
              </c:pt>
              <c:pt idx="30">
                <c:v>3.4889816367940927E-07</c:v>
              </c:pt>
              <c:pt idx="31">
                <c:v>1.8987546869187337E-08</c:v>
              </c:pt>
              <c:pt idx="32">
                <c:v>1E-08</c:v>
              </c:pt>
              <c:pt idx="33">
                <c:v>1E-08</c:v>
              </c:pt>
              <c:pt idx="34">
                <c:v>1E-08</c:v>
              </c:pt>
              <c:pt idx="35">
                <c:v>1E-08</c:v>
              </c:pt>
              <c:pt idx="36">
                <c:v>1E-08</c:v>
              </c:pt>
              <c:pt idx="37">
                <c:v>1E-08</c:v>
              </c:pt>
              <c:pt idx="38">
                <c:v>1E-08</c:v>
              </c:pt>
              <c:pt idx="39">
                <c:v>1E-08</c:v>
              </c:pt>
              <c:pt idx="40">
                <c:v>1E-08</c:v>
              </c:pt>
              <c:pt idx="41">
                <c:v>1E-08</c:v>
              </c:pt>
              <c:pt idx="42">
                <c:v>1E-08</c:v>
              </c:pt>
              <c:pt idx="43">
                <c:v>1E-08</c:v>
              </c:pt>
              <c:pt idx="44">
                <c:v>1E-08</c:v>
              </c:pt>
              <c:pt idx="45">
                <c:v>1E-08</c:v>
              </c:pt>
              <c:pt idx="46">
                <c:v>1E-08</c:v>
              </c:pt>
              <c:pt idx="47">
                <c:v>1E-08</c:v>
              </c:pt>
              <c:pt idx="48">
                <c:v>1E-08</c:v>
              </c:pt>
              <c:pt idx="49">
                <c:v>1E-08</c:v>
              </c:pt>
              <c:pt idx="50">
                <c:v>1E-08</c:v>
              </c:pt>
              <c:pt idx="51">
                <c:v>1E-08</c:v>
              </c:pt>
              <c:pt idx="52">
                <c:v>1E-08</c:v>
              </c:pt>
              <c:pt idx="53">
                <c:v>1E-08</c:v>
              </c:pt>
              <c:pt idx="54">
                <c:v>1E-08</c:v>
              </c:pt>
              <c:pt idx="55">
                <c:v>1E-08</c:v>
              </c:pt>
              <c:pt idx="56">
                <c:v>1E-08</c:v>
              </c:pt>
              <c:pt idx="57">
                <c:v>1E-08</c:v>
              </c:pt>
              <c:pt idx="58">
                <c:v>1E-08</c:v>
              </c:pt>
              <c:pt idx="59">
                <c:v>1E-08</c:v>
              </c:pt>
              <c:pt idx="60">
                <c:v>1E-08</c:v>
              </c:pt>
              <c:pt idx="61">
                <c:v>1E-08</c:v>
              </c:pt>
              <c:pt idx="62">
                <c:v>1E-08</c:v>
              </c:pt>
              <c:pt idx="63">
                <c:v>1E-08</c:v>
              </c:pt>
              <c:pt idx="64">
                <c:v>1E-08</c:v>
              </c:pt>
              <c:pt idx="65">
                <c:v>1E-08</c:v>
              </c:pt>
              <c:pt idx="66">
                <c:v>1E-08</c:v>
              </c:pt>
              <c:pt idx="67">
                <c:v>1E-08</c:v>
              </c:pt>
              <c:pt idx="68">
                <c:v>1E-08</c:v>
              </c:pt>
              <c:pt idx="69">
                <c:v>1E-08</c:v>
              </c:pt>
              <c:pt idx="70">
                <c:v>1E-08</c:v>
              </c:pt>
              <c:pt idx="71">
                <c:v>1E-08</c:v>
              </c:pt>
              <c:pt idx="72">
                <c:v>1E-08</c:v>
              </c:pt>
              <c:pt idx="73">
                <c:v>1E-08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ser>
          <c:idx val="2"/>
          <c:order val="2"/>
          <c:tx>
            <c:v>Propagator Swarm</c:v>
          </c:tx>
          <c:spPr>
            <a:ln xmlns:a="http://schemas.openxmlformats.org/drawingml/2006/main" w="22860">
              <a:solidFill>
                <a:srgbClr val="5DAA18"/>
              </a:solidFill>
              <a:prstDash val="solid"/>
            </a:ln>
          </c:spPr>
          <c:marker>
            <c:symbol val="none"/>
          </c:marker>
          <c:xVal>
            <c:numLit>
              <c:formatCode>General</c:formatCode>
              <c:ptCount val="111"/>
              <c:pt idx="0">
                <c:v>0.001</c:v>
              </c:pt>
              <c:pt idx="1">
                <c:v>0.07371818181818182</c:v>
              </c:pt>
              <c:pt idx="2">
                <c:v>0.14643636363636364</c:v>
              </c:pt>
              <c:pt idx="3">
                <c:v>0.21915454545454546</c:v>
              </c:pt>
              <c:pt idx="4">
                <c:v>0.2918727272727273</c:v>
              </c:pt>
              <c:pt idx="5">
                <c:v>0.3645909090909091</c:v>
              </c:pt>
              <c:pt idx="6">
                <c:v>0.4373090909090909</c:v>
              </c:pt>
              <c:pt idx="7">
                <c:v>0.5100272727272727</c:v>
              </c:pt>
              <c:pt idx="8">
                <c:v>0.5827454545454546</c:v>
              </c:pt>
              <c:pt idx="9">
                <c:v>0.6554636363636364</c:v>
              </c:pt>
              <c:pt idx="10">
                <c:v>0.7281818181818182</c:v>
              </c:pt>
              <c:pt idx="11">
                <c:v>0.8009</c:v>
              </c:pt>
              <c:pt idx="12">
                <c:v>0.8736181818181818</c:v>
              </c:pt>
              <c:pt idx="13">
                <c:v>0.9463363636363636</c:v>
              </c:pt>
              <c:pt idx="14">
                <c:v>1.0190545454545452</c:v>
              </c:pt>
              <c:pt idx="15">
                <c:v>1.0917727272727271</c:v>
              </c:pt>
              <c:pt idx="16">
                <c:v>1.164490909090909</c:v>
              </c:pt>
              <c:pt idx="17">
                <c:v>1.237209090909091</c:v>
              </c:pt>
              <c:pt idx="18">
                <c:v>1.3099272727272726</c:v>
              </c:pt>
              <c:pt idx="19">
                <c:v>1.3826454545454543</c:v>
              </c:pt>
              <c:pt idx="20">
                <c:v>1.4553636363636362</c:v>
              </c:pt>
              <c:pt idx="21">
                <c:v>1.5280818181818179</c:v>
              </c:pt>
              <c:pt idx="22">
                <c:v>1.6007999999999998</c:v>
              </c:pt>
              <c:pt idx="23">
                <c:v>1.6735181818181817</c:v>
              </c:pt>
              <c:pt idx="24">
                <c:v>1.7462363636363636</c:v>
              </c:pt>
              <c:pt idx="25">
                <c:v>1.8189545454545453</c:v>
              </c:pt>
              <c:pt idx="26">
                <c:v>1.8916727272727272</c:v>
              </c:pt>
              <c:pt idx="27">
                <c:v>1.9643909090909089</c:v>
              </c:pt>
              <c:pt idx="28">
                <c:v>2.0371090909090905</c:v>
              </c:pt>
              <c:pt idx="29">
                <c:v>2.1098272727272724</c:v>
              </c:pt>
              <c:pt idx="30">
                <c:v>2.1825454545454543</c:v>
              </c:pt>
              <c:pt idx="31">
                <c:v>2.2552636363636362</c:v>
              </c:pt>
              <c:pt idx="32">
                <c:v>2.327981818181818</c:v>
              </c:pt>
              <c:pt idx="33">
                <c:v>2.4006999999999996</c:v>
              </c:pt>
              <c:pt idx="34">
                <c:v>2.473418181818182</c:v>
              </c:pt>
              <c:pt idx="35">
                <c:v>2.5461363636363634</c:v>
              </c:pt>
              <c:pt idx="36">
                <c:v>2.6188545454545453</c:v>
              </c:pt>
              <c:pt idx="37">
                <c:v>2.691572727272727</c:v>
              </c:pt>
              <c:pt idx="38">
                <c:v>2.7642909090909087</c:v>
              </c:pt>
              <c:pt idx="39">
                <c:v>2.837009090909091</c:v>
              </c:pt>
              <c:pt idx="40">
                <c:v>2.9097272727272725</c:v>
              </c:pt>
              <c:pt idx="41">
                <c:v>2.9824454545454544</c:v>
              </c:pt>
              <c:pt idx="42">
                <c:v>3.055163636363636</c:v>
              </c:pt>
              <c:pt idx="43">
                <c:v>3.127881818181818</c:v>
              </c:pt>
              <c:pt idx="44">
                <c:v>3.2005999999999997</c:v>
              </c:pt>
              <c:pt idx="45">
                <c:v>3.2733181818181816</c:v>
              </c:pt>
              <c:pt idx="46">
                <c:v>3.3460363636363635</c:v>
              </c:pt>
              <c:pt idx="47">
                <c:v>3.418754545454545</c:v>
              </c:pt>
              <c:pt idx="48">
                <c:v>3.4914727272727273</c:v>
              </c:pt>
              <c:pt idx="49">
                <c:v>3.5641909090909087</c:v>
              </c:pt>
              <c:pt idx="50">
                <c:v>3.6369090909090906</c:v>
              </c:pt>
              <c:pt idx="51">
                <c:v>3.709627272727272</c:v>
              </c:pt>
              <c:pt idx="52">
                <c:v>3.7823454545454545</c:v>
              </c:pt>
              <c:pt idx="53">
                <c:v>3.8550636363636364</c:v>
              </c:pt>
              <c:pt idx="54">
                <c:v>3.927781818181818</c:v>
              </c:pt>
              <c:pt idx="55">
                <c:v>4.0005</c:v>
              </c:pt>
              <c:pt idx="56">
                <c:v>4.073218181818182</c:v>
              </c:pt>
              <c:pt idx="57">
                <c:v>4.1459363636363635</c:v>
              </c:pt>
              <c:pt idx="58">
                <c:v>4.218654545454545</c:v>
              </c:pt>
              <c:pt idx="59">
                <c:v>4.291372727272727</c:v>
              </c:pt>
              <c:pt idx="60">
                <c:v>4.364090909090909</c:v>
              </c:pt>
              <c:pt idx="61">
                <c:v>4.436809090909091</c:v>
              </c:pt>
              <c:pt idx="62">
                <c:v>4.509527272727273</c:v>
              </c:pt>
              <c:pt idx="63">
                <c:v>4.582245454545454</c:v>
              </c:pt>
              <c:pt idx="64">
                <c:v>4.654963636363637</c:v>
              </c:pt>
              <c:pt idx="65">
                <c:v>4.727681818181818</c:v>
              </c:pt>
              <c:pt idx="66">
                <c:v>4.8004</c:v>
              </c:pt>
              <c:pt idx="67">
                <c:v>4.873118181818182</c:v>
              </c:pt>
              <c:pt idx="68">
                <c:v>4.9458363636363645</c:v>
              </c:pt>
              <c:pt idx="69">
                <c:v>5.0185545454545455</c:v>
              </c:pt>
              <c:pt idx="70">
                <c:v>5.091272727272727</c:v>
              </c:pt>
              <c:pt idx="71">
                <c:v>5.163990909090909</c:v>
              </c:pt>
              <c:pt idx="72">
                <c:v>5.236709090909091</c:v>
              </c:pt>
              <c:pt idx="73">
                <c:v>5.309427272727273</c:v>
              </c:pt>
              <c:pt idx="74">
                <c:v>5.382145454545454</c:v>
              </c:pt>
              <c:pt idx="75">
                <c:v>5.454863636363636</c:v>
              </c:pt>
              <c:pt idx="76">
                <c:v>5.527581818181818</c:v>
              </c:pt>
              <c:pt idx="77">
                <c:v>5.600300000000001</c:v>
              </c:pt>
              <c:pt idx="78">
                <c:v>5.673018181818183</c:v>
              </c:pt>
              <c:pt idx="79">
                <c:v>5.745736363636364</c:v>
              </c:pt>
              <c:pt idx="80">
                <c:v>5.8184545454545455</c:v>
              </c:pt>
              <c:pt idx="81">
                <c:v>5.8911727272727274</c:v>
              </c:pt>
              <c:pt idx="82">
                <c:v>5.963890909090909</c:v>
              </c:pt>
              <c:pt idx="83">
                <c:v>6.03660909090909</c:v>
              </c:pt>
              <c:pt idx="84">
                <c:v>6.109327272727272</c:v>
              </c:pt>
              <c:pt idx="85">
                <c:v>6.182045454545454</c:v>
              </c:pt>
              <c:pt idx="86">
                <c:v>6.254763636363637</c:v>
              </c:pt>
              <c:pt idx="87">
                <c:v>6.327481818181819</c:v>
              </c:pt>
              <c:pt idx="88">
                <c:v>6.4002</c:v>
              </c:pt>
              <c:pt idx="89">
                <c:v>6.472918181818182</c:v>
              </c:pt>
              <c:pt idx="90">
                <c:v>6.545636363636364</c:v>
              </c:pt>
              <c:pt idx="91">
                <c:v>6.618354545454546</c:v>
              </c:pt>
              <c:pt idx="92">
                <c:v>6.6910727272727275</c:v>
              </c:pt>
              <c:pt idx="93">
                <c:v>6.7637909090909085</c:v>
              </c:pt>
              <c:pt idx="94">
                <c:v>6.83650909090909</c:v>
              </c:pt>
              <c:pt idx="95">
                <c:v>6.909227272727273</c:v>
              </c:pt>
              <c:pt idx="96">
                <c:v>6.981945454545455</c:v>
              </c:pt>
              <c:pt idx="97">
                <c:v>7.054663636363637</c:v>
              </c:pt>
              <c:pt idx="98">
                <c:v>7.127381818181818</c:v>
              </c:pt>
              <c:pt idx="99">
                <c:v>7.2001</c:v>
              </c:pt>
              <c:pt idx="100">
                <c:v>7.272818181818182</c:v>
              </c:pt>
              <c:pt idx="101">
                <c:v>7.345536363636364</c:v>
              </c:pt>
              <c:pt idx="102">
                <c:v>7.418254545454545</c:v>
              </c:pt>
              <c:pt idx="103">
                <c:v>7.490972727272727</c:v>
              </c:pt>
              <c:pt idx="104">
                <c:v>7.5636909090909095</c:v>
              </c:pt>
              <c:pt idx="105">
                <c:v>7.636409090909091</c:v>
              </c:pt>
              <c:pt idx="106">
                <c:v>7.709127272727273</c:v>
              </c:pt>
              <c:pt idx="107">
                <c:v>7.781845454545454</c:v>
              </c:pt>
              <c:pt idx="108">
                <c:v>7.854563636363636</c:v>
              </c:pt>
              <c:pt idx="109">
                <c:v>7.927281818181818</c:v>
              </c:pt>
              <c:pt idx="110">
                <c:v>8</c:v>
              </c:pt>
            </c:numLit>
          </c:xVal>
          <c:yVal>
            <c:numLit>
              <c:formatCode>0E+0</c:formatCode>
              <c:ptCount val="111"/>
              <c:pt idx="0">
                <c:v>0.02794804560094146</c:v>
              </c:pt>
              <c:pt idx="1">
                <c:v>0.24153377118866606</c:v>
              </c:pt>
              <c:pt idx="2">
                <c:v>0.33936611895796226</c:v>
              </c:pt>
              <c:pt idx="3">
                <c:v>0.41462589649424586</c:v>
              </c:pt>
              <c:pt idx="4">
                <c:v>0.47676470240986735</c:v>
              </c:pt>
              <c:pt idx="5">
                <c:v>0.5312925292672801</c:v>
              </c:pt>
              <c:pt idx="6">
                <c:v>0.5788698384572735</c:v>
              </c:pt>
              <c:pt idx="7">
                <c:v>0.6218163349549004</c:v>
              </c:pt>
              <c:pt idx="8">
                <c:v>0.6608665383648571</c:v>
              </c:pt>
              <c:pt idx="9">
                <c:v>0.6945946122172283</c:v>
              </c:pt>
              <c:pt idx="10">
                <c:v>0.7241248299676356</c:v>
              </c:pt>
              <c:pt idx="11">
                <c:v>0.7512716013335731</c:v>
              </c:pt>
              <c:pt idx="12">
                <c:v>0.7693732928572983</c:v>
              </c:pt>
              <c:pt idx="13">
                <c:v>0.784452896999993</c:v>
              </c:pt>
              <c:pt idx="14">
                <c:v>0.7854663363131748</c:v>
              </c:pt>
              <c:pt idx="15">
                <c:v>0.786481084894568</c:v>
              </c:pt>
              <c:pt idx="16">
                <c:v>0.7554194682872984</c:v>
              </c:pt>
              <c:pt idx="17">
                <c:v>0.7251588542376102</c:v>
              </c:pt>
              <c:pt idx="18">
                <c:v>0.6721194940775673</c:v>
              </c:pt>
              <c:pt idx="19">
                <c:v>0.5905173448009307</c:v>
              </c:pt>
              <c:pt idx="20">
                <c:v>0.5188225272193896</c:v>
              </c:pt>
              <c:pt idx="21">
                <c:v>0.4076020150372624</c:v>
              </c:pt>
              <c:pt idx="22">
                <c:v>0.26240300537249617</c:v>
              </c:pt>
              <c:pt idx="23">
                <c:v>0.16892786269033433</c:v>
              </c:pt>
              <c:pt idx="24">
                <c:v>0.10875112787909981</c:v>
              </c:pt>
              <c:pt idx="25">
                <c:v>0.023715662774045923</c:v>
              </c:pt>
              <c:pt idx="26">
                <c:v>0.003944639880448676</c:v>
              </c:pt>
              <c:pt idx="27">
                <c:v>0.0006561142285871553</c:v>
              </c:pt>
              <c:pt idx="28">
                <c:v>0.00010913185842088914</c:v>
              </c:pt>
              <c:pt idx="29">
                <c:v>1.1104053576989966E-05</c:v>
              </c:pt>
              <c:pt idx="30">
                <c:v>8.429660868793554E-07</c:v>
              </c:pt>
              <c:pt idx="31">
                <c:v>6.399391165593766E-08</c:v>
              </c:pt>
              <c:pt idx="32">
                <c:v>1E-08</c:v>
              </c:pt>
              <c:pt idx="33">
                <c:v>1E-08</c:v>
              </c:pt>
              <c:pt idx="34">
                <c:v>1E-08</c:v>
              </c:pt>
              <c:pt idx="35">
                <c:v>1E-08</c:v>
              </c:pt>
              <c:pt idx="36">
                <c:v>1E-08</c:v>
              </c:pt>
              <c:pt idx="37">
                <c:v>1E-08</c:v>
              </c:pt>
              <c:pt idx="38">
                <c:v>1E-08</c:v>
              </c:pt>
              <c:pt idx="39">
                <c:v>1E-08</c:v>
              </c:pt>
              <c:pt idx="40">
                <c:v>1E-08</c:v>
              </c:pt>
              <c:pt idx="41">
                <c:v>1E-08</c:v>
              </c:pt>
              <c:pt idx="42">
                <c:v>1E-08</c:v>
              </c:pt>
              <c:pt idx="43">
                <c:v>1E-08</c:v>
              </c:pt>
              <c:pt idx="44">
                <c:v>1E-08</c:v>
              </c:pt>
              <c:pt idx="45">
                <c:v>1E-08</c:v>
              </c:pt>
              <c:pt idx="46">
                <c:v>1E-08</c:v>
              </c:pt>
              <c:pt idx="47">
                <c:v>1E-08</c:v>
              </c:pt>
              <c:pt idx="48">
                <c:v>1E-08</c:v>
              </c:pt>
              <c:pt idx="49">
                <c:v>1E-08</c:v>
              </c:pt>
              <c:pt idx="50">
                <c:v>1E-08</c:v>
              </c:pt>
              <c:pt idx="51">
                <c:v>1E-08</c:v>
              </c:pt>
              <c:pt idx="52">
                <c:v>1E-08</c:v>
              </c:pt>
              <c:pt idx="53">
                <c:v>1E-08</c:v>
              </c:pt>
              <c:pt idx="54">
                <c:v>1E-08</c:v>
              </c:pt>
              <c:pt idx="55">
                <c:v>1E-08</c:v>
              </c:pt>
              <c:pt idx="56">
                <c:v>1E-08</c:v>
              </c:pt>
              <c:pt idx="57">
                <c:v>1E-08</c:v>
              </c:pt>
              <c:pt idx="58">
                <c:v>1E-08</c:v>
              </c:pt>
              <c:pt idx="59">
                <c:v>1E-08</c:v>
              </c:pt>
              <c:pt idx="60">
                <c:v>1E-08</c:v>
              </c:pt>
              <c:pt idx="61">
                <c:v>1E-08</c:v>
              </c:pt>
              <c:pt idx="62">
                <c:v>1E-08</c:v>
              </c:pt>
              <c:pt idx="63">
                <c:v>1E-08</c:v>
              </c:pt>
              <c:pt idx="64">
                <c:v>1E-08</c:v>
              </c:pt>
              <c:pt idx="65">
                <c:v>1E-08</c:v>
              </c:pt>
              <c:pt idx="66">
                <c:v>1E-08</c:v>
              </c:pt>
              <c:pt idx="67">
                <c:v>1E-08</c:v>
              </c:pt>
              <c:pt idx="68">
                <c:v>1E-08</c:v>
              </c:pt>
              <c:pt idx="69">
                <c:v>1E-08</c:v>
              </c:pt>
              <c:pt idx="70">
                <c:v>1E-08</c:v>
              </c:pt>
              <c:pt idx="71">
                <c:v>1E-08</c:v>
              </c:pt>
              <c:pt idx="72">
                <c:v>1E-08</c:v>
              </c:pt>
              <c:pt idx="73">
                <c:v>1E-08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ser>
          <c:idx val="3"/>
          <c:order val="3"/>
          <c:tx>
            <c:v>COMSOL Maxwellian</c:v>
          </c:tx>
          <c:spPr>
            <a:ln xmlns:a="http://schemas.openxmlformats.org/drawingml/2006/main" w="19050">
              <a:solidFill>
                <a:srgbClr val="59636F"/>
              </a:solidFill>
              <a:prstDash val="dash"/>
            </a:ln>
          </c:spPr>
          <c:marker>
            <c:symbol val="none"/>
          </c:marker>
          <c:xVal>
            <c:numLit>
              <c:formatCode>General</c:formatCode>
              <c:ptCount val="111"/>
              <c:pt idx="0">
                <c:v>0.001</c:v>
              </c:pt>
              <c:pt idx="1">
                <c:v>0.07371818181818182</c:v>
              </c:pt>
              <c:pt idx="2">
                <c:v>0.14643636363636364</c:v>
              </c:pt>
              <c:pt idx="3">
                <c:v>0.21915454545454546</c:v>
              </c:pt>
              <c:pt idx="4">
                <c:v>0.2918727272727273</c:v>
              </c:pt>
              <c:pt idx="5">
                <c:v>0.3645909090909091</c:v>
              </c:pt>
              <c:pt idx="6">
                <c:v>0.4373090909090909</c:v>
              </c:pt>
              <c:pt idx="7">
                <c:v>0.5100272727272727</c:v>
              </c:pt>
              <c:pt idx="8">
                <c:v>0.5827454545454546</c:v>
              </c:pt>
              <c:pt idx="9">
                <c:v>0.6554636363636364</c:v>
              </c:pt>
              <c:pt idx="10">
                <c:v>0.7281818181818182</c:v>
              </c:pt>
              <c:pt idx="11">
                <c:v>0.8009</c:v>
              </c:pt>
              <c:pt idx="12">
                <c:v>0.8736181818181818</c:v>
              </c:pt>
              <c:pt idx="13">
                <c:v>0.9463363636363636</c:v>
              </c:pt>
              <c:pt idx="14">
                <c:v>1.0190545454545452</c:v>
              </c:pt>
              <c:pt idx="15">
                <c:v>1.0917727272727271</c:v>
              </c:pt>
              <c:pt idx="16">
                <c:v>1.164490909090909</c:v>
              </c:pt>
              <c:pt idx="17">
                <c:v>1.237209090909091</c:v>
              </c:pt>
              <c:pt idx="18">
                <c:v>1.3099272727272726</c:v>
              </c:pt>
              <c:pt idx="19">
                <c:v>1.3826454545454543</c:v>
              </c:pt>
              <c:pt idx="20">
                <c:v>1.4553636363636362</c:v>
              </c:pt>
              <c:pt idx="21">
                <c:v>1.5280818181818179</c:v>
              </c:pt>
              <c:pt idx="22">
                <c:v>1.6007999999999998</c:v>
              </c:pt>
              <c:pt idx="23">
                <c:v>1.6735181818181817</c:v>
              </c:pt>
              <c:pt idx="24">
                <c:v>1.7462363636363636</c:v>
              </c:pt>
              <c:pt idx="25">
                <c:v>1.8189545454545453</c:v>
              </c:pt>
              <c:pt idx="26">
                <c:v>1.8916727272727272</c:v>
              </c:pt>
              <c:pt idx="27">
                <c:v>1.9643909090909089</c:v>
              </c:pt>
              <c:pt idx="28">
                <c:v>2.0371090909090905</c:v>
              </c:pt>
              <c:pt idx="29">
                <c:v>2.1098272727272724</c:v>
              </c:pt>
              <c:pt idx="30">
                <c:v>2.1825454545454543</c:v>
              </c:pt>
              <c:pt idx="31">
                <c:v>2.2552636363636362</c:v>
              </c:pt>
              <c:pt idx="32">
                <c:v>2.327981818181818</c:v>
              </c:pt>
              <c:pt idx="33">
                <c:v>2.4006999999999996</c:v>
              </c:pt>
              <c:pt idx="34">
                <c:v>2.473418181818182</c:v>
              </c:pt>
              <c:pt idx="35">
                <c:v>2.5461363636363634</c:v>
              </c:pt>
              <c:pt idx="36">
                <c:v>2.6188545454545453</c:v>
              </c:pt>
              <c:pt idx="37">
                <c:v>2.691572727272727</c:v>
              </c:pt>
              <c:pt idx="38">
                <c:v>2.7642909090909087</c:v>
              </c:pt>
              <c:pt idx="39">
                <c:v>2.837009090909091</c:v>
              </c:pt>
              <c:pt idx="40">
                <c:v>2.9097272727272725</c:v>
              </c:pt>
              <c:pt idx="41">
                <c:v>2.9824454545454544</c:v>
              </c:pt>
              <c:pt idx="42">
                <c:v>3.055163636363636</c:v>
              </c:pt>
              <c:pt idx="43">
                <c:v>3.127881818181818</c:v>
              </c:pt>
              <c:pt idx="44">
                <c:v>3.2005999999999997</c:v>
              </c:pt>
              <c:pt idx="45">
                <c:v>3.2733181818181816</c:v>
              </c:pt>
              <c:pt idx="46">
                <c:v>3.3460363636363635</c:v>
              </c:pt>
              <c:pt idx="47">
                <c:v>3.418754545454545</c:v>
              </c:pt>
              <c:pt idx="48">
                <c:v>3.4914727272727273</c:v>
              </c:pt>
              <c:pt idx="49">
                <c:v>3.5641909090909087</c:v>
              </c:pt>
              <c:pt idx="50">
                <c:v>3.6369090909090906</c:v>
              </c:pt>
              <c:pt idx="51">
                <c:v>3.709627272727272</c:v>
              </c:pt>
              <c:pt idx="52">
                <c:v>3.7823454545454545</c:v>
              </c:pt>
              <c:pt idx="53">
                <c:v>3.8550636363636364</c:v>
              </c:pt>
              <c:pt idx="54">
                <c:v>3.927781818181818</c:v>
              </c:pt>
              <c:pt idx="55">
                <c:v>4.0005</c:v>
              </c:pt>
              <c:pt idx="56">
                <c:v>4.073218181818182</c:v>
              </c:pt>
              <c:pt idx="57">
                <c:v>4.1459363636363635</c:v>
              </c:pt>
              <c:pt idx="58">
                <c:v>4.218654545454545</c:v>
              </c:pt>
              <c:pt idx="59">
                <c:v>4.291372727272727</c:v>
              </c:pt>
              <c:pt idx="60">
                <c:v>4.364090909090909</c:v>
              </c:pt>
              <c:pt idx="61">
                <c:v>4.436809090909091</c:v>
              </c:pt>
              <c:pt idx="62">
                <c:v>4.509527272727273</c:v>
              </c:pt>
              <c:pt idx="63">
                <c:v>4.582245454545454</c:v>
              </c:pt>
              <c:pt idx="64">
                <c:v>4.654963636363637</c:v>
              </c:pt>
              <c:pt idx="65">
                <c:v>4.727681818181818</c:v>
              </c:pt>
              <c:pt idx="66">
                <c:v>4.8004</c:v>
              </c:pt>
              <c:pt idx="67">
                <c:v>4.873118181818182</c:v>
              </c:pt>
              <c:pt idx="68">
                <c:v>4.9458363636363645</c:v>
              </c:pt>
              <c:pt idx="69">
                <c:v>5.0185545454545455</c:v>
              </c:pt>
              <c:pt idx="70">
                <c:v>5.091272727272727</c:v>
              </c:pt>
              <c:pt idx="71">
                <c:v>5.163990909090909</c:v>
              </c:pt>
              <c:pt idx="72">
                <c:v>5.236709090909091</c:v>
              </c:pt>
              <c:pt idx="73">
                <c:v>5.309427272727273</c:v>
              </c:pt>
              <c:pt idx="74">
                <c:v>5.382145454545454</c:v>
              </c:pt>
              <c:pt idx="75">
                <c:v>5.454863636363636</c:v>
              </c:pt>
              <c:pt idx="76">
                <c:v>5.527581818181818</c:v>
              </c:pt>
              <c:pt idx="77">
                <c:v>5.600300000000001</c:v>
              </c:pt>
              <c:pt idx="78">
                <c:v>5.673018181818183</c:v>
              </c:pt>
              <c:pt idx="79">
                <c:v>5.745736363636364</c:v>
              </c:pt>
              <c:pt idx="80">
                <c:v>5.8184545454545455</c:v>
              </c:pt>
              <c:pt idx="81">
                <c:v>5.8911727272727274</c:v>
              </c:pt>
              <c:pt idx="82">
                <c:v>5.963890909090909</c:v>
              </c:pt>
              <c:pt idx="83">
                <c:v>6.03660909090909</c:v>
              </c:pt>
              <c:pt idx="84">
                <c:v>6.109327272727272</c:v>
              </c:pt>
              <c:pt idx="85">
                <c:v>6.182045454545454</c:v>
              </c:pt>
              <c:pt idx="86">
                <c:v>6.254763636363637</c:v>
              </c:pt>
              <c:pt idx="87">
                <c:v>6.327481818181819</c:v>
              </c:pt>
              <c:pt idx="88">
                <c:v>6.4002</c:v>
              </c:pt>
              <c:pt idx="89">
                <c:v>6.472918181818182</c:v>
              </c:pt>
              <c:pt idx="90">
                <c:v>6.545636363636364</c:v>
              </c:pt>
              <c:pt idx="91">
                <c:v>6.618354545454546</c:v>
              </c:pt>
              <c:pt idx="92">
                <c:v>6.6910727272727275</c:v>
              </c:pt>
              <c:pt idx="93">
                <c:v>6.7637909090909085</c:v>
              </c:pt>
              <c:pt idx="94">
                <c:v>6.83650909090909</c:v>
              </c:pt>
              <c:pt idx="95">
                <c:v>6.909227272727273</c:v>
              </c:pt>
              <c:pt idx="96">
                <c:v>6.981945454545455</c:v>
              </c:pt>
              <c:pt idx="97">
                <c:v>7.054663636363637</c:v>
              </c:pt>
              <c:pt idx="98">
                <c:v>7.127381818181818</c:v>
              </c:pt>
              <c:pt idx="99">
                <c:v>7.2001</c:v>
              </c:pt>
              <c:pt idx="100">
                <c:v>7.272818181818182</c:v>
              </c:pt>
              <c:pt idx="101">
                <c:v>7.345536363636364</c:v>
              </c:pt>
              <c:pt idx="102">
                <c:v>7.418254545454545</c:v>
              </c:pt>
              <c:pt idx="103">
                <c:v>7.490972727272727</c:v>
              </c:pt>
              <c:pt idx="104">
                <c:v>7.5636909090909095</c:v>
              </c:pt>
              <c:pt idx="105">
                <c:v>7.636409090909091</c:v>
              </c:pt>
              <c:pt idx="106">
                <c:v>7.709127272727273</c:v>
              </c:pt>
              <c:pt idx="107">
                <c:v>7.781845454545454</c:v>
              </c:pt>
              <c:pt idx="108">
                <c:v>7.854563636363636</c:v>
              </c:pt>
              <c:pt idx="109">
                <c:v>7.927281818181818</c:v>
              </c:pt>
              <c:pt idx="110">
                <c:v>8</c:v>
              </c:pt>
            </c:numLit>
          </c:xVal>
          <c:yVal>
            <c:numLit>
              <c:formatCode>0E+0</c:formatCode>
              <c:ptCount val="111"/>
              <c:pt idx="0">
                <c:v>0.07672136906116332</c:v>
              </c:pt>
              <c:pt idx="1">
                <c:v>0.5834923162710836</c:v>
              </c:pt>
              <c:pt idx="2">
                <c:v>0.7284567827073509</c:v>
              </c:pt>
              <c:pt idx="3">
                <c:v>0.789379883390609</c:v>
              </c:pt>
              <c:pt idx="4">
                <c:v>0.806935944106288</c:v>
              </c:pt>
              <c:pt idx="5">
                <c:v>0.798871100177252</c:v>
              </c:pt>
              <c:pt idx="6">
                <c:v>0.7749961326193714</c:v>
              </c:pt>
              <c:pt idx="7">
                <c:v>0.7413673780073131</c:v>
              </c:pt>
              <c:pt idx="8">
                <c:v>0.701952474395975</c:v>
              </c:pt>
              <c:pt idx="9">
                <c:v>0.6594381267990207</c:v>
              </c:pt>
              <c:pt idx="10">
                <c:v>0.615674486545673</c:v>
              </c:pt>
              <c:pt idx="11">
                <c:v>0.571941852854096</c:v>
              </c:pt>
              <c:pt idx="12">
                <c:v>0.5291210664477336</c:v>
              </c:pt>
              <c:pt idx="13">
                <c:v>0.4878075017816404</c:v>
              </c:pt>
              <c:pt idx="14">
                <c:v>0.4483899971129853</c:v>
              </c:pt>
              <c:pt idx="15">
                <c:v>0.41110694234693523</c:v>
              </c:pt>
              <c:pt idx="16">
                <c:v>0.37608692153991446</c:v>
              </c:pt>
              <c:pt idx="17">
                <c:v>0.3433785962014029</c:v>
              </c:pt>
              <c:pt idx="18">
                <c:v>0.31297291251489523</c:v>
              </c:pt>
              <c:pt idx="19">
                <c:v>0.2848197259016596</c:v>
              </c:pt>
              <c:pt idx="20">
                <c:v>0.2588403023847789</c:v>
              </c:pt>
              <c:pt idx="21">
                <c:v>0.23493673703329684</c:v>
              </c:pt>
              <c:pt idx="22">
                <c:v>0.21299904491015836</c:v>
              </c:pt>
              <c:pt idx="23">
                <c:v>0.1929104817242897</c:v>
              </c:pt>
              <c:pt idx="24">
                <c:v>0.17455151058303534</c:v>
              </c:pt>
              <c:pt idx="25">
                <c:v>0.15780272942424348</c:v>
              </c:pt>
              <c:pt idx="26">
                <c:v>0.1425469989361375</c:v>
              </c:pt>
              <c:pt idx="27">
                <c:v>0.12867095512474028</c:v>
              </c:pt>
              <c:pt idx="28">
                <c:v>0.11606604879190807</c:v>
              </c:pt>
              <c:pt idx="29">
                <c:v>0.10462922232923715</c:v>
              </c:pt>
              <c:pt idx="30">
                <c:v>0.0942633098022322</c:v>
              </c:pt>
              <c:pt idx="31">
                <c:v>0.0848772274280177</c:v>
              </c:pt>
              <c:pt idx="32">
                <c:v>0.07638600688441086</c:v>
              </c:pt>
              <c:pt idx="33">
                <c:v>0.06871071243339015</c:v>
              </c:pt>
              <c:pt idx="34">
                <c:v>0.061778273858161634</c:v>
              </c:pt>
              <c:pt idx="35">
                <c:v>0.05552126014428637</c:v>
              </c:pt>
              <c:pt idx="36">
                <c:v>0.04987761325999004</c:v>
              </c:pt>
              <c:pt idx="37">
                <c:v>0.04479035698615239</c:v>
              </c:pt>
              <c:pt idx="38">
                <c:v>0.040207292263753226</c:v>
              </c:pt>
              <c:pt idx="39">
                <c:v>0.03608068777255601</c:v>
              </c:pt>
              <c:pt idx="40">
                <c:v>0.032366972278636455</c:v>
              </c:pt>
              <c:pt idx="41">
                <c:v>0.02902643357150653</c:v>
              </c:pt>
              <c:pt idx="42">
                <c:v>0.026022927460523544</c:v>
              </c:pt>
              <c:pt idx="43">
                <c:v>0.023323599240916884</c:v>
              </c:pt>
              <c:pt idx="44">
                <c:v>0.020898619213191076</c:v>
              </c:pt>
              <c:pt idx="45">
                <c:v>0.018720933198877337</c:v>
              </c:pt>
              <c:pt idx="46">
                <c:v>0.016766028503036115</c:v>
              </c:pt>
              <c:pt idx="47">
                <c:v>0.015011715399444665</c:v>
              </c:pt>
              <c:pt idx="48">
                <c:v>0.013437923933882222</c:v>
              </c:pt>
              <c:pt idx="49">
                <c:v>0.01202651563493407</c:v>
              </c:pt>
              <c:pt idx="50">
                <c:v>0.010761109574668706</c:v>
              </c:pt>
              <c:pt idx="51">
                <c:v>0.009626922120852586</c:v>
              </c:pt>
              <c:pt idx="52">
                <c:v>0.008610619657959374</c:v>
              </c:pt>
              <c:pt idx="53">
                <c:v>0.0077001835180061625</c:v>
              </c:pt>
              <c:pt idx="54">
                <c:v>0.0068847863476993254</c:v>
              </c:pt>
              <c:pt idx="55">
                <c:v>0.006154679140292456</c:v>
              </c:pt>
              <c:pt idx="56">
                <c:v>0.005501088174786268</c:v>
              </c:pt>
              <c:pt idx="57">
                <c:v>0.004916121128323062</c:v>
              </c:pt>
              <c:pt idx="58">
                <c:v>0.004392681657218989</c:v>
              </c:pt>
              <c:pt idx="59">
                <c:v>0.0039243917759637925</c:v>
              </c:pt>
              <c:pt idx="60">
                <c:v>0.0035055214000755154</c:v>
              </c:pt>
              <c:pt idx="61">
                <c:v>0.003130924456664488</c:v>
              </c:pt>
              <c:pt idx="62">
                <c:v>0.0027959810049655895</c:v>
              </c:pt>
              <c:pt idx="63">
                <c:v>0.002496544847203153</c:v>
              </c:pt>
              <c:pt idx="64">
                <c:v>0.002228896147409783</c:v>
              </c:pt>
              <c:pt idx="65">
                <c:v>0.001989698611829111</c:v>
              </c:pt>
              <c:pt idx="66">
                <c:v>0.0017759608190121622</c:v>
              </c:pt>
              <c:pt idx="67">
                <c:v>0.001585001320481891</c:v>
              </c:pt>
              <c:pt idx="68">
                <c:v>0.001414417163776493</c:v>
              </c:pt>
              <c:pt idx="69">
                <c:v>0.0012620555187351711</c:v>
              </c:pt>
              <c:pt idx="70">
                <c:v>0.00112598811504788</c:v>
              </c:pt>
              <c:pt idx="71">
                <c:v>0.0010044882243760256</c:v>
              </c:pt>
              <c:pt idx="72">
                <c:v>0.0008960099438105387</c:v>
              </c:pt>
              <c:pt idx="73">
                <c:v>0.0007991695591328929</c:v>
              </c:pt>
              <c:pt idx="74">
                <c:v>0.0007127287863604565</c:v>
              </c:pt>
              <c:pt idx="75">
                <c:v>0.0006355797084762911</c:v>
              </c:pt>
              <c:pt idx="76">
                <c:v>0.0005667312411555887</c:v>
              </c:pt>
              <c:pt idx="77">
                <c:v>0.000505296976799263</c:v>
              </c:pt>
              <c:pt idx="78">
                <c:v>0.00045048427036293415</c:v>
              </c:pt>
              <c:pt idx="79">
                <c:v>0.00040158444341815085</c:v>
              </c:pt>
              <c:pt idx="80">
                <c:v>0.00035796399469158945</c:v>
              </c:pt>
              <c:pt idx="81">
                <c:v>0.00031905671608284527</c:v>
              </c:pt>
              <c:pt idx="82">
                <c:v>0.00028435662294436416</c:v>
              </c:pt>
              <c:pt idx="83">
                <c:v>0.0002534116162957866</c:v>
              </c:pt>
              <c:pt idx="84">
                <c:v>0.00022581780271268398</c:v>
              </c:pt>
              <c:pt idx="85">
                <c:v>0.00020121440494514425</c:v>
              </c:pt>
              <c:pt idx="86">
                <c:v>0.00017927920294899023</c:v>
              </c:pt>
              <c:pt idx="87">
                <c:v>0.00015972445101134286</c:v>
              </c:pt>
              <c:pt idx="88">
                <c:v>0.00014229322207803965</c:v>
              </c:pt>
              <c:pt idx="89">
                <c:v>0.00012675613529428319</c:v>
              </c:pt>
              <c:pt idx="90">
                <c:v>0.00011290842719897561</c:v>
              </c:pt>
              <c:pt idx="91">
                <c:v>0.0001005673310108895</c:v>
              </c:pt>
              <c:pt idx="92">
                <c:v>8.9569732050958E-05</c:v>
              </c:pt>
              <c:pt idx="93">
                <c:v>7.977007059604786E-05</c:v>
              </c:pt>
              <c:pt idx="94">
                <c:v>7.103846638897707E-05</c:v>
              </c:pt>
              <c:pt idx="95">
                <c:v>6.325904166775917E-05</c:v>
              </c:pt>
              <c:pt idx="96">
                <c:v>5.6328421951883244E-05</c:v>
              </c:pt>
              <c:pt idx="97">
                <c:v>5.0154395960216175E-05</c:v>
              </c:pt>
              <c:pt idx="98">
                <c:v>4.465471795686302E-05</c:v>
              </c:pt>
              <c:pt idx="99">
                <c:v>3.975603754897459E-05</c:v>
              </c:pt>
              <c:pt idx="100">
                <c:v>3.5392943513057664E-05</c:v>
              </c:pt>
              <c:pt idx="101">
                <c:v>3.150710962103695E-05</c:v>
              </c:pt>
              <c:pt idx="102">
                <c:v>2.8046531689764968E-05</c:v>
              </c:pt>
              <c:pt idx="103">
                <c:v>2.4964846201993988E-05</c:v>
              </c:pt>
              <c:pt idx="104">
                <c:v>2.2220721855806816E-05</c:v>
              </c:pt>
              <c:pt idx="105">
                <c:v>1.97773163046979E-05</c:v>
              </c:pt>
              <c:pt idx="106">
                <c:v>1.760179116234546E-05</c:v>
              </c:pt>
              <c:pt idx="107">
                <c:v>1.5664879074039477E-05</c:v>
              </c:pt>
              <c:pt idx="108">
                <c:v>1.3940497309227878E-05</c:v>
              </c:pt>
              <c:pt idx="109">
                <c:v>1.2405402914383234E-05</c:v>
              </c:pt>
              <c:pt idx="110">
                <c:v>1.1038884989277123E-05</c:v>
              </c:pt>
            </c:numLit>
          </c:yVal>
        </c:ser>
        <c:ser>
          <c:idx val="4"/>
          <c:order val="4"/>
          <c:tx>
            <c:v>COMSOL Druyvesteyn</c:v>
          </c:tx>
          <c:spPr>
            <a:ln xmlns:a="http://schemas.openxmlformats.org/drawingml/2006/main" w="19050">
              <a:solidFill>
                <a:srgbClr val="908747"/>
              </a:solidFill>
              <a:prstDash val="dot"/>
            </a:ln>
          </c:spPr>
          <c:marker>
            <c:symbol val="none"/>
          </c:marker>
          <c:xVal>
            <c:numLit>
              <c:formatCode>General</c:formatCode>
              <c:ptCount val="111"/>
              <c:pt idx="0">
                <c:v>0.001</c:v>
              </c:pt>
              <c:pt idx="1">
                <c:v>0.07371818181818182</c:v>
              </c:pt>
              <c:pt idx="2">
                <c:v>0.14643636363636364</c:v>
              </c:pt>
              <c:pt idx="3">
                <c:v>0.21915454545454546</c:v>
              </c:pt>
              <c:pt idx="4">
                <c:v>0.2918727272727273</c:v>
              </c:pt>
              <c:pt idx="5">
                <c:v>0.3645909090909091</c:v>
              </c:pt>
              <c:pt idx="6">
                <c:v>0.4373090909090909</c:v>
              </c:pt>
              <c:pt idx="7">
                <c:v>0.5100272727272727</c:v>
              </c:pt>
              <c:pt idx="8">
                <c:v>0.5827454545454546</c:v>
              </c:pt>
              <c:pt idx="9">
                <c:v>0.6554636363636364</c:v>
              </c:pt>
              <c:pt idx="10">
                <c:v>0.7281818181818182</c:v>
              </c:pt>
              <c:pt idx="11">
                <c:v>0.8009</c:v>
              </c:pt>
              <c:pt idx="12">
                <c:v>0.8736181818181818</c:v>
              </c:pt>
              <c:pt idx="13">
                <c:v>0.9463363636363636</c:v>
              </c:pt>
              <c:pt idx="14">
                <c:v>1.0190545454545452</c:v>
              </c:pt>
              <c:pt idx="15">
                <c:v>1.0917727272727271</c:v>
              </c:pt>
              <c:pt idx="16">
                <c:v>1.164490909090909</c:v>
              </c:pt>
              <c:pt idx="17">
                <c:v>1.237209090909091</c:v>
              </c:pt>
              <c:pt idx="18">
                <c:v>1.3099272727272726</c:v>
              </c:pt>
              <c:pt idx="19">
                <c:v>1.3826454545454543</c:v>
              </c:pt>
              <c:pt idx="20">
                <c:v>1.4553636363636362</c:v>
              </c:pt>
              <c:pt idx="21">
                <c:v>1.5280818181818179</c:v>
              </c:pt>
              <c:pt idx="22">
                <c:v>1.6007999999999998</c:v>
              </c:pt>
              <c:pt idx="23">
                <c:v>1.6735181818181817</c:v>
              </c:pt>
              <c:pt idx="24">
                <c:v>1.7462363636363636</c:v>
              </c:pt>
              <c:pt idx="25">
                <c:v>1.8189545454545453</c:v>
              </c:pt>
              <c:pt idx="26">
                <c:v>1.8916727272727272</c:v>
              </c:pt>
              <c:pt idx="27">
                <c:v>1.9643909090909089</c:v>
              </c:pt>
              <c:pt idx="28">
                <c:v>2.0371090909090905</c:v>
              </c:pt>
              <c:pt idx="29">
                <c:v>2.1098272727272724</c:v>
              </c:pt>
              <c:pt idx="30">
                <c:v>2.1825454545454543</c:v>
              </c:pt>
              <c:pt idx="31">
                <c:v>2.2552636363636362</c:v>
              </c:pt>
              <c:pt idx="32">
                <c:v>2.327981818181818</c:v>
              </c:pt>
              <c:pt idx="33">
                <c:v>2.4006999999999996</c:v>
              </c:pt>
              <c:pt idx="34">
                <c:v>2.473418181818182</c:v>
              </c:pt>
              <c:pt idx="35">
                <c:v>2.5461363636363634</c:v>
              </c:pt>
              <c:pt idx="36">
                <c:v>2.6188545454545453</c:v>
              </c:pt>
              <c:pt idx="37">
                <c:v>2.691572727272727</c:v>
              </c:pt>
              <c:pt idx="38">
                <c:v>2.7642909090909087</c:v>
              </c:pt>
              <c:pt idx="39">
                <c:v>2.837009090909091</c:v>
              </c:pt>
              <c:pt idx="40">
                <c:v>2.9097272727272725</c:v>
              </c:pt>
              <c:pt idx="41">
                <c:v>2.9824454545454544</c:v>
              </c:pt>
              <c:pt idx="42">
                <c:v>3.055163636363636</c:v>
              </c:pt>
              <c:pt idx="43">
                <c:v>3.127881818181818</c:v>
              </c:pt>
              <c:pt idx="44">
                <c:v>3.2005999999999997</c:v>
              </c:pt>
              <c:pt idx="45">
                <c:v>3.2733181818181816</c:v>
              </c:pt>
              <c:pt idx="46">
                <c:v>3.3460363636363635</c:v>
              </c:pt>
              <c:pt idx="47">
                <c:v>3.418754545454545</c:v>
              </c:pt>
              <c:pt idx="48">
                <c:v>3.4914727272727273</c:v>
              </c:pt>
              <c:pt idx="49">
                <c:v>3.5641909090909087</c:v>
              </c:pt>
              <c:pt idx="50">
                <c:v>3.6369090909090906</c:v>
              </c:pt>
              <c:pt idx="51">
                <c:v>3.709627272727272</c:v>
              </c:pt>
              <c:pt idx="52">
                <c:v>3.7823454545454545</c:v>
              </c:pt>
              <c:pt idx="53">
                <c:v>3.8550636363636364</c:v>
              </c:pt>
              <c:pt idx="54">
                <c:v>3.927781818181818</c:v>
              </c:pt>
              <c:pt idx="55">
                <c:v>4.0005</c:v>
              </c:pt>
              <c:pt idx="56">
                <c:v>4.073218181818182</c:v>
              </c:pt>
              <c:pt idx="57">
                <c:v>4.1459363636363635</c:v>
              </c:pt>
              <c:pt idx="58">
                <c:v>4.218654545454545</c:v>
              </c:pt>
              <c:pt idx="59">
                <c:v>4.291372727272727</c:v>
              </c:pt>
              <c:pt idx="60">
                <c:v>4.364090909090909</c:v>
              </c:pt>
              <c:pt idx="61">
                <c:v>4.436809090909091</c:v>
              </c:pt>
              <c:pt idx="62">
                <c:v>4.509527272727273</c:v>
              </c:pt>
              <c:pt idx="63">
                <c:v>4.582245454545454</c:v>
              </c:pt>
              <c:pt idx="64">
                <c:v>4.654963636363637</c:v>
              </c:pt>
              <c:pt idx="65">
                <c:v>4.727681818181818</c:v>
              </c:pt>
              <c:pt idx="66">
                <c:v>4.8004</c:v>
              </c:pt>
              <c:pt idx="67">
                <c:v>4.873118181818182</c:v>
              </c:pt>
              <c:pt idx="68">
                <c:v>4.9458363636363645</c:v>
              </c:pt>
              <c:pt idx="69">
                <c:v>5.0185545454545455</c:v>
              </c:pt>
              <c:pt idx="70">
                <c:v>5.091272727272727</c:v>
              </c:pt>
              <c:pt idx="71">
                <c:v>5.163990909090909</c:v>
              </c:pt>
              <c:pt idx="72">
                <c:v>5.236709090909091</c:v>
              </c:pt>
              <c:pt idx="73">
                <c:v>5.309427272727273</c:v>
              </c:pt>
              <c:pt idx="74">
                <c:v>5.382145454545454</c:v>
              </c:pt>
              <c:pt idx="75">
                <c:v>5.454863636363636</c:v>
              </c:pt>
              <c:pt idx="76">
                <c:v>5.527581818181818</c:v>
              </c:pt>
              <c:pt idx="77">
                <c:v>5.600300000000001</c:v>
              </c:pt>
              <c:pt idx="78">
                <c:v>5.673018181818183</c:v>
              </c:pt>
              <c:pt idx="79">
                <c:v>5.745736363636364</c:v>
              </c:pt>
              <c:pt idx="80">
                <c:v>5.8184545454545455</c:v>
              </c:pt>
              <c:pt idx="81">
                <c:v>5.8911727272727274</c:v>
              </c:pt>
              <c:pt idx="82">
                <c:v>5.963890909090909</c:v>
              </c:pt>
              <c:pt idx="83">
                <c:v>6.03660909090909</c:v>
              </c:pt>
              <c:pt idx="84">
                <c:v>6.109327272727272</c:v>
              </c:pt>
              <c:pt idx="85">
                <c:v>6.182045454545454</c:v>
              </c:pt>
              <c:pt idx="86">
                <c:v>6.254763636363637</c:v>
              </c:pt>
              <c:pt idx="87">
                <c:v>6.327481818181819</c:v>
              </c:pt>
              <c:pt idx="88">
                <c:v>6.4002</c:v>
              </c:pt>
              <c:pt idx="89">
                <c:v>6.472918181818182</c:v>
              </c:pt>
              <c:pt idx="90">
                <c:v>6.545636363636364</c:v>
              </c:pt>
              <c:pt idx="91">
                <c:v>6.618354545454546</c:v>
              </c:pt>
              <c:pt idx="92">
                <c:v>6.6910727272727275</c:v>
              </c:pt>
              <c:pt idx="93">
                <c:v>6.7637909090909085</c:v>
              </c:pt>
              <c:pt idx="94">
                <c:v>6.83650909090909</c:v>
              </c:pt>
              <c:pt idx="95">
                <c:v>6.909227272727273</c:v>
              </c:pt>
              <c:pt idx="96">
                <c:v>6.981945454545455</c:v>
              </c:pt>
              <c:pt idx="97">
                <c:v>7.054663636363637</c:v>
              </c:pt>
              <c:pt idx="98">
                <c:v>7.127381818181818</c:v>
              </c:pt>
              <c:pt idx="99">
                <c:v>7.2001</c:v>
              </c:pt>
              <c:pt idx="100">
                <c:v>7.272818181818182</c:v>
              </c:pt>
              <c:pt idx="101">
                <c:v>7.345536363636364</c:v>
              </c:pt>
              <c:pt idx="102">
                <c:v>7.418254545454545</c:v>
              </c:pt>
              <c:pt idx="103">
                <c:v>7.490972727272727</c:v>
              </c:pt>
              <c:pt idx="104">
                <c:v>7.5636909090909095</c:v>
              </c:pt>
              <c:pt idx="105">
                <c:v>7.636409090909091</c:v>
              </c:pt>
              <c:pt idx="106">
                <c:v>7.709127272727273</c:v>
              </c:pt>
              <c:pt idx="107">
                <c:v>7.781845454545454</c:v>
              </c:pt>
              <c:pt idx="108">
                <c:v>7.854563636363636</c:v>
              </c:pt>
              <c:pt idx="109">
                <c:v>7.927281818181818</c:v>
              </c:pt>
              <c:pt idx="110">
                <c:v>8</c:v>
              </c:pt>
            </c:numLit>
          </c:xVal>
          <c:yVal>
            <c:numLit>
              <c:formatCode>0E+0</c:formatCode>
              <c:ptCount val="111"/>
              <c:pt idx="0">
                <c:v>0.03849023099778876</c:v>
              </c:pt>
              <c:pt idx="1">
                <c:v>0.32926227255564766</c:v>
              </c:pt>
              <c:pt idx="2">
                <c:v>0.45906798177612623</c:v>
              </c:pt>
              <c:pt idx="3">
                <c:v>0.5515937980042671</c:v>
              </c:pt>
              <c:pt idx="4">
                <c:v>0.6207635588671698</c:v>
              </c:pt>
              <c:pt idx="5">
                <c:v>0.6717557967095596</c:v>
              </c:pt>
              <c:pt idx="6">
                <c:v>0.7072541952051498</c:v>
              </c:pt>
              <c:pt idx="7">
                <c:v>0.7290284542873962</c:v>
              </c:pt>
              <c:pt idx="8">
                <c:v>0.7384948184652321</c:v>
              </c:pt>
              <c:pt idx="9">
                <c:v>0.7369470046990588</c:v>
              </c:pt>
              <c:pt idx="10">
                <c:v>0.7256539254865549</c:v>
              </c:pt>
              <c:pt idx="11">
                <c:v>0.7058951255562171</c:v>
              </c:pt>
              <c:pt idx="12">
                <c:v>0.6789643887557621</c:v>
              </c:pt>
              <c:pt idx="13">
                <c:v>0.6461565968462285</c:v>
              </c:pt>
              <c:pt idx="14">
                <c:v>0.6087462699327384</c:v>
              </c:pt>
              <c:pt idx="15">
                <c:v>0.5679629728704632</c:v>
              </c:pt>
              <c:pt idx="16">
                <c:v>0.5249669771507318</c:v>
              </c:pt>
              <c:pt idx="17">
                <c:v>0.48082743723244153</c:v>
              </c:pt>
              <c:pt idx="18">
                <c:v>0.4365045395690164</c:v>
              </c:pt>
              <c:pt idx="19">
                <c:v>0.39283646598128263</c:v>
              </c:pt>
              <c:pt idx="20">
                <c:v>0.35053151786666337</c:v>
              </c:pt>
              <c:pt idx="21">
                <c:v>0.3101653484005636</c:v>
              </c:pt>
              <c:pt idx="22">
                <c:v>0.2721829365133589</c:v>
              </c:pt>
              <c:pt idx="23">
                <c:v>0.23690470461427715</c:v>
              </c:pt>
              <c:pt idx="24">
                <c:v>0.20453602787744002</c:v>
              </c:pt>
              <c:pt idx="25">
                <c:v>0.17517930080552627</c:v>
              </c:pt>
              <c:pt idx="26">
                <c:v>0.14884770878171863</c:v>
              </c:pt>
              <c:pt idx="27">
                <c:v>0.12547988828073822</c:v>
              </c:pt>
              <c:pt idx="28">
                <c:v>0.10495473768757305</c:v>
              </c:pt>
              <c:pt idx="29">
                <c:v>0.0871057489537134</c:v>
              </c:pt>
              <c:pt idx="30">
                <c:v>0.0717343564950355</c:v>
              </c:pt>
              <c:pt idx="31">
                <c:v>0.058621932669140384</c:v>
              </c:pt>
              <c:pt idx="32">
                <c:v>0.04754018930541469</c:v>
              </c:pt>
              <c:pt idx="33">
                <c:v>0.03825986450813115</c:v>
              </c:pt>
              <c:pt idx="34">
                <c:v>0.030557677866204124</c:v>
              </c:pt>
              <c:pt idx="35">
                <c:v>0.024221621964334424</c:v>
              </c:pt>
              <c:pt idx="36">
                <c:v>0.019054722329866294</c:v>
              </c:pt>
              <c:pt idx="37">
                <c:v>0.0148774419534659</c:v>
              </c:pt>
              <c:pt idx="38">
                <c:v>0.01152893186739124</c:v>
              </c:pt>
              <c:pt idx="39">
                <c:v>0.008867338434216594</c:v>
              </c:pt>
              <c:pt idx="40">
                <c:v>0.006769374001252729</c:v>
              </c:pt>
              <c:pt idx="41">
                <c:v>0.005129343615474591</c:v>
              </c:pt>
              <c:pt idx="42">
                <c:v>0.0038577996941784568</c:v>
              </c:pt>
              <c:pt idx="43">
                <c:v>0.0028799717462914313</c:v>
              </c:pt>
              <c:pt idx="44">
                <c:v>0.002134091856813632</c:v>
              </c:pt>
              <c:pt idx="45">
                <c:v>0.0015697106110647782</c:v>
              </c:pt>
              <c:pt idx="46">
                <c:v>0.0011460738701693032</c:v>
              </c:pt>
              <c:pt idx="47">
                <c:v>0.0008306092610616153</c:v>
              </c:pt>
              <c:pt idx="48">
                <c:v>0.0005975529391924382</c:v>
              </c:pt>
              <c:pt idx="49">
                <c:v>0.00042673229952102667</c:v>
              </c:pt>
              <c:pt idx="50">
                <c:v>0.00030250876483410664</c:v>
              </c:pt>
              <c:pt idx="51">
                <c:v>0.00021287629641027992</c:v>
              </c:pt>
              <c:pt idx="52">
                <c:v>0.00014870546106067492</c:v>
              </c:pt>
              <c:pt idx="53">
                <c:v>0.00010311930497572492</c:v>
              </c:pt>
              <c:pt idx="54">
                <c:v>7.098547364157824E-05</c:v>
              </c:pt>
              <c:pt idx="55">
                <c:v>4.850854798349147E-05</c:v>
              </c:pt>
              <c:pt idx="56">
                <c:v>3.290705605452668E-05</c:v>
              </c:pt>
              <c:pt idx="57">
                <c:v>2.2160741723806128E-05</c:v>
              </c:pt>
              <c:pt idx="58">
                <c:v>1.4815164087447891E-05</c:v>
              </c:pt>
              <c:pt idx="59">
                <c:v>9.83236146393152E-06</c:v>
              </c:pt>
              <c:pt idx="60">
                <c:v>6.47799444289542E-06</c:v>
              </c:pt>
              <c:pt idx="61">
                <c:v>4.236983107108488E-06</c:v>
              </c:pt>
              <c:pt idx="62">
                <c:v>2.7511120599967846E-06</c:v>
              </c:pt>
              <c:pt idx="63">
                <c:v>1.7733607108935749E-06</c:v>
              </c:pt>
              <c:pt idx="64">
                <c:v>1.1348146032787169E-06</c:v>
              </c:pt>
              <c:pt idx="65">
                <c:v>7.209306285653077E-07</c:v>
              </c:pt>
              <c:pt idx="66">
                <c:v>4.5467846305762257E-07</c:v>
              </c:pt>
              <c:pt idx="67">
                <c:v>2.846814572777709E-07</c:v>
              </c:pt>
              <c:pt idx="68">
                <c:v>1.7695357626790345E-07</c:v>
              </c:pt>
              <c:pt idx="69">
                <c:v>1.0919588860853154E-07</c:v>
              </c:pt>
              <c:pt idx="70">
                <c:v>6.689618617327012E-08</c:v>
              </c:pt>
              <c:pt idx="71">
                <c:v>4.068608046366197E-08</c:v>
              </c:pt>
              <c:pt idx="72">
                <c:v>2.4566371227755237E-08</c:v>
              </c:pt>
              <c:pt idx="73">
                <c:v>1.4726109197142436E-08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max val="1"/>
          <c:min val="1E-08"/>
        </c:scaling>
        <c:delete val="0"/>
        <c:axPos val="l"/>
        <c:majorGridlines>
          <c:spPr>
            <a:ln xmlns:a="http://schemas.openxmlformats.org/drawingml/2006/main" w="7620">
              <a:solidFill>
                <a:srgbClr val="D7DCE0"/>
              </a:solidFill>
              <a:prstDash val="solid"/>
            </a:ln>
          </c:spPr>
        </c:majorGridlines>
        <c:title>
          <c:tx>
            <c:rich>
              <a:bodyPr xmlns:a="http://schemas.openxmlformats.org/drawingml/2006/main"/>
              <a:lstStyle xmlns:a="http://schemas.openxmlformats.org/drawingml/2006/main"/>
              <a:p xmlns:a="http://schemas.openxmlformats.org/drawingml/2006/main">
                <a:r>
                  <a:rPr sz="638">
                    <a:solidFill>
                      <a:srgbClr val="333333"/>
                    </a:solidFill>
                    <a:latin typeface="Noto Sans JP"/>
                    <a:ea typeface="Noto Sans JP"/>
                    <a:cs typeface="Noto Sans JP"/>
                  </a:rPr>
                  <a:t>Probability-density EEDF, F(ε) (eV⁻¹)</a:t>
                </a:r>
              </a:p>
            </c:rich>
          </c:tx>
          <c:overlay val="0"/>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title>
        <c:numFmt formatCode="0E+0"/>
        <c:majorTickMark val="none"/>
        <c:minorTickMark val="none"/>
        <c:spPr>
          <a:ln xmlns:a="http://schemas.openxmlformats.org/drawingml/2006/main" w="7620">
            <a:solidFill>
              <a:srgbClr val="4A4A4A"/>
            </a:solidFill>
            <a:prstDash val="solid"/>
          </a:ln>
        </c:spPr>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crossAx val="48650112"/>
      </c:valAx>
      <c:valAx>
        <c:axId val="48650112"/>
        <c:scaling>
          <c:orientation val="minMax"/>
          <c:max val="8"/>
          <c:min val="0"/>
        </c:scaling>
        <c:delete val="0"/>
        <c:axPos val="b"/>
        <c:majorGridlines>
          <c:spPr>
            <a:ln xmlns:a="http://schemas.openxmlformats.org/drawingml/2006/main" w="953">
              <a:solidFill>
                <a:srgbClr val="FFFFFF"/>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333333"/>
                    </a:solidFill>
                    <a:latin typeface="Noto Sans JP"/>
                    <a:ea typeface="Noto Sans JP"/>
                    <a:cs typeface="Noto Sans JP"/>
                  </a:rPr>
                  <a:t>Electron energy, ε (eV)</a:t>
                </a:r>
              </a:p>
            </c:rich>
          </c:tx>
          <c:overlay val="0"/>
          <c:txPr>
            <a:bodyPr xmlns:a="http://schemas.openxmlformats.org/drawingml/2006/main" anchorCtr="1"/>
            <a:lstStyle xmlns:a="http://schemas.openxmlformats.org/drawingml/2006/main"/>
            <a:p xmlns:a="http://schemas.openxmlformats.org/drawingml/2006/main">
              <a:pPr>
                <a:defRPr sz="675">
                  <a:solidFill>
                    <a:srgbClr val="333333"/>
                  </a:solidFill>
                  <a:latin typeface="Noto Sans JP"/>
                  <a:ea typeface="Noto Sans JP"/>
                  <a:cs typeface="Noto Sans JP"/>
                </a:defRPr>
              </a:pPr>
            </a:p>
          </c:txPr>
        </c:title>
        <c:numFmt formatCode="0"/>
        <c:majorTickMark val="none"/>
        <c:minorTickMark val="none"/>
        <c:spPr>
          <a:ln xmlns:a="http://schemas.openxmlformats.org/drawingml/2006/main" w="7620">
            <a:solidFill>
              <a:srgbClr val="4A4A4A"/>
            </a:solidFill>
            <a:prstDash val="solid"/>
          </a:ln>
        </c:spPr>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crossAx val="48672768"/>
        <c:majorUnit val="2"/>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B8BEC3"/>
      </a:solidFill>
      <a:prstDash val="solid"/>
    </a:ln>
  </c:spPr>
</c:chartSpace>
</file>

<file path=ppt/slides/charts/chart1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333333"/>
                </a:solidFill>
                <a:latin typeface="Noto Sans JP"/>
                <a:ea typeface="Noto Sans JP"/>
                <a:cs typeface="Noto Sans JP"/>
              </a:rPr>
              <a:t>E/N = 10 Td</a:t>
            </a:r>
          </a:p>
        </c:rich>
      </c:tx>
      <c:overlay val="0"/>
      <c:txPr>
        <a:bodyPr xmlns:a="http://schemas.openxmlformats.org/drawingml/2006/main" anchorCtr="1"/>
        <a:lstStyle xmlns:a="http://schemas.openxmlformats.org/drawingml/2006/main"/>
        <a:p xmlns:a="http://schemas.openxmlformats.org/drawingml/2006/main">
          <a:pPr>
            <a:defRPr sz="1050" b="1">
              <a:solidFill>
                <a:srgbClr val="333333"/>
              </a:solidFill>
              <a:latin typeface="Noto Sans JP"/>
              <a:ea typeface="Noto Sans JP"/>
              <a:cs typeface="Noto Sans JP"/>
            </a:defRPr>
          </a:pPr>
        </a:p>
      </c:txPr>
    </c:title>
    <c:plotArea>
      <c:scatterChart>
        <c:scatterStyle val="line"/>
        <c:ser>
          <c:idx val="0"/>
          <c:order val="0"/>
          <c:tx>
            <c:v>Two-term Swarm</c:v>
          </c:tx>
          <c:spPr>
            <a:ln xmlns:a="http://schemas.openxmlformats.org/drawingml/2006/main" w="22860">
              <a:solidFill>
                <a:srgbClr val="3B67B0"/>
              </a:solidFill>
              <a:prstDash val="solid"/>
            </a:ln>
          </c:spPr>
          <c:marker>
            <c:symbol val="none"/>
          </c:marker>
          <c:xVal>
            <c:numLit>
              <c:formatCode>General</c:formatCode>
              <c:ptCount val="111"/>
              <c:pt idx="0">
                <c:v>0.001</c:v>
              </c:pt>
              <c:pt idx="1">
                <c:v>0.22826363636363636</c:v>
              </c:pt>
              <c:pt idx="2">
                <c:v>0.4555272727272727</c:v>
              </c:pt>
              <c:pt idx="3">
                <c:v>0.6827909090909091</c:v>
              </c:pt>
              <c:pt idx="4">
                <c:v>0.9100545454545454</c:v>
              </c:pt>
              <c:pt idx="5">
                <c:v>1.1373181818181817</c:v>
              </c:pt>
              <c:pt idx="6">
                <c:v>1.3645818181818181</c:v>
              </c:pt>
              <c:pt idx="7">
                <c:v>1.5918454545454543</c:v>
              </c:pt>
              <c:pt idx="8">
                <c:v>1.8191090909090908</c:v>
              </c:pt>
              <c:pt idx="9">
                <c:v>2.0463727272727272</c:v>
              </c:pt>
              <c:pt idx="10">
                <c:v>2.2736363636363635</c:v>
              </c:pt>
              <c:pt idx="11">
                <c:v>2.5008999999999997</c:v>
              </c:pt>
              <c:pt idx="12">
                <c:v>2.7281636363636363</c:v>
              </c:pt>
              <c:pt idx="13">
                <c:v>2.955427272727272</c:v>
              </c:pt>
              <c:pt idx="14">
                <c:v>3.182690909090909</c:v>
              </c:pt>
              <c:pt idx="15">
                <c:v>3.409954545454545</c:v>
              </c:pt>
              <c:pt idx="16">
                <c:v>3.6372181818181817</c:v>
              </c:pt>
              <c:pt idx="17">
                <c:v>3.864481818181818</c:v>
              </c:pt>
              <c:pt idx="18">
                <c:v>4.091745454545455</c:v>
              </c:pt>
              <c:pt idx="19">
                <c:v>4.319009090909091</c:v>
              </c:pt>
              <c:pt idx="20">
                <c:v>4.5462727272727275</c:v>
              </c:pt>
              <c:pt idx="21">
                <c:v>4.773536363636364</c:v>
              </c:pt>
              <c:pt idx="22">
                <c:v>5.0008</c:v>
              </c:pt>
              <c:pt idx="23">
                <c:v>5.228063636363636</c:v>
              </c:pt>
              <c:pt idx="24">
                <c:v>5.455327272727273</c:v>
              </c:pt>
              <c:pt idx="25">
                <c:v>5.6825909090909095</c:v>
              </c:pt>
              <c:pt idx="26">
                <c:v>5.909854545454545</c:v>
              </c:pt>
              <c:pt idx="27">
                <c:v>6.137118181818182</c:v>
              </c:pt>
              <c:pt idx="28">
                <c:v>6.364381818181818</c:v>
              </c:pt>
              <c:pt idx="29">
                <c:v>6.591645454545455</c:v>
              </c:pt>
              <c:pt idx="30">
                <c:v>6.818909090909091</c:v>
              </c:pt>
              <c:pt idx="31">
                <c:v>7.046172727272727</c:v>
              </c:pt>
              <c:pt idx="32">
                <c:v>7.273436363636364</c:v>
              </c:pt>
              <c:pt idx="33">
                <c:v>7.5007</c:v>
              </c:pt>
              <c:pt idx="34">
                <c:v>7.727963636363636</c:v>
              </c:pt>
              <c:pt idx="35">
                <c:v>7.955227272727273</c:v>
              </c:pt>
              <c:pt idx="36">
                <c:v>8.182490909090909</c:v>
              </c:pt>
              <c:pt idx="37">
                <c:v>8.409754545454545</c:v>
              </c:pt>
              <c:pt idx="38">
                <c:v>8.637018181818181</c:v>
              </c:pt>
              <c:pt idx="39">
                <c:v>8.864281818181817</c:v>
              </c:pt>
              <c:pt idx="40">
                <c:v>9.091545454545454</c:v>
              </c:pt>
              <c:pt idx="41">
                <c:v>9.318809090909092</c:v>
              </c:pt>
              <c:pt idx="42">
                <c:v>9.546072727272726</c:v>
              </c:pt>
              <c:pt idx="43">
                <c:v>9.773336363636362</c:v>
              </c:pt>
              <c:pt idx="44">
                <c:v>10.000599999999999</c:v>
              </c:pt>
              <c:pt idx="45">
                <c:v>10.227863636363635</c:v>
              </c:pt>
              <c:pt idx="46">
                <c:v>10.455127272727271</c:v>
              </c:pt>
              <c:pt idx="47">
                <c:v>10.682390909090909</c:v>
              </c:pt>
              <c:pt idx="48">
                <c:v>10.909654545454545</c:v>
              </c:pt>
              <c:pt idx="49">
                <c:v>11.136918181818181</c:v>
              </c:pt>
              <c:pt idx="50">
                <c:v>11.364181818181818</c:v>
              </c:pt>
              <c:pt idx="51">
                <c:v>11.591445454545452</c:v>
              </c:pt>
              <c:pt idx="52">
                <c:v>11.818709090909088</c:v>
              </c:pt>
              <c:pt idx="53">
                <c:v>12.045972727272726</c:v>
              </c:pt>
              <c:pt idx="54">
                <c:v>12.273236363636363</c:v>
              </c:pt>
              <c:pt idx="55">
                <c:v>12.500499999999999</c:v>
              </c:pt>
              <c:pt idx="56">
                <c:v>12.727763636363635</c:v>
              </c:pt>
              <c:pt idx="57">
                <c:v>12.955027272727271</c:v>
              </c:pt>
              <c:pt idx="58">
                <c:v>13.18229090909091</c:v>
              </c:pt>
              <c:pt idx="59">
                <c:v>13.409554545454546</c:v>
              </c:pt>
              <c:pt idx="60">
                <c:v>13.63681818181818</c:v>
              </c:pt>
              <c:pt idx="61">
                <c:v>13.864081818181816</c:v>
              </c:pt>
              <c:pt idx="62">
                <c:v>14.091345454545452</c:v>
              </c:pt>
              <c:pt idx="63">
                <c:v>14.318609090909089</c:v>
              </c:pt>
              <c:pt idx="64">
                <c:v>14.545872727272727</c:v>
              </c:pt>
              <c:pt idx="65">
                <c:v>14.773136363636363</c:v>
              </c:pt>
              <c:pt idx="66">
                <c:v>15.000399999999999</c:v>
              </c:pt>
              <c:pt idx="67">
                <c:v>15.227663636363635</c:v>
              </c:pt>
              <c:pt idx="68">
                <c:v>15.454927272727272</c:v>
              </c:pt>
              <c:pt idx="69">
                <c:v>15.682190909090906</c:v>
              </c:pt>
              <c:pt idx="70">
                <c:v>15.909454545454544</c:v>
              </c:pt>
              <c:pt idx="71">
                <c:v>16.136718181818182</c:v>
              </c:pt>
              <c:pt idx="72">
                <c:v>16.36398181818182</c:v>
              </c:pt>
              <c:pt idx="73">
                <c:v>16.591245454545454</c:v>
              </c:pt>
              <c:pt idx="74">
                <c:v>16.818509090909092</c:v>
              </c:pt>
              <c:pt idx="75">
                <c:v>17.045772727272727</c:v>
              </c:pt>
              <c:pt idx="76">
                <c:v>17.273036363636365</c:v>
              </c:pt>
              <c:pt idx="77">
                <c:v>17.500300000000003</c:v>
              </c:pt>
              <c:pt idx="78">
                <c:v>17.727563636363637</c:v>
              </c:pt>
              <c:pt idx="79">
                <c:v>17.95482727272727</c:v>
              </c:pt>
              <c:pt idx="80">
                <c:v>18.18209090909091</c:v>
              </c:pt>
              <c:pt idx="81">
                <c:v>18.409354545454544</c:v>
              </c:pt>
              <c:pt idx="82">
                <c:v>18.636618181818186</c:v>
              </c:pt>
              <c:pt idx="83">
                <c:v>18.86388181818182</c:v>
              </c:pt>
              <c:pt idx="84">
                <c:v>19.091145454545455</c:v>
              </c:pt>
              <c:pt idx="85">
                <c:v>19.318409090909093</c:v>
              </c:pt>
              <c:pt idx="86">
                <c:v>19.545672727272727</c:v>
              </c:pt>
              <c:pt idx="87">
                <c:v>19.772936363636365</c:v>
              </c:pt>
              <c:pt idx="88">
                <c:v>20.0002</c:v>
              </c:pt>
              <c:pt idx="89">
                <c:v>20.227463636363638</c:v>
              </c:pt>
              <c:pt idx="90">
                <c:v>20.454727272727272</c:v>
              </c:pt>
              <c:pt idx="91">
                <c:v>20.68199090909091</c:v>
              </c:pt>
              <c:pt idx="92">
                <c:v>20.909254545454544</c:v>
              </c:pt>
              <c:pt idx="93">
                <c:v>21.13651818181818</c:v>
              </c:pt>
              <c:pt idx="94">
                <c:v>21.36378181818182</c:v>
              </c:pt>
              <c:pt idx="95">
                <c:v>21.591045454545455</c:v>
              </c:pt>
              <c:pt idx="96">
                <c:v>21.818309090909093</c:v>
              </c:pt>
              <c:pt idx="97">
                <c:v>22.045572727272727</c:v>
              </c:pt>
              <c:pt idx="98">
                <c:v>22.272836363636365</c:v>
              </c:pt>
              <c:pt idx="99">
                <c:v>22.5001</c:v>
              </c:pt>
              <c:pt idx="100">
                <c:v>22.727363636363638</c:v>
              </c:pt>
              <c:pt idx="101">
                <c:v>22.954627272727272</c:v>
              </c:pt>
              <c:pt idx="102">
                <c:v>23.181890909090907</c:v>
              </c:pt>
              <c:pt idx="103">
                <c:v>23.409154545454545</c:v>
              </c:pt>
              <c:pt idx="104">
                <c:v>23.63641818181818</c:v>
              </c:pt>
              <c:pt idx="105">
                <c:v>23.86368181818182</c:v>
              </c:pt>
              <c:pt idx="106">
                <c:v>24.090945454545455</c:v>
              </c:pt>
              <c:pt idx="107">
                <c:v>24.318209090909093</c:v>
              </c:pt>
              <c:pt idx="108">
                <c:v>24.545472727272728</c:v>
              </c:pt>
              <c:pt idx="109">
                <c:v>24.772736363636366</c:v>
              </c:pt>
              <c:pt idx="110">
                <c:v>25</c:v>
              </c:pt>
            </c:numLit>
          </c:xVal>
          <c:yVal>
            <c:numLit>
              <c:formatCode>0E+0</c:formatCode>
              <c:ptCount val="111"/>
              <c:pt idx="0">
                <c:v>0.016465505792715242</c:v>
              </c:pt>
              <c:pt idx="1">
                <c:v>0.2730987956042499</c:v>
              </c:pt>
              <c:pt idx="2">
                <c:v>0.38553781140781324</c:v>
              </c:pt>
              <c:pt idx="3">
                <c:v>0.4718354026640745</c:v>
              </c:pt>
              <c:pt idx="4">
                <c:v>0.5385746430573377</c:v>
              </c:pt>
              <c:pt idx="5">
                <c:v>0.5799749645548943</c:v>
              </c:pt>
              <c:pt idx="6">
                <c:v>0.5810027081185685</c:v>
              </c:pt>
              <c:pt idx="7">
                <c:v>0.521878602440485</c:v>
              </c:pt>
              <c:pt idx="8">
                <c:v>0.389294000806957</c:v>
              </c:pt>
              <c:pt idx="9">
                <c:v>0.22123240298605165</c:v>
              </c:pt>
              <c:pt idx="10">
                <c:v>0.1070710268098058</c:v>
              </c:pt>
              <c:pt idx="11">
                <c:v>0.053867979702156</c:v>
              </c:pt>
              <c:pt idx="12">
                <c:v>0.029803182773160977</c:v>
              </c:pt>
              <c:pt idx="13">
                <c:v>0.019191475499024637</c:v>
              </c:pt>
              <c:pt idx="14">
                <c:v>0.01421268168510142</c:v>
              </c:pt>
              <c:pt idx="15">
                <c:v>0.011213782703921846</c:v>
              </c:pt>
              <c:pt idx="16">
                <c:v>0.009860321352980407</c:v>
              </c:pt>
              <c:pt idx="17">
                <c:v>0.008670217691130954</c:v>
              </c:pt>
              <c:pt idx="18">
                <c:v>0.007929189050883361</c:v>
              </c:pt>
              <c:pt idx="19">
                <c:v>0.007303354810023534</c:v>
              </c:pt>
              <c:pt idx="20">
                <c:v>0.006726916351572119</c:v>
              </c:pt>
              <c:pt idx="21">
                <c:v>0.00631240738672398</c:v>
              </c:pt>
              <c:pt idx="22">
                <c:v>0.0059371896418088065</c:v>
              </c:pt>
              <c:pt idx="23">
                <c:v>0.005584275330033161</c:v>
              </c:pt>
              <c:pt idx="24">
                <c:v>0.005221530415881182</c:v>
              </c:pt>
              <c:pt idx="25">
                <c:v>0.004843229745721046</c:v>
              </c:pt>
              <c:pt idx="26">
                <c:v>0.004492337016460447</c:v>
              </c:pt>
              <c:pt idx="27">
                <c:v>0.004166866518626451</c:v>
              </c:pt>
              <c:pt idx="28">
                <c:v>0.0038156889576149056</c:v>
              </c:pt>
              <c:pt idx="29">
                <c:v>0.003414612218754314</c:v>
              </c:pt>
              <c:pt idx="30">
                <c:v>0.0030556936726190568</c:v>
              </c:pt>
              <c:pt idx="31">
                <c:v>0.002734501964703468</c:v>
              </c:pt>
              <c:pt idx="32">
                <c:v>0.002447071531407171</c:v>
              </c:pt>
              <c:pt idx="33">
                <c:v>0.002056976365164224</c:v>
              </c:pt>
              <c:pt idx="34">
                <c:v>0.0016563947161102935</c:v>
              </c:pt>
              <c:pt idx="35">
                <c:v>0.0013338235198142659</c:v>
              </c:pt>
              <c:pt idx="36">
                <c:v>0.0010740707904378839</c:v>
              </c:pt>
              <c:pt idx="37">
                <c:v>0.0008649030743081385</c:v>
              </c:pt>
              <c:pt idx="38">
                <c:v>0.0006957294125560028</c:v>
              </c:pt>
              <c:pt idx="39">
                <c:v>0.0004816104253245263</c:v>
              </c:pt>
              <c:pt idx="40">
                <c:v>0.0003333890986858345</c:v>
              </c:pt>
              <c:pt idx="41">
                <c:v>0.0002307846451780133</c:v>
              </c:pt>
              <c:pt idx="42">
                <c:v>0.00015975793047790142</c:v>
              </c:pt>
              <c:pt idx="43">
                <c:v>0.00011059053053939246</c:v>
              </c:pt>
              <c:pt idx="44">
                <c:v>7.655498170512451E-05</c:v>
              </c:pt>
              <c:pt idx="45">
                <c:v>5.0470059879864816E-05</c:v>
              </c:pt>
              <c:pt idx="46">
                <c:v>3.1407019701257884E-05</c:v>
              </c:pt>
              <c:pt idx="47">
                <c:v>1.9544278109896252E-05</c:v>
              </c:pt>
              <c:pt idx="48">
                <c:v>1.2162211202155977E-05</c:v>
              </c:pt>
              <c:pt idx="49">
                <c:v>7.568423888265758E-06</c:v>
              </c:pt>
              <c:pt idx="50">
                <c:v>4.709755421967802E-06</c:v>
              </c:pt>
              <c:pt idx="51">
                <c:v>2.9308342743786224E-06</c:v>
              </c:pt>
              <c:pt idx="52">
                <c:v>1.8238292170771605E-06</c:v>
              </c:pt>
              <c:pt idx="53">
                <c:v>9.611894541597007E-07</c:v>
              </c:pt>
              <c:pt idx="54">
                <c:v>4.834433407125621E-07</c:v>
              </c:pt>
              <c:pt idx="55">
                <c:v>2.4315441942051363E-07</c:v>
              </c:pt>
              <c:pt idx="56">
                <c:v>1.222978303860433E-07</c:v>
              </c:pt>
              <c:pt idx="57">
                <c:v>6.151136118676522E-08</c:v>
              </c:pt>
              <c:pt idx="58">
                <c:v>3.0937977747481415E-08</c:v>
              </c:pt>
              <c:pt idx="59">
                <c:v>1.556067771281256E-08</c:v>
              </c:pt>
              <c:pt idx="60">
                <c:v>1E-08</c:v>
              </c:pt>
              <c:pt idx="61">
                <c:v>1E-08</c:v>
              </c:pt>
              <c:pt idx="62">
                <c:v>1E-08</c:v>
              </c:pt>
              <c:pt idx="63">
                <c:v>1E-08</c:v>
              </c:pt>
              <c:pt idx="64">
                <c:v>1E-08</c:v>
              </c:pt>
              <c:pt idx="65">
                <c:v>1E-08</c:v>
              </c:pt>
              <c:pt idx="66">
                <c:v>1E-08</c:v>
              </c:pt>
              <c:pt idx="67">
                <c:v>1E-08</c:v>
              </c:pt>
              <c:pt idx="68">
                <c:v>1E-08</c:v>
              </c:pt>
              <c:pt idx="69">
                <c:v>1E-08</c:v>
              </c:pt>
              <c:pt idx="70">
                <c:v>1E-08</c:v>
              </c:pt>
              <c:pt idx="71">
                <c:v>1E-08</c:v>
              </c:pt>
              <c:pt idx="72">
                <c:v>1E-08</c:v>
              </c:pt>
              <c:pt idx="73">
                <c:v>1E-08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ser>
          <c:idx val="1"/>
          <c:order val="1"/>
          <c:tx>
            <c:v>Monte Carlo Swarm</c:v>
          </c:tx>
          <c:spPr>
            <a:ln xmlns:a="http://schemas.openxmlformats.org/drawingml/2006/main" w="22860">
              <a:solidFill>
                <a:srgbClr val="EDA24C"/>
              </a:solidFill>
              <a:prstDash val="solid"/>
            </a:ln>
          </c:spPr>
          <c:marker>
            <c:symbol val="none"/>
          </c:marker>
          <c:xVal>
            <c:numLit>
              <c:formatCode>General</c:formatCode>
              <c:ptCount val="111"/>
              <c:pt idx="0">
                <c:v>0.001</c:v>
              </c:pt>
              <c:pt idx="1">
                <c:v>0.22826363636363636</c:v>
              </c:pt>
              <c:pt idx="2">
                <c:v>0.4555272727272727</c:v>
              </c:pt>
              <c:pt idx="3">
                <c:v>0.6827909090909091</c:v>
              </c:pt>
              <c:pt idx="4">
                <c:v>0.9100545454545454</c:v>
              </c:pt>
              <c:pt idx="5">
                <c:v>1.1373181818181817</c:v>
              </c:pt>
              <c:pt idx="6">
                <c:v>1.3645818181818181</c:v>
              </c:pt>
              <c:pt idx="7">
                <c:v>1.5918454545454543</c:v>
              </c:pt>
              <c:pt idx="8">
                <c:v>1.8191090909090908</c:v>
              </c:pt>
              <c:pt idx="9">
                <c:v>2.0463727272727272</c:v>
              </c:pt>
              <c:pt idx="10">
                <c:v>2.2736363636363635</c:v>
              </c:pt>
              <c:pt idx="11">
                <c:v>2.5008999999999997</c:v>
              </c:pt>
              <c:pt idx="12">
                <c:v>2.7281636363636363</c:v>
              </c:pt>
              <c:pt idx="13">
                <c:v>2.955427272727272</c:v>
              </c:pt>
              <c:pt idx="14">
                <c:v>3.182690909090909</c:v>
              </c:pt>
              <c:pt idx="15">
                <c:v>3.409954545454545</c:v>
              </c:pt>
              <c:pt idx="16">
                <c:v>3.6372181818181817</c:v>
              </c:pt>
              <c:pt idx="17">
                <c:v>3.864481818181818</c:v>
              </c:pt>
              <c:pt idx="18">
                <c:v>4.091745454545455</c:v>
              </c:pt>
              <c:pt idx="19">
                <c:v>4.319009090909091</c:v>
              </c:pt>
              <c:pt idx="20">
                <c:v>4.5462727272727275</c:v>
              </c:pt>
              <c:pt idx="21">
                <c:v>4.773536363636364</c:v>
              </c:pt>
              <c:pt idx="22">
                <c:v>5.0008</c:v>
              </c:pt>
              <c:pt idx="23">
                <c:v>5.228063636363636</c:v>
              </c:pt>
              <c:pt idx="24">
                <c:v>5.455327272727273</c:v>
              </c:pt>
              <c:pt idx="25">
                <c:v>5.6825909090909095</c:v>
              </c:pt>
              <c:pt idx="26">
                <c:v>5.909854545454545</c:v>
              </c:pt>
              <c:pt idx="27">
                <c:v>6.137118181818182</c:v>
              </c:pt>
              <c:pt idx="28">
                <c:v>6.364381818181818</c:v>
              </c:pt>
              <c:pt idx="29">
                <c:v>6.591645454545455</c:v>
              </c:pt>
              <c:pt idx="30">
                <c:v>6.818909090909091</c:v>
              </c:pt>
              <c:pt idx="31">
                <c:v>7.046172727272727</c:v>
              </c:pt>
              <c:pt idx="32">
                <c:v>7.273436363636364</c:v>
              </c:pt>
              <c:pt idx="33">
                <c:v>7.5007</c:v>
              </c:pt>
              <c:pt idx="34">
                <c:v>7.727963636363636</c:v>
              </c:pt>
              <c:pt idx="35">
                <c:v>7.955227272727273</c:v>
              </c:pt>
              <c:pt idx="36">
                <c:v>8.182490909090909</c:v>
              </c:pt>
              <c:pt idx="37">
                <c:v>8.409754545454545</c:v>
              </c:pt>
              <c:pt idx="38">
                <c:v>8.637018181818181</c:v>
              </c:pt>
              <c:pt idx="39">
                <c:v>8.864281818181817</c:v>
              </c:pt>
              <c:pt idx="40">
                <c:v>9.091545454545454</c:v>
              </c:pt>
              <c:pt idx="41">
                <c:v>9.318809090909092</c:v>
              </c:pt>
              <c:pt idx="42">
                <c:v>9.546072727272726</c:v>
              </c:pt>
              <c:pt idx="43">
                <c:v>9.773336363636362</c:v>
              </c:pt>
              <c:pt idx="44">
                <c:v>10.000599999999999</c:v>
              </c:pt>
              <c:pt idx="45">
                <c:v>10.227863636363635</c:v>
              </c:pt>
              <c:pt idx="46">
                <c:v>10.455127272727271</c:v>
              </c:pt>
              <c:pt idx="47">
                <c:v>10.682390909090909</c:v>
              </c:pt>
              <c:pt idx="48">
                <c:v>10.909654545454545</c:v>
              </c:pt>
              <c:pt idx="49">
                <c:v>11.136918181818181</c:v>
              </c:pt>
              <c:pt idx="50">
                <c:v>11.364181818181818</c:v>
              </c:pt>
              <c:pt idx="51">
                <c:v>11.591445454545452</c:v>
              </c:pt>
              <c:pt idx="52">
                <c:v>11.818709090909088</c:v>
              </c:pt>
              <c:pt idx="53">
                <c:v>12.045972727272726</c:v>
              </c:pt>
              <c:pt idx="54">
                <c:v>12.273236363636363</c:v>
              </c:pt>
              <c:pt idx="55">
                <c:v>12.500499999999999</c:v>
              </c:pt>
              <c:pt idx="56">
                <c:v>12.727763636363635</c:v>
              </c:pt>
              <c:pt idx="57">
                <c:v>12.955027272727271</c:v>
              </c:pt>
              <c:pt idx="58">
                <c:v>13.18229090909091</c:v>
              </c:pt>
              <c:pt idx="59">
                <c:v>13.409554545454546</c:v>
              </c:pt>
              <c:pt idx="60">
                <c:v>13.63681818181818</c:v>
              </c:pt>
              <c:pt idx="61">
                <c:v>13.864081818181816</c:v>
              </c:pt>
              <c:pt idx="62">
                <c:v>14.091345454545452</c:v>
              </c:pt>
              <c:pt idx="63">
                <c:v>14.318609090909089</c:v>
              </c:pt>
              <c:pt idx="64">
                <c:v>14.545872727272727</c:v>
              </c:pt>
              <c:pt idx="65">
                <c:v>14.773136363636363</c:v>
              </c:pt>
              <c:pt idx="66">
                <c:v>15.000399999999999</c:v>
              </c:pt>
              <c:pt idx="67">
                <c:v>15.227663636363635</c:v>
              </c:pt>
              <c:pt idx="68">
                <c:v>15.454927272727272</c:v>
              </c:pt>
              <c:pt idx="69">
                <c:v>15.682190909090906</c:v>
              </c:pt>
              <c:pt idx="70">
                <c:v>15.909454545454544</c:v>
              </c:pt>
              <c:pt idx="71">
                <c:v>16.136718181818182</c:v>
              </c:pt>
              <c:pt idx="72">
                <c:v>16.36398181818182</c:v>
              </c:pt>
              <c:pt idx="73">
                <c:v>16.591245454545454</c:v>
              </c:pt>
              <c:pt idx="74">
                <c:v>16.818509090909092</c:v>
              </c:pt>
              <c:pt idx="75">
                <c:v>17.045772727272727</c:v>
              </c:pt>
              <c:pt idx="76">
                <c:v>17.273036363636365</c:v>
              </c:pt>
              <c:pt idx="77">
                <c:v>17.500300000000003</c:v>
              </c:pt>
              <c:pt idx="78">
                <c:v>17.727563636363637</c:v>
              </c:pt>
              <c:pt idx="79">
                <c:v>17.95482727272727</c:v>
              </c:pt>
              <c:pt idx="80">
                <c:v>18.18209090909091</c:v>
              </c:pt>
              <c:pt idx="81">
                <c:v>18.409354545454544</c:v>
              </c:pt>
              <c:pt idx="82">
                <c:v>18.636618181818186</c:v>
              </c:pt>
              <c:pt idx="83">
                <c:v>18.86388181818182</c:v>
              </c:pt>
              <c:pt idx="84">
                <c:v>19.091145454545455</c:v>
              </c:pt>
              <c:pt idx="85">
                <c:v>19.318409090909093</c:v>
              </c:pt>
              <c:pt idx="86">
                <c:v>19.545672727272727</c:v>
              </c:pt>
              <c:pt idx="87">
                <c:v>19.772936363636365</c:v>
              </c:pt>
              <c:pt idx="88">
                <c:v>20.0002</c:v>
              </c:pt>
              <c:pt idx="89">
                <c:v>20.227463636363638</c:v>
              </c:pt>
              <c:pt idx="90">
                <c:v>20.454727272727272</c:v>
              </c:pt>
              <c:pt idx="91">
                <c:v>20.68199090909091</c:v>
              </c:pt>
              <c:pt idx="92">
                <c:v>20.909254545454544</c:v>
              </c:pt>
              <c:pt idx="93">
                <c:v>21.13651818181818</c:v>
              </c:pt>
              <c:pt idx="94">
                <c:v>21.36378181818182</c:v>
              </c:pt>
              <c:pt idx="95">
                <c:v>21.591045454545455</c:v>
              </c:pt>
              <c:pt idx="96">
                <c:v>21.818309090909093</c:v>
              </c:pt>
              <c:pt idx="97">
                <c:v>22.045572727272727</c:v>
              </c:pt>
              <c:pt idx="98">
                <c:v>22.272836363636365</c:v>
              </c:pt>
              <c:pt idx="99">
                <c:v>22.5001</c:v>
              </c:pt>
              <c:pt idx="100">
                <c:v>22.727363636363638</c:v>
              </c:pt>
              <c:pt idx="101">
                <c:v>22.954627272727272</c:v>
              </c:pt>
              <c:pt idx="102">
                <c:v>23.181890909090907</c:v>
              </c:pt>
              <c:pt idx="103">
                <c:v>23.409154545454545</c:v>
              </c:pt>
              <c:pt idx="104">
                <c:v>23.63641818181818</c:v>
              </c:pt>
              <c:pt idx="105">
                <c:v>23.86368181818182</c:v>
              </c:pt>
              <c:pt idx="106">
                <c:v>24.090945454545455</c:v>
              </c:pt>
              <c:pt idx="107">
                <c:v>24.318209090909093</c:v>
              </c:pt>
              <c:pt idx="108">
                <c:v>24.545472727272728</c:v>
              </c:pt>
              <c:pt idx="109">
                <c:v>24.772736363636366</c:v>
              </c:pt>
              <c:pt idx="110">
                <c:v>25</c:v>
              </c:pt>
            </c:numLit>
          </c:xVal>
          <c:yVal>
            <c:numLit>
              <c:formatCode>0E+0</c:formatCode>
              <c:ptCount val="111"/>
              <c:pt idx="0">
                <c:v>0.016141164874734985</c:v>
              </c:pt>
              <c:pt idx="1">
                <c:v>0.2609324357075411</c:v>
              </c:pt>
              <c:pt idx="2">
                <c:v>0.3733851551199786</c:v>
              </c:pt>
              <c:pt idx="3">
                <c:v>0.46376164691731975</c:v>
              </c:pt>
              <c:pt idx="4">
                <c:v>0.5377065832781092</c:v>
              </c:pt>
              <c:pt idx="5">
                <c:v>0.5839808324570405</c:v>
              </c:pt>
              <c:pt idx="6">
                <c:v>0.5910091742456733</c:v>
              </c:pt>
              <c:pt idx="7">
                <c:v>0.5308767795106651</c:v>
              </c:pt>
              <c:pt idx="8">
                <c:v>0.38893328346041295</c:v>
              </c:pt>
              <c:pt idx="9">
                <c:v>0.21046959592344897</c:v>
              </c:pt>
              <c:pt idx="10">
                <c:v>0.10467521560326497</c:v>
              </c:pt>
              <c:pt idx="11">
                <c:v>0.0546987173113414</c:v>
              </c:pt>
              <c:pt idx="12">
                <c:v>0.031671725015364395</c:v>
              </c:pt>
              <c:pt idx="13">
                <c:v>0.02104717176379715</c:v>
              </c:pt>
              <c:pt idx="14">
                <c:v>0.015879279964530296</c:v>
              </c:pt>
              <c:pt idx="15">
                <c:v>0.012717894604570266</c:v>
              </c:pt>
              <c:pt idx="16">
                <c:v>0.011282144971130085</c:v>
              </c:pt>
              <c:pt idx="17">
                <c:v>0.010008480106750883</c:v>
              </c:pt>
              <c:pt idx="18">
                <c:v>0.009237729198687357</c:v>
              </c:pt>
              <c:pt idx="19">
                <c:v>0.008587887604220268</c:v>
              </c:pt>
              <c:pt idx="20">
                <c:v>0.007983760068783999</c:v>
              </c:pt>
              <c:pt idx="21">
                <c:v>0.007409842898299183</c:v>
              </c:pt>
              <c:pt idx="22">
                <c:v>0.006875763151394851</c:v>
              </c:pt>
              <c:pt idx="23">
                <c:v>0.0063801783064700085</c:v>
              </c:pt>
              <c:pt idx="24">
                <c:v>0.005900720797063535</c:v>
              </c:pt>
              <c:pt idx="25">
                <c:v>0.005432611465224155</c:v>
              </c:pt>
              <c:pt idx="26">
                <c:v>0.005001637655313574</c:v>
              </c:pt>
              <c:pt idx="27">
                <c:v>0.004604853373959898</c:v>
              </c:pt>
              <c:pt idx="28">
                <c:v>0.0042300597060216</c:v>
              </c:pt>
              <c:pt idx="29">
                <c:v>0.003870193039646282</c:v>
              </c:pt>
              <c:pt idx="30">
                <c:v>0.003540941548130966</c:v>
              </c:pt>
              <c:pt idx="31">
                <c:v>0.003239700686461379</c:v>
              </c:pt>
              <c:pt idx="32">
                <c:v>0.002964087487803437</c:v>
              </c:pt>
              <c:pt idx="33">
                <c:v>0.0025164004980279212</c:v>
              </c:pt>
              <c:pt idx="34">
                <c:v>0.0020294432510126197</c:v>
              </c:pt>
              <c:pt idx="35">
                <c:v>0.0016367187624976285</c:v>
              </c:pt>
              <c:pt idx="36">
                <c:v>0.001319991729837785</c:v>
              </c:pt>
              <c:pt idx="37">
                <c:v>0.0010645556260266028</c:v>
              </c:pt>
              <c:pt idx="38">
                <c:v>0.0008576472668189332</c:v>
              </c:pt>
              <c:pt idx="39">
                <c:v>0.000595540554674959</c:v>
              </c:pt>
              <c:pt idx="40">
                <c:v>0.000413536620454754</c:v>
              </c:pt>
              <c:pt idx="41">
                <c:v>0.00028715514856998426</c:v>
              </c:pt>
              <c:pt idx="42">
                <c:v>0.00019939728496009242</c:v>
              </c:pt>
              <c:pt idx="43">
                <c:v>0.00013845921776940124</c:v>
              </c:pt>
              <c:pt idx="44">
                <c:v>9.614451364847494E-05</c:v>
              </c:pt>
              <c:pt idx="45">
                <c:v>5.778223021046211E-05</c:v>
              </c:pt>
              <c:pt idx="46">
                <c:v>2.9273194251556195E-05</c:v>
              </c:pt>
              <c:pt idx="47">
                <c:v>1.4830163158606922E-05</c:v>
              </c:pt>
              <c:pt idx="48">
                <c:v>7.513144531509779E-06</c:v>
              </c:pt>
              <c:pt idx="49">
                <c:v>3.8062521731998065E-06</c:v>
              </c:pt>
              <c:pt idx="50">
                <c:v>1.9282945436798287E-06</c:v>
              </c:pt>
              <c:pt idx="51">
                <c:v>9.76897924253802E-07</c:v>
              </c:pt>
              <c:pt idx="52">
                <c:v>4.949086007318189E-07</c:v>
              </c:pt>
              <c:pt idx="53">
                <c:v>2.3048342166541583E-07</c:v>
              </c:pt>
              <c:pt idx="54">
                <c:v>1.0482772054890876E-07</c:v>
              </c:pt>
              <c:pt idx="55">
                <c:v>4.7677403069068605E-08</c:v>
              </c:pt>
              <c:pt idx="56">
                <c:v>2.1684481466425398E-08</c:v>
              </c:pt>
              <c:pt idx="57">
                <c:v>1E-08</c:v>
              </c:pt>
              <c:pt idx="58">
                <c:v>1E-08</c:v>
              </c:pt>
              <c:pt idx="59">
                <c:v>1E-08</c:v>
              </c:pt>
              <c:pt idx="60">
                <c:v>1E-08</c:v>
              </c:pt>
              <c:pt idx="61">
                <c:v>1E-08</c:v>
              </c:pt>
              <c:pt idx="62">
                <c:v>1E-08</c:v>
              </c:pt>
              <c:pt idx="63">
                <c:v>1E-08</c:v>
              </c:pt>
              <c:pt idx="64">
                <c:v>1E-08</c:v>
              </c:pt>
              <c:pt idx="65">
                <c:v>1E-08</c:v>
              </c:pt>
              <c:pt idx="66">
                <c:v>1E-08</c:v>
              </c:pt>
              <c:pt idx="67">
                <c:v>1E-08</c:v>
              </c:pt>
              <c:pt idx="68">
                <c:v>1E-08</c:v>
              </c:pt>
              <c:pt idx="69">
                <c:v>1E-08</c:v>
              </c:pt>
              <c:pt idx="70">
                <c:v>1E-08</c:v>
              </c:pt>
              <c:pt idx="71">
                <c:v>1E-08</c:v>
              </c:pt>
              <c:pt idx="72">
                <c:v>1E-08</c:v>
              </c:pt>
              <c:pt idx="73">
                <c:v>1E-08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ser>
          <c:idx val="2"/>
          <c:order val="2"/>
          <c:tx>
            <c:v>Propagator Swarm</c:v>
          </c:tx>
          <c:spPr>
            <a:ln xmlns:a="http://schemas.openxmlformats.org/drawingml/2006/main" w="22860">
              <a:solidFill>
                <a:srgbClr val="5DAA18"/>
              </a:solidFill>
              <a:prstDash val="solid"/>
            </a:ln>
          </c:spPr>
          <c:marker>
            <c:symbol val="none"/>
          </c:marker>
          <c:xVal>
            <c:numLit>
              <c:formatCode>General</c:formatCode>
              <c:ptCount val="111"/>
              <c:pt idx="0">
                <c:v>0.001</c:v>
              </c:pt>
              <c:pt idx="1">
                <c:v>0.22826363636363636</c:v>
              </c:pt>
              <c:pt idx="2">
                <c:v>0.4555272727272727</c:v>
              </c:pt>
              <c:pt idx="3">
                <c:v>0.6827909090909091</c:v>
              </c:pt>
              <c:pt idx="4">
                <c:v>0.9100545454545454</c:v>
              </c:pt>
              <c:pt idx="5">
                <c:v>1.1373181818181817</c:v>
              </c:pt>
              <c:pt idx="6">
                <c:v>1.3645818181818181</c:v>
              </c:pt>
              <c:pt idx="7">
                <c:v>1.5918454545454543</c:v>
              </c:pt>
              <c:pt idx="8">
                <c:v>1.8191090909090908</c:v>
              </c:pt>
              <c:pt idx="9">
                <c:v>2.0463727272727272</c:v>
              </c:pt>
              <c:pt idx="10">
                <c:v>2.2736363636363635</c:v>
              </c:pt>
              <c:pt idx="11">
                <c:v>2.5008999999999997</c:v>
              </c:pt>
              <c:pt idx="12">
                <c:v>2.7281636363636363</c:v>
              </c:pt>
              <c:pt idx="13">
                <c:v>2.955427272727272</c:v>
              </c:pt>
              <c:pt idx="14">
                <c:v>3.182690909090909</c:v>
              </c:pt>
              <c:pt idx="15">
                <c:v>3.409954545454545</c:v>
              </c:pt>
              <c:pt idx="16">
                <c:v>3.6372181818181817</c:v>
              </c:pt>
              <c:pt idx="17">
                <c:v>3.864481818181818</c:v>
              </c:pt>
              <c:pt idx="18">
                <c:v>4.091745454545455</c:v>
              </c:pt>
              <c:pt idx="19">
                <c:v>4.319009090909091</c:v>
              </c:pt>
              <c:pt idx="20">
                <c:v>4.5462727272727275</c:v>
              </c:pt>
              <c:pt idx="21">
                <c:v>4.773536363636364</c:v>
              </c:pt>
              <c:pt idx="22">
                <c:v>5.0008</c:v>
              </c:pt>
              <c:pt idx="23">
                <c:v>5.228063636363636</c:v>
              </c:pt>
              <c:pt idx="24">
                <c:v>5.455327272727273</c:v>
              </c:pt>
              <c:pt idx="25">
                <c:v>5.6825909090909095</c:v>
              </c:pt>
              <c:pt idx="26">
                <c:v>5.909854545454545</c:v>
              </c:pt>
              <c:pt idx="27">
                <c:v>6.137118181818182</c:v>
              </c:pt>
              <c:pt idx="28">
                <c:v>6.364381818181818</c:v>
              </c:pt>
              <c:pt idx="29">
                <c:v>6.591645454545455</c:v>
              </c:pt>
              <c:pt idx="30">
                <c:v>6.818909090909091</c:v>
              </c:pt>
              <c:pt idx="31">
                <c:v>7.046172727272727</c:v>
              </c:pt>
              <c:pt idx="32">
                <c:v>7.273436363636364</c:v>
              </c:pt>
              <c:pt idx="33">
                <c:v>7.5007</c:v>
              </c:pt>
              <c:pt idx="34">
                <c:v>7.727963636363636</c:v>
              </c:pt>
              <c:pt idx="35">
                <c:v>7.955227272727273</c:v>
              </c:pt>
              <c:pt idx="36">
                <c:v>8.182490909090909</c:v>
              </c:pt>
              <c:pt idx="37">
                <c:v>8.409754545454545</c:v>
              </c:pt>
              <c:pt idx="38">
                <c:v>8.637018181818181</c:v>
              </c:pt>
              <c:pt idx="39">
                <c:v>8.864281818181817</c:v>
              </c:pt>
              <c:pt idx="40">
                <c:v>9.091545454545454</c:v>
              </c:pt>
              <c:pt idx="41">
                <c:v>9.318809090909092</c:v>
              </c:pt>
              <c:pt idx="42">
                <c:v>9.546072727272726</c:v>
              </c:pt>
              <c:pt idx="43">
                <c:v>9.773336363636362</c:v>
              </c:pt>
              <c:pt idx="44">
                <c:v>10.000599999999999</c:v>
              </c:pt>
              <c:pt idx="45">
                <c:v>10.227863636363635</c:v>
              </c:pt>
              <c:pt idx="46">
                <c:v>10.455127272727271</c:v>
              </c:pt>
              <c:pt idx="47">
                <c:v>10.682390909090909</c:v>
              </c:pt>
              <c:pt idx="48">
                <c:v>10.909654545454545</c:v>
              </c:pt>
              <c:pt idx="49">
                <c:v>11.136918181818181</c:v>
              </c:pt>
              <c:pt idx="50">
                <c:v>11.364181818181818</c:v>
              </c:pt>
              <c:pt idx="51">
                <c:v>11.591445454545452</c:v>
              </c:pt>
              <c:pt idx="52">
                <c:v>11.818709090909088</c:v>
              </c:pt>
              <c:pt idx="53">
                <c:v>12.045972727272726</c:v>
              </c:pt>
              <c:pt idx="54">
                <c:v>12.273236363636363</c:v>
              </c:pt>
              <c:pt idx="55">
                <c:v>12.500499999999999</c:v>
              </c:pt>
              <c:pt idx="56">
                <c:v>12.727763636363635</c:v>
              </c:pt>
              <c:pt idx="57">
                <c:v>12.955027272727271</c:v>
              </c:pt>
              <c:pt idx="58">
                <c:v>13.18229090909091</c:v>
              </c:pt>
              <c:pt idx="59">
                <c:v>13.409554545454546</c:v>
              </c:pt>
              <c:pt idx="60">
                <c:v>13.63681818181818</c:v>
              </c:pt>
              <c:pt idx="61">
                <c:v>13.864081818181816</c:v>
              </c:pt>
              <c:pt idx="62">
                <c:v>14.091345454545452</c:v>
              </c:pt>
              <c:pt idx="63">
                <c:v>14.318609090909089</c:v>
              </c:pt>
              <c:pt idx="64">
                <c:v>14.545872727272727</c:v>
              </c:pt>
              <c:pt idx="65">
                <c:v>14.773136363636363</c:v>
              </c:pt>
              <c:pt idx="66">
                <c:v>15.000399999999999</c:v>
              </c:pt>
              <c:pt idx="67">
                <c:v>15.227663636363635</c:v>
              </c:pt>
              <c:pt idx="68">
                <c:v>15.454927272727272</c:v>
              </c:pt>
              <c:pt idx="69">
                <c:v>15.682190909090906</c:v>
              </c:pt>
              <c:pt idx="70">
                <c:v>15.909454545454544</c:v>
              </c:pt>
              <c:pt idx="71">
                <c:v>16.136718181818182</c:v>
              </c:pt>
              <c:pt idx="72">
                <c:v>16.36398181818182</c:v>
              </c:pt>
              <c:pt idx="73">
                <c:v>16.591245454545454</c:v>
              </c:pt>
              <c:pt idx="74">
                <c:v>16.818509090909092</c:v>
              </c:pt>
              <c:pt idx="75">
                <c:v>17.045772727272727</c:v>
              </c:pt>
              <c:pt idx="76">
                <c:v>17.273036363636365</c:v>
              </c:pt>
              <c:pt idx="77">
                <c:v>17.500300000000003</c:v>
              </c:pt>
              <c:pt idx="78">
                <c:v>17.727563636363637</c:v>
              </c:pt>
              <c:pt idx="79">
                <c:v>17.95482727272727</c:v>
              </c:pt>
              <c:pt idx="80">
                <c:v>18.18209090909091</c:v>
              </c:pt>
              <c:pt idx="81">
                <c:v>18.409354545454544</c:v>
              </c:pt>
              <c:pt idx="82">
                <c:v>18.636618181818186</c:v>
              </c:pt>
              <c:pt idx="83">
                <c:v>18.86388181818182</c:v>
              </c:pt>
              <c:pt idx="84">
                <c:v>19.091145454545455</c:v>
              </c:pt>
              <c:pt idx="85">
                <c:v>19.318409090909093</c:v>
              </c:pt>
              <c:pt idx="86">
                <c:v>19.545672727272727</c:v>
              </c:pt>
              <c:pt idx="87">
                <c:v>19.772936363636365</c:v>
              </c:pt>
              <c:pt idx="88">
                <c:v>20.0002</c:v>
              </c:pt>
              <c:pt idx="89">
                <c:v>20.227463636363638</c:v>
              </c:pt>
              <c:pt idx="90">
                <c:v>20.454727272727272</c:v>
              </c:pt>
              <c:pt idx="91">
                <c:v>20.68199090909091</c:v>
              </c:pt>
              <c:pt idx="92">
                <c:v>20.909254545454544</c:v>
              </c:pt>
              <c:pt idx="93">
                <c:v>21.13651818181818</c:v>
              </c:pt>
              <c:pt idx="94">
                <c:v>21.36378181818182</c:v>
              </c:pt>
              <c:pt idx="95">
                <c:v>21.591045454545455</c:v>
              </c:pt>
              <c:pt idx="96">
                <c:v>21.818309090909093</c:v>
              </c:pt>
              <c:pt idx="97">
                <c:v>22.045572727272727</c:v>
              </c:pt>
              <c:pt idx="98">
                <c:v>22.272836363636365</c:v>
              </c:pt>
              <c:pt idx="99">
                <c:v>22.5001</c:v>
              </c:pt>
              <c:pt idx="100">
                <c:v>22.727363636363638</c:v>
              </c:pt>
              <c:pt idx="101">
                <c:v>22.954627272727272</c:v>
              </c:pt>
              <c:pt idx="102">
                <c:v>23.181890909090907</c:v>
              </c:pt>
              <c:pt idx="103">
                <c:v>23.409154545454545</c:v>
              </c:pt>
              <c:pt idx="104">
                <c:v>23.63641818181818</c:v>
              </c:pt>
              <c:pt idx="105">
                <c:v>23.86368181818182</c:v>
              </c:pt>
              <c:pt idx="106">
                <c:v>24.090945454545455</c:v>
              </c:pt>
              <c:pt idx="107">
                <c:v>24.318209090909093</c:v>
              </c:pt>
              <c:pt idx="108">
                <c:v>24.545472727272728</c:v>
              </c:pt>
              <c:pt idx="109">
                <c:v>24.772736363636366</c:v>
              </c:pt>
              <c:pt idx="110">
                <c:v>25</c:v>
              </c:pt>
            </c:numLit>
          </c:xVal>
          <c:yVal>
            <c:numLit>
              <c:formatCode>0E+0</c:formatCode>
              <c:ptCount val="111"/>
              <c:pt idx="0">
                <c:v>0.01728401261031937</c:v>
              </c:pt>
              <c:pt idx="1">
                <c:v>0.26483379412523883</c:v>
              </c:pt>
              <c:pt idx="2">
                <c:v>0.3761303065129004</c:v>
              </c:pt>
              <c:pt idx="3">
                <c:v>0.4645397876077997</c:v>
              </c:pt>
              <c:pt idx="4">
                <c:v>0.5364791022671732</c:v>
              </c:pt>
              <c:pt idx="5">
                <c:v>0.5846616693186174</c:v>
              </c:pt>
              <c:pt idx="6">
                <c:v>0.5897695298265672</c:v>
              </c:pt>
              <c:pt idx="7">
                <c:v>0.5289429609650235</c:v>
              </c:pt>
              <c:pt idx="8">
                <c:v>0.38727018026914556</c:v>
              </c:pt>
              <c:pt idx="9">
                <c:v>0.21049240455610535</c:v>
              </c:pt>
              <c:pt idx="10">
                <c:v>0.10444847639569428</c:v>
              </c:pt>
              <c:pt idx="11">
                <c:v>0.05446126233617221</c:v>
              </c:pt>
              <c:pt idx="12">
                <c:v>0.03150338788883279</c:v>
              </c:pt>
              <c:pt idx="13">
                <c:v>0.02095339597324026</c:v>
              </c:pt>
              <c:pt idx="14">
                <c:v>0.015849068379983473</c:v>
              </c:pt>
              <c:pt idx="15">
                <c:v>0.012700158481004628</c:v>
              </c:pt>
              <c:pt idx="16">
                <c:v>0.011232637550763454</c:v>
              </c:pt>
              <c:pt idx="17">
                <c:v>0.00993469069976838</c:v>
              </c:pt>
              <c:pt idx="18">
                <c:v>0.009098380418102065</c:v>
              </c:pt>
              <c:pt idx="19">
                <c:v>0.008385324771598514</c:v>
              </c:pt>
              <c:pt idx="20">
                <c:v>0.007728152516604841</c:v>
              </c:pt>
              <c:pt idx="21">
                <c:v>0.007253758198523755</c:v>
              </c:pt>
              <c:pt idx="22">
                <c:v>0.006823987526205864</c:v>
              </c:pt>
              <c:pt idx="23">
                <c:v>0.0064196799070708205</c:v>
              </c:pt>
              <c:pt idx="24">
                <c:v>0.00600287907794763</c:v>
              </c:pt>
              <c:pt idx="25">
                <c:v>0.005566867324177793</c:v>
              </c:pt>
              <c:pt idx="26">
                <c:v>0.005162524748973258</c:v>
              </c:pt>
              <c:pt idx="27">
                <c:v>0.004787551100420337</c:v>
              </c:pt>
              <c:pt idx="28">
                <c:v>0.00438321157560066</c:v>
              </c:pt>
              <c:pt idx="29">
                <c:v>0.003921745400412978</c:v>
              </c:pt>
              <c:pt idx="30">
                <c:v>0.0035088625589680166</c:v>
              </c:pt>
              <c:pt idx="31">
                <c:v>0.0031394481794843293</c:v>
              </c:pt>
              <c:pt idx="32">
                <c:v>0.0028089258858193166</c:v>
              </c:pt>
              <c:pt idx="33">
                <c:v>0.0023609992619439786</c:v>
              </c:pt>
              <c:pt idx="34">
                <c:v>0.0019012561582797982</c:v>
              </c:pt>
              <c:pt idx="35">
                <c:v>0.0015310360480250873</c:v>
              </c:pt>
              <c:pt idx="36">
                <c:v>0.0012329066602330564</c:v>
              </c:pt>
              <c:pt idx="37">
                <c:v>0.0009928302046237137</c:v>
              </c:pt>
              <c:pt idx="38">
                <c:v>0.000798668282624039</c:v>
              </c:pt>
              <c:pt idx="39">
                <c:v>0.0005543845583723295</c:v>
              </c:pt>
              <c:pt idx="40">
                <c:v>0.0003848183848642444</c:v>
              </c:pt>
              <c:pt idx="41">
                <c:v>0.00026711636731784646</c:v>
              </c:pt>
              <c:pt idx="42">
                <c:v>0.00018541513736214618</c:v>
              </c:pt>
              <c:pt idx="43">
                <c:v>0.00012870335692352226</c:v>
              </c:pt>
              <c:pt idx="44">
                <c:v>8.933765775029606E-05</c:v>
              </c:pt>
              <c:pt idx="45">
                <c:v>5.9080634113521115E-05</c:v>
              </c:pt>
              <c:pt idx="46">
                <c:v>3.689595473015923E-05</c:v>
              </c:pt>
              <c:pt idx="47">
                <c:v>2.304158538370204E-05</c:v>
              </c:pt>
              <c:pt idx="48">
                <c:v>1.4389508575596127E-05</c:v>
              </c:pt>
              <c:pt idx="49">
                <c:v>8.98627215094376E-06</c:v>
              </c:pt>
              <c:pt idx="50">
                <c:v>5.611941974709316E-06</c:v>
              </c:pt>
              <c:pt idx="51">
                <c:v>3.5046671410009315E-06</c:v>
              </c:pt>
              <c:pt idx="52">
                <c:v>2.1886704860036983E-06</c:v>
              </c:pt>
              <c:pt idx="53">
                <c:v>1.1595087871199016E-06</c:v>
              </c:pt>
              <c:pt idx="54">
                <c:v>5.865218025918947E-07</c:v>
              </c:pt>
              <c:pt idx="55">
                <c:v>2.9668410342117796E-07</c:v>
              </c:pt>
              <c:pt idx="56">
                <c:v>1.500736321034498E-07</c:v>
              </c:pt>
              <c:pt idx="57">
                <c:v>7.59127125215362E-08</c:v>
              </c:pt>
              <c:pt idx="58">
                <c:v>3.8399416617070774E-08</c:v>
              </c:pt>
              <c:pt idx="59">
                <c:v>1.9423824383999736E-08</c:v>
              </c:pt>
              <c:pt idx="60">
                <c:v>1E-08</c:v>
              </c:pt>
              <c:pt idx="61">
                <c:v>1E-08</c:v>
              </c:pt>
              <c:pt idx="62">
                <c:v>1E-08</c:v>
              </c:pt>
              <c:pt idx="63">
                <c:v>1E-08</c:v>
              </c:pt>
              <c:pt idx="64">
                <c:v>1E-08</c:v>
              </c:pt>
              <c:pt idx="65">
                <c:v>1E-08</c:v>
              </c:pt>
              <c:pt idx="66">
                <c:v>1E-08</c:v>
              </c:pt>
              <c:pt idx="67">
                <c:v>1E-08</c:v>
              </c:pt>
              <c:pt idx="68">
                <c:v>1E-08</c:v>
              </c:pt>
              <c:pt idx="69">
                <c:v>1E-08</c:v>
              </c:pt>
              <c:pt idx="70">
                <c:v>1E-08</c:v>
              </c:pt>
              <c:pt idx="71">
                <c:v>1E-08</c:v>
              </c:pt>
              <c:pt idx="72">
                <c:v>1E-08</c:v>
              </c:pt>
              <c:pt idx="73">
                <c:v>1E-08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ser>
          <c:idx val="3"/>
          <c:order val="3"/>
          <c:tx>
            <c:v>COMSOL Maxwellian</c:v>
          </c:tx>
          <c:spPr>
            <a:ln xmlns:a="http://schemas.openxmlformats.org/drawingml/2006/main" w="19050">
              <a:solidFill>
                <a:srgbClr val="59636F"/>
              </a:solidFill>
              <a:prstDash val="dash"/>
            </a:ln>
          </c:spPr>
          <c:marker>
            <c:symbol val="none"/>
          </c:marker>
          <c:xVal>
            <c:numLit>
              <c:formatCode>General</c:formatCode>
              <c:ptCount val="111"/>
              <c:pt idx="0">
                <c:v>0.001</c:v>
              </c:pt>
              <c:pt idx="1">
                <c:v>0.22826363636363636</c:v>
              </c:pt>
              <c:pt idx="2">
                <c:v>0.4555272727272727</c:v>
              </c:pt>
              <c:pt idx="3">
                <c:v>0.6827909090909091</c:v>
              </c:pt>
              <c:pt idx="4">
                <c:v>0.9100545454545454</c:v>
              </c:pt>
              <c:pt idx="5">
                <c:v>1.1373181818181817</c:v>
              </c:pt>
              <c:pt idx="6">
                <c:v>1.3645818181818181</c:v>
              </c:pt>
              <c:pt idx="7">
                <c:v>1.5918454545454543</c:v>
              </c:pt>
              <c:pt idx="8">
                <c:v>1.8191090909090908</c:v>
              </c:pt>
              <c:pt idx="9">
                <c:v>2.0463727272727272</c:v>
              </c:pt>
              <c:pt idx="10">
                <c:v>2.2736363636363635</c:v>
              </c:pt>
              <c:pt idx="11">
                <c:v>2.5008999999999997</c:v>
              </c:pt>
              <c:pt idx="12">
                <c:v>2.7281636363636363</c:v>
              </c:pt>
              <c:pt idx="13">
                <c:v>2.955427272727272</c:v>
              </c:pt>
              <c:pt idx="14">
                <c:v>3.182690909090909</c:v>
              </c:pt>
              <c:pt idx="15">
                <c:v>3.409954545454545</c:v>
              </c:pt>
              <c:pt idx="16">
                <c:v>3.6372181818181817</c:v>
              </c:pt>
              <c:pt idx="17">
                <c:v>3.864481818181818</c:v>
              </c:pt>
              <c:pt idx="18">
                <c:v>4.091745454545455</c:v>
              </c:pt>
              <c:pt idx="19">
                <c:v>4.319009090909091</c:v>
              </c:pt>
              <c:pt idx="20">
                <c:v>4.5462727272727275</c:v>
              </c:pt>
              <c:pt idx="21">
                <c:v>4.773536363636364</c:v>
              </c:pt>
              <c:pt idx="22">
                <c:v>5.0008</c:v>
              </c:pt>
              <c:pt idx="23">
                <c:v>5.228063636363636</c:v>
              </c:pt>
              <c:pt idx="24">
                <c:v>5.455327272727273</c:v>
              </c:pt>
              <c:pt idx="25">
                <c:v>5.6825909090909095</c:v>
              </c:pt>
              <c:pt idx="26">
                <c:v>5.909854545454545</c:v>
              </c:pt>
              <c:pt idx="27">
                <c:v>6.137118181818182</c:v>
              </c:pt>
              <c:pt idx="28">
                <c:v>6.364381818181818</c:v>
              </c:pt>
              <c:pt idx="29">
                <c:v>6.591645454545455</c:v>
              </c:pt>
              <c:pt idx="30">
                <c:v>6.818909090909091</c:v>
              </c:pt>
              <c:pt idx="31">
                <c:v>7.046172727272727</c:v>
              </c:pt>
              <c:pt idx="32">
                <c:v>7.273436363636364</c:v>
              </c:pt>
              <c:pt idx="33">
                <c:v>7.5007</c:v>
              </c:pt>
              <c:pt idx="34">
                <c:v>7.727963636363636</c:v>
              </c:pt>
              <c:pt idx="35">
                <c:v>7.955227272727273</c:v>
              </c:pt>
              <c:pt idx="36">
                <c:v>8.182490909090909</c:v>
              </c:pt>
              <c:pt idx="37">
                <c:v>8.409754545454545</c:v>
              </c:pt>
              <c:pt idx="38">
                <c:v>8.637018181818181</c:v>
              </c:pt>
              <c:pt idx="39">
                <c:v>8.864281818181817</c:v>
              </c:pt>
              <c:pt idx="40">
                <c:v>9.091545454545454</c:v>
              </c:pt>
              <c:pt idx="41">
                <c:v>9.318809090909092</c:v>
              </c:pt>
              <c:pt idx="42">
                <c:v>9.546072727272726</c:v>
              </c:pt>
              <c:pt idx="43">
                <c:v>9.773336363636362</c:v>
              </c:pt>
              <c:pt idx="44">
                <c:v>10.000599999999999</c:v>
              </c:pt>
              <c:pt idx="45">
                <c:v>10.227863636363635</c:v>
              </c:pt>
              <c:pt idx="46">
                <c:v>10.455127272727271</c:v>
              </c:pt>
              <c:pt idx="47">
                <c:v>10.682390909090909</c:v>
              </c:pt>
              <c:pt idx="48">
                <c:v>10.909654545454545</c:v>
              </c:pt>
              <c:pt idx="49">
                <c:v>11.136918181818181</c:v>
              </c:pt>
              <c:pt idx="50">
                <c:v>11.364181818181818</c:v>
              </c:pt>
              <c:pt idx="51">
                <c:v>11.591445454545452</c:v>
              </c:pt>
              <c:pt idx="52">
                <c:v>11.818709090909088</c:v>
              </c:pt>
              <c:pt idx="53">
                <c:v>12.045972727272726</c:v>
              </c:pt>
              <c:pt idx="54">
                <c:v>12.273236363636363</c:v>
              </c:pt>
              <c:pt idx="55">
                <c:v>12.500499999999999</c:v>
              </c:pt>
              <c:pt idx="56">
                <c:v>12.727763636363635</c:v>
              </c:pt>
              <c:pt idx="57">
                <c:v>12.955027272727271</c:v>
              </c:pt>
              <c:pt idx="58">
                <c:v>13.18229090909091</c:v>
              </c:pt>
              <c:pt idx="59">
                <c:v>13.409554545454546</c:v>
              </c:pt>
              <c:pt idx="60">
                <c:v>13.63681818181818</c:v>
              </c:pt>
              <c:pt idx="61">
                <c:v>13.864081818181816</c:v>
              </c:pt>
              <c:pt idx="62">
                <c:v>14.091345454545452</c:v>
              </c:pt>
              <c:pt idx="63">
                <c:v>14.318609090909089</c:v>
              </c:pt>
              <c:pt idx="64">
                <c:v>14.545872727272727</c:v>
              </c:pt>
              <c:pt idx="65">
                <c:v>14.773136363636363</c:v>
              </c:pt>
              <c:pt idx="66">
                <c:v>15.000399999999999</c:v>
              </c:pt>
              <c:pt idx="67">
                <c:v>15.227663636363635</c:v>
              </c:pt>
              <c:pt idx="68">
                <c:v>15.454927272727272</c:v>
              </c:pt>
              <c:pt idx="69">
                <c:v>15.682190909090906</c:v>
              </c:pt>
              <c:pt idx="70">
                <c:v>15.909454545454544</c:v>
              </c:pt>
              <c:pt idx="71">
                <c:v>16.136718181818182</c:v>
              </c:pt>
              <c:pt idx="72">
                <c:v>16.36398181818182</c:v>
              </c:pt>
              <c:pt idx="73">
                <c:v>16.591245454545454</c:v>
              </c:pt>
              <c:pt idx="74">
                <c:v>16.818509090909092</c:v>
              </c:pt>
              <c:pt idx="75">
                <c:v>17.045772727272727</c:v>
              </c:pt>
              <c:pt idx="76">
                <c:v>17.273036363636365</c:v>
              </c:pt>
              <c:pt idx="77">
                <c:v>17.500300000000003</c:v>
              </c:pt>
              <c:pt idx="78">
                <c:v>17.727563636363637</c:v>
              </c:pt>
              <c:pt idx="79">
                <c:v>17.95482727272727</c:v>
              </c:pt>
              <c:pt idx="80">
                <c:v>18.18209090909091</c:v>
              </c:pt>
              <c:pt idx="81">
                <c:v>18.409354545454544</c:v>
              </c:pt>
              <c:pt idx="82">
                <c:v>18.636618181818186</c:v>
              </c:pt>
              <c:pt idx="83">
                <c:v>18.86388181818182</c:v>
              </c:pt>
              <c:pt idx="84">
                <c:v>19.091145454545455</c:v>
              </c:pt>
              <c:pt idx="85">
                <c:v>19.318409090909093</c:v>
              </c:pt>
              <c:pt idx="86">
                <c:v>19.545672727272727</c:v>
              </c:pt>
              <c:pt idx="87">
                <c:v>19.772936363636365</c:v>
              </c:pt>
              <c:pt idx="88">
                <c:v>20.0002</c:v>
              </c:pt>
              <c:pt idx="89">
                <c:v>20.227463636363638</c:v>
              </c:pt>
              <c:pt idx="90">
                <c:v>20.454727272727272</c:v>
              </c:pt>
              <c:pt idx="91">
                <c:v>20.68199090909091</c:v>
              </c:pt>
              <c:pt idx="92">
                <c:v>20.909254545454544</c:v>
              </c:pt>
              <c:pt idx="93">
                <c:v>21.13651818181818</c:v>
              </c:pt>
              <c:pt idx="94">
                <c:v>21.36378181818182</c:v>
              </c:pt>
              <c:pt idx="95">
                <c:v>21.591045454545455</c:v>
              </c:pt>
              <c:pt idx="96">
                <c:v>21.818309090909093</c:v>
              </c:pt>
              <c:pt idx="97">
                <c:v>22.045572727272727</c:v>
              </c:pt>
              <c:pt idx="98">
                <c:v>22.272836363636365</c:v>
              </c:pt>
              <c:pt idx="99">
                <c:v>22.5001</c:v>
              </c:pt>
              <c:pt idx="100">
                <c:v>22.727363636363638</c:v>
              </c:pt>
              <c:pt idx="101">
                <c:v>22.954627272727272</c:v>
              </c:pt>
              <c:pt idx="102">
                <c:v>23.181890909090907</c:v>
              </c:pt>
              <c:pt idx="103">
                <c:v>23.409154545454545</c:v>
              </c:pt>
              <c:pt idx="104">
                <c:v>23.63641818181818</c:v>
              </c:pt>
              <c:pt idx="105">
                <c:v>23.86368181818182</c:v>
              </c:pt>
              <c:pt idx="106">
                <c:v>24.090945454545455</c:v>
              </c:pt>
              <c:pt idx="107">
                <c:v>24.318209090909093</c:v>
              </c:pt>
              <c:pt idx="108">
                <c:v>24.545472727272728</c:v>
              </c:pt>
              <c:pt idx="109">
                <c:v>24.772736363636366</c:v>
              </c:pt>
              <c:pt idx="110">
                <c:v>25</c:v>
              </c:pt>
            </c:numLit>
          </c:xVal>
          <c:yVal>
            <c:numLit>
              <c:formatCode>0E+0</c:formatCode>
              <c:ptCount val="111"/>
              <c:pt idx="0">
                <c:v>0.04360859137524127</c:v>
              </c:pt>
              <c:pt idx="1">
                <c:v>0.5080222662598749</c:v>
              </c:pt>
              <c:pt idx="2">
                <c:v>0.5533678159002873</c:v>
              </c:pt>
              <c:pt idx="3">
                <c:v>0.5223876406985424</c:v>
              </c:pt>
              <c:pt idx="4">
                <c:v>0.4650236740129935</c:v>
              </c:pt>
              <c:pt idx="5">
                <c:v>0.40084333404912337</c:v>
              </c:pt>
              <c:pt idx="6">
                <c:v>0.33855231525954244</c:v>
              </c:pt>
              <c:pt idx="7">
                <c:v>0.28194784013794455</c:v>
              </c:pt>
              <c:pt idx="8">
                <c:v>0.23240208314398964</c:v>
              </c:pt>
              <c:pt idx="9">
                <c:v>0.19006201850315363</c:v>
              </c:pt>
              <c:pt idx="10">
                <c:v>0.15447414289608086</c:v>
              </c:pt>
              <c:pt idx="11">
                <c:v>0.12492109357027434</c:v>
              </c:pt>
              <c:pt idx="12">
                <c:v>0.10060397609545958</c:v>
              </c:pt>
              <c:pt idx="13">
                <c:v>0.08073882019999322</c:v>
              </c:pt>
              <c:pt idx="14">
                <c:v>0.06460435809048078</c:v>
              </c:pt>
              <c:pt idx="15">
                <c:v>0.05156217185943783</c:v>
              </c:pt>
              <c:pt idx="16">
                <c:v>0.04106141459441453</c:v>
              </c:pt>
              <c:pt idx="17">
                <c:v>0.03263526832313173</c:v>
              </c:pt>
              <c:pt idx="18">
                <c:v>0.02589334638842661</c:v>
              </c:pt>
              <c:pt idx="19">
                <c:v>0.02051248418184625</c:v>
              </c:pt>
              <c:pt idx="20">
                <c:v>0.016227300025617977</c:v>
              </c:pt>
              <c:pt idx="21">
                <c:v>0.012821267584902927</c:v>
              </c:pt>
              <c:pt idx="22">
                <c:v>0.010118657889862262</c:v>
              </c:pt>
              <c:pt idx="23">
                <c:v>0.007977483702446393</c:v>
              </c:pt>
              <c:pt idx="24">
                <c:v>0.0062834508321243385</c:v>
              </c:pt>
              <c:pt idx="25">
                <c:v>0.004944852432331135</c:v>
              </c:pt>
              <c:pt idx="26">
                <c:v>0.0038883097897296466</c:v>
              </c:pt>
              <c:pt idx="27">
                <c:v>0.003055251944992255</c:v>
              </c:pt>
              <c:pt idx="28">
                <c:v>0.002399027478478819</c:v>
              </c:pt>
              <c:pt idx="29">
                <c:v>0.0018825492745200851</c:v>
              </c:pt>
              <c:pt idx="30">
                <c:v>0.001476383578395777</c:v>
              </c:pt>
              <c:pt idx="31">
                <c:v>0.001157206119210485</c:v>
              </c:pt>
              <c:pt idx="32">
                <c:v>0.0009065593134027929</c:v>
              </c:pt>
              <c:pt idx="33">
                <c:v>0.0007098549632687845</c:v>
              </c:pt>
              <c:pt idx="34">
                <c:v>0.0005555761368133777</c:v>
              </c:pt>
              <c:pt idx="35">
                <c:v>0.00043463997560805816</c:v>
              </c:pt>
              <c:pt idx="36">
                <c:v>0.00033989005760339875</c:v>
              </c:pt>
              <c:pt idx="37">
                <c:v>0.000265692734464896</c:v>
              </c:pt>
              <c:pt idx="38">
                <c:v>0.00020761668792496315</c:v>
              </c:pt>
              <c:pt idx="39">
                <c:v>0.00016217893431509094</c:v>
              </c:pt>
              <c:pt idx="40">
                <c:v>0.0001266437743542861</c:v>
              </c:pt>
              <c:pt idx="41">
                <c:v>9.88638499392623E-05</c:v>
              </c:pt>
              <c:pt idx="42">
                <c:v>7.715463195920899E-05</c:v>
              </c:pt>
              <c:pt idx="43">
                <c:v>6.019541054356918E-05</c:v>
              </c:pt>
              <c:pt idx="44">
                <c:v>4.695126625556133E-05</c:v>
              </c:pt>
              <c:pt idx="45">
                <c:v>3.661163035079919E-05</c:v>
              </c:pt>
              <c:pt idx="46">
                <c:v>2.854194661574787E-05</c:v>
              </c:pt>
              <c:pt idx="47">
                <c:v>2.2245669667762274E-05</c:v>
              </c:pt>
              <c:pt idx="48">
                <c:v>1.733441035896046E-05</c:v>
              </c:pt>
              <c:pt idx="49">
                <c:v>1.350449697125811E-05</c:v>
              </c:pt>
              <c:pt idx="50">
                <c:v>1.0518584671278717E-05</c:v>
              </c:pt>
              <c:pt idx="51">
                <c:v>8.191234170314475E-06</c:v>
              </c:pt>
              <c:pt idx="52">
                <c:v>6.37760897859522E-06</c:v>
              </c:pt>
              <c:pt idx="53">
                <c:v>4.964621320186281E-06</c:v>
              </c:pt>
              <c:pt idx="54">
                <c:v>3.863999508647189E-06</c:v>
              </c:pt>
              <c:pt idx="55">
                <c:v>3.006862223655939E-06</c:v>
              </c:pt>
              <c:pt idx="56">
                <c:v>2.339473933891561E-06</c:v>
              </c:pt>
              <c:pt idx="57">
                <c:v>1.819925662506737E-06</c:v>
              </c:pt>
              <c:pt idx="58">
                <c:v>1.4155403457762258E-06</c:v>
              </c:pt>
              <c:pt idx="59">
                <c:v>1.1008453321206175E-06</c:v>
              </c:pt>
              <c:pt idx="60">
                <c:v>8.5598859436832E-07</c:v>
              </c:pt>
              <c:pt idx="61">
                <c:v>6.655019501778083E-07</c:v>
              </c:pt>
              <c:pt idx="62">
                <c:v>5.173355586519309E-07</c:v>
              </c:pt>
              <c:pt idx="63">
                <c:v>4.021044125655779E-07</c:v>
              </c:pt>
              <c:pt idx="64">
                <c:v>3.125004431064617E-07</c:v>
              </c:pt>
              <c:pt idx="65">
                <c:v>2.4283396013365463E-07</c:v>
              </c:pt>
              <c:pt idx="66">
                <c:v>1.8867606598916927E-07</c:v>
              </c:pt>
              <c:pt idx="67">
                <c:v>1.4657987706579973E-07</c:v>
              </c:pt>
              <c:pt idx="68">
                <c:v>1.1386323582450757E-07</c:v>
              </c:pt>
              <c:pt idx="69">
                <c:v>8.843938834236624E-08</c:v>
              </c:pt>
              <c:pt idx="70">
                <c:v>6.868506765271325E-08</c:v>
              </c:pt>
              <c:pt idx="71">
                <c:v>5.3337740696131646E-08</c:v>
              </c:pt>
              <c:pt idx="72">
                <c:v>4.141558745096049E-08</c:v>
              </c:pt>
              <c:pt idx="73">
                <c:v>3.215519511624101E-08</c:v>
              </c:pt>
              <c:pt idx="74">
                <c:v>2.4963054528203576E-08</c:v>
              </c:pt>
              <c:pt idx="75">
                <c:v>1.9377807991440284E-08</c:v>
              </c:pt>
              <c:pt idx="76">
                <c:v>1.504087037239712E-08</c:v>
              </c:pt>
              <c:pt idx="77">
                <c:v>1.1673570078167957E-08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ser>
          <c:idx val="4"/>
          <c:order val="4"/>
          <c:tx>
            <c:v>COMSOL Druyvesteyn</c:v>
          </c:tx>
          <c:spPr>
            <a:ln xmlns:a="http://schemas.openxmlformats.org/drawingml/2006/main" w="19050">
              <a:solidFill>
                <a:srgbClr val="908747"/>
              </a:solidFill>
              <a:prstDash val="dot"/>
            </a:ln>
          </c:spPr>
          <c:marker>
            <c:symbol val="none"/>
          </c:marker>
          <c:xVal>
            <c:numLit>
              <c:formatCode>General</c:formatCode>
              <c:ptCount val="111"/>
              <c:pt idx="0">
                <c:v>0.001</c:v>
              </c:pt>
              <c:pt idx="1">
                <c:v>0.22826363636363636</c:v>
              </c:pt>
              <c:pt idx="2">
                <c:v>0.4555272727272727</c:v>
              </c:pt>
              <c:pt idx="3">
                <c:v>0.6827909090909091</c:v>
              </c:pt>
              <c:pt idx="4">
                <c:v>0.9100545454545454</c:v>
              </c:pt>
              <c:pt idx="5">
                <c:v>1.1373181818181817</c:v>
              </c:pt>
              <c:pt idx="6">
                <c:v>1.3645818181818181</c:v>
              </c:pt>
              <c:pt idx="7">
                <c:v>1.5918454545454543</c:v>
              </c:pt>
              <c:pt idx="8">
                <c:v>1.8191090909090908</c:v>
              </c:pt>
              <c:pt idx="9">
                <c:v>2.0463727272727272</c:v>
              </c:pt>
              <c:pt idx="10">
                <c:v>2.2736363636363635</c:v>
              </c:pt>
              <c:pt idx="11">
                <c:v>2.5008999999999997</c:v>
              </c:pt>
              <c:pt idx="12">
                <c:v>2.7281636363636363</c:v>
              </c:pt>
              <c:pt idx="13">
                <c:v>2.955427272727272</c:v>
              </c:pt>
              <c:pt idx="14">
                <c:v>3.182690909090909</c:v>
              </c:pt>
              <c:pt idx="15">
                <c:v>3.409954545454545</c:v>
              </c:pt>
              <c:pt idx="16">
                <c:v>3.6372181818181817</c:v>
              </c:pt>
              <c:pt idx="17">
                <c:v>3.864481818181818</c:v>
              </c:pt>
              <c:pt idx="18">
                <c:v>4.091745454545455</c:v>
              </c:pt>
              <c:pt idx="19">
                <c:v>4.319009090909091</c:v>
              </c:pt>
              <c:pt idx="20">
                <c:v>4.5462727272727275</c:v>
              </c:pt>
              <c:pt idx="21">
                <c:v>4.773536363636364</c:v>
              </c:pt>
              <c:pt idx="22">
                <c:v>5.0008</c:v>
              </c:pt>
              <c:pt idx="23">
                <c:v>5.228063636363636</c:v>
              </c:pt>
              <c:pt idx="24">
                <c:v>5.455327272727273</c:v>
              </c:pt>
              <c:pt idx="25">
                <c:v>5.6825909090909095</c:v>
              </c:pt>
              <c:pt idx="26">
                <c:v>5.909854545454545</c:v>
              </c:pt>
              <c:pt idx="27">
                <c:v>6.137118181818182</c:v>
              </c:pt>
              <c:pt idx="28">
                <c:v>6.364381818181818</c:v>
              </c:pt>
              <c:pt idx="29">
                <c:v>6.591645454545455</c:v>
              </c:pt>
              <c:pt idx="30">
                <c:v>6.818909090909091</c:v>
              </c:pt>
              <c:pt idx="31">
                <c:v>7.046172727272727</c:v>
              </c:pt>
              <c:pt idx="32">
                <c:v>7.273436363636364</c:v>
              </c:pt>
              <c:pt idx="33">
                <c:v>7.5007</c:v>
              </c:pt>
              <c:pt idx="34">
                <c:v>7.727963636363636</c:v>
              </c:pt>
              <c:pt idx="35">
                <c:v>7.955227272727273</c:v>
              </c:pt>
              <c:pt idx="36">
                <c:v>8.182490909090909</c:v>
              </c:pt>
              <c:pt idx="37">
                <c:v>8.409754545454545</c:v>
              </c:pt>
              <c:pt idx="38">
                <c:v>8.637018181818181</c:v>
              </c:pt>
              <c:pt idx="39">
                <c:v>8.864281818181817</c:v>
              </c:pt>
              <c:pt idx="40">
                <c:v>9.091545454545454</c:v>
              </c:pt>
              <c:pt idx="41">
                <c:v>9.318809090909092</c:v>
              </c:pt>
              <c:pt idx="42">
                <c:v>9.546072727272726</c:v>
              </c:pt>
              <c:pt idx="43">
                <c:v>9.773336363636362</c:v>
              </c:pt>
              <c:pt idx="44">
                <c:v>10.000599999999999</c:v>
              </c:pt>
              <c:pt idx="45">
                <c:v>10.227863636363635</c:v>
              </c:pt>
              <c:pt idx="46">
                <c:v>10.455127272727271</c:v>
              </c:pt>
              <c:pt idx="47">
                <c:v>10.682390909090909</c:v>
              </c:pt>
              <c:pt idx="48">
                <c:v>10.909654545454545</c:v>
              </c:pt>
              <c:pt idx="49">
                <c:v>11.136918181818181</c:v>
              </c:pt>
              <c:pt idx="50">
                <c:v>11.364181818181818</c:v>
              </c:pt>
              <c:pt idx="51">
                <c:v>11.591445454545452</c:v>
              </c:pt>
              <c:pt idx="52">
                <c:v>11.818709090909088</c:v>
              </c:pt>
              <c:pt idx="53">
                <c:v>12.045972727272726</c:v>
              </c:pt>
              <c:pt idx="54">
                <c:v>12.273236363636363</c:v>
              </c:pt>
              <c:pt idx="55">
                <c:v>12.500499999999999</c:v>
              </c:pt>
              <c:pt idx="56">
                <c:v>12.727763636363635</c:v>
              </c:pt>
              <c:pt idx="57">
                <c:v>12.955027272727271</c:v>
              </c:pt>
              <c:pt idx="58">
                <c:v>13.18229090909091</c:v>
              </c:pt>
              <c:pt idx="59">
                <c:v>13.409554545454546</c:v>
              </c:pt>
              <c:pt idx="60">
                <c:v>13.63681818181818</c:v>
              </c:pt>
              <c:pt idx="61">
                <c:v>13.864081818181816</c:v>
              </c:pt>
              <c:pt idx="62">
                <c:v>14.091345454545452</c:v>
              </c:pt>
              <c:pt idx="63">
                <c:v>14.318609090909089</c:v>
              </c:pt>
              <c:pt idx="64">
                <c:v>14.545872727272727</c:v>
              </c:pt>
              <c:pt idx="65">
                <c:v>14.773136363636363</c:v>
              </c:pt>
              <c:pt idx="66">
                <c:v>15.000399999999999</c:v>
              </c:pt>
              <c:pt idx="67">
                <c:v>15.227663636363635</c:v>
              </c:pt>
              <c:pt idx="68">
                <c:v>15.454927272727272</c:v>
              </c:pt>
              <c:pt idx="69">
                <c:v>15.682190909090906</c:v>
              </c:pt>
              <c:pt idx="70">
                <c:v>15.909454545454544</c:v>
              </c:pt>
              <c:pt idx="71">
                <c:v>16.136718181818182</c:v>
              </c:pt>
              <c:pt idx="72">
                <c:v>16.36398181818182</c:v>
              </c:pt>
              <c:pt idx="73">
                <c:v>16.591245454545454</c:v>
              </c:pt>
              <c:pt idx="74">
                <c:v>16.818509090909092</c:v>
              </c:pt>
              <c:pt idx="75">
                <c:v>17.045772727272727</c:v>
              </c:pt>
              <c:pt idx="76">
                <c:v>17.273036363636365</c:v>
              </c:pt>
              <c:pt idx="77">
                <c:v>17.500300000000003</c:v>
              </c:pt>
              <c:pt idx="78">
                <c:v>17.727563636363637</c:v>
              </c:pt>
              <c:pt idx="79">
                <c:v>17.95482727272727</c:v>
              </c:pt>
              <c:pt idx="80">
                <c:v>18.18209090909091</c:v>
              </c:pt>
              <c:pt idx="81">
                <c:v>18.409354545454544</c:v>
              </c:pt>
              <c:pt idx="82">
                <c:v>18.636618181818186</c:v>
              </c:pt>
              <c:pt idx="83">
                <c:v>18.86388181818182</c:v>
              </c:pt>
              <c:pt idx="84">
                <c:v>19.091145454545455</c:v>
              </c:pt>
              <c:pt idx="85">
                <c:v>19.318409090909093</c:v>
              </c:pt>
              <c:pt idx="86">
                <c:v>19.545672727272727</c:v>
              </c:pt>
              <c:pt idx="87">
                <c:v>19.772936363636365</c:v>
              </c:pt>
              <c:pt idx="88">
                <c:v>20.0002</c:v>
              </c:pt>
              <c:pt idx="89">
                <c:v>20.227463636363638</c:v>
              </c:pt>
              <c:pt idx="90">
                <c:v>20.454727272727272</c:v>
              </c:pt>
              <c:pt idx="91">
                <c:v>20.68199090909091</c:v>
              </c:pt>
              <c:pt idx="92">
                <c:v>20.909254545454544</c:v>
              </c:pt>
              <c:pt idx="93">
                <c:v>21.13651818181818</c:v>
              </c:pt>
              <c:pt idx="94">
                <c:v>21.36378181818182</c:v>
              </c:pt>
              <c:pt idx="95">
                <c:v>21.591045454545455</c:v>
              </c:pt>
              <c:pt idx="96">
                <c:v>21.818309090909093</c:v>
              </c:pt>
              <c:pt idx="97">
                <c:v>22.045572727272727</c:v>
              </c:pt>
              <c:pt idx="98">
                <c:v>22.272836363636365</c:v>
              </c:pt>
              <c:pt idx="99">
                <c:v>22.5001</c:v>
              </c:pt>
              <c:pt idx="100">
                <c:v>22.727363636363638</c:v>
              </c:pt>
              <c:pt idx="101">
                <c:v>22.954627272727272</c:v>
              </c:pt>
              <c:pt idx="102">
                <c:v>23.181890909090907</c:v>
              </c:pt>
              <c:pt idx="103">
                <c:v>23.409154545454545</c:v>
              </c:pt>
              <c:pt idx="104">
                <c:v>23.63641818181818</c:v>
              </c:pt>
              <c:pt idx="105">
                <c:v>23.86368181818182</c:v>
              </c:pt>
              <c:pt idx="106">
                <c:v>24.090945454545455</c:v>
              </c:pt>
              <c:pt idx="107">
                <c:v>24.318209090909093</c:v>
              </c:pt>
              <c:pt idx="108">
                <c:v>24.545472727272728</c:v>
              </c:pt>
              <c:pt idx="109">
                <c:v>24.772736363636366</c:v>
              </c:pt>
              <c:pt idx="110">
                <c:v>25</c:v>
              </c:pt>
            </c:numLit>
          </c:xVal>
          <c:yVal>
            <c:numLit>
              <c:formatCode>0E+0</c:formatCode>
              <c:ptCount val="111"/>
              <c:pt idx="0">
                <c:v>0.02186648208219282</c:v>
              </c:pt>
              <c:pt idx="1">
                <c:v>0.32493525169352816</c:v>
              </c:pt>
              <c:pt idx="2">
                <c:v>0.4368777427395696</c:v>
              </c:pt>
              <c:pt idx="3">
                <c:v>0.4926013242907023</c:v>
              </c:pt>
              <c:pt idx="4">
                <c:v>0.5068262755778494</c:v>
              </c:pt>
              <c:pt idx="5">
                <c:v>0.4886127781499504</c:v>
              </c:pt>
              <c:pt idx="6">
                <c:v>0.44662883344878246</c:v>
              </c:pt>
              <c:pt idx="7">
                <c:v>0.3895339125585181</c:v>
              </c:pt>
              <c:pt idx="8">
                <c:v>0.32538443049004256</c:v>
              </c:pt>
              <c:pt idx="9">
                <c:v>0.26094985392777137</c:v>
              </c:pt>
              <c:pt idx="10">
                <c:v>0.2012552426580135</c:v>
              </c:pt>
              <c:pt idx="11">
                <c:v>0.14944506955628548</c:v>
              </c:pt>
              <c:pt idx="12">
                <c:v>0.1069399763221519</c:v>
              </c:pt>
              <c:pt idx="13">
                <c:v>0.07379232257556577</c:v>
              </c:pt>
              <c:pt idx="14">
                <c:v>0.04912687705581954</c:v>
              </c:pt>
              <c:pt idx="15">
                <c:v>0.03156761876039529</c:v>
              </c:pt>
              <c:pt idx="16">
                <c:v>0.019584952636227962</c:v>
              </c:pt>
              <c:pt idx="17">
                <c:v>0.01173487647128071</c:v>
              </c:pt>
              <c:pt idx="18">
                <c:v>0.006792145020207284</c:v>
              </c:pt>
              <c:pt idx="19">
                <c:v>0.0037982992761491263</c:v>
              </c:pt>
              <c:pt idx="20">
                <c:v>0.002052551480364567</c:v>
              </c:pt>
              <c:pt idx="21">
                <c:v>0.0010719643595441042</c:v>
              </c:pt>
              <c:pt idx="22">
                <c:v>0.0005411262507052968</c:v>
              </c:pt>
              <c:pt idx="23">
                <c:v>0.0002640539336703652</c:v>
              </c:pt>
              <c:pt idx="24">
                <c:v>0.00012456633351863762</c:v>
              </c:pt>
              <c:pt idx="25">
                <c:v>5.6814116703460096E-05</c:v>
              </c:pt>
              <c:pt idx="26">
                <c:v>2.5054685951311968E-05</c:v>
              </c:pt>
              <c:pt idx="27">
                <c:v>1.0683782387199431E-05</c:v>
              </c:pt>
              <c:pt idx="28">
                <c:v>4.405425330893944E-06</c:v>
              </c:pt>
              <c:pt idx="29">
                <c:v>1.756702870507218E-06</c:v>
              </c:pt>
              <c:pt idx="30">
                <c:v>6.774468366799152E-07</c:v>
              </c:pt>
              <c:pt idx="31">
                <c:v>2.526594275226954E-07</c:v>
              </c:pt>
              <c:pt idx="32">
                <c:v>9.11369523660465E-08</c:v>
              </c:pt>
              <c:pt idx="33">
                <c:v>3.1795533080180134E-08</c:v>
              </c:pt>
              <c:pt idx="34">
                <c:v>1.0729092738285657E-08</c:v>
              </c:pt>
              <c:pt idx="35">
                <c:v>1E-08</c:v>
              </c:pt>
              <c:pt idx="36">
                <c:v>1E-08</c:v>
              </c:pt>
              <c:pt idx="37">
                <c:v>1E-08</c:v>
              </c:pt>
              <c:pt idx="38">
                <c:v>1E-08</c:v>
              </c:pt>
              <c:pt idx="39">
                <c:v>1E-08</c:v>
              </c:pt>
              <c:pt idx="40">
                <c:v>1E-08</c:v>
              </c:pt>
              <c:pt idx="41">
                <c:v>1E-08</c:v>
              </c:pt>
              <c:pt idx="42">
                <c:v>1E-08</c:v>
              </c:pt>
              <c:pt idx="43">
                <c:v>1E-08</c:v>
              </c:pt>
              <c:pt idx="44">
                <c:v>1E-08</c:v>
              </c:pt>
              <c:pt idx="45">
                <c:v>1E-08</c:v>
              </c:pt>
              <c:pt idx="46">
                <c:v>1E-08</c:v>
              </c:pt>
              <c:pt idx="47">
                <c:v>1E-08</c:v>
              </c:pt>
              <c:pt idx="48">
                <c:v>1E-08</c:v>
              </c:pt>
              <c:pt idx="49">
                <c:v>1E-08</c:v>
              </c:pt>
              <c:pt idx="50">
                <c:v>1E-08</c:v>
              </c:pt>
              <c:pt idx="51">
                <c:v>1E-08</c:v>
              </c:pt>
              <c:pt idx="52">
                <c:v>1E-08</c:v>
              </c:pt>
              <c:pt idx="53">
                <c:v>1E-08</c:v>
              </c:pt>
              <c:pt idx="54">
                <c:v>1E-08</c:v>
              </c:pt>
              <c:pt idx="55">
                <c:v>1E-08</c:v>
              </c:pt>
              <c:pt idx="56">
                <c:v>1E-08</c:v>
              </c:pt>
              <c:pt idx="57">
                <c:v>1E-08</c:v>
              </c:pt>
              <c:pt idx="58">
                <c:v>1E-08</c:v>
              </c:pt>
              <c:pt idx="59">
                <c:v>1E-08</c:v>
              </c:pt>
              <c:pt idx="60">
                <c:v>1E-08</c:v>
              </c:pt>
              <c:pt idx="61">
                <c:v>1E-08</c:v>
              </c:pt>
              <c:pt idx="62">
                <c:v>1E-08</c:v>
              </c:pt>
              <c:pt idx="63">
                <c:v>1E-08</c:v>
              </c:pt>
              <c:pt idx="64">
                <c:v>1E-08</c:v>
              </c:pt>
              <c:pt idx="65">
                <c:v>1E-08</c:v>
              </c:pt>
              <c:pt idx="66">
                <c:v>1E-08</c:v>
              </c:pt>
              <c:pt idx="67">
                <c:v>1E-08</c:v>
              </c:pt>
              <c:pt idx="68">
                <c:v>1E-08</c:v>
              </c:pt>
              <c:pt idx="69">
                <c:v>1E-08</c:v>
              </c:pt>
              <c:pt idx="70">
                <c:v>1E-08</c:v>
              </c:pt>
              <c:pt idx="71">
                <c:v>1E-08</c:v>
              </c:pt>
              <c:pt idx="72">
                <c:v>1E-08</c:v>
              </c:pt>
              <c:pt idx="73">
                <c:v>1E-08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max val="1"/>
          <c:min val="1E-08"/>
        </c:scaling>
        <c:delete val="0"/>
        <c:axPos val="l"/>
        <c:majorGridlines>
          <c:spPr>
            <a:ln xmlns:a="http://schemas.openxmlformats.org/drawingml/2006/main" w="7620">
              <a:solidFill>
                <a:srgbClr val="D7DCE0"/>
              </a:solidFill>
              <a:prstDash val="solid"/>
            </a:ln>
          </c:spPr>
        </c:majorGridlines>
        <c:numFmt formatCode="0E+0"/>
        <c:majorTickMark val="none"/>
        <c:minorTickMark val="none"/>
        <c:spPr>
          <a:ln xmlns:a="http://schemas.openxmlformats.org/drawingml/2006/main" w="7620">
            <a:solidFill>
              <a:srgbClr val="4A4A4A"/>
            </a:solidFill>
            <a:prstDash val="solid"/>
          </a:ln>
        </c:spPr>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crossAx val="48650112"/>
      </c:valAx>
      <c:valAx>
        <c:axId val="48650112"/>
        <c:scaling>
          <c:orientation val="minMax"/>
          <c:max val="25"/>
          <c:min val="0"/>
        </c:scaling>
        <c:delete val="0"/>
        <c:axPos val="b"/>
        <c:majorGridlines>
          <c:spPr>
            <a:ln xmlns:a="http://schemas.openxmlformats.org/drawingml/2006/main" w="953">
              <a:solidFill>
                <a:srgbClr val="FFFFFF"/>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333333"/>
                    </a:solidFill>
                    <a:latin typeface="Noto Sans JP"/>
                    <a:ea typeface="Noto Sans JP"/>
                    <a:cs typeface="Noto Sans JP"/>
                  </a:rPr>
                  <a:t>Electron energy, ε (eV)</a:t>
                </a:r>
              </a:p>
            </c:rich>
          </c:tx>
          <c:overlay val="0"/>
          <c:txPr>
            <a:bodyPr xmlns:a="http://schemas.openxmlformats.org/drawingml/2006/main" anchorCtr="1"/>
            <a:lstStyle xmlns:a="http://schemas.openxmlformats.org/drawingml/2006/main"/>
            <a:p xmlns:a="http://schemas.openxmlformats.org/drawingml/2006/main">
              <a:pPr>
                <a:defRPr sz="675">
                  <a:solidFill>
                    <a:srgbClr val="333333"/>
                  </a:solidFill>
                  <a:latin typeface="Noto Sans JP"/>
                  <a:ea typeface="Noto Sans JP"/>
                  <a:cs typeface="Noto Sans JP"/>
                </a:defRPr>
              </a:pPr>
            </a:p>
          </c:txPr>
        </c:title>
        <c:numFmt formatCode="0"/>
        <c:majorTickMark val="none"/>
        <c:minorTickMark val="none"/>
        <c:spPr>
          <a:ln xmlns:a="http://schemas.openxmlformats.org/drawingml/2006/main" w="7620">
            <a:solidFill>
              <a:srgbClr val="4A4A4A"/>
            </a:solidFill>
            <a:prstDash val="solid"/>
          </a:ln>
        </c:spPr>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crossAx val="48672768"/>
        <c:majorUnit val="5"/>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B8BEC3"/>
      </a:solidFill>
      <a:prstDash val="solid"/>
    </a:ln>
  </c:spPr>
</c:chartSpace>
</file>

<file path=ppt/slides/charts/chart1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333333"/>
                </a:solidFill>
                <a:latin typeface="Noto Sans JP"/>
                <a:ea typeface="Noto Sans JP"/>
                <a:cs typeface="Noto Sans JP"/>
              </a:rPr>
              <a:t>E/N = 100 Td</a:t>
            </a:r>
          </a:p>
        </c:rich>
      </c:tx>
      <c:overlay val="0"/>
      <c:txPr>
        <a:bodyPr xmlns:a="http://schemas.openxmlformats.org/drawingml/2006/main" anchorCtr="1"/>
        <a:lstStyle xmlns:a="http://schemas.openxmlformats.org/drawingml/2006/main"/>
        <a:p xmlns:a="http://schemas.openxmlformats.org/drawingml/2006/main">
          <a:pPr>
            <a:defRPr sz="1050" b="1">
              <a:solidFill>
                <a:srgbClr val="333333"/>
              </a:solidFill>
              <a:latin typeface="Noto Sans JP"/>
              <a:ea typeface="Noto Sans JP"/>
              <a:cs typeface="Noto Sans JP"/>
            </a:defRPr>
          </a:pPr>
        </a:p>
      </c:txPr>
    </c:title>
    <c:plotArea>
      <c:scatterChart>
        <c:scatterStyle val="line"/>
        <c:ser>
          <c:idx val="0"/>
          <c:order val="0"/>
          <c:tx>
            <c:v>Two-term Swarm</c:v>
          </c:tx>
          <c:spPr>
            <a:ln xmlns:a="http://schemas.openxmlformats.org/drawingml/2006/main" w="22860">
              <a:solidFill>
                <a:srgbClr val="3B67B0"/>
              </a:solidFill>
              <a:prstDash val="solid"/>
            </a:ln>
          </c:spPr>
          <c:marker>
            <c:symbol val="none"/>
          </c:marker>
          <c:xVal>
            <c:numLit>
              <c:formatCode>General</c:formatCode>
              <c:ptCount val="111"/>
              <c:pt idx="0">
                <c:v>0.001</c:v>
              </c:pt>
              <c:pt idx="1">
                <c:v>0.5464454545454546</c:v>
              </c:pt>
              <c:pt idx="2">
                <c:v>1.091890909090909</c:v>
              </c:pt>
              <c:pt idx="3">
                <c:v>1.6373363636363636</c:v>
              </c:pt>
              <c:pt idx="4">
                <c:v>2.182781818181818</c:v>
              </c:pt>
              <c:pt idx="5">
                <c:v>2.7282272727272727</c:v>
              </c:pt>
              <c:pt idx="6">
                <c:v>3.2736727272727273</c:v>
              </c:pt>
              <c:pt idx="7">
                <c:v>3.819118181818182</c:v>
              </c:pt>
              <c:pt idx="8">
                <c:v>4.364563636363637</c:v>
              </c:pt>
              <c:pt idx="9">
                <c:v>4.910009090909091</c:v>
              </c:pt>
              <c:pt idx="10">
                <c:v>5.455454545454546</c:v>
              </c:pt>
              <c:pt idx="11">
                <c:v>6.000900000000001</c:v>
              </c:pt>
              <c:pt idx="12">
                <c:v>6.546345454545455</c:v>
              </c:pt>
              <c:pt idx="13">
                <c:v>7.091790909090911</c:v>
              </c:pt>
              <c:pt idx="14">
                <c:v>7.637236363636364</c:v>
              </c:pt>
              <c:pt idx="15">
                <c:v>8.182681818181818</c:v>
              </c:pt>
              <c:pt idx="16">
                <c:v>8.728127272727273</c:v>
              </c:pt>
              <c:pt idx="17">
                <c:v>9.273572727272727</c:v>
              </c:pt>
              <c:pt idx="18">
                <c:v>9.819018181818182</c:v>
              </c:pt>
              <c:pt idx="19">
                <c:v>10.364463636363636</c:v>
              </c:pt>
              <c:pt idx="20">
                <c:v>10.90990909090909</c:v>
              </c:pt>
              <c:pt idx="21">
                <c:v>11.455354545454545</c:v>
              </c:pt>
              <c:pt idx="22">
                <c:v>12.0008</c:v>
              </c:pt>
              <c:pt idx="23">
                <c:v>12.546245454545454</c:v>
              </c:pt>
              <c:pt idx="24">
                <c:v>13.091690909090909</c:v>
              </c:pt>
              <c:pt idx="25">
                <c:v>13.637136363636364</c:v>
              </c:pt>
              <c:pt idx="26">
                <c:v>14.18258181818182</c:v>
              </c:pt>
              <c:pt idx="27">
                <c:v>14.728027272727271</c:v>
              </c:pt>
              <c:pt idx="28">
                <c:v>15.273472727272727</c:v>
              </c:pt>
              <c:pt idx="29">
                <c:v>15.818918181818182</c:v>
              </c:pt>
              <c:pt idx="30">
                <c:v>16.364363636363638</c:v>
              </c:pt>
              <c:pt idx="31">
                <c:v>16.909809090909093</c:v>
              </c:pt>
              <c:pt idx="32">
                <c:v>17.455254545454547</c:v>
              </c:pt>
              <c:pt idx="33">
                <c:v>18.000700000000002</c:v>
              </c:pt>
              <c:pt idx="34">
                <c:v>18.546145454545456</c:v>
              </c:pt>
              <c:pt idx="35">
                <c:v>19.09159090909091</c:v>
              </c:pt>
              <c:pt idx="36">
                <c:v>19.637036363636366</c:v>
              </c:pt>
              <c:pt idx="37">
                <c:v>20.18248181818182</c:v>
              </c:pt>
              <c:pt idx="38">
                <c:v>20.727927272727275</c:v>
              </c:pt>
              <c:pt idx="39">
                <c:v>21.27337272727273</c:v>
              </c:pt>
              <c:pt idx="40">
                <c:v>21.818818181818184</c:v>
              </c:pt>
              <c:pt idx="41">
                <c:v>22.36426363636364</c:v>
              </c:pt>
              <c:pt idx="42">
                <c:v>22.909709090909093</c:v>
              </c:pt>
              <c:pt idx="43">
                <c:v>23.455154545454544</c:v>
              </c:pt>
              <c:pt idx="44">
                <c:v>24.000600000000002</c:v>
              </c:pt>
              <c:pt idx="45">
                <c:v>24.546045454545457</c:v>
              </c:pt>
              <c:pt idx="46">
                <c:v>25.09149090909091</c:v>
              </c:pt>
              <c:pt idx="47">
                <c:v>25.636936363636366</c:v>
              </c:pt>
              <c:pt idx="48">
                <c:v>26.18238181818182</c:v>
              </c:pt>
              <c:pt idx="49">
                <c:v>26.727827272727275</c:v>
              </c:pt>
              <c:pt idx="50">
                <c:v>27.27327272727273</c:v>
              </c:pt>
              <c:pt idx="51">
                <c:v>27.818718181818184</c:v>
              </c:pt>
              <c:pt idx="52">
                <c:v>28.364163636363642</c:v>
              </c:pt>
              <c:pt idx="53">
                <c:v>28.909609090909093</c:v>
              </c:pt>
              <c:pt idx="54">
                <c:v>29.455054545454544</c:v>
              </c:pt>
              <c:pt idx="55">
                <c:v>30.000500000000002</c:v>
              </c:pt>
              <c:pt idx="56">
                <c:v>30.545945454545457</c:v>
              </c:pt>
              <c:pt idx="57">
                <c:v>31.09139090909091</c:v>
              </c:pt>
              <c:pt idx="58">
                <c:v>31.636836363636366</c:v>
              </c:pt>
              <c:pt idx="59">
                <c:v>32.18228181818182</c:v>
              </c:pt>
              <c:pt idx="60">
                <c:v>32.72772727272727</c:v>
              </c:pt>
              <c:pt idx="61">
                <c:v>33.27317272727273</c:v>
              </c:pt>
              <c:pt idx="62">
                <c:v>33.81861818181818</c:v>
              </c:pt>
              <c:pt idx="63">
                <c:v>34.36406363636364</c:v>
              </c:pt>
              <c:pt idx="64">
                <c:v>34.90950909090909</c:v>
              </c:pt>
              <c:pt idx="65">
                <c:v>35.45495454545454</c:v>
              </c:pt>
              <c:pt idx="66">
                <c:v>36.0004</c:v>
              </c:pt>
              <c:pt idx="67">
                <c:v>36.54584545454545</c:v>
              </c:pt>
              <c:pt idx="68">
                <c:v>37.09129090909091</c:v>
              </c:pt>
              <c:pt idx="69">
                <c:v>37.636736363636366</c:v>
              </c:pt>
              <c:pt idx="70">
                <c:v>38.18218181818182</c:v>
              </c:pt>
              <c:pt idx="71">
                <c:v>38.72762727272727</c:v>
              </c:pt>
              <c:pt idx="72">
                <c:v>39.27307272727273</c:v>
              </c:pt>
              <c:pt idx="73">
                <c:v>39.818518181818185</c:v>
              </c:pt>
              <c:pt idx="74">
                <c:v>40.363963636363636</c:v>
              </c:pt>
              <c:pt idx="75">
                <c:v>40.909409090909094</c:v>
              </c:pt>
              <c:pt idx="76">
                <c:v>41.454854545454545</c:v>
              </c:pt>
              <c:pt idx="77">
                <c:v>42.000299999999996</c:v>
              </c:pt>
              <c:pt idx="78">
                <c:v>42.545745454545454</c:v>
              </c:pt>
              <c:pt idx="79">
                <c:v>43.09119090909091</c:v>
              </c:pt>
              <c:pt idx="80">
                <c:v>43.63663636363636</c:v>
              </c:pt>
              <c:pt idx="81">
                <c:v>44.182081818181814</c:v>
              </c:pt>
              <c:pt idx="82">
                <c:v>44.72752727272727</c:v>
              </c:pt>
              <c:pt idx="83">
                <c:v>45.27297272727273</c:v>
              </c:pt>
              <c:pt idx="84">
                <c:v>45.81841818181818</c:v>
              </c:pt>
              <c:pt idx="85">
                <c:v>46.36386363636363</c:v>
              </c:pt>
              <c:pt idx="86">
                <c:v>46.90930909090908</c:v>
              </c:pt>
              <c:pt idx="87">
                <c:v>47.45475454545455</c:v>
              </c:pt>
              <c:pt idx="88">
                <c:v>48.0002</c:v>
              </c:pt>
              <c:pt idx="89">
                <c:v>48.54564545454545</c:v>
              </c:pt>
              <c:pt idx="90">
                <c:v>49.09109090909091</c:v>
              </c:pt>
              <c:pt idx="91">
                <c:v>49.63653636363637</c:v>
              </c:pt>
              <c:pt idx="92">
                <c:v>50.18198181818182</c:v>
              </c:pt>
              <c:pt idx="93">
                <c:v>50.72742727272727</c:v>
              </c:pt>
              <c:pt idx="94">
                <c:v>51.27287272727273</c:v>
              </c:pt>
              <c:pt idx="95">
                <c:v>51.818318181818185</c:v>
              </c:pt>
              <c:pt idx="96">
                <c:v>52.363763636363636</c:v>
              </c:pt>
              <c:pt idx="97">
                <c:v>52.909209090909094</c:v>
              </c:pt>
              <c:pt idx="98">
                <c:v>53.454654545454545</c:v>
              </c:pt>
              <c:pt idx="99">
                <c:v>54.000099999999996</c:v>
              </c:pt>
              <c:pt idx="100">
                <c:v>54.545545454545454</c:v>
              </c:pt>
              <c:pt idx="101">
                <c:v>55.09099090909091</c:v>
              </c:pt>
              <c:pt idx="102">
                <c:v>55.63643636363636</c:v>
              </c:pt>
              <c:pt idx="103">
                <c:v>56.181881818181814</c:v>
              </c:pt>
              <c:pt idx="104">
                <c:v>56.72732727272728</c:v>
              </c:pt>
              <c:pt idx="105">
                <c:v>57.27277272727273</c:v>
              </c:pt>
              <c:pt idx="106">
                <c:v>57.81821818181818</c:v>
              </c:pt>
              <c:pt idx="107">
                <c:v>58.36366363636363</c:v>
              </c:pt>
              <c:pt idx="108">
                <c:v>58.909109090909084</c:v>
              </c:pt>
              <c:pt idx="109">
                <c:v>59.45455454545455</c:v>
              </c:pt>
              <c:pt idx="110">
                <c:v>60</c:v>
              </c:pt>
            </c:numLit>
          </c:xVal>
          <c:yVal>
            <c:numLit>
              <c:formatCode>0E+0</c:formatCode>
              <c:ptCount val="111"/>
              <c:pt idx="0">
                <c:v>0.001977467681453704</c:v>
              </c:pt>
              <c:pt idx="1">
                <c:v>0.0504862019824386</c:v>
              </c:pt>
              <c:pt idx="2">
                <c:v>0.07065616830445062</c:v>
              </c:pt>
              <c:pt idx="3">
                <c:v>0.08378853801777403</c:v>
              </c:pt>
              <c:pt idx="4">
                <c:v>0.09070472283022853</c:v>
              </c:pt>
              <c:pt idx="5">
                <c:v>0.09439545602729366</c:v>
              </c:pt>
              <c:pt idx="6">
                <c:v>0.0978765561789136</c:v>
              </c:pt>
              <c:pt idx="7">
                <c:v>0.10072167819291147</c:v>
              </c:pt>
              <c:pt idx="8">
                <c:v>0.1022343825358894</c:v>
              </c:pt>
              <c:pt idx="9">
                <c:v>0.1023922602730823</c:v>
              </c:pt>
              <c:pt idx="10">
                <c:v>0.10149055357926583</c:v>
              </c:pt>
              <c:pt idx="11">
                <c:v>0.0989231817614994</c:v>
              </c:pt>
              <c:pt idx="12">
                <c:v>0.09534691553461085</c:v>
              </c:pt>
              <c:pt idx="13">
                <c:v>0.09080384970908498</c:v>
              </c:pt>
              <c:pt idx="14">
                <c:v>0.08527089309930087</c:v>
              </c:pt>
              <c:pt idx="15">
                <c:v>0.07894668302842854</c:v>
              </c:pt>
              <c:pt idx="16">
                <c:v>0.07264458478055053</c:v>
              </c:pt>
              <c:pt idx="17">
                <c:v>0.06487302069881597</c:v>
              </c:pt>
              <c:pt idx="18">
                <c:v>0.05793286350665149</c:v>
              </c:pt>
              <c:pt idx="19">
                <c:v>0.05076881612579246</c:v>
              </c:pt>
              <c:pt idx="20">
                <c:v>0.043441312800082676</c:v>
              </c:pt>
              <c:pt idx="21">
                <c:v>0.03717139381621083</c:v>
              </c:pt>
              <c:pt idx="22">
                <c:v>0.03137633878514154</c:v>
              </c:pt>
              <c:pt idx="23">
                <c:v>0.025381522645954856</c:v>
              </c:pt>
              <c:pt idx="24">
                <c:v>0.020532086176102676</c:v>
              </c:pt>
              <c:pt idx="25">
                <c:v>0.016609191206662828</c:v>
              </c:pt>
              <c:pt idx="26">
                <c:v>0.012910067020471616</c:v>
              </c:pt>
              <c:pt idx="27">
                <c:v>0.009629869157876083</c:v>
              </c:pt>
              <c:pt idx="28">
                <c:v>0.007183106009501181</c:v>
              </c:pt>
              <c:pt idx="29">
                <c:v>0.005358017964504933</c:v>
              </c:pt>
              <c:pt idx="30">
                <c:v>0.0039656100894499835</c:v>
              </c:pt>
              <c:pt idx="31">
                <c:v>0.0027262166610163663</c:v>
              </c:pt>
              <c:pt idx="32">
                <c:v>0.0018741775200178726</c:v>
              </c:pt>
              <c:pt idx="33">
                <c:v>0.0012884307497522307</c:v>
              </c:pt>
              <c:pt idx="34">
                <c:v>0.000885750564808432</c:v>
              </c:pt>
              <c:pt idx="35">
                <c:v>0.000608922181661163</c:v>
              </c:pt>
              <c:pt idx="36">
                <c:v>0.0003976228102784508</c:v>
              </c:pt>
              <c:pt idx="37">
                <c:v>0.0002588118469202488</c:v>
              </c:pt>
              <c:pt idx="38">
                <c:v>0.00016846008421740803</c:v>
              </c:pt>
              <c:pt idx="39">
                <c:v>0.00010965031281307982</c:v>
              </c:pt>
              <c:pt idx="40">
                <c:v>7.137115688776225E-05</c:v>
              </c:pt>
              <c:pt idx="41">
                <c:v>4.6455335190707636E-05</c:v>
              </c:pt>
              <c:pt idx="42">
                <c:v>2.9405420813351363E-05</c:v>
              </c:pt>
              <c:pt idx="43">
                <c:v>1.8554481928048343E-05</c:v>
              </c:pt>
              <c:pt idx="44">
                <c:v>1.170766444063123E-05</c:v>
              </c:pt>
              <c:pt idx="45">
                <c:v>7.38740144758323E-06</c:v>
              </c:pt>
              <c:pt idx="46">
                <c:v>4.661365247056262E-06</c:v>
              </c:pt>
              <c:pt idx="47">
                <c:v>2.9412677949933612E-06</c:v>
              </c:pt>
              <c:pt idx="48">
                <c:v>1.8559061097665345E-06</c:v>
              </c:pt>
              <c:pt idx="49">
                <c:v>1.1524112641031396E-06</c:v>
              </c:pt>
              <c:pt idx="50">
                <c:v>7.129657307278256E-07</c:v>
              </c:pt>
              <c:pt idx="51">
                <c:v>4.4109264550434597E-07</c:v>
              </c:pt>
              <c:pt idx="52">
                <c:v>2.728921090210105E-07</c:v>
              </c:pt>
              <c:pt idx="53">
                <c:v>1.6883097899033508E-07</c:v>
              </c:pt>
              <c:pt idx="54">
                <c:v>1.0445116778602194E-07</c:v>
              </c:pt>
              <c:pt idx="55">
                <c:v>6.462111703141978E-08</c:v>
              </c:pt>
              <c:pt idx="56">
                <c:v>3.9979340153890666E-08</c:v>
              </c:pt>
              <c:pt idx="57">
                <c:v>2.453285481269306E-08</c:v>
              </c:pt>
              <c:pt idx="58">
                <c:v>1.493612510125455E-08</c:v>
              </c:pt>
              <c:pt idx="59">
                <c:v>1E-08</c:v>
              </c:pt>
              <c:pt idx="60">
                <c:v>1E-08</c:v>
              </c:pt>
              <c:pt idx="61">
                <c:v>1E-08</c:v>
              </c:pt>
              <c:pt idx="62">
                <c:v>1E-08</c:v>
              </c:pt>
              <c:pt idx="63">
                <c:v>1E-08</c:v>
              </c:pt>
              <c:pt idx="64">
                <c:v>1E-08</c:v>
              </c:pt>
              <c:pt idx="65">
                <c:v>1E-08</c:v>
              </c:pt>
              <c:pt idx="66">
                <c:v>1E-08</c:v>
              </c:pt>
              <c:pt idx="67">
                <c:v>1E-08</c:v>
              </c:pt>
              <c:pt idx="68">
                <c:v>1E-08</c:v>
              </c:pt>
              <c:pt idx="69">
                <c:v>1E-08</c:v>
              </c:pt>
              <c:pt idx="70">
                <c:v>1E-08</c:v>
              </c:pt>
              <c:pt idx="71">
                <c:v>1E-08</c:v>
              </c:pt>
              <c:pt idx="72">
                <c:v>1E-08</c:v>
              </c:pt>
              <c:pt idx="73">
                <c:v>1E-08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ser>
          <c:idx val="1"/>
          <c:order val="1"/>
          <c:tx>
            <c:v>Monte Carlo Swarm</c:v>
          </c:tx>
          <c:spPr>
            <a:ln xmlns:a="http://schemas.openxmlformats.org/drawingml/2006/main" w="22860">
              <a:solidFill>
                <a:srgbClr val="EDA24C"/>
              </a:solidFill>
              <a:prstDash val="solid"/>
            </a:ln>
          </c:spPr>
          <c:marker>
            <c:symbol val="none"/>
          </c:marker>
          <c:xVal>
            <c:numLit>
              <c:formatCode>General</c:formatCode>
              <c:ptCount val="111"/>
              <c:pt idx="0">
                <c:v>0.001</c:v>
              </c:pt>
              <c:pt idx="1">
                <c:v>0.5464454545454546</c:v>
              </c:pt>
              <c:pt idx="2">
                <c:v>1.091890909090909</c:v>
              </c:pt>
              <c:pt idx="3">
                <c:v>1.6373363636363636</c:v>
              </c:pt>
              <c:pt idx="4">
                <c:v>2.182781818181818</c:v>
              </c:pt>
              <c:pt idx="5">
                <c:v>2.7282272727272727</c:v>
              </c:pt>
              <c:pt idx="6">
                <c:v>3.2736727272727273</c:v>
              </c:pt>
              <c:pt idx="7">
                <c:v>3.819118181818182</c:v>
              </c:pt>
              <c:pt idx="8">
                <c:v>4.364563636363637</c:v>
              </c:pt>
              <c:pt idx="9">
                <c:v>4.910009090909091</c:v>
              </c:pt>
              <c:pt idx="10">
                <c:v>5.455454545454546</c:v>
              </c:pt>
              <c:pt idx="11">
                <c:v>6.000900000000001</c:v>
              </c:pt>
              <c:pt idx="12">
                <c:v>6.546345454545455</c:v>
              </c:pt>
              <c:pt idx="13">
                <c:v>7.091790909090911</c:v>
              </c:pt>
              <c:pt idx="14">
                <c:v>7.637236363636364</c:v>
              </c:pt>
              <c:pt idx="15">
                <c:v>8.182681818181818</c:v>
              </c:pt>
              <c:pt idx="16">
                <c:v>8.728127272727273</c:v>
              </c:pt>
              <c:pt idx="17">
                <c:v>9.273572727272727</c:v>
              </c:pt>
              <c:pt idx="18">
                <c:v>9.819018181818182</c:v>
              </c:pt>
              <c:pt idx="19">
                <c:v>10.364463636363636</c:v>
              </c:pt>
              <c:pt idx="20">
                <c:v>10.90990909090909</c:v>
              </c:pt>
              <c:pt idx="21">
                <c:v>11.455354545454545</c:v>
              </c:pt>
              <c:pt idx="22">
                <c:v>12.0008</c:v>
              </c:pt>
              <c:pt idx="23">
                <c:v>12.546245454545454</c:v>
              </c:pt>
              <c:pt idx="24">
                <c:v>13.091690909090909</c:v>
              </c:pt>
              <c:pt idx="25">
                <c:v>13.637136363636364</c:v>
              </c:pt>
              <c:pt idx="26">
                <c:v>14.18258181818182</c:v>
              </c:pt>
              <c:pt idx="27">
                <c:v>14.728027272727271</c:v>
              </c:pt>
              <c:pt idx="28">
                <c:v>15.273472727272727</c:v>
              </c:pt>
              <c:pt idx="29">
                <c:v>15.818918181818182</c:v>
              </c:pt>
              <c:pt idx="30">
                <c:v>16.364363636363638</c:v>
              </c:pt>
              <c:pt idx="31">
                <c:v>16.909809090909093</c:v>
              </c:pt>
              <c:pt idx="32">
                <c:v>17.455254545454547</c:v>
              </c:pt>
              <c:pt idx="33">
                <c:v>18.000700000000002</c:v>
              </c:pt>
              <c:pt idx="34">
                <c:v>18.546145454545456</c:v>
              </c:pt>
              <c:pt idx="35">
                <c:v>19.09159090909091</c:v>
              </c:pt>
              <c:pt idx="36">
                <c:v>19.637036363636366</c:v>
              </c:pt>
              <c:pt idx="37">
                <c:v>20.18248181818182</c:v>
              </c:pt>
              <c:pt idx="38">
                <c:v>20.727927272727275</c:v>
              </c:pt>
              <c:pt idx="39">
                <c:v>21.27337272727273</c:v>
              </c:pt>
              <c:pt idx="40">
                <c:v>21.818818181818184</c:v>
              </c:pt>
              <c:pt idx="41">
                <c:v>22.36426363636364</c:v>
              </c:pt>
              <c:pt idx="42">
                <c:v>22.909709090909093</c:v>
              </c:pt>
              <c:pt idx="43">
                <c:v>23.455154545454544</c:v>
              </c:pt>
              <c:pt idx="44">
                <c:v>24.000600000000002</c:v>
              </c:pt>
              <c:pt idx="45">
                <c:v>24.546045454545457</c:v>
              </c:pt>
              <c:pt idx="46">
                <c:v>25.09149090909091</c:v>
              </c:pt>
              <c:pt idx="47">
                <c:v>25.636936363636366</c:v>
              </c:pt>
              <c:pt idx="48">
                <c:v>26.18238181818182</c:v>
              </c:pt>
              <c:pt idx="49">
                <c:v>26.727827272727275</c:v>
              </c:pt>
              <c:pt idx="50">
                <c:v>27.27327272727273</c:v>
              </c:pt>
              <c:pt idx="51">
                <c:v>27.818718181818184</c:v>
              </c:pt>
              <c:pt idx="52">
                <c:v>28.364163636363642</c:v>
              </c:pt>
              <c:pt idx="53">
                <c:v>28.909609090909093</c:v>
              </c:pt>
              <c:pt idx="54">
                <c:v>29.455054545454544</c:v>
              </c:pt>
              <c:pt idx="55">
                <c:v>30.000500000000002</c:v>
              </c:pt>
              <c:pt idx="56">
                <c:v>30.545945454545457</c:v>
              </c:pt>
              <c:pt idx="57">
                <c:v>31.09139090909091</c:v>
              </c:pt>
              <c:pt idx="58">
                <c:v>31.636836363636366</c:v>
              </c:pt>
              <c:pt idx="59">
                <c:v>32.18228181818182</c:v>
              </c:pt>
              <c:pt idx="60">
                <c:v>32.72772727272727</c:v>
              </c:pt>
              <c:pt idx="61">
                <c:v>33.27317272727273</c:v>
              </c:pt>
              <c:pt idx="62">
                <c:v>33.81861818181818</c:v>
              </c:pt>
              <c:pt idx="63">
                <c:v>34.36406363636364</c:v>
              </c:pt>
              <c:pt idx="64">
                <c:v>34.90950909090909</c:v>
              </c:pt>
              <c:pt idx="65">
                <c:v>35.45495454545454</c:v>
              </c:pt>
              <c:pt idx="66">
                <c:v>36.0004</c:v>
              </c:pt>
              <c:pt idx="67">
                <c:v>36.54584545454545</c:v>
              </c:pt>
              <c:pt idx="68">
                <c:v>37.09129090909091</c:v>
              </c:pt>
              <c:pt idx="69">
                <c:v>37.636736363636366</c:v>
              </c:pt>
              <c:pt idx="70">
                <c:v>38.18218181818182</c:v>
              </c:pt>
              <c:pt idx="71">
                <c:v>38.72762727272727</c:v>
              </c:pt>
              <c:pt idx="72">
                <c:v>39.27307272727273</c:v>
              </c:pt>
              <c:pt idx="73">
                <c:v>39.818518181818185</c:v>
              </c:pt>
              <c:pt idx="74">
                <c:v>40.363963636363636</c:v>
              </c:pt>
              <c:pt idx="75">
                <c:v>40.909409090909094</c:v>
              </c:pt>
              <c:pt idx="76">
                <c:v>41.454854545454545</c:v>
              </c:pt>
              <c:pt idx="77">
                <c:v>42.000299999999996</c:v>
              </c:pt>
              <c:pt idx="78">
                <c:v>42.545745454545454</c:v>
              </c:pt>
              <c:pt idx="79">
                <c:v>43.09119090909091</c:v>
              </c:pt>
              <c:pt idx="80">
                <c:v>43.63663636363636</c:v>
              </c:pt>
              <c:pt idx="81">
                <c:v>44.182081818181814</c:v>
              </c:pt>
              <c:pt idx="82">
                <c:v>44.72752727272727</c:v>
              </c:pt>
              <c:pt idx="83">
                <c:v>45.27297272727273</c:v>
              </c:pt>
              <c:pt idx="84">
                <c:v>45.81841818181818</c:v>
              </c:pt>
              <c:pt idx="85">
                <c:v>46.36386363636363</c:v>
              </c:pt>
              <c:pt idx="86">
                <c:v>46.90930909090908</c:v>
              </c:pt>
              <c:pt idx="87">
                <c:v>47.45475454545455</c:v>
              </c:pt>
              <c:pt idx="88">
                <c:v>48.0002</c:v>
              </c:pt>
              <c:pt idx="89">
                <c:v>48.54564545454545</c:v>
              </c:pt>
              <c:pt idx="90">
                <c:v>49.09109090909091</c:v>
              </c:pt>
              <c:pt idx="91">
                <c:v>49.63653636363637</c:v>
              </c:pt>
              <c:pt idx="92">
                <c:v>50.18198181818182</c:v>
              </c:pt>
              <c:pt idx="93">
                <c:v>50.72742727272727</c:v>
              </c:pt>
              <c:pt idx="94">
                <c:v>51.27287272727273</c:v>
              </c:pt>
              <c:pt idx="95">
                <c:v>51.818318181818185</c:v>
              </c:pt>
              <c:pt idx="96">
                <c:v>52.363763636363636</c:v>
              </c:pt>
              <c:pt idx="97">
                <c:v>52.909209090909094</c:v>
              </c:pt>
              <c:pt idx="98">
                <c:v>53.454654545454545</c:v>
              </c:pt>
              <c:pt idx="99">
                <c:v>54.000099999999996</c:v>
              </c:pt>
              <c:pt idx="100">
                <c:v>54.545545454545454</c:v>
              </c:pt>
              <c:pt idx="101">
                <c:v>55.09099090909091</c:v>
              </c:pt>
              <c:pt idx="102">
                <c:v>55.63643636363636</c:v>
              </c:pt>
              <c:pt idx="103">
                <c:v>56.181881818181814</c:v>
              </c:pt>
              <c:pt idx="104">
                <c:v>56.72732727272728</c:v>
              </c:pt>
              <c:pt idx="105">
                <c:v>57.27277272727273</c:v>
              </c:pt>
              <c:pt idx="106">
                <c:v>57.81821818181818</c:v>
              </c:pt>
              <c:pt idx="107">
                <c:v>58.36366363636363</c:v>
              </c:pt>
              <c:pt idx="108">
                <c:v>58.909109090909084</c:v>
              </c:pt>
              <c:pt idx="109">
                <c:v>59.45455454545455</c:v>
              </c:pt>
              <c:pt idx="110">
                <c:v>60</c:v>
              </c:pt>
            </c:numLit>
          </c:xVal>
          <c:yVal>
            <c:numLit>
              <c:formatCode>0E+0</c:formatCode>
              <c:ptCount val="111"/>
              <c:pt idx="0">
                <c:v>0.0020992429653546394</c:v>
              </c:pt>
              <c:pt idx="1">
                <c:v>0.052259072512412214</c:v>
              </c:pt>
              <c:pt idx="2">
                <c:v>0.07464833792393719</c:v>
              </c:pt>
              <c:pt idx="3">
                <c:v>0.087285032890667</c:v>
              </c:pt>
              <c:pt idx="4">
                <c:v>0.09043724981500202</c:v>
              </c:pt>
              <c:pt idx="5">
                <c:v>0.09295399844620247</c:v>
              </c:pt>
              <c:pt idx="6">
                <c:v>0.09691766208830573</c:v>
              </c:pt>
              <c:pt idx="7">
                <c:v>0.1002852539282391</c:v>
              </c:pt>
              <c:pt idx="8">
                <c:v>0.10188973625188495</c:v>
              </c:pt>
              <c:pt idx="9">
                <c:v>0.10208504661252733</c:v>
              </c:pt>
              <c:pt idx="10">
                <c:v>0.10122679070649111</c:v>
              </c:pt>
              <c:pt idx="11">
                <c:v>0.09867461688479723</c:v>
              </c:pt>
              <c:pt idx="12">
                <c:v>0.0951413781528194</c:v>
              </c:pt>
              <c:pt idx="13">
                <c:v>0.09066690124744407</c:v>
              </c:pt>
              <c:pt idx="14">
                <c:v>0.0851494072945848</c:v>
              </c:pt>
              <c:pt idx="15">
                <c:v>0.07879580279252882</c:v>
              </c:pt>
              <c:pt idx="16">
                <c:v>0.07246263571364124</c:v>
              </c:pt>
              <c:pt idx="17">
                <c:v>0.0646381094926673</c:v>
              </c:pt>
              <c:pt idx="18">
                <c:v>0.057658476781013816</c:v>
              </c:pt>
              <c:pt idx="19">
                <c:v>0.050458763798470384</c:v>
              </c:pt>
              <c:pt idx="20">
                <c:v>0.04310243681340978</c:v>
              </c:pt>
              <c:pt idx="21">
                <c:v>0.03681858054775218</c:v>
              </c:pt>
              <c:pt idx="22">
                <c:v>0.031026734011757675</c:v>
              </c:pt>
              <c:pt idx="23">
                <c:v>0.025059821822603974</c:v>
              </c:pt>
              <c:pt idx="24">
                <c:v>0.020240437473782378</c:v>
              </c:pt>
              <c:pt idx="25">
                <c:v>0.016347893932771966</c:v>
              </c:pt>
              <c:pt idx="26">
                <c:v>0.012681041804827969</c:v>
              </c:pt>
              <c:pt idx="27">
                <c:v>0.00943495279451616</c:v>
              </c:pt>
              <c:pt idx="28">
                <c:v>0.0070197966069993276</c:v>
              </c:pt>
              <c:pt idx="29">
                <c:v>0.0052228713250458145</c:v>
              </c:pt>
              <c:pt idx="30">
                <c:v>0.003857916604409306</c:v>
              </c:pt>
              <c:pt idx="31">
                <c:v>0.0026610800838976437</c:v>
              </c:pt>
              <c:pt idx="32">
                <c:v>0.0018355366222336793</c:v>
              </c:pt>
              <c:pt idx="33">
                <c:v>0.0012661004499444526</c:v>
              </c:pt>
              <c:pt idx="34">
                <c:v>0.0008733197310979431</c:v>
              </c:pt>
              <c:pt idx="35">
                <c:v>0.0006023908709284836</c:v>
              </c:pt>
              <c:pt idx="36">
                <c:v>0.00039727663203217595</c:v>
              </c:pt>
              <c:pt idx="37">
                <c:v>0.00026126980226288076</c:v>
              </c:pt>
              <c:pt idx="38">
                <c:v>0.00017182462815722857</c:v>
              </c:pt>
              <c:pt idx="39">
                <c:v>0.00011300082361475559</c:v>
              </c:pt>
              <c:pt idx="40">
                <c:v>7.431522637097535E-05</c:v>
              </c:pt>
              <c:pt idx="41">
                <c:v>4.887356298744845E-05</c:v>
              </c:pt>
              <c:pt idx="42">
                <c:v>3.249690599778391E-05</c:v>
              </c:pt>
              <c:pt idx="43">
                <c:v>2.16346320303908E-05</c:v>
              </c:pt>
              <c:pt idx="44">
                <c:v>1.4403134351384938E-05</c:v>
              </c:pt>
              <c:pt idx="45">
                <c:v>9.588805524985782E-06</c:v>
              </c:pt>
              <c:pt idx="46">
                <c:v>6.383693240156219E-06</c:v>
              </c:pt>
              <c:pt idx="47">
                <c:v>4.249907799071421E-06</c:v>
              </c:pt>
              <c:pt idx="48">
                <c:v>2.8293521667037458E-06</c:v>
              </c:pt>
              <c:pt idx="49">
                <c:v>1E-08</c:v>
              </c:pt>
              <c:pt idx="50">
                <c:v>1E-08</c:v>
              </c:pt>
              <c:pt idx="51">
                <c:v>1E-08</c:v>
              </c:pt>
              <c:pt idx="52">
                <c:v>1E-08</c:v>
              </c:pt>
              <c:pt idx="53">
                <c:v>1E-08</c:v>
              </c:pt>
              <c:pt idx="54">
                <c:v>1E-08</c:v>
              </c:pt>
              <c:pt idx="55">
                <c:v>1E-08</c:v>
              </c:pt>
              <c:pt idx="56">
                <c:v>1E-08</c:v>
              </c:pt>
              <c:pt idx="57">
                <c:v>1E-08</c:v>
              </c:pt>
              <c:pt idx="58">
                <c:v>1E-08</c:v>
              </c:pt>
              <c:pt idx="59">
                <c:v>1E-08</c:v>
              </c:pt>
              <c:pt idx="60">
                <c:v>1E-08</c:v>
              </c:pt>
              <c:pt idx="61">
                <c:v>1E-08</c:v>
              </c:pt>
              <c:pt idx="62">
                <c:v>1E-08</c:v>
              </c:pt>
              <c:pt idx="63">
                <c:v>1E-08</c:v>
              </c:pt>
              <c:pt idx="64">
                <c:v>1E-08</c:v>
              </c:pt>
              <c:pt idx="65">
                <c:v>1E-08</c:v>
              </c:pt>
              <c:pt idx="66">
                <c:v>1E-08</c:v>
              </c:pt>
              <c:pt idx="67">
                <c:v>1E-08</c:v>
              </c:pt>
              <c:pt idx="68">
                <c:v>1E-08</c:v>
              </c:pt>
              <c:pt idx="69">
                <c:v>1E-08</c:v>
              </c:pt>
              <c:pt idx="70">
                <c:v>1E-08</c:v>
              </c:pt>
              <c:pt idx="71">
                <c:v>1E-08</c:v>
              </c:pt>
              <c:pt idx="72">
                <c:v>1E-08</c:v>
              </c:pt>
              <c:pt idx="73">
                <c:v>1E-08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ser>
          <c:idx val="2"/>
          <c:order val="2"/>
          <c:tx>
            <c:v>Propagator Swarm</c:v>
          </c:tx>
          <c:spPr>
            <a:ln xmlns:a="http://schemas.openxmlformats.org/drawingml/2006/main" w="22860">
              <a:solidFill>
                <a:srgbClr val="5DAA18"/>
              </a:solidFill>
              <a:prstDash val="solid"/>
            </a:ln>
          </c:spPr>
          <c:marker>
            <c:symbol val="none"/>
          </c:marker>
          <c:xVal>
            <c:numLit>
              <c:formatCode>General</c:formatCode>
              <c:ptCount val="111"/>
              <c:pt idx="0">
                <c:v>0.001</c:v>
              </c:pt>
              <c:pt idx="1">
                <c:v>0.5464454545454546</c:v>
              </c:pt>
              <c:pt idx="2">
                <c:v>1.091890909090909</c:v>
              </c:pt>
              <c:pt idx="3">
                <c:v>1.6373363636363636</c:v>
              </c:pt>
              <c:pt idx="4">
                <c:v>2.182781818181818</c:v>
              </c:pt>
              <c:pt idx="5">
                <c:v>2.7282272727272727</c:v>
              </c:pt>
              <c:pt idx="6">
                <c:v>3.2736727272727273</c:v>
              </c:pt>
              <c:pt idx="7">
                <c:v>3.819118181818182</c:v>
              </c:pt>
              <c:pt idx="8">
                <c:v>4.364563636363637</c:v>
              </c:pt>
              <c:pt idx="9">
                <c:v>4.910009090909091</c:v>
              </c:pt>
              <c:pt idx="10">
                <c:v>5.455454545454546</c:v>
              </c:pt>
              <c:pt idx="11">
                <c:v>6.000900000000001</c:v>
              </c:pt>
              <c:pt idx="12">
                <c:v>6.546345454545455</c:v>
              </c:pt>
              <c:pt idx="13">
                <c:v>7.091790909090911</c:v>
              </c:pt>
              <c:pt idx="14">
                <c:v>7.637236363636364</c:v>
              </c:pt>
              <c:pt idx="15">
                <c:v>8.182681818181818</c:v>
              </c:pt>
              <c:pt idx="16">
                <c:v>8.728127272727273</c:v>
              </c:pt>
              <c:pt idx="17">
                <c:v>9.273572727272727</c:v>
              </c:pt>
              <c:pt idx="18">
                <c:v>9.819018181818182</c:v>
              </c:pt>
              <c:pt idx="19">
                <c:v>10.364463636363636</c:v>
              </c:pt>
              <c:pt idx="20">
                <c:v>10.90990909090909</c:v>
              </c:pt>
              <c:pt idx="21">
                <c:v>11.455354545454545</c:v>
              </c:pt>
              <c:pt idx="22">
                <c:v>12.0008</c:v>
              </c:pt>
              <c:pt idx="23">
                <c:v>12.546245454545454</c:v>
              </c:pt>
              <c:pt idx="24">
                <c:v>13.091690909090909</c:v>
              </c:pt>
              <c:pt idx="25">
                <c:v>13.637136363636364</c:v>
              </c:pt>
              <c:pt idx="26">
                <c:v>14.18258181818182</c:v>
              </c:pt>
              <c:pt idx="27">
                <c:v>14.728027272727271</c:v>
              </c:pt>
              <c:pt idx="28">
                <c:v>15.273472727272727</c:v>
              </c:pt>
              <c:pt idx="29">
                <c:v>15.818918181818182</c:v>
              </c:pt>
              <c:pt idx="30">
                <c:v>16.364363636363638</c:v>
              </c:pt>
              <c:pt idx="31">
                <c:v>16.909809090909093</c:v>
              </c:pt>
              <c:pt idx="32">
                <c:v>17.455254545454547</c:v>
              </c:pt>
              <c:pt idx="33">
                <c:v>18.000700000000002</c:v>
              </c:pt>
              <c:pt idx="34">
                <c:v>18.546145454545456</c:v>
              </c:pt>
              <c:pt idx="35">
                <c:v>19.09159090909091</c:v>
              </c:pt>
              <c:pt idx="36">
                <c:v>19.637036363636366</c:v>
              </c:pt>
              <c:pt idx="37">
                <c:v>20.18248181818182</c:v>
              </c:pt>
              <c:pt idx="38">
                <c:v>20.727927272727275</c:v>
              </c:pt>
              <c:pt idx="39">
                <c:v>21.27337272727273</c:v>
              </c:pt>
              <c:pt idx="40">
                <c:v>21.818818181818184</c:v>
              </c:pt>
              <c:pt idx="41">
                <c:v>22.36426363636364</c:v>
              </c:pt>
              <c:pt idx="42">
                <c:v>22.909709090909093</c:v>
              </c:pt>
              <c:pt idx="43">
                <c:v>23.455154545454544</c:v>
              </c:pt>
              <c:pt idx="44">
                <c:v>24.000600000000002</c:v>
              </c:pt>
              <c:pt idx="45">
                <c:v>24.546045454545457</c:v>
              </c:pt>
              <c:pt idx="46">
                <c:v>25.09149090909091</c:v>
              </c:pt>
              <c:pt idx="47">
                <c:v>25.636936363636366</c:v>
              </c:pt>
              <c:pt idx="48">
                <c:v>26.18238181818182</c:v>
              </c:pt>
              <c:pt idx="49">
                <c:v>26.727827272727275</c:v>
              </c:pt>
              <c:pt idx="50">
                <c:v>27.27327272727273</c:v>
              </c:pt>
              <c:pt idx="51">
                <c:v>27.818718181818184</c:v>
              </c:pt>
              <c:pt idx="52">
                <c:v>28.364163636363642</c:v>
              </c:pt>
              <c:pt idx="53">
                <c:v>28.909609090909093</c:v>
              </c:pt>
              <c:pt idx="54">
                <c:v>29.455054545454544</c:v>
              </c:pt>
              <c:pt idx="55">
                <c:v>30.000500000000002</c:v>
              </c:pt>
              <c:pt idx="56">
                <c:v>30.545945454545457</c:v>
              </c:pt>
              <c:pt idx="57">
                <c:v>31.09139090909091</c:v>
              </c:pt>
              <c:pt idx="58">
                <c:v>31.636836363636366</c:v>
              </c:pt>
              <c:pt idx="59">
                <c:v>32.18228181818182</c:v>
              </c:pt>
              <c:pt idx="60">
                <c:v>32.72772727272727</c:v>
              </c:pt>
              <c:pt idx="61">
                <c:v>33.27317272727273</c:v>
              </c:pt>
              <c:pt idx="62">
                <c:v>33.81861818181818</c:v>
              </c:pt>
              <c:pt idx="63">
                <c:v>34.36406363636364</c:v>
              </c:pt>
              <c:pt idx="64">
                <c:v>34.90950909090909</c:v>
              </c:pt>
              <c:pt idx="65">
                <c:v>35.45495454545454</c:v>
              </c:pt>
              <c:pt idx="66">
                <c:v>36.0004</c:v>
              </c:pt>
              <c:pt idx="67">
                <c:v>36.54584545454545</c:v>
              </c:pt>
              <c:pt idx="68">
                <c:v>37.09129090909091</c:v>
              </c:pt>
              <c:pt idx="69">
                <c:v>37.636736363636366</c:v>
              </c:pt>
              <c:pt idx="70">
                <c:v>38.18218181818182</c:v>
              </c:pt>
              <c:pt idx="71">
                <c:v>38.72762727272727</c:v>
              </c:pt>
              <c:pt idx="72">
                <c:v>39.27307272727273</c:v>
              </c:pt>
              <c:pt idx="73">
                <c:v>39.818518181818185</c:v>
              </c:pt>
              <c:pt idx="74">
                <c:v>40.363963636363636</c:v>
              </c:pt>
              <c:pt idx="75">
                <c:v>40.909409090909094</c:v>
              </c:pt>
              <c:pt idx="76">
                <c:v>41.454854545454545</c:v>
              </c:pt>
              <c:pt idx="77">
                <c:v>42.000299999999996</c:v>
              </c:pt>
              <c:pt idx="78">
                <c:v>42.545745454545454</c:v>
              </c:pt>
              <c:pt idx="79">
                <c:v>43.09119090909091</c:v>
              </c:pt>
              <c:pt idx="80">
                <c:v>43.63663636363636</c:v>
              </c:pt>
              <c:pt idx="81">
                <c:v>44.182081818181814</c:v>
              </c:pt>
              <c:pt idx="82">
                <c:v>44.72752727272727</c:v>
              </c:pt>
              <c:pt idx="83">
                <c:v>45.27297272727273</c:v>
              </c:pt>
              <c:pt idx="84">
                <c:v>45.81841818181818</c:v>
              </c:pt>
              <c:pt idx="85">
                <c:v>46.36386363636363</c:v>
              </c:pt>
              <c:pt idx="86">
                <c:v>46.90930909090908</c:v>
              </c:pt>
              <c:pt idx="87">
                <c:v>47.45475454545455</c:v>
              </c:pt>
              <c:pt idx="88">
                <c:v>48.0002</c:v>
              </c:pt>
              <c:pt idx="89">
                <c:v>48.54564545454545</c:v>
              </c:pt>
              <c:pt idx="90">
                <c:v>49.09109090909091</c:v>
              </c:pt>
              <c:pt idx="91">
                <c:v>49.63653636363637</c:v>
              </c:pt>
              <c:pt idx="92">
                <c:v>50.18198181818182</c:v>
              </c:pt>
              <c:pt idx="93">
                <c:v>50.72742727272727</c:v>
              </c:pt>
              <c:pt idx="94">
                <c:v>51.27287272727273</c:v>
              </c:pt>
              <c:pt idx="95">
                <c:v>51.818318181818185</c:v>
              </c:pt>
              <c:pt idx="96">
                <c:v>52.363763636363636</c:v>
              </c:pt>
              <c:pt idx="97">
                <c:v>52.909209090909094</c:v>
              </c:pt>
              <c:pt idx="98">
                <c:v>53.454654545454545</c:v>
              </c:pt>
              <c:pt idx="99">
                <c:v>54.000099999999996</c:v>
              </c:pt>
              <c:pt idx="100">
                <c:v>54.545545454545454</c:v>
              </c:pt>
              <c:pt idx="101">
                <c:v>55.09099090909091</c:v>
              </c:pt>
              <c:pt idx="102">
                <c:v>55.63643636363636</c:v>
              </c:pt>
              <c:pt idx="103">
                <c:v>56.181881818181814</c:v>
              </c:pt>
              <c:pt idx="104">
                <c:v>56.72732727272728</c:v>
              </c:pt>
              <c:pt idx="105">
                <c:v>57.27277272727273</c:v>
              </c:pt>
              <c:pt idx="106">
                <c:v>57.81821818181818</c:v>
              </c:pt>
              <c:pt idx="107">
                <c:v>58.36366363636363</c:v>
              </c:pt>
              <c:pt idx="108">
                <c:v>58.909109090909084</c:v>
              </c:pt>
              <c:pt idx="109">
                <c:v>59.45455454545455</c:v>
              </c:pt>
              <c:pt idx="110">
                <c:v>60</c:v>
              </c:pt>
            </c:numLit>
          </c:xVal>
          <c:yVal>
            <c:numLit>
              <c:formatCode>0E+0</c:formatCode>
              <c:ptCount val="111"/>
              <c:pt idx="0">
                <c:v>0.0021983493047240702</c:v>
              </c:pt>
              <c:pt idx="1">
                <c:v>0.05252648307712838</c:v>
              </c:pt>
              <c:pt idx="2">
                <c:v>0.07489355482042732</c:v>
              </c:pt>
              <c:pt idx="3">
                <c:v>0.08774302587745003</c:v>
              </c:pt>
              <c:pt idx="4">
                <c:v>0.09064734624775139</c:v>
              </c:pt>
              <c:pt idx="5">
                <c:v>0.09295998333559742</c:v>
              </c:pt>
              <c:pt idx="6">
                <c:v>0.09674489495327757</c:v>
              </c:pt>
              <c:pt idx="7">
                <c:v>0.09993813521707143</c:v>
              </c:pt>
              <c:pt idx="8">
                <c:v>0.1015767045864451</c:v>
              </c:pt>
              <c:pt idx="9">
                <c:v>0.10182470784470296</c:v>
              </c:pt>
              <c:pt idx="10">
                <c:v>0.10100460335811312</c:v>
              </c:pt>
              <c:pt idx="11">
                <c:v>0.09847871474139103</c:v>
              </c:pt>
              <c:pt idx="12">
                <c:v>0.09494101938031832</c:v>
              </c:pt>
              <c:pt idx="13">
                <c:v>0.09043297259353633</c:v>
              </c:pt>
              <c:pt idx="14">
                <c:v>0.08490896196880685</c:v>
              </c:pt>
              <c:pt idx="15">
                <c:v>0.07857242710308644</c:v>
              </c:pt>
              <c:pt idx="16">
                <c:v>0.07226663132629199</c:v>
              </c:pt>
              <c:pt idx="17">
                <c:v>0.06451621340001058</c:v>
              </c:pt>
              <c:pt idx="18">
                <c:v>0.057597008675861226</c:v>
              </c:pt>
              <c:pt idx="19">
                <c:v>0.05045546459520293</c:v>
              </c:pt>
              <c:pt idx="20">
                <c:v>0.043152641437090196</c:v>
              </c:pt>
              <c:pt idx="21">
                <c:v>0.03690681431511619</c:v>
              </c:pt>
              <c:pt idx="22">
                <c:v>0.031134940187129097</c:v>
              </c:pt>
              <c:pt idx="23">
                <c:v>0.025163450573351773</c:v>
              </c:pt>
              <c:pt idx="24">
                <c:v>0.020337255859552823</c:v>
              </c:pt>
              <c:pt idx="25">
                <c:v>0.016436695543453183</c:v>
              </c:pt>
              <c:pt idx="26">
                <c:v>0.012760388633148528</c:v>
              </c:pt>
              <c:pt idx="27">
                <c:v>0.009503496440504916</c:v>
              </c:pt>
              <c:pt idx="28">
                <c:v>0.007077875697301895</c:v>
              </c:pt>
              <c:pt idx="29">
                <c:v>0.005271357199960739</c:v>
              </c:pt>
              <c:pt idx="30">
                <c:v>0.003897542266183044</c:v>
              </c:pt>
              <c:pt idx="31">
                <c:v>0.002690467035154752</c:v>
              </c:pt>
              <c:pt idx="32">
                <c:v>0.0018572249825383783</c:v>
              </c:pt>
              <c:pt idx="33">
                <c:v>0.001282039359967956</c:v>
              </c:pt>
              <c:pt idx="34">
                <c:v>0.000884989667897213</c:v>
              </c:pt>
              <c:pt idx="35">
                <c:v>0.0006109069165430266</c:v>
              </c:pt>
              <c:pt idx="36">
                <c:v>0.0004055809872025358</c:v>
              </c:pt>
              <c:pt idx="37">
                <c:v>0.00026860957510357647</c:v>
              </c:pt>
              <c:pt idx="38">
                <c:v>0.00017789567586730498</c:v>
              </c:pt>
              <c:pt idx="39">
                <c:v>0.00011781736179762814</c:v>
              </c:pt>
              <c:pt idx="40">
                <c:v>7.802848873801294E-05</c:v>
              </c:pt>
              <c:pt idx="41">
                <c:v>5.16769766513375E-05</c:v>
              </c:pt>
              <c:pt idx="42">
                <c:v>3.371958494738758E-05</c:v>
              </c:pt>
              <c:pt idx="43">
                <c:v>2.19652997821824E-05</c:v>
              </c:pt>
              <c:pt idx="44">
                <c:v>1.430843218485463E-05</c:v>
              </c:pt>
              <c:pt idx="45">
                <c:v>9.320666397399037E-06</c:v>
              </c:pt>
              <c:pt idx="46">
                <c:v>6.071582194977313E-06</c:v>
              </c:pt>
              <c:pt idx="47">
                <c:v>3.955093850441057E-06</c:v>
              </c:pt>
              <c:pt idx="48">
                <c:v>2.576390611781067E-06</c:v>
              </c:pt>
              <c:pt idx="49">
                <c:v>1.6725268276742565E-06</c:v>
              </c:pt>
              <c:pt idx="50">
                <c:v>1.0849099657065579E-06</c:v>
              </c:pt>
              <c:pt idx="51">
                <c:v>7.037433506080936E-07</c:v>
              </c:pt>
              <c:pt idx="52">
                <c:v>4.564938282252444E-07</c:v>
              </c:pt>
              <c:pt idx="53">
                <c:v>2.9611166489555626E-07</c:v>
              </c:pt>
              <c:pt idx="54">
                <c:v>1.9207733525797826E-07</c:v>
              </c:pt>
              <c:pt idx="55">
                <c:v>1.2459388498868723E-07</c:v>
              </c:pt>
              <c:pt idx="56">
                <c:v>8.081971855619763E-08</c:v>
              </c:pt>
              <c:pt idx="57">
                <c:v>5.2447270415196406E-08</c:v>
              </c:pt>
              <c:pt idx="58">
                <c:v>3.4049193313494174E-08</c:v>
              </c:pt>
              <c:pt idx="59">
                <c:v>2.2105012446248815E-08</c:v>
              </c:pt>
              <c:pt idx="60">
                <c:v>1.4350753357060167E-08</c:v>
              </c:pt>
              <c:pt idx="61">
                <c:v>1E-08</c:v>
              </c:pt>
              <c:pt idx="62">
                <c:v>1E-08</c:v>
              </c:pt>
              <c:pt idx="63">
                <c:v>1E-08</c:v>
              </c:pt>
              <c:pt idx="64">
                <c:v>1E-08</c:v>
              </c:pt>
              <c:pt idx="65">
                <c:v>1E-08</c:v>
              </c:pt>
              <c:pt idx="66">
                <c:v>1E-08</c:v>
              </c:pt>
              <c:pt idx="67">
                <c:v>1E-08</c:v>
              </c:pt>
              <c:pt idx="68">
                <c:v>1E-08</c:v>
              </c:pt>
              <c:pt idx="69">
                <c:v>1E-08</c:v>
              </c:pt>
              <c:pt idx="70">
                <c:v>1E-08</c:v>
              </c:pt>
              <c:pt idx="71">
                <c:v>1E-08</c:v>
              </c:pt>
              <c:pt idx="72">
                <c:v>1E-08</c:v>
              </c:pt>
              <c:pt idx="73">
                <c:v>1E-08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ser>
          <c:idx val="3"/>
          <c:order val="3"/>
          <c:tx>
            <c:v>COMSOL Maxwellian</c:v>
          </c:tx>
          <c:spPr>
            <a:ln xmlns:a="http://schemas.openxmlformats.org/drawingml/2006/main" w="19050">
              <a:solidFill>
                <a:srgbClr val="59636F"/>
              </a:solidFill>
              <a:prstDash val="dash"/>
            </a:ln>
          </c:spPr>
          <c:marker>
            <c:symbol val="none"/>
          </c:marker>
          <c:xVal>
            <c:numLit>
              <c:formatCode>General</c:formatCode>
              <c:ptCount val="111"/>
              <c:pt idx="0">
                <c:v>0.001</c:v>
              </c:pt>
              <c:pt idx="1">
                <c:v>0.5464454545454546</c:v>
              </c:pt>
              <c:pt idx="2">
                <c:v>1.091890909090909</c:v>
              </c:pt>
              <c:pt idx="3">
                <c:v>1.6373363636363636</c:v>
              </c:pt>
              <c:pt idx="4">
                <c:v>2.182781818181818</c:v>
              </c:pt>
              <c:pt idx="5">
                <c:v>2.7282272727272727</c:v>
              </c:pt>
              <c:pt idx="6">
                <c:v>3.2736727272727273</c:v>
              </c:pt>
              <c:pt idx="7">
                <c:v>3.819118181818182</c:v>
              </c:pt>
              <c:pt idx="8">
                <c:v>4.364563636363637</c:v>
              </c:pt>
              <c:pt idx="9">
                <c:v>4.910009090909091</c:v>
              </c:pt>
              <c:pt idx="10">
                <c:v>5.455454545454546</c:v>
              </c:pt>
              <c:pt idx="11">
                <c:v>6.000900000000001</c:v>
              </c:pt>
              <c:pt idx="12">
                <c:v>6.546345454545455</c:v>
              </c:pt>
              <c:pt idx="13">
                <c:v>7.091790909090911</c:v>
              </c:pt>
              <c:pt idx="14">
                <c:v>7.637236363636364</c:v>
              </c:pt>
              <c:pt idx="15">
                <c:v>8.182681818181818</c:v>
              </c:pt>
              <c:pt idx="16">
                <c:v>8.728127272727273</c:v>
              </c:pt>
              <c:pt idx="17">
                <c:v>9.273572727272727</c:v>
              </c:pt>
              <c:pt idx="18">
                <c:v>9.819018181818182</c:v>
              </c:pt>
              <c:pt idx="19">
                <c:v>10.364463636363636</c:v>
              </c:pt>
              <c:pt idx="20">
                <c:v>10.90990909090909</c:v>
              </c:pt>
              <c:pt idx="21">
                <c:v>11.455354545454545</c:v>
              </c:pt>
              <c:pt idx="22">
                <c:v>12.0008</c:v>
              </c:pt>
              <c:pt idx="23">
                <c:v>12.546245454545454</c:v>
              </c:pt>
              <c:pt idx="24">
                <c:v>13.091690909090909</c:v>
              </c:pt>
              <c:pt idx="25">
                <c:v>13.637136363636364</c:v>
              </c:pt>
              <c:pt idx="26">
                <c:v>14.18258181818182</c:v>
              </c:pt>
              <c:pt idx="27">
                <c:v>14.728027272727271</c:v>
              </c:pt>
              <c:pt idx="28">
                <c:v>15.273472727272727</c:v>
              </c:pt>
              <c:pt idx="29">
                <c:v>15.818918181818182</c:v>
              </c:pt>
              <c:pt idx="30">
                <c:v>16.364363636363638</c:v>
              </c:pt>
              <c:pt idx="31">
                <c:v>16.909809090909093</c:v>
              </c:pt>
              <c:pt idx="32">
                <c:v>17.455254545454547</c:v>
              </c:pt>
              <c:pt idx="33">
                <c:v>18.000700000000002</c:v>
              </c:pt>
              <c:pt idx="34">
                <c:v>18.546145454545456</c:v>
              </c:pt>
              <c:pt idx="35">
                <c:v>19.09159090909091</c:v>
              </c:pt>
              <c:pt idx="36">
                <c:v>19.637036363636366</c:v>
              </c:pt>
              <c:pt idx="37">
                <c:v>20.18248181818182</c:v>
              </c:pt>
              <c:pt idx="38">
                <c:v>20.727927272727275</c:v>
              </c:pt>
              <c:pt idx="39">
                <c:v>21.27337272727273</c:v>
              </c:pt>
              <c:pt idx="40">
                <c:v>21.818818181818184</c:v>
              </c:pt>
              <c:pt idx="41">
                <c:v>22.36426363636364</c:v>
              </c:pt>
              <c:pt idx="42">
                <c:v>22.909709090909093</c:v>
              </c:pt>
              <c:pt idx="43">
                <c:v>23.455154545454544</c:v>
              </c:pt>
              <c:pt idx="44">
                <c:v>24.000600000000002</c:v>
              </c:pt>
              <c:pt idx="45">
                <c:v>24.546045454545457</c:v>
              </c:pt>
              <c:pt idx="46">
                <c:v>25.09149090909091</c:v>
              </c:pt>
              <c:pt idx="47">
                <c:v>25.636936363636366</c:v>
              </c:pt>
              <c:pt idx="48">
                <c:v>26.18238181818182</c:v>
              </c:pt>
              <c:pt idx="49">
                <c:v>26.727827272727275</c:v>
              </c:pt>
              <c:pt idx="50">
                <c:v>27.27327272727273</c:v>
              </c:pt>
              <c:pt idx="51">
                <c:v>27.818718181818184</c:v>
              </c:pt>
              <c:pt idx="52">
                <c:v>28.364163636363642</c:v>
              </c:pt>
              <c:pt idx="53">
                <c:v>28.909609090909093</c:v>
              </c:pt>
              <c:pt idx="54">
                <c:v>29.455054545454544</c:v>
              </c:pt>
              <c:pt idx="55">
                <c:v>30.000500000000002</c:v>
              </c:pt>
              <c:pt idx="56">
                <c:v>30.545945454545457</c:v>
              </c:pt>
              <c:pt idx="57">
                <c:v>31.09139090909091</c:v>
              </c:pt>
              <c:pt idx="58">
                <c:v>31.636836363636366</c:v>
              </c:pt>
              <c:pt idx="59">
                <c:v>32.18228181818182</c:v>
              </c:pt>
              <c:pt idx="60">
                <c:v>32.72772727272727</c:v>
              </c:pt>
              <c:pt idx="61">
                <c:v>33.27317272727273</c:v>
              </c:pt>
              <c:pt idx="62">
                <c:v>33.81861818181818</c:v>
              </c:pt>
              <c:pt idx="63">
                <c:v>34.36406363636364</c:v>
              </c:pt>
              <c:pt idx="64">
                <c:v>34.90950909090909</c:v>
              </c:pt>
              <c:pt idx="65">
                <c:v>35.45495454545454</c:v>
              </c:pt>
              <c:pt idx="66">
                <c:v>36.0004</c:v>
              </c:pt>
              <c:pt idx="67">
                <c:v>36.54584545454545</c:v>
              </c:pt>
              <c:pt idx="68">
                <c:v>37.09129090909091</c:v>
              </c:pt>
              <c:pt idx="69">
                <c:v>37.636736363636366</c:v>
              </c:pt>
              <c:pt idx="70">
                <c:v>38.18218181818182</c:v>
              </c:pt>
              <c:pt idx="71">
                <c:v>38.72762727272727</c:v>
              </c:pt>
              <c:pt idx="72">
                <c:v>39.27307272727273</c:v>
              </c:pt>
              <c:pt idx="73">
                <c:v>39.818518181818185</c:v>
              </c:pt>
              <c:pt idx="74">
                <c:v>40.363963636363636</c:v>
              </c:pt>
              <c:pt idx="75">
                <c:v>40.909409090909094</c:v>
              </c:pt>
              <c:pt idx="76">
                <c:v>41.454854545454545</c:v>
              </c:pt>
              <c:pt idx="77">
                <c:v>42.000299999999996</c:v>
              </c:pt>
              <c:pt idx="78">
                <c:v>42.545745454545454</c:v>
              </c:pt>
              <c:pt idx="79">
                <c:v>43.09119090909091</c:v>
              </c:pt>
              <c:pt idx="80">
                <c:v>43.63663636363636</c:v>
              </c:pt>
              <c:pt idx="81">
                <c:v>44.182081818181814</c:v>
              </c:pt>
              <c:pt idx="82">
                <c:v>44.72752727272727</c:v>
              </c:pt>
              <c:pt idx="83">
                <c:v>45.27297272727273</c:v>
              </c:pt>
              <c:pt idx="84">
                <c:v>45.81841818181818</c:v>
              </c:pt>
              <c:pt idx="85">
                <c:v>46.36386363636363</c:v>
              </c:pt>
              <c:pt idx="86">
                <c:v>46.90930909090908</c:v>
              </c:pt>
              <c:pt idx="87">
                <c:v>47.45475454545455</c:v>
              </c:pt>
              <c:pt idx="88">
                <c:v>48.0002</c:v>
              </c:pt>
              <c:pt idx="89">
                <c:v>48.54564545454545</c:v>
              </c:pt>
              <c:pt idx="90">
                <c:v>49.09109090909091</c:v>
              </c:pt>
              <c:pt idx="91">
                <c:v>49.63653636363637</c:v>
              </c:pt>
              <c:pt idx="92">
                <c:v>50.18198181818182</c:v>
              </c:pt>
              <c:pt idx="93">
                <c:v>50.72742727272727</c:v>
              </c:pt>
              <c:pt idx="94">
                <c:v>51.27287272727273</c:v>
              </c:pt>
              <c:pt idx="95">
                <c:v>51.818318181818185</c:v>
              </c:pt>
              <c:pt idx="96">
                <c:v>52.363763636363636</c:v>
              </c:pt>
              <c:pt idx="97">
                <c:v>52.909209090909094</c:v>
              </c:pt>
              <c:pt idx="98">
                <c:v>53.454654545454545</c:v>
              </c:pt>
              <c:pt idx="99">
                <c:v>54.000099999999996</c:v>
              </c:pt>
              <c:pt idx="100">
                <c:v>54.545545454545454</c:v>
              </c:pt>
              <c:pt idx="101">
                <c:v>55.09099090909091</c:v>
              </c:pt>
              <c:pt idx="102">
                <c:v>55.63643636363636</c:v>
              </c:pt>
              <c:pt idx="103">
                <c:v>56.181881818181814</c:v>
              </c:pt>
              <c:pt idx="104">
                <c:v>56.72732727272728</c:v>
              </c:pt>
              <c:pt idx="105">
                <c:v>57.27277272727273</c:v>
              </c:pt>
              <c:pt idx="106">
                <c:v>57.81821818181818</c:v>
              </c:pt>
              <c:pt idx="107">
                <c:v>58.36366363636363</c:v>
              </c:pt>
              <c:pt idx="108">
                <c:v>58.909109090909084</c:v>
              </c:pt>
              <c:pt idx="109">
                <c:v>59.45455454545455</c:v>
              </c:pt>
              <c:pt idx="110">
                <c:v>60</c:v>
              </c:pt>
            </c:numLit>
          </c:xVal>
          <c:yVal>
            <c:numLit>
              <c:formatCode>0E+0</c:formatCode>
              <c:ptCount val="111"/>
              <c:pt idx="0">
                <c:v>0.004291503697139939</c:v>
              </c:pt>
              <c:pt idx="1">
                <c:v>0.0878327178730025</c:v>
              </c:pt>
              <c:pt idx="2">
                <c:v>0.10870410873835637</c:v>
              </c:pt>
              <c:pt idx="3">
                <c:v>0.11654635887924118</c:v>
              </c:pt>
              <c:pt idx="4">
                <c:v>0.11781710360136048</c:v>
              </c:pt>
              <c:pt idx="5">
                <c:v>0.11532324996323069</c:v>
              </c:pt>
              <c:pt idx="6">
                <c:v>0.11060318969666305</c:v>
              </c:pt>
              <c:pt idx="7">
                <c:v>0.10459357135845143</c:v>
              </c:pt>
              <c:pt idx="8">
                <c:v>0.09789652592657927</c:v>
              </c:pt>
              <c:pt idx="9">
                <c:v>0.0909099533838671</c:v>
              </c:pt>
              <c:pt idx="10">
                <c:v>0.0838994626924171</c:v>
              </c:pt>
              <c:pt idx="11">
                <c:v>0.07704160562369443</c:v>
              </c:pt>
              <c:pt idx="12">
                <c:v>0.07045146233910426</c:v>
              </c:pt>
              <c:pt idx="13">
                <c:v>0.06420102108284705</c:v>
              </c:pt>
              <c:pt idx="14">
                <c:v>0.05833181794535077</c:v>
              </c:pt>
              <c:pt idx="15">
                <c:v>0.052863833033944</c:v>
              </c:pt>
              <c:pt idx="16">
                <c:v>0.04780185768775108</c:v>
              </c:pt>
              <c:pt idx="17">
                <c:v>0.043140105441809774</c:v>
              </c:pt>
              <c:pt idx="18">
                <c:v>0.038865576585923184</c:v>
              </c:pt>
              <c:pt idx="19">
                <c:v>0.0349605229859863</c:v>
              </c:pt>
              <c:pt idx="20">
                <c:v>0.03140425479727668</c:v>
              </c:pt>
              <c:pt idx="21">
                <c:v>0.028174460964280643</c:v>
              </c:pt>
              <c:pt idx="22">
                <c:v>0.025248167867120672</c:v>
              </c:pt>
              <c:pt idx="23">
                <c:v>0.022602427334298868</c:v>
              </c:pt>
              <c:pt idx="24">
                <c:v>0.020214801687330253</c:v>
              </c:pt>
              <c:pt idx="25">
                <c:v>0.018063696464818015</c:v>
              </c:pt>
              <c:pt idx="26">
                <c:v>0.01612857900492612</c:v>
              </c:pt>
              <c:pt idx="27">
                <c:v>0.014390111821084265</c:v>
              </c:pt>
              <c:pt idx="28">
                <c:v>0.012830222783579176</c:v>
              </c:pt>
              <c:pt idx="29">
                <c:v>0.011432128892894808</c:v>
              </c:pt>
              <c:pt idx="30">
                <c:v>0.01018032645683591</c:v>
              </c:pt>
              <c:pt idx="31">
                <c:v>0.009060557445425424</c:v>
              </c:pt>
              <c:pt idx="32">
                <c:v>0.008059759464790744</c:v>
              </c:pt>
              <c:pt idx="33">
                <c:v>0.0071660049941918895</c:v>
              </c:pt>
              <c:pt idx="34">
                <c:v>0.006368434142917725</c:v>
              </c:pt>
              <c:pt idx="35">
                <c:v>0.005657184111345686</c:v>
              </c:pt>
              <c:pt idx="36">
                <c:v>0.005023317711379959</c:v>
              </c:pt>
              <c:pt idx="37">
                <c:v>0.004458752661113908</c:v>
              </c:pt>
              <c:pt idx="38">
                <c:v>0.00395619287496427</c:v>
              </c:pt>
              <c:pt idx="39">
                <c:v>0.0035090625913231947</c:v>
              </c:pt>
              <c:pt idx="40">
                <c:v>0.003111443889859317</c:v>
              </c:pt>
              <c:pt idx="41">
                <c:v>0.002758017930415168</c:v>
              </c:pt>
              <c:pt idx="42">
                <c:v>0.002444010079712671</c:v>
              </c:pt>
              <c:pt idx="43">
                <c:v>0.0021651389688171945</c:v>
              </c:pt>
              <c:pt idx="44">
                <c:v>0.0019175694341194399</c:v>
              </c:pt>
              <c:pt idx="45">
                <c:v>0.0016978692300782918</c:v>
              </c:pt>
              <c:pt idx="46">
                <c:v>0.0015029693573046497</c:v>
              </c:pt>
              <c:pt idx="47">
                <c:v>0.0013301278201724683</c:v>
              </c:pt>
              <c:pt idx="48">
                <c:v>0.0011768966104092962</c:v>
              </c:pt>
              <c:pt idx="49">
                <c:v>0.0010410917042069042</c:v>
              </c:pt>
              <c:pt idx="50">
                <c:v>0.0009207658580740721</c:v>
              </c:pt>
              <c:pt idx="51">
                <c:v>0.0008141839911830789</c:v>
              </c:pt>
              <c:pt idx="52">
                <c:v>0.0007198009479759445</c:v>
              </c:pt>
              <c:pt idx="53">
                <c:v>0.0006362414432369371</c:v>
              </c:pt>
              <c:pt idx="54">
                <c:v>0.0005622820018856395</c:v>
              </c:pt>
              <c:pt idx="55">
                <c:v>0.0004968347167719986</c:v>
              </c:pt>
              <c:pt idx="56">
                <c:v>0.00043893265928369877</c:v>
              </c:pt>
              <c:pt idx="57">
                <c:v>0.0003877167892485824</c:v>
              </c:pt>
              <c:pt idx="58">
                <c:v>0.0003424242221657235</c:v>
              </c:pt>
              <c:pt idx="59">
                <c:v>0.00030237772303659793</c:v>
              </c:pt>
              <c:pt idx="60">
                <c:v>0.0002669763068585075</c:v>
              </c:pt>
              <c:pt idx="61">
                <c:v>0.0002356868360961258</c:v>
              </c:pt>
              <c:pt idx="62">
                <c:v>0.00020803651510839708</c:v>
              </c:pt>
              <c:pt idx="63">
                <c:v>0.0001836061905476459</c:v>
              </c:pt>
              <c:pt idx="64">
                <c:v>0.00016202437515612956</c:v>
              </c:pt>
              <c:pt idx="65">
                <c:v>0.0001429619201674459</c:v>
              </c:pt>
              <c:pt idx="66">
                <c:v>0.00012612726869196068</c:v>
              </c:pt>
              <c:pt idx="67">
                <c:v>0.00011126222905003415</c:v>
              </c:pt>
              <c:pt idx="68">
                <c:v>9.81382130426452E-05</c:v>
              </c:pt>
              <c:pt idx="69">
                <c:v>8.655288964766795E-05</c:v>
              </c:pt>
              <c:pt idx="70">
                <c:v>7.632720963479507E-05</c:v>
              </c:pt>
              <c:pt idx="71">
                <c:v>6.730276113699528E-05</c:v>
              </c:pt>
              <c:pt idx="72">
                <c:v>5.9339420335188486E-05</c:v>
              </c:pt>
              <c:pt idx="73">
                <c:v>5.2313265138623796E-05</c:v>
              </c:pt>
              <c:pt idx="74">
                <c:v>4.611472310809999E-05</c:v>
              </c:pt>
              <c:pt idx="75">
                <c:v>4.0646927903062895E-05</c:v>
              </c:pt>
              <c:pt idx="76">
                <c:v>3.582426126547474E-05</c:v>
              </c:pt>
              <c:pt idx="77">
                <c:v>3.157106001009733E-05</c:v>
              </c:pt>
              <c:pt idx="78">
                <c:v>2.7820469697604752E-05</c:v>
              </c:pt>
              <c:pt idx="79">
                <c:v>2.451342864702168E-05</c:v>
              </c:pt>
              <c:pt idx="80">
                <c:v>2.15977677188947E-05</c:v>
              </c:pt>
              <c:pt idx="81">
                <c:v>1.9027412890130105E-05</c:v>
              </c:pt>
              <c:pt idx="82">
                <c:v>1.6761679063712722E-05</c:v>
              </c:pt>
              <c:pt idx="83">
                <c:v>1.4764644828134525E-05</c:v>
              </c:pt>
              <c:pt idx="84">
                <c:v>1.3004599017421441E-05</c:v>
              </c:pt>
              <c:pt idx="85">
                <c:v>1.1453550936887959E-05</c:v>
              </c:pt>
              <c:pt idx="86">
                <c:v>1.0086797024650017E-05</c:v>
              </c:pt>
              <c:pt idx="87">
                <c:v>8.882537525767031E-06</c:v>
              </c:pt>
              <c:pt idx="88">
                <c:v>7.82153747488367E-06</c:v>
              </c:pt>
              <c:pt idx="89">
                <c:v>6.886826923609467E-06</c:v>
              </c:pt>
              <c:pt idx="90">
                <c:v>6.063435918919384E-06</c:v>
              </c:pt>
              <c:pt idx="91">
                <c:v>5.338160246053408E-06</c:v>
              </c:pt>
              <c:pt idx="92">
                <c:v>4.69935440046444E-06</c:v>
              </c:pt>
              <c:pt idx="93">
                <c:v>4.136748654344086E-06</c:v>
              </c:pt>
              <c:pt idx="94">
                <c:v>3.6412874395613605E-06</c:v>
              </c:pt>
              <c:pt idx="95">
                <c:v>3.2049865853339908E-06</c:v>
              </c:pt>
              <c:pt idx="96">
                <c:v>2.8208072299601275E-06</c:v>
              </c:pt>
              <c:pt idx="97">
                <c:v>2.4825444753592504E-06</c:v>
              </c:pt>
              <c:pt idx="98">
                <c:v>2.1847290744797034E-06</c:v>
              </c:pt>
              <c:pt idx="99">
                <c:v>1.9225406379321896E-06</c:v>
              </c:pt>
              <c:pt idx="100">
                <c:v>1.6917310202758993E-06</c:v>
              </c:pt>
              <c:pt idx="101">
                <c:v>1.4885567006890707E-06</c:v>
              </c:pt>
              <c:pt idx="102">
                <c:v>1.3097191095043671E-06</c:v>
              </c:pt>
              <c:pt idx="103">
                <c:v>1.1523119732464128E-06</c:v>
              </c:pt>
              <c:pt idx="104">
                <c:v>1.0137748581233407E-06</c:v>
              </c:pt>
              <c:pt idx="105">
                <c:v>8.918521869553178E-07</c:v>
              </c:pt>
              <c:pt idx="106">
                <c:v>7.845570886557779E-07</c:v>
              </c:pt>
              <c:pt idx="107">
                <c:v>6.901395138488903E-07</c:v>
              </c:pt>
              <c:pt idx="108">
                <c:v>6.070581161051069E-07</c:v>
              </c:pt>
              <c:pt idx="109">
                <c:v>5.339554565794971E-07</c:v>
              </c:pt>
              <c:pt idx="110">
                <c:v>4.6963614140981656E-07</c:v>
              </c:pt>
            </c:numLit>
          </c:yVal>
        </c:ser>
        <c:ser>
          <c:idx val="4"/>
          <c:order val="4"/>
          <c:tx>
            <c:v>COMSOL Druyvesteyn</c:v>
          </c:tx>
          <c:spPr>
            <a:ln xmlns:a="http://schemas.openxmlformats.org/drawingml/2006/main" w="19050">
              <a:solidFill>
                <a:srgbClr val="908747"/>
              </a:solidFill>
              <a:prstDash val="dot"/>
            </a:ln>
          </c:spPr>
          <c:marker>
            <c:symbol val="none"/>
          </c:marker>
          <c:xVal>
            <c:numLit>
              <c:formatCode>General</c:formatCode>
              <c:ptCount val="111"/>
              <c:pt idx="0">
                <c:v>0.001</c:v>
              </c:pt>
              <c:pt idx="1">
                <c:v>0.5464454545454546</c:v>
              </c:pt>
              <c:pt idx="2">
                <c:v>1.091890909090909</c:v>
              </c:pt>
              <c:pt idx="3">
                <c:v>1.6373363636363636</c:v>
              </c:pt>
              <c:pt idx="4">
                <c:v>2.182781818181818</c:v>
              </c:pt>
              <c:pt idx="5">
                <c:v>2.7282272727272727</c:v>
              </c:pt>
              <c:pt idx="6">
                <c:v>3.2736727272727273</c:v>
              </c:pt>
              <c:pt idx="7">
                <c:v>3.819118181818182</c:v>
              </c:pt>
              <c:pt idx="8">
                <c:v>4.364563636363637</c:v>
              </c:pt>
              <c:pt idx="9">
                <c:v>4.910009090909091</c:v>
              </c:pt>
              <c:pt idx="10">
                <c:v>5.455454545454546</c:v>
              </c:pt>
              <c:pt idx="11">
                <c:v>6.000900000000001</c:v>
              </c:pt>
              <c:pt idx="12">
                <c:v>6.546345454545455</c:v>
              </c:pt>
              <c:pt idx="13">
                <c:v>7.091790909090911</c:v>
              </c:pt>
              <c:pt idx="14">
                <c:v>7.637236363636364</c:v>
              </c:pt>
              <c:pt idx="15">
                <c:v>8.182681818181818</c:v>
              </c:pt>
              <c:pt idx="16">
                <c:v>8.728127272727273</c:v>
              </c:pt>
              <c:pt idx="17">
                <c:v>9.273572727272727</c:v>
              </c:pt>
              <c:pt idx="18">
                <c:v>9.819018181818182</c:v>
              </c:pt>
              <c:pt idx="19">
                <c:v>10.364463636363636</c:v>
              </c:pt>
              <c:pt idx="20">
                <c:v>10.90990909090909</c:v>
              </c:pt>
              <c:pt idx="21">
                <c:v>11.455354545454545</c:v>
              </c:pt>
              <c:pt idx="22">
                <c:v>12.0008</c:v>
              </c:pt>
              <c:pt idx="23">
                <c:v>12.546245454545454</c:v>
              </c:pt>
              <c:pt idx="24">
                <c:v>13.091690909090909</c:v>
              </c:pt>
              <c:pt idx="25">
                <c:v>13.637136363636364</c:v>
              </c:pt>
              <c:pt idx="26">
                <c:v>14.18258181818182</c:v>
              </c:pt>
              <c:pt idx="27">
                <c:v>14.728027272727271</c:v>
              </c:pt>
              <c:pt idx="28">
                <c:v>15.273472727272727</c:v>
              </c:pt>
              <c:pt idx="29">
                <c:v>15.818918181818182</c:v>
              </c:pt>
              <c:pt idx="30">
                <c:v>16.364363636363638</c:v>
              </c:pt>
              <c:pt idx="31">
                <c:v>16.909809090909093</c:v>
              </c:pt>
              <c:pt idx="32">
                <c:v>17.455254545454547</c:v>
              </c:pt>
              <c:pt idx="33">
                <c:v>18.000700000000002</c:v>
              </c:pt>
              <c:pt idx="34">
                <c:v>18.546145454545456</c:v>
              </c:pt>
              <c:pt idx="35">
                <c:v>19.09159090909091</c:v>
              </c:pt>
              <c:pt idx="36">
                <c:v>19.637036363636366</c:v>
              </c:pt>
              <c:pt idx="37">
                <c:v>20.18248181818182</c:v>
              </c:pt>
              <c:pt idx="38">
                <c:v>20.727927272727275</c:v>
              </c:pt>
              <c:pt idx="39">
                <c:v>21.27337272727273</c:v>
              </c:pt>
              <c:pt idx="40">
                <c:v>21.818818181818184</c:v>
              </c:pt>
              <c:pt idx="41">
                <c:v>22.36426363636364</c:v>
              </c:pt>
              <c:pt idx="42">
                <c:v>22.909709090909093</c:v>
              </c:pt>
              <c:pt idx="43">
                <c:v>23.455154545454544</c:v>
              </c:pt>
              <c:pt idx="44">
                <c:v>24.000600000000002</c:v>
              </c:pt>
              <c:pt idx="45">
                <c:v>24.546045454545457</c:v>
              </c:pt>
              <c:pt idx="46">
                <c:v>25.09149090909091</c:v>
              </c:pt>
              <c:pt idx="47">
                <c:v>25.636936363636366</c:v>
              </c:pt>
              <c:pt idx="48">
                <c:v>26.18238181818182</c:v>
              </c:pt>
              <c:pt idx="49">
                <c:v>26.727827272727275</c:v>
              </c:pt>
              <c:pt idx="50">
                <c:v>27.27327272727273</c:v>
              </c:pt>
              <c:pt idx="51">
                <c:v>27.818718181818184</c:v>
              </c:pt>
              <c:pt idx="52">
                <c:v>28.364163636363642</c:v>
              </c:pt>
              <c:pt idx="53">
                <c:v>28.909609090909093</c:v>
              </c:pt>
              <c:pt idx="54">
                <c:v>29.455054545454544</c:v>
              </c:pt>
              <c:pt idx="55">
                <c:v>30.000500000000002</c:v>
              </c:pt>
              <c:pt idx="56">
                <c:v>30.545945454545457</c:v>
              </c:pt>
              <c:pt idx="57">
                <c:v>31.09139090909091</c:v>
              </c:pt>
              <c:pt idx="58">
                <c:v>31.636836363636366</c:v>
              </c:pt>
              <c:pt idx="59">
                <c:v>32.18228181818182</c:v>
              </c:pt>
              <c:pt idx="60">
                <c:v>32.72772727272727</c:v>
              </c:pt>
              <c:pt idx="61">
                <c:v>33.27317272727273</c:v>
              </c:pt>
              <c:pt idx="62">
                <c:v>33.81861818181818</c:v>
              </c:pt>
              <c:pt idx="63">
                <c:v>34.36406363636364</c:v>
              </c:pt>
              <c:pt idx="64">
                <c:v>34.90950909090909</c:v>
              </c:pt>
              <c:pt idx="65">
                <c:v>35.45495454545454</c:v>
              </c:pt>
              <c:pt idx="66">
                <c:v>36.0004</c:v>
              </c:pt>
              <c:pt idx="67">
                <c:v>36.54584545454545</c:v>
              </c:pt>
              <c:pt idx="68">
                <c:v>37.09129090909091</c:v>
              </c:pt>
              <c:pt idx="69">
                <c:v>37.636736363636366</c:v>
              </c:pt>
              <c:pt idx="70">
                <c:v>38.18218181818182</c:v>
              </c:pt>
              <c:pt idx="71">
                <c:v>38.72762727272727</c:v>
              </c:pt>
              <c:pt idx="72">
                <c:v>39.27307272727273</c:v>
              </c:pt>
              <c:pt idx="73">
                <c:v>39.818518181818185</c:v>
              </c:pt>
              <c:pt idx="74">
                <c:v>40.363963636363636</c:v>
              </c:pt>
              <c:pt idx="75">
                <c:v>40.909409090909094</c:v>
              </c:pt>
              <c:pt idx="76">
                <c:v>41.454854545454545</c:v>
              </c:pt>
              <c:pt idx="77">
                <c:v>42.000299999999996</c:v>
              </c:pt>
              <c:pt idx="78">
                <c:v>42.545745454545454</c:v>
              </c:pt>
              <c:pt idx="79">
                <c:v>43.09119090909091</c:v>
              </c:pt>
              <c:pt idx="80">
                <c:v>43.63663636363636</c:v>
              </c:pt>
              <c:pt idx="81">
                <c:v>44.182081818181814</c:v>
              </c:pt>
              <c:pt idx="82">
                <c:v>44.72752727272727</c:v>
              </c:pt>
              <c:pt idx="83">
                <c:v>45.27297272727273</c:v>
              </c:pt>
              <c:pt idx="84">
                <c:v>45.81841818181818</c:v>
              </c:pt>
              <c:pt idx="85">
                <c:v>46.36386363636363</c:v>
              </c:pt>
              <c:pt idx="86">
                <c:v>46.90930909090908</c:v>
              </c:pt>
              <c:pt idx="87">
                <c:v>47.45475454545455</c:v>
              </c:pt>
              <c:pt idx="88">
                <c:v>48.0002</c:v>
              </c:pt>
              <c:pt idx="89">
                <c:v>48.54564545454545</c:v>
              </c:pt>
              <c:pt idx="90">
                <c:v>49.09109090909091</c:v>
              </c:pt>
              <c:pt idx="91">
                <c:v>49.63653636363637</c:v>
              </c:pt>
              <c:pt idx="92">
                <c:v>50.18198181818182</c:v>
              </c:pt>
              <c:pt idx="93">
                <c:v>50.72742727272727</c:v>
              </c:pt>
              <c:pt idx="94">
                <c:v>51.27287272727273</c:v>
              </c:pt>
              <c:pt idx="95">
                <c:v>51.818318181818185</c:v>
              </c:pt>
              <c:pt idx="96">
                <c:v>52.363763636363636</c:v>
              </c:pt>
              <c:pt idx="97">
                <c:v>52.909209090909094</c:v>
              </c:pt>
              <c:pt idx="98">
                <c:v>53.454654545454545</c:v>
              </c:pt>
              <c:pt idx="99">
                <c:v>54.000099999999996</c:v>
              </c:pt>
              <c:pt idx="100">
                <c:v>54.545545454545454</c:v>
              </c:pt>
              <c:pt idx="101">
                <c:v>55.09099090909091</c:v>
              </c:pt>
              <c:pt idx="102">
                <c:v>55.63643636363636</c:v>
              </c:pt>
              <c:pt idx="103">
                <c:v>56.181881818181814</c:v>
              </c:pt>
              <c:pt idx="104">
                <c:v>56.72732727272728</c:v>
              </c:pt>
              <c:pt idx="105">
                <c:v>57.27277272727273</c:v>
              </c:pt>
              <c:pt idx="106">
                <c:v>57.81821818181818</c:v>
              </c:pt>
              <c:pt idx="107">
                <c:v>58.36366363636363</c:v>
              </c:pt>
              <c:pt idx="108">
                <c:v>58.909109090909084</c:v>
              </c:pt>
              <c:pt idx="109">
                <c:v>59.45455454545455</c:v>
              </c:pt>
              <c:pt idx="110">
                <c:v>60</c:v>
              </c:pt>
            </c:numLit>
          </c:xVal>
          <c:yVal>
            <c:numLit>
              <c:formatCode>0E+0</c:formatCode>
              <c:ptCount val="111"/>
              <c:pt idx="0">
                <c:v>0.00214993585793401</c:v>
              </c:pt>
              <c:pt idx="1">
                <c:v>0.05004103634516275</c:v>
              </c:pt>
              <c:pt idx="2">
                <c:v>0.06982940536776396</c:v>
              </c:pt>
              <c:pt idx="3">
                <c:v>0.08369161600218837</c:v>
              </c:pt>
              <c:pt idx="4">
                <c:v>0.09376718850395331</c:v>
              </c:pt>
              <c:pt idx="5">
                <c:v>0.10085261956868405</c:v>
              </c:pt>
              <c:pt idx="6">
                <c:v>0.1053741705036232</c:v>
              </c:pt>
              <c:pt idx="7">
                <c:v>0.10763070011868517</c:v>
              </c:pt>
              <c:pt idx="8">
                <c:v>0.10787767010377951</c:v>
              </c:pt>
              <c:pt idx="9">
                <c:v>0.10635974002466218</c:v>
              </c:pt>
              <c:pt idx="10">
                <c:v>0.10332252589602171</c:v>
              </c:pt>
              <c:pt idx="11">
                <c:v>0.09901468557794743</c:v>
              </c:pt>
              <c:pt idx="12">
                <c:v>0.09368524582378643</c:v>
              </c:pt>
              <c:pt idx="13">
                <c:v>0.0875786959650195</c:v>
              </c:pt>
              <c:pt idx="14">
                <c:v>0.08092931231787538</c:v>
              </c:pt>
              <c:pt idx="15">
                <c:v>0.07395562923141626</c:v>
              </c:pt>
              <c:pt idx="16">
                <c:v>0.06685564129721866</c:v>
              </c:pt>
              <c:pt idx="17">
                <c:v>0.05980309123112492</c:v>
              </c:pt>
              <c:pt idx="18">
                <c:v>0.052945023057944615</c:v>
              </c:pt>
              <c:pt idx="19">
                <c:v>0.04640064229931655</c:v>
              </c:pt>
              <c:pt idx="20">
                <c:v>0.04026141717703658</c:v>
              </c:pt>
              <c:pt idx="21">
                <c:v>0.03459227494666126</c:v>
              </c:pt>
              <c:pt idx="22">
                <c:v>0.029433693918118137</c:v>
              </c:pt>
              <c:pt idx="23">
                <c:v>0.024804462643245814</c:v>
              </c:pt>
              <c:pt idx="24">
                <c:v>0.020704870410328823</c:v>
              </c:pt>
              <c:pt idx="25">
                <c:v>0.017120103963193103</c:v>
              </c:pt>
              <c:pt idx="26">
                <c:v>0.01402365002383757</c:v>
              </c:pt>
              <c:pt idx="27">
                <c:v>0.011380537261361814</c:v>
              </c:pt>
              <c:pt idx="28">
                <c:v>0.00915029046164445</c:v>
              </c:pt>
              <c:pt idx="29">
                <c:v>0.007289509907782166</c:v>
              </c:pt>
              <c:pt idx="30">
                <c:v>0.005754027163467022</c:v>
              </c:pt>
              <c:pt idx="31">
                <c:v>0.004500622164913617</c:v>
              </c:pt>
              <c:pt idx="32">
                <c:v>0.003488314234197017</c:v>
              </c:pt>
              <c:pt idx="33">
                <c:v>0.0026792605993282534</c:v>
              </c:pt>
              <c:pt idx="34">
                <c:v>0.0020393102114998982</c:v>
              </c:pt>
              <c:pt idx="35">
                <c:v>0.0015382685987862697</c:v>
              </c:pt>
              <c:pt idx="36">
                <c:v>0.0011499320746603866</c:v>
              </c:pt>
              <c:pt idx="37">
                <c:v>0.0008519479267920739</c:v>
              </c:pt>
              <c:pt idx="38">
                <c:v>0.0006255524112544906</c:v>
              </c:pt>
              <c:pt idx="39">
                <c:v>0.00045523158528905383</c:v>
              </c:pt>
              <c:pt idx="40">
                <c:v>0.0003283422130792372</c:v>
              </c:pt>
              <c:pt idx="41">
                <c:v>0.00023472197846500983</c:v>
              </c:pt>
              <c:pt idx="42">
                <c:v>0.0001663106412331334</c:v>
              </c:pt>
              <c:pt idx="43">
                <c:v>0.00011679698834925556</c:v>
              </c:pt>
              <c:pt idx="44">
                <c:v>8.130069120095897E-05</c:v>
              </c:pt>
              <c:pt idx="45">
                <c:v>5.609357218599017E-05</c:v>
              </c:pt>
              <c:pt idx="46">
                <c:v>3.836128584799809E-05</c:v>
              </c:pt>
              <c:pt idx="47">
                <c:v>2.6003932234424494E-05</c:v>
              </c:pt>
              <c:pt idx="48">
                <c:v>1.747249916992193E-05</c:v>
              </c:pt>
              <c:pt idx="49">
                <c:v>1.1637112137839445E-05</c:v>
              </c:pt>
              <c:pt idx="50">
                <c:v>7.682691719324044E-06</c:v>
              </c:pt>
              <c:pt idx="51">
                <c:v>5.027628429838467E-06</c:v>
              </c:pt>
              <c:pt idx="52">
                <c:v>3.261353636566825E-06</c:v>
              </c:pt>
              <c:pt idx="53">
                <c:v>2.0971077562915216E-06</c:v>
              </c:pt>
              <c:pt idx="54">
                <c:v>1.3367024270787693E-06</c:v>
              </c:pt>
              <c:pt idx="55">
                <c:v>8.445837097869703E-07</c:v>
              </c:pt>
              <c:pt idx="56">
                <c:v>5.289898295393568E-07</c:v>
              </c:pt>
              <c:pt idx="57">
                <c:v>3.2843629414544704E-07</c:v>
              </c:pt>
              <c:pt idx="58">
                <c:v>2.0214200641603183E-07</c:v>
              </c:pt>
              <c:pt idx="59">
                <c:v>1.233291942840541E-07</c:v>
              </c:pt>
              <c:pt idx="60">
                <c:v>7.459011550464349E-08</c:v>
              </c:pt>
              <c:pt idx="61">
                <c:v>4.4720308495664283E-08</c:v>
              </c:pt>
              <c:pt idx="62">
                <c:v>2.6578984839674356E-08</c:v>
              </c:pt>
              <c:pt idx="63">
                <c:v>1.5659718223675764E-08</c:v>
              </c:pt>
              <c:pt idx="64">
                <c:v>1E-08</c:v>
              </c:pt>
              <c:pt idx="65">
                <c:v>1E-08</c:v>
              </c:pt>
              <c:pt idx="66">
                <c:v>1E-08</c:v>
              </c:pt>
              <c:pt idx="67">
                <c:v>1E-08</c:v>
              </c:pt>
              <c:pt idx="68">
                <c:v>1E-08</c:v>
              </c:pt>
              <c:pt idx="69">
                <c:v>1E-08</c:v>
              </c:pt>
              <c:pt idx="70">
                <c:v>1E-08</c:v>
              </c:pt>
              <c:pt idx="71">
                <c:v>1E-08</c:v>
              </c:pt>
              <c:pt idx="72">
                <c:v>1E-08</c:v>
              </c:pt>
              <c:pt idx="73">
                <c:v>1E-08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max val="1"/>
          <c:min val="1E-08"/>
        </c:scaling>
        <c:delete val="0"/>
        <c:axPos val="l"/>
        <c:majorGridlines>
          <c:spPr>
            <a:ln xmlns:a="http://schemas.openxmlformats.org/drawingml/2006/main" w="7620">
              <a:solidFill>
                <a:srgbClr val="D7DCE0"/>
              </a:solidFill>
              <a:prstDash val="solid"/>
            </a:ln>
          </c:spPr>
        </c:majorGridlines>
        <c:title>
          <c:tx>
            <c:rich>
              <a:bodyPr xmlns:a="http://schemas.openxmlformats.org/drawingml/2006/main"/>
              <a:lstStyle xmlns:a="http://schemas.openxmlformats.org/drawingml/2006/main"/>
              <a:p xmlns:a="http://schemas.openxmlformats.org/drawingml/2006/main">
                <a:r>
                  <a:rPr sz="638">
                    <a:solidFill>
                      <a:srgbClr val="333333"/>
                    </a:solidFill>
                    <a:latin typeface="Noto Sans JP"/>
                    <a:ea typeface="Noto Sans JP"/>
                    <a:cs typeface="Noto Sans JP"/>
                  </a:rPr>
                  <a:t>Probability-density EEDF, F(ε) (eV⁻¹)</a:t>
                </a:r>
              </a:p>
            </c:rich>
          </c:tx>
          <c:overlay val="0"/>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title>
        <c:numFmt formatCode="0E+0"/>
        <c:majorTickMark val="none"/>
        <c:minorTickMark val="none"/>
        <c:spPr>
          <a:ln xmlns:a="http://schemas.openxmlformats.org/drawingml/2006/main" w="7620">
            <a:solidFill>
              <a:srgbClr val="4A4A4A"/>
            </a:solidFill>
            <a:prstDash val="solid"/>
          </a:ln>
        </c:spPr>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crossAx val="48650112"/>
      </c:valAx>
      <c:valAx>
        <c:axId val="48650112"/>
        <c:scaling>
          <c:orientation val="minMax"/>
          <c:max val="60"/>
          <c:min val="0"/>
        </c:scaling>
        <c:delete val="0"/>
        <c:axPos val="b"/>
        <c:majorGridlines>
          <c:spPr>
            <a:ln xmlns:a="http://schemas.openxmlformats.org/drawingml/2006/main" w="953">
              <a:solidFill>
                <a:srgbClr val="FFFFFF"/>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333333"/>
                    </a:solidFill>
                    <a:latin typeface="Noto Sans JP"/>
                    <a:ea typeface="Noto Sans JP"/>
                    <a:cs typeface="Noto Sans JP"/>
                  </a:rPr>
                  <a:t>Electron energy, ε (eV)</a:t>
                </a:r>
              </a:p>
            </c:rich>
          </c:tx>
          <c:overlay val="0"/>
          <c:txPr>
            <a:bodyPr xmlns:a="http://schemas.openxmlformats.org/drawingml/2006/main" anchorCtr="1"/>
            <a:lstStyle xmlns:a="http://schemas.openxmlformats.org/drawingml/2006/main"/>
            <a:p xmlns:a="http://schemas.openxmlformats.org/drawingml/2006/main">
              <a:pPr>
                <a:defRPr sz="675">
                  <a:solidFill>
                    <a:srgbClr val="333333"/>
                  </a:solidFill>
                  <a:latin typeface="Noto Sans JP"/>
                  <a:ea typeface="Noto Sans JP"/>
                  <a:cs typeface="Noto Sans JP"/>
                </a:defRPr>
              </a:pPr>
            </a:p>
          </c:txPr>
        </c:title>
        <c:numFmt formatCode="0"/>
        <c:majorTickMark val="none"/>
        <c:minorTickMark val="none"/>
        <c:spPr>
          <a:ln xmlns:a="http://schemas.openxmlformats.org/drawingml/2006/main" w="7620">
            <a:solidFill>
              <a:srgbClr val="4A4A4A"/>
            </a:solidFill>
            <a:prstDash val="solid"/>
          </a:ln>
        </c:spPr>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crossAx val="48672768"/>
        <c:majorUnit val="20"/>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B8BEC3"/>
      </a:solidFill>
      <a:prstDash val="solid"/>
    </a:ln>
  </c:spPr>
</c:chartSpace>
</file>

<file path=ppt/slides/charts/chart1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333333"/>
                </a:solidFill>
                <a:latin typeface="Noto Sans JP"/>
                <a:ea typeface="Noto Sans JP"/>
                <a:cs typeface="Noto Sans JP"/>
              </a:rPr>
              <a:t>E/N = 1000 Td</a:t>
            </a:r>
          </a:p>
        </c:rich>
      </c:tx>
      <c:overlay val="0"/>
      <c:txPr>
        <a:bodyPr xmlns:a="http://schemas.openxmlformats.org/drawingml/2006/main" anchorCtr="1"/>
        <a:lstStyle xmlns:a="http://schemas.openxmlformats.org/drawingml/2006/main"/>
        <a:p xmlns:a="http://schemas.openxmlformats.org/drawingml/2006/main">
          <a:pPr>
            <a:defRPr sz="1050" b="1">
              <a:solidFill>
                <a:srgbClr val="333333"/>
              </a:solidFill>
              <a:latin typeface="Noto Sans JP"/>
              <a:ea typeface="Noto Sans JP"/>
              <a:cs typeface="Noto Sans JP"/>
            </a:defRPr>
          </a:pPr>
        </a:p>
      </c:txPr>
    </c:title>
    <c:plotArea>
      <c:scatterChart>
        <c:scatterStyle val="line"/>
        <c:ser>
          <c:idx val="0"/>
          <c:order val="0"/>
          <c:tx>
            <c:v>Two-term Swarm</c:v>
          </c:tx>
          <c:spPr>
            <a:ln xmlns:a="http://schemas.openxmlformats.org/drawingml/2006/main" w="22860">
              <a:solidFill>
                <a:srgbClr val="3B67B0"/>
              </a:solidFill>
              <a:prstDash val="solid"/>
            </a:ln>
          </c:spPr>
          <c:marker>
            <c:symbol val="none"/>
          </c:marker>
          <c:xVal>
            <c:numLit>
              <c:formatCode>General</c:formatCode>
              <c:ptCount val="111"/>
              <c:pt idx="0">
                <c:v>0.001</c:v>
              </c:pt>
              <c:pt idx="1">
                <c:v>0.7282636363636363</c:v>
              </c:pt>
              <c:pt idx="2">
                <c:v>1.4555272727272726</c:v>
              </c:pt>
              <c:pt idx="3">
                <c:v>2.182790909090909</c:v>
              </c:pt>
              <c:pt idx="4">
                <c:v>2.9100545454545452</c:v>
              </c:pt>
              <c:pt idx="5">
                <c:v>3.637318181818182</c:v>
              </c:pt>
              <c:pt idx="6">
                <c:v>4.364581818181819</c:v>
              </c:pt>
              <c:pt idx="7">
                <c:v>5.091845454545454</c:v>
              </c:pt>
              <c:pt idx="8">
                <c:v>5.819109090909091</c:v>
              </c:pt>
              <c:pt idx="9">
                <c:v>6.546372727272727</c:v>
              </c:pt>
              <c:pt idx="10">
                <c:v>7.273636363636364</c:v>
              </c:pt>
              <c:pt idx="11">
                <c:v>8.0009</c:v>
              </c:pt>
              <c:pt idx="12">
                <c:v>8.728163636363636</c:v>
              </c:pt>
              <c:pt idx="13">
                <c:v>9.45542727272727</c:v>
              </c:pt>
              <c:pt idx="14">
                <c:v>10.182690909090907</c:v>
              </c:pt>
              <c:pt idx="15">
                <c:v>10.909954545454545</c:v>
              </c:pt>
              <c:pt idx="16">
                <c:v>11.63721818181818</c:v>
              </c:pt>
              <c:pt idx="17">
                <c:v>12.364481818181817</c:v>
              </c:pt>
              <c:pt idx="18">
                <c:v>13.091745454545453</c:v>
              </c:pt>
              <c:pt idx="19">
                <c:v>13.81900909090909</c:v>
              </c:pt>
              <c:pt idx="20">
                <c:v>14.546272727272727</c:v>
              </c:pt>
              <c:pt idx="21">
                <c:v>15.273536363636362</c:v>
              </c:pt>
              <c:pt idx="22">
                <c:v>16.000799999999998</c:v>
              </c:pt>
              <c:pt idx="23">
                <c:v>16.728063636363636</c:v>
              </c:pt>
              <c:pt idx="24">
                <c:v>17.455327272727274</c:v>
              </c:pt>
              <c:pt idx="25">
                <c:v>18.18259090909091</c:v>
              </c:pt>
              <c:pt idx="26">
                <c:v>18.909854545454543</c:v>
              </c:pt>
              <c:pt idx="27">
                <c:v>19.63711818181818</c:v>
              </c:pt>
              <c:pt idx="28">
                <c:v>20.364381818181815</c:v>
              </c:pt>
              <c:pt idx="29">
                <c:v>21.091645454545457</c:v>
              </c:pt>
              <c:pt idx="30">
                <c:v>21.81890909090909</c:v>
              </c:pt>
              <c:pt idx="31">
                <c:v>22.54617272727273</c:v>
              </c:pt>
              <c:pt idx="32">
                <c:v>23.273436363636364</c:v>
              </c:pt>
              <c:pt idx="33">
                <c:v>24.0007</c:v>
              </c:pt>
              <c:pt idx="34">
                <c:v>24.727963636363636</c:v>
              </c:pt>
              <c:pt idx="35">
                <c:v>25.45522727272727</c:v>
              </c:pt>
              <c:pt idx="36">
                <c:v>26.18249090909091</c:v>
              </c:pt>
              <c:pt idx="37">
                <c:v>26.909754545454543</c:v>
              </c:pt>
              <c:pt idx="38">
                <c:v>27.63701818181818</c:v>
              </c:pt>
              <c:pt idx="39">
                <c:v>28.364281818181816</c:v>
              </c:pt>
              <c:pt idx="40">
                <c:v>29.091545454545457</c:v>
              </c:pt>
              <c:pt idx="41">
                <c:v>29.81880909090909</c:v>
              </c:pt>
              <c:pt idx="42">
                <c:v>30.546072727272726</c:v>
              </c:pt>
              <c:pt idx="43">
                <c:v>31.273336363636364</c:v>
              </c:pt>
              <c:pt idx="44">
                <c:v>32.0006</c:v>
              </c:pt>
              <c:pt idx="45">
                <c:v>32.72786363636364</c:v>
              </c:pt>
              <c:pt idx="46">
                <c:v>33.45512727272727</c:v>
              </c:pt>
              <c:pt idx="47">
                <c:v>34.182390909090905</c:v>
              </c:pt>
              <c:pt idx="48">
                <c:v>34.90965454545454</c:v>
              </c:pt>
              <c:pt idx="49">
                <c:v>35.636918181818174</c:v>
              </c:pt>
              <c:pt idx="50">
                <c:v>36.36418181818181</c:v>
              </c:pt>
              <c:pt idx="51">
                <c:v>37.09144545454545</c:v>
              </c:pt>
              <c:pt idx="52">
                <c:v>37.81870909090908</c:v>
              </c:pt>
              <c:pt idx="53">
                <c:v>38.545972727272726</c:v>
              </c:pt>
              <c:pt idx="54">
                <c:v>39.27323636363636</c:v>
              </c:pt>
              <c:pt idx="55">
                <c:v>40.000499999999995</c:v>
              </c:pt>
              <c:pt idx="56">
                <c:v>40.727763636363626</c:v>
              </c:pt>
              <c:pt idx="57">
                <c:v>41.455027272727264</c:v>
              </c:pt>
              <c:pt idx="58">
                <c:v>42.18229090909091</c:v>
              </c:pt>
              <c:pt idx="59">
                <c:v>42.90955454545454</c:v>
              </c:pt>
              <c:pt idx="60">
                <c:v>43.63681818181818</c:v>
              </c:pt>
              <c:pt idx="61">
                <c:v>44.36408181818181</c:v>
              </c:pt>
              <c:pt idx="62">
                <c:v>45.091345454545454</c:v>
              </c:pt>
              <c:pt idx="63">
                <c:v>45.818609090909085</c:v>
              </c:pt>
              <c:pt idx="64">
                <c:v>46.54587272727272</c:v>
              </c:pt>
              <c:pt idx="65">
                <c:v>47.273136363636354</c:v>
              </c:pt>
              <c:pt idx="66">
                <c:v>48.00039999999999</c:v>
              </c:pt>
              <c:pt idx="67">
                <c:v>48.72766363636364</c:v>
              </c:pt>
              <c:pt idx="68">
                <c:v>49.45492727272727</c:v>
              </c:pt>
              <c:pt idx="69">
                <c:v>50.182190909090906</c:v>
              </c:pt>
              <c:pt idx="70">
                <c:v>50.90945454545454</c:v>
              </c:pt>
              <c:pt idx="71">
                <c:v>51.63671818181818</c:v>
              </c:pt>
              <c:pt idx="72">
                <c:v>52.36398181818181</c:v>
              </c:pt>
              <c:pt idx="73">
                <c:v>53.09124545454545</c:v>
              </c:pt>
              <c:pt idx="74">
                <c:v>53.81850909090908</c:v>
              </c:pt>
              <c:pt idx="75">
                <c:v>54.54577272727272</c:v>
              </c:pt>
              <c:pt idx="76">
                <c:v>55.27303636363636</c:v>
              </c:pt>
              <c:pt idx="77">
                <c:v>56.000299999999996</c:v>
              </c:pt>
              <c:pt idx="78">
                <c:v>56.72756363636363</c:v>
              </c:pt>
              <c:pt idx="79">
                <c:v>57.454827272727265</c:v>
              </c:pt>
              <c:pt idx="80">
                <c:v>58.18209090909091</c:v>
              </c:pt>
              <c:pt idx="81">
                <c:v>58.90935454545454</c:v>
              </c:pt>
              <c:pt idx="82">
                <c:v>59.63661818181818</c:v>
              </c:pt>
              <c:pt idx="83">
                <c:v>60.36388181818181</c:v>
              </c:pt>
              <c:pt idx="84">
                <c:v>61.09114545454545</c:v>
              </c:pt>
              <c:pt idx="85">
                <c:v>61.818409090909086</c:v>
              </c:pt>
              <c:pt idx="86">
                <c:v>62.54567272727272</c:v>
              </c:pt>
              <c:pt idx="87">
                <c:v>63.272936363636354</c:v>
              </c:pt>
              <c:pt idx="88">
                <c:v>64.00019999999999</c:v>
              </c:pt>
              <c:pt idx="89">
                <c:v>64.72746363636364</c:v>
              </c:pt>
              <c:pt idx="90">
                <c:v>65.45472727272728</c:v>
              </c:pt>
              <c:pt idx="91">
                <c:v>66.18199090909091</c:v>
              </c:pt>
              <c:pt idx="92">
                <c:v>66.90925454545454</c:v>
              </c:pt>
              <c:pt idx="93">
                <c:v>67.63651818181818</c:v>
              </c:pt>
              <c:pt idx="94">
                <c:v>68.36378181818182</c:v>
              </c:pt>
              <c:pt idx="95">
                <c:v>69.09104545454545</c:v>
              </c:pt>
              <c:pt idx="96">
                <c:v>69.8183090909091</c:v>
              </c:pt>
              <c:pt idx="97">
                <c:v>70.54557272727273</c:v>
              </c:pt>
              <c:pt idx="98">
                <c:v>71.27283636363636</c:v>
              </c:pt>
              <c:pt idx="99">
                <c:v>72.0001</c:v>
              </c:pt>
              <c:pt idx="100">
                <c:v>72.72736363636363</c:v>
              </c:pt>
              <c:pt idx="101">
                <c:v>73.45462727272728</c:v>
              </c:pt>
              <c:pt idx="102">
                <c:v>74.18189090909091</c:v>
              </c:pt>
              <c:pt idx="103">
                <c:v>74.90915454545454</c:v>
              </c:pt>
              <c:pt idx="104">
                <c:v>75.63641818181817</c:v>
              </c:pt>
              <c:pt idx="105">
                <c:v>76.36368181818182</c:v>
              </c:pt>
              <c:pt idx="106">
                <c:v>77.09094545454546</c:v>
              </c:pt>
              <c:pt idx="107">
                <c:v>77.8182090909091</c:v>
              </c:pt>
              <c:pt idx="108">
                <c:v>78.54547272727272</c:v>
              </c:pt>
              <c:pt idx="109">
                <c:v>79.27273636363637</c:v>
              </c:pt>
              <c:pt idx="110">
                <c:v>80</c:v>
              </c:pt>
            </c:numLit>
          </c:xVal>
          <c:yVal>
            <c:numLit>
              <c:formatCode>0E+0</c:formatCode>
              <c:ptCount val="111"/>
              <c:pt idx="0">
                <c:v>0.0007228928968223606</c:v>
              </c:pt>
              <c:pt idx="1">
                <c:v>0.018447912405234794</c:v>
              </c:pt>
              <c:pt idx="2">
                <c:v>0.026027350926431228</c:v>
              </c:pt>
              <c:pt idx="3">
                <c:v>0.03165223753144766</c:v>
              </c:pt>
              <c:pt idx="4">
                <c:v>0.03617049378119464</c:v>
              </c:pt>
              <c:pt idx="5">
                <c:v>0.03988426027516678</c:v>
              </c:pt>
              <c:pt idx="6">
                <c:v>0.0430064687126294</c:v>
              </c:pt>
              <c:pt idx="7">
                <c:v>0.04550270448563667</c:v>
              </c:pt>
              <c:pt idx="8">
                <c:v>0.04739094460149461</c:v>
              </c:pt>
              <c:pt idx="9">
                <c:v>0.048745383671745246</c:v>
              </c:pt>
              <c:pt idx="10">
                <c:v>0.04959457998229682</c:v>
              </c:pt>
              <c:pt idx="11">
                <c:v>0.049703321154147245</c:v>
              </c:pt>
              <c:pt idx="12">
                <c:v>0.049584244032445705</c:v>
              </c:pt>
              <c:pt idx="13">
                <c:v>0.04866065606105499</c:v>
              </c:pt>
              <c:pt idx="14">
                <c:v>0.04768719514251688</c:v>
              </c:pt>
              <c:pt idx="15">
                <c:v>0.04599437611574332</c:v>
              </c:pt>
              <c:pt idx="16">
                <c:v>0.04436164945231475</c:v>
              </c:pt>
              <c:pt idx="17">
                <c:v>0.042419005228982766</c:v>
              </c:pt>
              <c:pt idx="18">
                <c:v>0.040398352808382436</c:v>
              </c:pt>
              <c:pt idx="19">
                <c:v>0.03847395526652895</c:v>
              </c:pt>
              <c:pt idx="20">
                <c:v>0.03636911962731391</c:v>
              </c:pt>
              <c:pt idx="21">
                <c:v>0.03434089206175128</c:v>
              </c:pt>
              <c:pt idx="22">
                <c:v>0.032425774384463736</c:v>
              </c:pt>
              <c:pt idx="23">
                <c:v>0.030524042104286688</c:v>
              </c:pt>
              <c:pt idx="24">
                <c:v>0.02866815240743733</c:v>
              </c:pt>
              <c:pt idx="25">
                <c:v>0.026925102502746046</c:v>
              </c:pt>
              <c:pt idx="26">
                <c:v>0.02528803162757379</c:v>
              </c:pt>
              <c:pt idx="27">
                <c:v>0.02369684278594536</c:v>
              </c:pt>
              <c:pt idx="28">
                <c:v>0.022184870368273345</c:v>
              </c:pt>
              <c:pt idx="29">
                <c:v>0.0207693690548936</c:v>
              </c:pt>
              <c:pt idx="30">
                <c:v>0.01944418352587135</c:v>
              </c:pt>
              <c:pt idx="31">
                <c:v>0.018196615571018024</c:v>
              </c:pt>
              <c:pt idx="32">
                <c:v>0.016998304320235386</c:v>
              </c:pt>
              <c:pt idx="33">
                <c:v>0.015878906087543842</c:v>
              </c:pt>
              <c:pt idx="34">
                <c:v>0.01483322417265354</c:v>
              </c:pt>
              <c:pt idx="35">
                <c:v>0.013856404096299239</c:v>
              </c:pt>
              <c:pt idx="36">
                <c:v>0.012943911063779947</c:v>
              </c:pt>
              <c:pt idx="37">
                <c:v>0.01208030155427355</c:v>
              </c:pt>
              <c:pt idx="38">
                <c:v>0.011272621222726572</c:v>
              </c:pt>
              <c:pt idx="39">
                <c:v>0.010518941821126341</c:v>
              </c:pt>
              <c:pt idx="40">
                <c:v>0.009815652885875773</c:v>
              </c:pt>
              <c:pt idx="41">
                <c:v>0.009159385346394563</c:v>
              </c:pt>
              <c:pt idx="42">
                <c:v>0.008546995385754437</c:v>
              </c:pt>
              <c:pt idx="43">
                <c:v>0.007969741844913633</c:v>
              </c:pt>
              <c:pt idx="44">
                <c:v>0.007428323340752752</c:v>
              </c:pt>
              <c:pt idx="45">
                <c:v>0.006923685701311451</c:v>
              </c:pt>
              <c:pt idx="46">
                <c:v>0.006453330245811155</c:v>
              </c:pt>
              <c:pt idx="47">
                <c:v>0.006014928039499645</c:v>
              </c:pt>
              <c:pt idx="48">
                <c:v>0.005606308362080648</c:v>
              </c:pt>
              <c:pt idx="49">
                <c:v>0.005225447959532034</c:v>
              </c:pt>
              <c:pt idx="50">
                <c:v>0.0048718573880743654</c:v>
              </c:pt>
              <c:pt idx="51">
                <c:v>0.004544842939277255</c:v>
              </c:pt>
              <c:pt idx="52">
                <c:v>0.004239778732698616</c:v>
              </c:pt>
              <c:pt idx="53">
                <c:v>0.003955191398781771</c:v>
              </c:pt>
              <c:pt idx="54">
                <c:v>0.0036897064651862663</c:v>
              </c:pt>
              <c:pt idx="55">
                <c:v>0.003442041718494461</c:v>
              </c:pt>
              <c:pt idx="56">
                <c:v>0.003211001011501392</c:v>
              </c:pt>
              <c:pt idx="57">
                <c:v>0.0029954684861788184</c:v>
              </c:pt>
              <c:pt idx="58">
                <c:v>0.0027944031844122424</c:v>
              </c:pt>
              <c:pt idx="59">
                <c:v>0.00261028648490149</c:v>
              </c:pt>
              <c:pt idx="60">
                <c:v>0.0024392727292271445</c:v>
              </c:pt>
              <c:pt idx="61">
                <c:v>0.0022794629945669708</c:v>
              </c:pt>
              <c:pt idx="62">
                <c:v>0.002130123245893252</c:v>
              </c:pt>
              <c:pt idx="63">
                <c:v>0.0019905675387183823</c:v>
              </c:pt>
              <c:pt idx="64">
                <c:v>0.0018601548684277053</c:v>
              </c:pt>
              <c:pt idx="65">
                <c:v>0.0017382862260293423</c:v>
              </c:pt>
              <c:pt idx="66">
                <c:v>0.0016244018467975047</c:v>
              </c:pt>
              <c:pt idx="67">
                <c:v>0.0015179786391718206</c:v>
              </c:pt>
              <c:pt idx="68">
                <c:v>0.001418527782103156</c:v>
              </c:pt>
              <c:pt idx="69">
                <c:v>0.0013276556121612248</c:v>
              </c:pt>
              <c:pt idx="70">
                <c:v>0.001243312155491337</c:v>
              </c:pt>
              <c:pt idx="71">
                <c:v>0.0011643268795257372</c:v>
              </c:pt>
              <c:pt idx="72">
                <c:v>0.0010903593891514803</c:v>
              </c:pt>
              <c:pt idx="73">
                <c:v>0.0010210909139150447</c:v>
              </c:pt>
              <c:pt idx="74">
                <c:v>0.000956222934248529</c:v>
              </c:pt>
              <c:pt idx="75">
                <c:v>0.0008954758949690761</c:v>
              </c:pt>
              <c:pt idx="76">
                <c:v>0.0008385880005072684</c:v>
              </c:pt>
              <c:pt idx="77">
                <c:v>0.000785314086672387</c:v>
              </c:pt>
              <c:pt idx="78">
                <c:v>0.0007354245640922944</c:v>
              </c:pt>
              <c:pt idx="79">
                <c:v>0.0006887044287745836</c:v>
              </c:pt>
              <c:pt idx="80">
                <c:v>0.0006449523355249255</c:v>
              </c:pt>
              <c:pt idx="81">
                <c:v>0.0006052762082744908</c:v>
              </c:pt>
              <c:pt idx="82">
                <c:v>0.000568083967079082</c:v>
              </c:pt>
              <c:pt idx="83">
                <c:v>0.0005331770673298225</c:v>
              </c:pt>
              <c:pt idx="84">
                <c:v>0.00050041508227754</c:v>
              </c:pt>
              <c:pt idx="85">
                <c:v>0.00046966621393701197</c:v>
              </c:pt>
              <c:pt idx="86">
                <c:v>0.00044080676287767316</c:v>
              </c:pt>
              <c:pt idx="87">
                <c:v>0.0004137206305939495</c:v>
              </c:pt>
              <c:pt idx="88">
                <c:v>0.0003882988524533019</c:v>
              </c:pt>
              <c:pt idx="89">
                <c:v>0.0003644391593430873</c:v>
              </c:pt>
              <c:pt idx="90">
                <c:v>0.00034204556625278486</c:v>
              </c:pt>
              <c:pt idx="91">
                <c:v>0.0003210279861364945</c:v>
              </c:pt>
              <c:pt idx="92">
                <c:v>0.00030130186750232206</c:v>
              </c:pt>
              <c:pt idx="93">
                <c:v>0.00028278785427071103</c:v>
              </c:pt>
              <c:pt idx="94">
                <c:v>0.00026551238549853243</c:v>
              </c:pt>
              <c:pt idx="95">
                <c:v>0.000249750088335524</c:v>
              </c:pt>
              <c:pt idx="96">
                <c:v>0.00023492352910951776</c:v>
              </c:pt>
              <c:pt idx="97">
                <c:v>0.0002209771571937438</c:v>
              </c:pt>
              <c:pt idx="98">
                <c:v>0.000207858719756693</c:v>
              </c:pt>
              <c:pt idx="99">
                <c:v>0.00019551906598658423</c:v>
              </c:pt>
              <c:pt idx="100">
                <c:v>0.00018391196293816004</c:v>
              </c:pt>
              <c:pt idx="101">
                <c:v>0.0001729939223118423</c:v>
              </c:pt>
              <c:pt idx="102">
                <c:v>0.00016272403751624705</c:v>
              </c:pt>
              <c:pt idx="103">
                <c:v>0.00015306383040357435</c:v>
              </c:pt>
              <c:pt idx="104">
                <c:v>0.00014397710710364455</c:v>
              </c:pt>
              <c:pt idx="105">
                <c:v>0.00013542982241642788</c:v>
              </c:pt>
              <c:pt idx="106">
                <c:v>0.0001273899522549923</c:v>
              </c:pt>
              <c:pt idx="107">
                <c:v>0.00011982737366094876</c:v>
              </c:pt>
              <c:pt idx="108">
                <c:v>0.00011271375194284942</c:v>
              </c:pt>
              <c:pt idx="109">
                <c:v>0.00010602243451468124</c:v>
              </c:pt>
              <c:pt idx="110">
                <c:v>9.972835103669885E-05</c:v>
              </c:pt>
            </c:numLit>
          </c:yVal>
        </c:ser>
        <c:ser>
          <c:idx val="1"/>
          <c:order val="1"/>
          <c:tx>
            <c:v>Monte Carlo Swarm</c:v>
          </c:tx>
          <c:spPr>
            <a:ln xmlns:a="http://schemas.openxmlformats.org/drawingml/2006/main" w="22860">
              <a:solidFill>
                <a:srgbClr val="EDA24C"/>
              </a:solidFill>
              <a:prstDash val="solid"/>
            </a:ln>
          </c:spPr>
          <c:marker>
            <c:symbol val="none"/>
          </c:marker>
          <c:xVal>
            <c:numLit>
              <c:formatCode>General</c:formatCode>
              <c:ptCount val="111"/>
              <c:pt idx="0">
                <c:v>0.001</c:v>
              </c:pt>
              <c:pt idx="1">
                <c:v>0.7282636363636363</c:v>
              </c:pt>
              <c:pt idx="2">
                <c:v>1.4555272727272726</c:v>
              </c:pt>
              <c:pt idx="3">
                <c:v>2.182790909090909</c:v>
              </c:pt>
              <c:pt idx="4">
                <c:v>2.9100545454545452</c:v>
              </c:pt>
              <c:pt idx="5">
                <c:v>3.637318181818182</c:v>
              </c:pt>
              <c:pt idx="6">
                <c:v>4.364581818181819</c:v>
              </c:pt>
              <c:pt idx="7">
                <c:v>5.091845454545454</c:v>
              </c:pt>
              <c:pt idx="8">
                <c:v>5.819109090909091</c:v>
              </c:pt>
              <c:pt idx="9">
                <c:v>6.546372727272727</c:v>
              </c:pt>
              <c:pt idx="10">
                <c:v>7.273636363636364</c:v>
              </c:pt>
              <c:pt idx="11">
                <c:v>8.0009</c:v>
              </c:pt>
              <c:pt idx="12">
                <c:v>8.728163636363636</c:v>
              </c:pt>
              <c:pt idx="13">
                <c:v>9.45542727272727</c:v>
              </c:pt>
              <c:pt idx="14">
                <c:v>10.182690909090907</c:v>
              </c:pt>
              <c:pt idx="15">
                <c:v>10.909954545454545</c:v>
              </c:pt>
              <c:pt idx="16">
                <c:v>11.63721818181818</c:v>
              </c:pt>
              <c:pt idx="17">
                <c:v>12.364481818181817</c:v>
              </c:pt>
              <c:pt idx="18">
                <c:v>13.091745454545453</c:v>
              </c:pt>
              <c:pt idx="19">
                <c:v>13.81900909090909</c:v>
              </c:pt>
              <c:pt idx="20">
                <c:v>14.546272727272727</c:v>
              </c:pt>
              <c:pt idx="21">
                <c:v>15.273536363636362</c:v>
              </c:pt>
              <c:pt idx="22">
                <c:v>16.000799999999998</c:v>
              </c:pt>
              <c:pt idx="23">
                <c:v>16.728063636363636</c:v>
              </c:pt>
              <c:pt idx="24">
                <c:v>17.455327272727274</c:v>
              </c:pt>
              <c:pt idx="25">
                <c:v>18.18259090909091</c:v>
              </c:pt>
              <c:pt idx="26">
                <c:v>18.909854545454543</c:v>
              </c:pt>
              <c:pt idx="27">
                <c:v>19.63711818181818</c:v>
              </c:pt>
              <c:pt idx="28">
                <c:v>20.364381818181815</c:v>
              </c:pt>
              <c:pt idx="29">
                <c:v>21.091645454545457</c:v>
              </c:pt>
              <c:pt idx="30">
                <c:v>21.81890909090909</c:v>
              </c:pt>
              <c:pt idx="31">
                <c:v>22.54617272727273</c:v>
              </c:pt>
              <c:pt idx="32">
                <c:v>23.273436363636364</c:v>
              </c:pt>
              <c:pt idx="33">
                <c:v>24.0007</c:v>
              </c:pt>
              <c:pt idx="34">
                <c:v>24.727963636363636</c:v>
              </c:pt>
              <c:pt idx="35">
                <c:v>25.45522727272727</c:v>
              </c:pt>
              <c:pt idx="36">
                <c:v>26.18249090909091</c:v>
              </c:pt>
              <c:pt idx="37">
                <c:v>26.909754545454543</c:v>
              </c:pt>
              <c:pt idx="38">
                <c:v>27.63701818181818</c:v>
              </c:pt>
              <c:pt idx="39">
                <c:v>28.364281818181816</c:v>
              </c:pt>
              <c:pt idx="40">
                <c:v>29.091545454545457</c:v>
              </c:pt>
              <c:pt idx="41">
                <c:v>29.81880909090909</c:v>
              </c:pt>
              <c:pt idx="42">
                <c:v>30.546072727272726</c:v>
              </c:pt>
              <c:pt idx="43">
                <c:v>31.273336363636364</c:v>
              </c:pt>
              <c:pt idx="44">
                <c:v>32.0006</c:v>
              </c:pt>
              <c:pt idx="45">
                <c:v>32.72786363636364</c:v>
              </c:pt>
              <c:pt idx="46">
                <c:v>33.45512727272727</c:v>
              </c:pt>
              <c:pt idx="47">
                <c:v>34.182390909090905</c:v>
              </c:pt>
              <c:pt idx="48">
                <c:v>34.90965454545454</c:v>
              </c:pt>
              <c:pt idx="49">
                <c:v>35.636918181818174</c:v>
              </c:pt>
              <c:pt idx="50">
                <c:v>36.36418181818181</c:v>
              </c:pt>
              <c:pt idx="51">
                <c:v>37.09144545454545</c:v>
              </c:pt>
              <c:pt idx="52">
                <c:v>37.81870909090908</c:v>
              </c:pt>
              <c:pt idx="53">
                <c:v>38.545972727272726</c:v>
              </c:pt>
              <c:pt idx="54">
                <c:v>39.27323636363636</c:v>
              </c:pt>
              <c:pt idx="55">
                <c:v>40.000499999999995</c:v>
              </c:pt>
              <c:pt idx="56">
                <c:v>40.727763636363626</c:v>
              </c:pt>
              <c:pt idx="57">
                <c:v>41.455027272727264</c:v>
              </c:pt>
              <c:pt idx="58">
                <c:v>42.18229090909091</c:v>
              </c:pt>
              <c:pt idx="59">
                <c:v>42.90955454545454</c:v>
              </c:pt>
              <c:pt idx="60">
                <c:v>43.63681818181818</c:v>
              </c:pt>
              <c:pt idx="61">
                <c:v>44.36408181818181</c:v>
              </c:pt>
              <c:pt idx="62">
                <c:v>45.091345454545454</c:v>
              </c:pt>
              <c:pt idx="63">
                <c:v>45.818609090909085</c:v>
              </c:pt>
              <c:pt idx="64">
                <c:v>46.54587272727272</c:v>
              </c:pt>
              <c:pt idx="65">
                <c:v>47.273136363636354</c:v>
              </c:pt>
              <c:pt idx="66">
                <c:v>48.00039999999999</c:v>
              </c:pt>
              <c:pt idx="67">
                <c:v>48.72766363636364</c:v>
              </c:pt>
              <c:pt idx="68">
                <c:v>49.45492727272727</c:v>
              </c:pt>
              <c:pt idx="69">
                <c:v>50.182190909090906</c:v>
              </c:pt>
              <c:pt idx="70">
                <c:v>50.90945454545454</c:v>
              </c:pt>
              <c:pt idx="71">
                <c:v>51.63671818181818</c:v>
              </c:pt>
              <c:pt idx="72">
                <c:v>52.36398181818181</c:v>
              </c:pt>
              <c:pt idx="73">
                <c:v>53.09124545454545</c:v>
              </c:pt>
              <c:pt idx="74">
                <c:v>53.81850909090908</c:v>
              </c:pt>
              <c:pt idx="75">
                <c:v>54.54577272727272</c:v>
              </c:pt>
              <c:pt idx="76">
                <c:v>55.27303636363636</c:v>
              </c:pt>
              <c:pt idx="77">
                <c:v>56.000299999999996</c:v>
              </c:pt>
              <c:pt idx="78">
                <c:v>56.72756363636363</c:v>
              </c:pt>
              <c:pt idx="79">
                <c:v>57.454827272727265</c:v>
              </c:pt>
              <c:pt idx="80">
                <c:v>58.18209090909091</c:v>
              </c:pt>
              <c:pt idx="81">
                <c:v>58.90935454545454</c:v>
              </c:pt>
              <c:pt idx="82">
                <c:v>59.63661818181818</c:v>
              </c:pt>
              <c:pt idx="83">
                <c:v>60.36388181818181</c:v>
              </c:pt>
              <c:pt idx="84">
                <c:v>61.09114545454545</c:v>
              </c:pt>
              <c:pt idx="85">
                <c:v>61.818409090909086</c:v>
              </c:pt>
              <c:pt idx="86">
                <c:v>62.54567272727272</c:v>
              </c:pt>
              <c:pt idx="87">
                <c:v>63.272936363636354</c:v>
              </c:pt>
              <c:pt idx="88">
                <c:v>64.00019999999999</c:v>
              </c:pt>
              <c:pt idx="89">
                <c:v>64.72746363636364</c:v>
              </c:pt>
              <c:pt idx="90">
                <c:v>65.45472727272728</c:v>
              </c:pt>
              <c:pt idx="91">
                <c:v>66.18199090909091</c:v>
              </c:pt>
              <c:pt idx="92">
                <c:v>66.90925454545454</c:v>
              </c:pt>
              <c:pt idx="93">
                <c:v>67.63651818181818</c:v>
              </c:pt>
              <c:pt idx="94">
                <c:v>68.36378181818182</c:v>
              </c:pt>
              <c:pt idx="95">
                <c:v>69.09104545454545</c:v>
              </c:pt>
              <c:pt idx="96">
                <c:v>69.8183090909091</c:v>
              </c:pt>
              <c:pt idx="97">
                <c:v>70.54557272727273</c:v>
              </c:pt>
              <c:pt idx="98">
                <c:v>71.27283636363636</c:v>
              </c:pt>
              <c:pt idx="99">
                <c:v>72.0001</c:v>
              </c:pt>
              <c:pt idx="100">
                <c:v>72.72736363636363</c:v>
              </c:pt>
              <c:pt idx="101">
                <c:v>73.45462727272728</c:v>
              </c:pt>
              <c:pt idx="102">
                <c:v>74.18189090909091</c:v>
              </c:pt>
              <c:pt idx="103">
                <c:v>74.90915454545454</c:v>
              </c:pt>
              <c:pt idx="104">
                <c:v>75.63641818181817</c:v>
              </c:pt>
              <c:pt idx="105">
                <c:v>76.36368181818182</c:v>
              </c:pt>
              <c:pt idx="106">
                <c:v>77.09094545454546</c:v>
              </c:pt>
              <c:pt idx="107">
                <c:v>77.8182090909091</c:v>
              </c:pt>
              <c:pt idx="108">
                <c:v>78.54547272727272</c:v>
              </c:pt>
              <c:pt idx="109">
                <c:v>79.27273636363637</c:v>
              </c:pt>
              <c:pt idx="110">
                <c:v>80</c:v>
              </c:pt>
            </c:numLit>
          </c:xVal>
          <c:yVal>
            <c:numLit>
              <c:formatCode>0E+0</c:formatCode>
              <c:ptCount val="111"/>
              <c:pt idx="0">
                <c:v>0.0006488273801327743</c:v>
              </c:pt>
              <c:pt idx="1">
                <c:v>0.018835272337993477</c:v>
              </c:pt>
              <c:pt idx="2">
                <c:v>0.027153986550919905</c:v>
              </c:pt>
              <c:pt idx="3">
                <c:v>0.0331064129098775</c:v>
              </c:pt>
              <c:pt idx="4">
                <c:v>0.037830390352281903</c:v>
              </c:pt>
              <c:pt idx="5">
                <c:v>0.04161482618226915</c:v>
              </c:pt>
              <c:pt idx="6">
                <c:v>0.04471620397926152</c:v>
              </c:pt>
              <c:pt idx="7">
                <c:v>0.047095318760174476</c:v>
              </c:pt>
              <c:pt idx="8">
                <c:v>0.048807019814411205</c:v>
              </c:pt>
              <c:pt idx="9">
                <c:v>0.04992835060915632</c:v>
              </c:pt>
              <c:pt idx="10">
                <c:v>0.05050747681667552</c:v>
              </c:pt>
              <c:pt idx="11">
                <c:v>0.050431695972472754</c:v>
              </c:pt>
              <c:pt idx="12">
                <c:v>0.05014833833153444</c:v>
              </c:pt>
              <c:pt idx="13">
                <c:v>0.049108456321325336</c:v>
              </c:pt>
              <c:pt idx="14">
                <c:v>0.0480241283604191</c:v>
              </c:pt>
              <c:pt idx="15">
                <c:v>0.046238062104624805</c:v>
              </c:pt>
              <c:pt idx="16">
                <c:v>0.04451842147234516</c:v>
              </c:pt>
              <c:pt idx="17">
                <c:v>0.04249813422980693</c:v>
              </c:pt>
              <c:pt idx="18">
                <c:v>0.04040816038472055</c:v>
              </c:pt>
              <c:pt idx="19">
                <c:v>0.038420967302891365</c:v>
              </c:pt>
              <c:pt idx="20">
                <c:v>0.03616929167398387</c:v>
              </c:pt>
              <c:pt idx="21">
                <c:v>0.03399855572894591</c:v>
              </c:pt>
              <c:pt idx="22">
                <c:v>0.03195809865653705</c:v>
              </c:pt>
              <c:pt idx="23">
                <c:v>0.029937018634087285</c:v>
              </c:pt>
              <c:pt idx="24">
                <c:v>0.027971643366070897</c:v>
              </c:pt>
              <c:pt idx="25">
                <c:v>0.02613529564055444</c:v>
              </c:pt>
              <c:pt idx="26">
                <c:v>0.024419504756296003</c:v>
              </c:pt>
              <c:pt idx="27">
                <c:v>0.02277889529674737</c:v>
              </c:pt>
              <c:pt idx="28">
                <c:v>0.021233973083782824</c:v>
              </c:pt>
              <c:pt idx="29">
                <c:v>0.019793831397398584</c:v>
              </c:pt>
              <c:pt idx="30">
                <c:v>0.01845136375763193</c:v>
              </c:pt>
              <c:pt idx="31">
                <c:v>0.01720024454342156</c:v>
              </c:pt>
              <c:pt idx="32">
                <c:v>0.016035282281764134</c:v>
              </c:pt>
              <c:pt idx="33">
                <c:v>0.014949222216390008</c:v>
              </c:pt>
              <c:pt idx="34">
                <c:v>0.013936720348799645</c:v>
              </c:pt>
              <c:pt idx="35">
                <c:v>0.012992794626311342</c:v>
              </c:pt>
              <c:pt idx="36">
                <c:v>0.012112800427687732</c:v>
              </c:pt>
              <c:pt idx="37">
                <c:v>0.011300186419121358</c:v>
              </c:pt>
              <c:pt idx="38">
                <c:v>0.010543262246200266</c:v>
              </c:pt>
              <c:pt idx="39">
                <c:v>0.009837039378753461</c:v>
              </c:pt>
              <c:pt idx="40">
                <c:v>0.009178121674249416</c:v>
              </c:pt>
              <c:pt idx="41">
                <c:v>0.00856334047510964</c:v>
              </c:pt>
              <c:pt idx="42">
                <c:v>0.007989739371007854</c:v>
              </c:pt>
              <c:pt idx="43">
                <c:v>0.0074620068477436975</c:v>
              </c:pt>
              <c:pt idx="44">
                <c:v>0.006973185395475986</c:v>
              </c:pt>
              <c:pt idx="45">
                <c:v>0.006516385679059309</c:v>
              </c:pt>
              <c:pt idx="46">
                <c:v>0.006089510017301179</c:v>
              </c:pt>
              <c:pt idx="47">
                <c:v>0.005690598143995138</c:v>
              </c:pt>
              <c:pt idx="48">
                <c:v>0.005317818206134213</c:v>
              </c:pt>
              <c:pt idx="49">
                <c:v>0.004969458351813767</c:v>
              </c:pt>
              <c:pt idx="50">
                <c:v>0.004648516561735758</c:v>
              </c:pt>
              <c:pt idx="51">
                <c:v>0.004357064760468652</c:v>
              </c:pt>
              <c:pt idx="52">
                <c:v>0.004083886348428785</c:v>
              </c:pt>
              <c:pt idx="53">
                <c:v>0.0038278356241574557</c:v>
              </c:pt>
              <c:pt idx="54">
                <c:v>0.0035878387191666536</c:v>
              </c:pt>
              <c:pt idx="55">
                <c:v>0.003362889094169184</c:v>
              </c:pt>
              <c:pt idx="56">
                <c:v>0.0031520433176853587</c:v>
              </c:pt>
              <c:pt idx="57">
                <c:v>0.002954417109321736</c:v>
              </c:pt>
              <c:pt idx="58">
                <c:v>0.002769181631127664</c:v>
              </c:pt>
              <c:pt idx="59">
                <c:v>0.0026032442302138413</c:v>
              </c:pt>
              <c:pt idx="60">
                <c:v>0.002449429637940796</c:v>
              </c:pt>
              <c:pt idx="61">
                <c:v>0.002304703293524611</c:v>
              </c:pt>
              <c:pt idx="62">
                <c:v>0.0021685282111833285</c:v>
              </c:pt>
              <c:pt idx="63">
                <c:v>0.0020403991333332798</c:v>
              </c:pt>
              <c:pt idx="64">
                <c:v>0.0019198406559052291</c:v>
              </c:pt>
              <c:pt idx="65">
                <c:v>0.0018064054644276238</c:v>
              </c:pt>
              <c:pt idx="66">
                <c:v>0.0016996726743321237</c:v>
              </c:pt>
              <c:pt idx="67">
                <c:v>0.0015992462693234161</c:v>
              </c:pt>
              <c:pt idx="68">
                <c:v>0.0015047536320190926</c:v>
              </c:pt>
              <c:pt idx="69">
                <c:v>0.0014194909768617332</c:v>
              </c:pt>
              <c:pt idx="70">
                <c:v>0.0013403205886492106</c:v>
              </c:pt>
              <c:pt idx="71">
                <c:v>0.001265565832851328</c:v>
              </c:pt>
              <c:pt idx="72">
                <c:v>0.0011949804329237708</c:v>
              </c:pt>
              <c:pt idx="73">
                <c:v>0.0011283318480978877</c:v>
              </c:pt>
              <c:pt idx="74">
                <c:v>0.0010654005072844657</c:v>
              </c:pt>
              <c:pt idx="75">
                <c:v>0.001005979085705577</c:v>
              </c:pt>
              <c:pt idx="76">
                <c:v>0.0009498718218714171</c:v>
              </c:pt>
              <c:pt idx="77">
                <c:v>0.0008968938726519334</c:v>
              </c:pt>
              <c:pt idx="78">
                <c:v>0.0008468707043185408</c:v>
              </c:pt>
              <c:pt idx="79">
                <c:v>0.0007996375175497577</c:v>
              </c:pt>
              <c:pt idx="80">
                <c:v>0.0007550387045064538</c:v>
              </c:pt>
              <c:pt idx="81">
                <c:v>0.0007150956509854837</c:v>
              </c:pt>
              <c:pt idx="82">
                <c:v>0.0006773384317756118</c:v>
              </c:pt>
              <c:pt idx="83">
                <c:v>0.0006415748026546994</c:v>
              </c:pt>
              <c:pt idx="84">
                <c:v>0.0006076995015953513</c:v>
              </c:pt>
              <c:pt idx="85">
                <c:v>0.000575612824430073</c:v>
              </c:pt>
              <c:pt idx="86">
                <c:v>0.0005452203313949546</c:v>
              </c:pt>
              <c:pt idx="87">
                <c:v>0.0005164325691679181</c:v>
              </c:pt>
              <c:pt idx="88">
                <c:v>0.0004891648075834105</c:v>
              </c:pt>
              <c:pt idx="89">
                <c:v>0.00046333679024862653</c:v>
              </c:pt>
              <c:pt idx="90">
                <c:v>0.00043887249832724967</c:v>
              </c:pt>
              <c:pt idx="91">
                <c:v>0.00041569992679546937</c:v>
              </c:pt>
              <c:pt idx="92">
                <c:v>0.0003937508725117332</c:v>
              </c:pt>
              <c:pt idx="93">
                <c:v>0.00037296073347646536</c:v>
              </c:pt>
              <c:pt idx="94">
                <c:v>0.0003534917765850474</c:v>
              </c:pt>
              <c:pt idx="95">
                <c:v>0.0003360631794235057</c:v>
              </c:pt>
              <c:pt idx="96">
                <c:v>0.00031949388371998853</c:v>
              </c:pt>
              <c:pt idx="97">
                <c:v>0.0003037415223815563</c:v>
              </c:pt>
              <c:pt idx="98">
                <c:v>0.00028876581718704553</c:v>
              </c:pt>
              <c:pt idx="99">
                <c:v>0.00027452847579710897</c:v>
              </c:pt>
              <c:pt idx="100">
                <c:v>0.0002609930938420818</c:v>
              </c:pt>
              <c:pt idx="101">
                <c:v>0.00024812506183731524</c:v>
              </c:pt>
              <c:pt idx="102">
                <c:v>0.00023589147668797372</c:v>
              </c:pt>
              <c:pt idx="103">
                <c:v>0.0002242610575570023</c:v>
              </c:pt>
              <c:pt idx="104">
                <c:v>0.00021320406588115227</c:v>
              </c:pt>
              <c:pt idx="105">
                <c:v>0.00020269222933054596</c:v>
              </c:pt>
              <c:pt idx="106">
                <c:v>0.00019269866951734623</c:v>
              </c:pt>
              <c:pt idx="107">
                <c:v>0.000183197833268685</c:v>
              </c:pt>
              <c:pt idx="108">
                <c:v>0.00017416542728812038</c:v>
              </c:pt>
              <c:pt idx="109">
                <c:v>0.0001655783560385517</c:v>
              </c:pt>
              <c:pt idx="110">
                <c:v>0.00015741466268776185</c:v>
              </c:pt>
            </c:numLit>
          </c:yVal>
        </c:ser>
        <c:ser>
          <c:idx val="2"/>
          <c:order val="2"/>
          <c:tx>
            <c:v>Propagator Swarm</c:v>
          </c:tx>
          <c:spPr>
            <a:ln xmlns:a="http://schemas.openxmlformats.org/drawingml/2006/main" w="22860">
              <a:solidFill>
                <a:srgbClr val="5DAA18"/>
              </a:solidFill>
              <a:prstDash val="solid"/>
            </a:ln>
          </c:spPr>
          <c:marker>
            <c:symbol val="none"/>
          </c:marker>
          <c:xVal>
            <c:numLit>
              <c:formatCode>General</c:formatCode>
              <c:ptCount val="111"/>
              <c:pt idx="0">
                <c:v>0.001</c:v>
              </c:pt>
              <c:pt idx="1">
                <c:v>0.7282636363636363</c:v>
              </c:pt>
              <c:pt idx="2">
                <c:v>1.4555272727272726</c:v>
              </c:pt>
              <c:pt idx="3">
                <c:v>2.182790909090909</c:v>
              </c:pt>
              <c:pt idx="4">
                <c:v>2.9100545454545452</c:v>
              </c:pt>
              <c:pt idx="5">
                <c:v>3.637318181818182</c:v>
              </c:pt>
              <c:pt idx="6">
                <c:v>4.364581818181819</c:v>
              </c:pt>
              <c:pt idx="7">
                <c:v>5.091845454545454</c:v>
              </c:pt>
              <c:pt idx="8">
                <c:v>5.819109090909091</c:v>
              </c:pt>
              <c:pt idx="9">
                <c:v>6.546372727272727</c:v>
              </c:pt>
              <c:pt idx="10">
                <c:v>7.273636363636364</c:v>
              </c:pt>
              <c:pt idx="11">
                <c:v>8.0009</c:v>
              </c:pt>
              <c:pt idx="12">
                <c:v>8.728163636363636</c:v>
              </c:pt>
              <c:pt idx="13">
                <c:v>9.45542727272727</c:v>
              </c:pt>
              <c:pt idx="14">
                <c:v>10.182690909090907</c:v>
              </c:pt>
              <c:pt idx="15">
                <c:v>10.909954545454545</c:v>
              </c:pt>
              <c:pt idx="16">
                <c:v>11.63721818181818</c:v>
              </c:pt>
              <c:pt idx="17">
                <c:v>12.364481818181817</c:v>
              </c:pt>
              <c:pt idx="18">
                <c:v>13.091745454545453</c:v>
              </c:pt>
              <c:pt idx="19">
                <c:v>13.81900909090909</c:v>
              </c:pt>
              <c:pt idx="20">
                <c:v>14.546272727272727</c:v>
              </c:pt>
              <c:pt idx="21">
                <c:v>15.273536363636362</c:v>
              </c:pt>
              <c:pt idx="22">
                <c:v>16.000799999999998</c:v>
              </c:pt>
              <c:pt idx="23">
                <c:v>16.728063636363636</c:v>
              </c:pt>
              <c:pt idx="24">
                <c:v>17.455327272727274</c:v>
              </c:pt>
              <c:pt idx="25">
                <c:v>18.18259090909091</c:v>
              </c:pt>
              <c:pt idx="26">
                <c:v>18.909854545454543</c:v>
              </c:pt>
              <c:pt idx="27">
                <c:v>19.63711818181818</c:v>
              </c:pt>
              <c:pt idx="28">
                <c:v>20.364381818181815</c:v>
              </c:pt>
              <c:pt idx="29">
                <c:v>21.091645454545457</c:v>
              </c:pt>
              <c:pt idx="30">
                <c:v>21.81890909090909</c:v>
              </c:pt>
              <c:pt idx="31">
                <c:v>22.54617272727273</c:v>
              </c:pt>
              <c:pt idx="32">
                <c:v>23.273436363636364</c:v>
              </c:pt>
              <c:pt idx="33">
                <c:v>24.0007</c:v>
              </c:pt>
              <c:pt idx="34">
                <c:v>24.727963636363636</c:v>
              </c:pt>
              <c:pt idx="35">
                <c:v>25.45522727272727</c:v>
              </c:pt>
              <c:pt idx="36">
                <c:v>26.18249090909091</c:v>
              </c:pt>
              <c:pt idx="37">
                <c:v>26.909754545454543</c:v>
              </c:pt>
              <c:pt idx="38">
                <c:v>27.63701818181818</c:v>
              </c:pt>
              <c:pt idx="39">
                <c:v>28.364281818181816</c:v>
              </c:pt>
              <c:pt idx="40">
                <c:v>29.091545454545457</c:v>
              </c:pt>
              <c:pt idx="41">
                <c:v>29.81880909090909</c:v>
              </c:pt>
              <c:pt idx="42">
                <c:v>30.546072727272726</c:v>
              </c:pt>
              <c:pt idx="43">
                <c:v>31.273336363636364</c:v>
              </c:pt>
              <c:pt idx="44">
                <c:v>32.0006</c:v>
              </c:pt>
              <c:pt idx="45">
                <c:v>32.72786363636364</c:v>
              </c:pt>
              <c:pt idx="46">
                <c:v>33.45512727272727</c:v>
              </c:pt>
              <c:pt idx="47">
                <c:v>34.182390909090905</c:v>
              </c:pt>
              <c:pt idx="48">
                <c:v>34.90965454545454</c:v>
              </c:pt>
              <c:pt idx="49">
                <c:v>35.636918181818174</c:v>
              </c:pt>
              <c:pt idx="50">
                <c:v>36.36418181818181</c:v>
              </c:pt>
              <c:pt idx="51">
                <c:v>37.09144545454545</c:v>
              </c:pt>
              <c:pt idx="52">
                <c:v>37.81870909090908</c:v>
              </c:pt>
              <c:pt idx="53">
                <c:v>38.545972727272726</c:v>
              </c:pt>
              <c:pt idx="54">
                <c:v>39.27323636363636</c:v>
              </c:pt>
              <c:pt idx="55">
                <c:v>40.000499999999995</c:v>
              </c:pt>
              <c:pt idx="56">
                <c:v>40.727763636363626</c:v>
              </c:pt>
              <c:pt idx="57">
                <c:v>41.455027272727264</c:v>
              </c:pt>
              <c:pt idx="58">
                <c:v>42.18229090909091</c:v>
              </c:pt>
              <c:pt idx="59">
                <c:v>42.90955454545454</c:v>
              </c:pt>
              <c:pt idx="60">
                <c:v>43.63681818181818</c:v>
              </c:pt>
              <c:pt idx="61">
                <c:v>44.36408181818181</c:v>
              </c:pt>
              <c:pt idx="62">
                <c:v>45.091345454545454</c:v>
              </c:pt>
              <c:pt idx="63">
                <c:v>45.818609090909085</c:v>
              </c:pt>
              <c:pt idx="64">
                <c:v>46.54587272727272</c:v>
              </c:pt>
              <c:pt idx="65">
                <c:v>47.273136363636354</c:v>
              </c:pt>
              <c:pt idx="66">
                <c:v>48.00039999999999</c:v>
              </c:pt>
              <c:pt idx="67">
                <c:v>48.72766363636364</c:v>
              </c:pt>
              <c:pt idx="68">
                <c:v>49.45492727272727</c:v>
              </c:pt>
              <c:pt idx="69">
                <c:v>50.182190909090906</c:v>
              </c:pt>
              <c:pt idx="70">
                <c:v>50.90945454545454</c:v>
              </c:pt>
              <c:pt idx="71">
                <c:v>51.63671818181818</c:v>
              </c:pt>
              <c:pt idx="72">
                <c:v>52.36398181818181</c:v>
              </c:pt>
              <c:pt idx="73">
                <c:v>53.09124545454545</c:v>
              </c:pt>
              <c:pt idx="74">
                <c:v>53.81850909090908</c:v>
              </c:pt>
              <c:pt idx="75">
                <c:v>54.54577272727272</c:v>
              </c:pt>
              <c:pt idx="76">
                <c:v>55.27303636363636</c:v>
              </c:pt>
              <c:pt idx="77">
                <c:v>56.000299999999996</c:v>
              </c:pt>
              <c:pt idx="78">
                <c:v>56.72756363636363</c:v>
              </c:pt>
              <c:pt idx="79">
                <c:v>57.454827272727265</c:v>
              </c:pt>
              <c:pt idx="80">
                <c:v>58.18209090909091</c:v>
              </c:pt>
              <c:pt idx="81">
                <c:v>58.90935454545454</c:v>
              </c:pt>
              <c:pt idx="82">
                <c:v>59.63661818181818</c:v>
              </c:pt>
              <c:pt idx="83">
                <c:v>60.36388181818181</c:v>
              </c:pt>
              <c:pt idx="84">
                <c:v>61.09114545454545</c:v>
              </c:pt>
              <c:pt idx="85">
                <c:v>61.818409090909086</c:v>
              </c:pt>
              <c:pt idx="86">
                <c:v>62.54567272727272</c:v>
              </c:pt>
              <c:pt idx="87">
                <c:v>63.272936363636354</c:v>
              </c:pt>
              <c:pt idx="88">
                <c:v>64.00019999999999</c:v>
              </c:pt>
              <c:pt idx="89">
                <c:v>64.72746363636364</c:v>
              </c:pt>
              <c:pt idx="90">
                <c:v>65.45472727272728</c:v>
              </c:pt>
              <c:pt idx="91">
                <c:v>66.18199090909091</c:v>
              </c:pt>
              <c:pt idx="92">
                <c:v>66.90925454545454</c:v>
              </c:pt>
              <c:pt idx="93">
                <c:v>67.63651818181818</c:v>
              </c:pt>
              <c:pt idx="94">
                <c:v>68.36378181818182</c:v>
              </c:pt>
              <c:pt idx="95">
                <c:v>69.09104545454545</c:v>
              </c:pt>
              <c:pt idx="96">
                <c:v>69.8183090909091</c:v>
              </c:pt>
              <c:pt idx="97">
                <c:v>70.54557272727273</c:v>
              </c:pt>
              <c:pt idx="98">
                <c:v>71.27283636363636</c:v>
              </c:pt>
              <c:pt idx="99">
                <c:v>72.0001</c:v>
              </c:pt>
              <c:pt idx="100">
                <c:v>72.72736363636363</c:v>
              </c:pt>
              <c:pt idx="101">
                <c:v>73.45462727272728</c:v>
              </c:pt>
              <c:pt idx="102">
                <c:v>74.18189090909091</c:v>
              </c:pt>
              <c:pt idx="103">
                <c:v>74.90915454545454</c:v>
              </c:pt>
              <c:pt idx="104">
                <c:v>75.63641818181817</c:v>
              </c:pt>
              <c:pt idx="105">
                <c:v>76.36368181818182</c:v>
              </c:pt>
              <c:pt idx="106">
                <c:v>77.09094545454546</c:v>
              </c:pt>
              <c:pt idx="107">
                <c:v>77.8182090909091</c:v>
              </c:pt>
              <c:pt idx="108">
                <c:v>78.54547272727272</c:v>
              </c:pt>
              <c:pt idx="109">
                <c:v>79.27273636363637</c:v>
              </c:pt>
              <c:pt idx="110">
                <c:v>80</c:v>
              </c:pt>
            </c:numLit>
          </c:xVal>
          <c:yVal>
            <c:numLit>
              <c:formatCode>0E+0</c:formatCode>
              <c:ptCount val="111"/>
              <c:pt idx="0">
                <c:v>0.0006656113532667463</c:v>
              </c:pt>
              <c:pt idx="1">
                <c:v>0.0190030768481235</c:v>
              </c:pt>
              <c:pt idx="2">
                <c:v>0.0273905877612971</c:v>
              </c:pt>
              <c:pt idx="3">
                <c:v>0.03337613541675994</c:v>
              </c:pt>
              <c:pt idx="4">
                <c:v>0.038138931450599475</c:v>
              </c:pt>
              <c:pt idx="5">
                <c:v>0.041961941557403244</c:v>
              </c:pt>
              <c:pt idx="6">
                <c:v>0.04501953112181729</c:v>
              </c:pt>
              <c:pt idx="7">
                <c:v>0.04733648980501778</c:v>
              </c:pt>
              <c:pt idx="8">
                <c:v>0.048987730493022595</c:v>
              </c:pt>
              <c:pt idx="9">
                <c:v>0.05008651320759224</c:v>
              </c:pt>
              <c:pt idx="10">
                <c:v>0.05068480887741243</c:v>
              </c:pt>
              <c:pt idx="11">
                <c:v>0.050568070386892004</c:v>
              </c:pt>
              <c:pt idx="12">
                <c:v>0.05023788695351865</c:v>
              </c:pt>
              <c:pt idx="13">
                <c:v>0.049169426850018266</c:v>
              </c:pt>
              <c:pt idx="14">
                <c:v>0.0480592173212408</c:v>
              </c:pt>
              <c:pt idx="15">
                <c:v>0.046265495190191505</c:v>
              </c:pt>
              <c:pt idx="16">
                <c:v>0.044538720447442566</c:v>
              </c:pt>
              <c:pt idx="17">
                <c:v>0.0424921038856872</c:v>
              </c:pt>
              <c:pt idx="18">
                <c:v>0.04036960815280437</c:v>
              </c:pt>
              <c:pt idx="19">
                <c:v>0.03835313183821685</c:v>
              </c:pt>
              <c:pt idx="20">
                <c:v>0.03610283432419069</c:v>
              </c:pt>
              <c:pt idx="21">
                <c:v>0.03393742813156393</c:v>
              </c:pt>
              <c:pt idx="22">
                <c:v>0.031901900494647244</c:v>
              </c:pt>
              <c:pt idx="23">
                <c:v>0.029876801141723554</c:v>
              </c:pt>
              <c:pt idx="24">
                <c:v>0.0279021810549114</c:v>
              </c:pt>
              <c:pt idx="25">
                <c:v>0.026058067727130995</c:v>
              </c:pt>
              <c:pt idx="26">
                <c:v>0.02433583569454412</c:v>
              </c:pt>
              <c:pt idx="27">
                <c:v>0.02269667575338806</c:v>
              </c:pt>
              <c:pt idx="28">
                <c:v>0.02115598896381679</c:v>
              </c:pt>
              <c:pt idx="29">
                <c:v>0.0197198864670887</c:v>
              </c:pt>
              <c:pt idx="30">
                <c:v>0.018381268913495927</c:v>
              </c:pt>
              <c:pt idx="31">
                <c:v>0.017132799561126937</c:v>
              </c:pt>
              <c:pt idx="32">
                <c:v>0.015965943695228364</c:v>
              </c:pt>
              <c:pt idx="33">
                <c:v>0.014878558356427474</c:v>
              </c:pt>
              <c:pt idx="34">
                <c:v>0.013865231081315762</c:v>
              </c:pt>
              <c:pt idx="35">
                <c:v>0.012920918030693201</c:v>
              </c:pt>
              <c:pt idx="36">
                <c:v>0.012040918883845222</c:v>
              </c:pt>
              <c:pt idx="37">
                <c:v>0.011230364344477856</c:v>
              </c:pt>
              <c:pt idx="38">
                <c:v>0.010475808634886325</c:v>
              </c:pt>
              <c:pt idx="39">
                <c:v>0.009771950685528833</c:v>
              </c:pt>
              <c:pt idx="40">
                <c:v>0.009115384170192364</c:v>
              </c:pt>
              <c:pt idx="41">
                <c:v>0.008502931629939666</c:v>
              </c:pt>
              <c:pt idx="42">
                <c:v>0.00793162909577102</c:v>
              </c:pt>
              <c:pt idx="43">
                <c:v>0.007405177044056126</c:v>
              </c:pt>
              <c:pt idx="44">
                <c:v>0.006917185382982913</c:v>
              </c:pt>
              <c:pt idx="45">
                <c:v>0.006461351745932655</c:v>
              </c:pt>
              <c:pt idx="46">
                <c:v>0.006035556960403954</c:v>
              </c:pt>
              <c:pt idx="47">
                <c:v>0.005637821504642824</c:v>
              </c:pt>
              <c:pt idx="48">
                <c:v>0.005266296304837746</c:v>
              </c:pt>
              <c:pt idx="49">
                <c:v>0.004919254138767695</c:v>
              </c:pt>
              <c:pt idx="50">
                <c:v>0.00459982900264024</c:v>
              </c:pt>
              <c:pt idx="51">
                <c:v>0.004310190476075235</c:v>
              </c:pt>
              <c:pt idx="52">
                <c:v>0.004038789687483224</c:v>
              </c:pt>
              <c:pt idx="53">
                <c:v>0.003784478256880662</c:v>
              </c:pt>
              <c:pt idx="54">
                <c:v>0.003546180114599493</c:v>
              </c:pt>
              <c:pt idx="55">
                <c:v>0.00332288694810631</c:v>
              </c:pt>
              <c:pt idx="56">
                <c:v>0.0031136539355227618</c:v>
              </c:pt>
              <c:pt idx="57">
                <c:v>0.002917595747794367</c:v>
              </c:pt>
              <c:pt idx="58">
                <c:v>0.0027338828025917413</c:v>
              </c:pt>
              <c:pt idx="59">
                <c:v>0.0025693017205450142</c:v>
              </c:pt>
              <c:pt idx="60">
                <c:v>0.002416773108389794</c:v>
              </c:pt>
              <c:pt idx="61">
                <c:v>0.0022732994769478045</c:v>
              </c:pt>
              <c:pt idx="62">
                <c:v>0.0021383432701857262</c:v>
              </c:pt>
              <c:pt idx="63">
                <c:v>0.002011398844505861</c:v>
              </c:pt>
              <c:pt idx="64">
                <c:v>0.0018919905742393337</c:v>
              </c:pt>
              <c:pt idx="65">
                <c:v>0.0017796710696082222</c:v>
              </c:pt>
              <c:pt idx="66">
                <c:v>0.001674019500479723</c:v>
              </c:pt>
              <c:pt idx="67">
                <c:v>0.0015746400196319902</c:v>
              </c:pt>
              <c:pt idx="68">
                <c:v>0.0014811602796240381</c:v>
              </c:pt>
              <c:pt idx="69">
                <c:v>0.001396760301997962</c:v>
              </c:pt>
              <c:pt idx="70">
                <c:v>0.001318389976263745</c:v>
              </c:pt>
              <c:pt idx="71">
                <c:v>0.0012444169031912064</c:v>
              </c:pt>
              <c:pt idx="72">
                <c:v>0.0011745943588987063</c:v>
              </c:pt>
              <c:pt idx="73">
                <c:v>0.0011086894628469</c:v>
              </c:pt>
              <c:pt idx="74">
                <c:v>0.0010464824011075903</c:v>
              </c:pt>
              <c:pt idx="75">
                <c:v>0.0009877656932138926</c:v>
              </c:pt>
              <c:pt idx="76">
                <c:v>0.0009323435001464605</c:v>
              </c:pt>
              <c:pt idx="77">
                <c:v>0.0008800309711476483</c:v>
              </c:pt>
              <c:pt idx="78">
                <c:v>0.000830653627185062</c:v>
              </c:pt>
              <c:pt idx="79">
                <c:v>0.0007840467790081175</c:v>
              </c:pt>
              <c:pt idx="80">
                <c:v>0.0007400549778566695</c:v>
              </c:pt>
              <c:pt idx="81">
                <c:v>0.0007007939585345698</c:v>
              </c:pt>
              <c:pt idx="82">
                <c:v>0.0006636917171422333</c:v>
              </c:pt>
              <c:pt idx="83">
                <c:v>0.0006285537853726771</c:v>
              </c:pt>
              <c:pt idx="84">
                <c:v>0.000595276166482055</c:v>
              </c:pt>
              <c:pt idx="85">
                <c:v>0.0005637603696419874</c:v>
              </c:pt>
              <c:pt idx="86">
                <c:v>0.0005339131184390392</c:v>
              </c:pt>
              <c:pt idx="87">
                <c:v>0.0005056460748071515</c:v>
              </c:pt>
              <c:pt idx="88">
                <c:v>0.00047887557757596446</c:v>
              </c:pt>
              <c:pt idx="89">
                <c:v>0.0004535223948612168</c:v>
              </c:pt>
              <c:pt idx="90">
                <c:v>0.00042951148956437606</c:v>
              </c:pt>
              <c:pt idx="91">
                <c:v>0.00040677179728745833</c:v>
              </c:pt>
              <c:pt idx="92">
                <c:v>0.0003852360160057347</c:v>
              </c:pt>
              <c:pt idx="93">
                <c:v>0.00036484040687583425</c:v>
              </c:pt>
              <c:pt idx="94">
                <c:v>0.00034573894386402774</c:v>
              </c:pt>
              <c:pt idx="95">
                <c:v>0.0003286196212734254</c:v>
              </c:pt>
              <c:pt idx="96">
                <c:v>0.00031234796485165466</c:v>
              </c:pt>
              <c:pt idx="97">
                <c:v>0.00029688200226423914</c:v>
              </c:pt>
              <c:pt idx="98">
                <c:v>0.00028218183944398085</c:v>
              </c:pt>
              <c:pt idx="99">
                <c:v>0.000268209557685201</c:v>
              </c:pt>
              <c:pt idx="100">
                <c:v>0.0002549291158333817</c:v>
              </c:pt>
              <c:pt idx="101">
                <c:v>0.00024230625731789686</c:v>
              </c:pt>
              <c:pt idx="102">
                <c:v>0.0002303084217880415</c:v>
              </c:pt>
              <c:pt idx="103">
                <c:v>0.0002189046611244103</c:v>
              </c:pt>
              <c:pt idx="104">
                <c:v>0.00020806555960899348</c:v>
              </c:pt>
              <c:pt idx="105">
                <c:v>0.0001977631580480591</c:v>
              </c:pt>
              <c:pt idx="106">
                <c:v>0.00018797088165210717</c:v>
              </c:pt>
              <c:pt idx="107">
                <c:v>0.00017866347148685858</c:v>
              </c:pt>
              <c:pt idx="108">
                <c:v>0.0001698169193184594</c:v>
              </c:pt>
              <c:pt idx="109">
                <c:v>0.00016140840568483667</c:v>
              </c:pt>
              <c:pt idx="110">
                <c:v>0.00015341624103346247</c:v>
              </c:pt>
            </c:numLit>
          </c:yVal>
        </c:ser>
        <c:ser>
          <c:idx val="3"/>
          <c:order val="3"/>
          <c:tx>
            <c:v>COMSOL Maxwellian</c:v>
          </c:tx>
          <c:spPr>
            <a:ln xmlns:a="http://schemas.openxmlformats.org/drawingml/2006/main" w="19050">
              <a:solidFill>
                <a:srgbClr val="59636F"/>
              </a:solidFill>
              <a:prstDash val="dash"/>
            </a:ln>
          </c:spPr>
          <c:marker>
            <c:symbol val="none"/>
          </c:marker>
          <c:xVal>
            <c:numLit>
              <c:formatCode>General</c:formatCode>
              <c:ptCount val="111"/>
              <c:pt idx="0">
                <c:v>0.001</c:v>
              </c:pt>
              <c:pt idx="1">
                <c:v>0.7282636363636363</c:v>
              </c:pt>
              <c:pt idx="2">
                <c:v>1.4555272727272726</c:v>
              </c:pt>
              <c:pt idx="3">
                <c:v>2.182790909090909</c:v>
              </c:pt>
              <c:pt idx="4">
                <c:v>2.9100545454545452</c:v>
              </c:pt>
              <c:pt idx="5">
                <c:v>3.637318181818182</c:v>
              </c:pt>
              <c:pt idx="6">
                <c:v>4.364581818181819</c:v>
              </c:pt>
              <c:pt idx="7">
                <c:v>5.091845454545454</c:v>
              </c:pt>
              <c:pt idx="8">
                <c:v>5.819109090909091</c:v>
              </c:pt>
              <c:pt idx="9">
                <c:v>6.546372727272727</c:v>
              </c:pt>
              <c:pt idx="10">
                <c:v>7.273636363636364</c:v>
              </c:pt>
              <c:pt idx="11">
                <c:v>8.0009</c:v>
              </c:pt>
              <c:pt idx="12">
                <c:v>8.728163636363636</c:v>
              </c:pt>
              <c:pt idx="13">
                <c:v>9.45542727272727</c:v>
              </c:pt>
              <c:pt idx="14">
                <c:v>10.182690909090907</c:v>
              </c:pt>
              <c:pt idx="15">
                <c:v>10.909954545454545</c:v>
              </c:pt>
              <c:pt idx="16">
                <c:v>11.63721818181818</c:v>
              </c:pt>
              <c:pt idx="17">
                <c:v>12.364481818181817</c:v>
              </c:pt>
              <c:pt idx="18">
                <c:v>13.091745454545453</c:v>
              </c:pt>
              <c:pt idx="19">
                <c:v>13.81900909090909</c:v>
              </c:pt>
              <c:pt idx="20">
                <c:v>14.546272727272727</c:v>
              </c:pt>
              <c:pt idx="21">
                <c:v>15.273536363636362</c:v>
              </c:pt>
              <c:pt idx="22">
                <c:v>16.000799999999998</c:v>
              </c:pt>
              <c:pt idx="23">
                <c:v>16.728063636363636</c:v>
              </c:pt>
              <c:pt idx="24">
                <c:v>17.455327272727274</c:v>
              </c:pt>
              <c:pt idx="25">
                <c:v>18.18259090909091</c:v>
              </c:pt>
              <c:pt idx="26">
                <c:v>18.909854545454543</c:v>
              </c:pt>
              <c:pt idx="27">
                <c:v>19.63711818181818</c:v>
              </c:pt>
              <c:pt idx="28">
                <c:v>20.364381818181815</c:v>
              </c:pt>
              <c:pt idx="29">
                <c:v>21.091645454545457</c:v>
              </c:pt>
              <c:pt idx="30">
                <c:v>21.81890909090909</c:v>
              </c:pt>
              <c:pt idx="31">
                <c:v>22.54617272727273</c:v>
              </c:pt>
              <c:pt idx="32">
                <c:v>23.273436363636364</c:v>
              </c:pt>
              <c:pt idx="33">
                <c:v>24.0007</c:v>
              </c:pt>
              <c:pt idx="34">
                <c:v>24.727963636363636</c:v>
              </c:pt>
              <c:pt idx="35">
                <c:v>25.45522727272727</c:v>
              </c:pt>
              <c:pt idx="36">
                <c:v>26.18249090909091</c:v>
              </c:pt>
              <c:pt idx="37">
                <c:v>26.909754545454543</c:v>
              </c:pt>
              <c:pt idx="38">
                <c:v>27.63701818181818</c:v>
              </c:pt>
              <c:pt idx="39">
                <c:v>28.364281818181816</c:v>
              </c:pt>
              <c:pt idx="40">
                <c:v>29.091545454545457</c:v>
              </c:pt>
              <c:pt idx="41">
                <c:v>29.81880909090909</c:v>
              </c:pt>
              <c:pt idx="42">
                <c:v>30.546072727272726</c:v>
              </c:pt>
              <c:pt idx="43">
                <c:v>31.273336363636364</c:v>
              </c:pt>
              <c:pt idx="44">
                <c:v>32.0006</c:v>
              </c:pt>
              <c:pt idx="45">
                <c:v>32.72786363636364</c:v>
              </c:pt>
              <c:pt idx="46">
                <c:v>33.45512727272727</c:v>
              </c:pt>
              <c:pt idx="47">
                <c:v>34.182390909090905</c:v>
              </c:pt>
              <c:pt idx="48">
                <c:v>34.90965454545454</c:v>
              </c:pt>
              <c:pt idx="49">
                <c:v>35.636918181818174</c:v>
              </c:pt>
              <c:pt idx="50">
                <c:v>36.36418181818181</c:v>
              </c:pt>
              <c:pt idx="51">
                <c:v>37.09144545454545</c:v>
              </c:pt>
              <c:pt idx="52">
                <c:v>37.81870909090908</c:v>
              </c:pt>
              <c:pt idx="53">
                <c:v>38.545972727272726</c:v>
              </c:pt>
              <c:pt idx="54">
                <c:v>39.27323636363636</c:v>
              </c:pt>
              <c:pt idx="55">
                <c:v>40.000499999999995</c:v>
              </c:pt>
              <c:pt idx="56">
                <c:v>40.727763636363626</c:v>
              </c:pt>
              <c:pt idx="57">
                <c:v>41.455027272727264</c:v>
              </c:pt>
              <c:pt idx="58">
                <c:v>42.18229090909091</c:v>
              </c:pt>
              <c:pt idx="59">
                <c:v>42.90955454545454</c:v>
              </c:pt>
              <c:pt idx="60">
                <c:v>43.63681818181818</c:v>
              </c:pt>
              <c:pt idx="61">
                <c:v>44.36408181818181</c:v>
              </c:pt>
              <c:pt idx="62">
                <c:v>45.091345454545454</c:v>
              </c:pt>
              <c:pt idx="63">
                <c:v>45.818609090909085</c:v>
              </c:pt>
              <c:pt idx="64">
                <c:v>46.54587272727272</c:v>
              </c:pt>
              <c:pt idx="65">
                <c:v>47.273136363636354</c:v>
              </c:pt>
              <c:pt idx="66">
                <c:v>48.00039999999999</c:v>
              </c:pt>
              <c:pt idx="67">
                <c:v>48.72766363636364</c:v>
              </c:pt>
              <c:pt idx="68">
                <c:v>49.45492727272727</c:v>
              </c:pt>
              <c:pt idx="69">
                <c:v>50.182190909090906</c:v>
              </c:pt>
              <c:pt idx="70">
                <c:v>50.90945454545454</c:v>
              </c:pt>
              <c:pt idx="71">
                <c:v>51.63671818181818</c:v>
              </c:pt>
              <c:pt idx="72">
                <c:v>52.36398181818181</c:v>
              </c:pt>
              <c:pt idx="73">
                <c:v>53.09124545454545</c:v>
              </c:pt>
              <c:pt idx="74">
                <c:v>53.81850909090908</c:v>
              </c:pt>
              <c:pt idx="75">
                <c:v>54.54577272727272</c:v>
              </c:pt>
              <c:pt idx="76">
                <c:v>55.27303636363636</c:v>
              </c:pt>
              <c:pt idx="77">
                <c:v>56.000299999999996</c:v>
              </c:pt>
              <c:pt idx="78">
                <c:v>56.72756363636363</c:v>
              </c:pt>
              <c:pt idx="79">
                <c:v>57.454827272727265</c:v>
              </c:pt>
              <c:pt idx="80">
                <c:v>58.18209090909091</c:v>
              </c:pt>
              <c:pt idx="81">
                <c:v>58.90935454545454</c:v>
              </c:pt>
              <c:pt idx="82">
                <c:v>59.63661818181818</c:v>
              </c:pt>
              <c:pt idx="83">
                <c:v>60.36388181818181</c:v>
              </c:pt>
              <c:pt idx="84">
                <c:v>61.09114545454545</c:v>
              </c:pt>
              <c:pt idx="85">
                <c:v>61.818409090909086</c:v>
              </c:pt>
              <c:pt idx="86">
                <c:v>62.54567272727272</c:v>
              </c:pt>
              <c:pt idx="87">
                <c:v>63.272936363636354</c:v>
              </c:pt>
              <c:pt idx="88">
                <c:v>64.00019999999999</c:v>
              </c:pt>
              <c:pt idx="89">
                <c:v>64.72746363636364</c:v>
              </c:pt>
              <c:pt idx="90">
                <c:v>65.45472727272728</c:v>
              </c:pt>
              <c:pt idx="91">
                <c:v>66.18199090909091</c:v>
              </c:pt>
              <c:pt idx="92">
                <c:v>66.90925454545454</c:v>
              </c:pt>
              <c:pt idx="93">
                <c:v>67.63651818181818</c:v>
              </c:pt>
              <c:pt idx="94">
                <c:v>68.36378181818182</c:v>
              </c:pt>
              <c:pt idx="95">
                <c:v>69.09104545454545</c:v>
              </c:pt>
              <c:pt idx="96">
                <c:v>69.8183090909091</c:v>
              </c:pt>
              <c:pt idx="97">
                <c:v>70.54557272727273</c:v>
              </c:pt>
              <c:pt idx="98">
                <c:v>71.27283636363636</c:v>
              </c:pt>
              <c:pt idx="99">
                <c:v>72.0001</c:v>
              </c:pt>
              <c:pt idx="100">
                <c:v>72.72736363636363</c:v>
              </c:pt>
              <c:pt idx="101">
                <c:v>73.45462727272728</c:v>
              </c:pt>
              <c:pt idx="102">
                <c:v>74.18189090909091</c:v>
              </c:pt>
              <c:pt idx="103">
                <c:v>74.90915454545454</c:v>
              </c:pt>
              <c:pt idx="104">
                <c:v>75.63641818181817</c:v>
              </c:pt>
              <c:pt idx="105">
                <c:v>76.36368181818182</c:v>
              </c:pt>
              <c:pt idx="106">
                <c:v>77.09094545454546</c:v>
              </c:pt>
              <c:pt idx="107">
                <c:v>77.8182090909091</c:v>
              </c:pt>
              <c:pt idx="108">
                <c:v>78.54547272727272</c:v>
              </c:pt>
              <c:pt idx="109">
                <c:v>79.27273636363637</c:v>
              </c:pt>
              <c:pt idx="110">
                <c:v>80</c:v>
              </c:pt>
            </c:numLit>
          </c:xVal>
          <c:yVal>
            <c:numLit>
              <c:formatCode>0E+0</c:formatCode>
              <c:ptCount val="111"/>
              <c:pt idx="0">
                <c:v>0.0011396217809101223</c:v>
              </c:pt>
              <c:pt idx="1">
                <c:v>0.028583066011473552</c:v>
              </c:pt>
              <c:pt idx="2">
                <c:v>0.03755592230283323</c:v>
              </c:pt>
              <c:pt idx="3">
                <c:v>0.04274428776598296</c:v>
              </c:pt>
              <c:pt idx="4">
                <c:v>0.045869746506347224</c:v>
              </c:pt>
              <c:pt idx="5">
                <c:v>0.04766177155134362</c:v>
              </c:pt>
              <c:pt idx="6">
                <c:v>0.04852377855588871</c:v>
              </c:pt>
              <c:pt idx="7">
                <c:v>0.048710732219679136</c:v>
              </c:pt>
              <c:pt idx="8">
                <c:v>0.048397068807097945</c:v>
              </c:pt>
              <c:pt idx="9">
                <c:v>0.047708408881770865</c:v>
              </c:pt>
              <c:pt idx="10">
                <c:v>0.046738429960474316</c:v>
              </c:pt>
              <c:pt idx="11">
                <c:v>0.04555871924354065</c:v>
              </c:pt>
              <c:pt idx="12">
                <c:v>0.04422494321170814</c:v>
              </c:pt>
              <c:pt idx="13">
                <c:v>0.04278092611222697</c:v>
              </c:pt>
              <c:pt idx="14">
                <c:v>0.041261464816207634</c:v>
              </c:pt>
              <c:pt idx="15">
                <c:v>0.03969434045784697</c:v>
              </c:pt>
              <c:pt idx="16">
                <c:v>0.03810179769006539</c:v>
              </c:pt>
              <c:pt idx="17">
                <c:v>0.036501658447995036</c:v>
              </c:pt>
              <c:pt idx="18">
                <c:v>0.03490817719383838</c:v>
              </c:pt>
              <c:pt idx="19">
                <c:v>0.03333270857270303</c:v>
              </c:pt>
              <c:pt idx="20">
                <c:v>0.03178423591409583</c:v>
              </c:pt>
              <c:pt idx="21">
                <c:v>0.03026979451659014</c:v>
              </c:pt>
              <c:pt idx="22">
                <c:v>0.028794814042110276</c:v>
              </c:pt>
              <c:pt idx="23">
                <c:v>0.027363397812287776</c:v>
              </c:pt>
              <c:pt idx="24">
                <c:v>0.025978552256263426</c:v>
              </c:pt>
              <c:pt idx="25">
                <c:v>0.02464237653596054</c:v>
              </c:pt>
              <c:pt idx="26">
                <c:v>0.023356220045668726</c:v>
              </c:pt>
              <c:pt idx="27">
                <c:v>0.02212081377155352</c:v>
              </c:pt>
              <c:pt idx="28">
                <c:v>0.020936380220359325</c:v>
              </c:pt>
              <c:pt idx="29">
                <c:v>0.01980272566136702</c:v>
              </c:pt>
              <c:pt idx="30">
                <c:v>0.018719317686492112</c:v>
              </c:pt>
              <c:pt idx="31">
                <c:v>0.017685350520752416</c:v>
              </c:pt>
              <c:pt idx="32">
                <c:v>0.016699800066957197</c:v>
              </c:pt>
              <c:pt idx="33">
                <c:v>0.015761470313966568</c:v>
              </c:pt>
              <c:pt idx="34">
                <c:v>0.014869032455070553</c:v>
              </c:pt>
              <c:pt idx="35">
                <c:v>0.014021057835577961</c:v>
              </c:pt>
              <c:pt idx="36">
                <c:v>0.013216045664369297</c:v>
              </c:pt>
              <c:pt idx="37">
                <c:v>0.012452446273740756</c:v>
              </c:pt>
              <c:pt idx="38">
                <c:v>0.011728680588324988</c:v>
              </c:pt>
              <c:pt idx="39">
                <c:v>0.011043156361817692</c:v>
              </c:pt>
              <c:pt idx="40">
                <c:v>0.010394281655477147</c:v>
              </c:pt>
              <c:pt idx="41">
                <c:v>0.009780475961618</c:v>
              </c:pt>
              <c:pt idx="42">
                <c:v>0.00920017931600536</c:v>
              </c:pt>
              <c:pt idx="43">
                <c:v>0.008651859693119034</c:v>
              </c:pt>
              <c:pt idx="44">
                <c:v>0.008134018936057006</c:v>
              </c:pt>
              <c:pt idx="45">
                <c:v>0.0076451974370616215</c:v>
              </c:pt>
              <c:pt idx="46">
                <c:v>0.007183977754210224</c:v>
              </c:pt>
              <c:pt idx="47">
                <c:v>0.0067489873238423415</c:v>
              </c:pt>
              <c:pt idx="48">
                <c:v>0.006338900406083462</c:v>
              </c:pt>
              <c:pt idx="49">
                <c:v>0.005952439381783164</c:v>
              </c:pt>
              <c:pt idx="50">
                <c:v>0.005588375502825776</c:v>
              </c:pt>
              <c:pt idx="51">
                <c:v>0.005245529183691062</c:v>
              </c:pt>
              <c:pt idx="52">
                <c:v>0.004922769910002346</c:v>
              </c:pt>
              <c:pt idx="53">
                <c:v>0.004619015829317871</c:v>
              </c:pt>
              <c:pt idx="54">
                <c:v>0.004333233080359373</c:v>
              </c:pt>
              <c:pt idx="55">
                <c:v>0.004064434909029297</c:v>
              </c:pt>
              <c:pt idx="56">
                <c:v>0.003811680612774517</c:v>
              </c:pt>
              <c:pt idx="57">
                <c:v>0.0035740743489649333</c:v>
              </c:pt>
              <c:pt idx="58">
                <c:v>0.0033507638378471385</c:v>
              </c:pt>
              <c:pt idx="59">
                <c:v>0.0031409389862005485</c:v>
              </c:pt>
              <c:pt idx="60">
                <c:v>0.002943830453976142</c:v>
              </c:pt>
              <c:pt idx="61">
                <c:v>0.002758708182858671</c:v>
              </c:pt>
              <c:pt idx="62">
                <c:v>0.0025848799027948194</c:v>
              </c:pt>
              <c:pt idx="63">
                <c:v>0.002421689630015335</c:v>
              </c:pt>
              <c:pt idx="64">
                <c:v>0.00226851616789826</c:v>
              </c:pt>
              <c:pt idx="65">
                <c:v>0.0021247716201306284</c:v>
              </c:pt>
              <c:pt idx="66">
                <c:v>0.0019898999239893345</c:v>
              </c:pt>
              <c:pt idx="67">
                <c:v>0.001863375410146673</c:v>
              </c:pt>
              <c:pt idx="68">
                <c:v>0.001744701394183321</c:v>
              </c:pt>
              <c:pt idx="69">
                <c:v>0.0016334088039373492</c:v>
              </c:pt>
              <c:pt idx="70">
                <c:v>0.0015290548459104614</c:v>
              </c:pt>
              <c:pt idx="71">
                <c:v>0.0014312217131733798</c:v>
              </c:pt>
              <c:pt idx="72">
                <c:v>0.0013395153365451276</c:v>
              </c:pt>
              <c:pt idx="73">
                <c:v>0.0012535641802511584</c:v>
              </c:pt>
              <c:pt idx="74">
                <c:v>0.0011730180827808007</c:v>
              </c:pt>
              <c:pt idx="75">
                <c:v>0.0010975471432541507</c:v>
              </c:pt>
              <c:pt idx="76">
                <c:v>0.0010268406532628772</c:v>
              </c:pt>
              <c:pt idx="77">
                <c:v>0.0009606060738599648</c:v>
              </c:pt>
              <c:pt idx="78">
                <c:v>0.0008985680571329918</c:v>
              </c:pt>
              <c:pt idx="79">
                <c:v>0.0008404675115974954</c:v>
              </c:pt>
              <c:pt idx="80">
                <c:v>0.0007860607104858433</c:v>
              </c:pt>
              <c:pt idx="81">
                <c:v>0.000735118441877722</c:v>
              </c:pt>
              <c:pt idx="82">
                <c:v>0.0006874251995166235</c:v>
              </c:pt>
              <c:pt idx="83">
                <c:v>0.0006427784130787473</c:v>
              </c:pt>
              <c:pt idx="84">
                <c:v>0.0006009877166030828</c:v>
              </c:pt>
              <c:pt idx="85">
                <c:v>0.0005618742537514053</c:v>
              </c:pt>
              <c:pt idx="86">
                <c:v>0.0005252700185416765</c:v>
              </c:pt>
              <c:pt idx="87">
                <c:v>0.0004910172301859229</c:v>
              </c:pt>
              <c:pt idx="88">
                <c:v>0.00045896774066187955</c:v>
              </c:pt>
              <c:pt idx="89">
                <c:v>0.0004289824736550127</c:v>
              </c:pt>
              <c:pt idx="90">
                <c:v>0.00040093089352235357</c:v>
              </c:pt>
              <c:pt idx="91">
                <c:v>0.00037469050295066154</c:v>
              </c:pt>
              <c:pt idx="92">
                <c:v>0.0003501463680076362</c:v>
              </c:pt>
              <c:pt idx="93">
                <c:v>0.0003271906693152524</c:v>
              </c:pt>
              <c:pt idx="94">
                <c:v>0.00030572227810787595</c:v>
              </c:pt>
              <c:pt idx="95">
                <c:v>0.0002856463559740525</c:v>
              </c:pt>
              <c:pt idx="96">
                <c:v>0.00026687397711890986</c:v>
              </c:pt>
              <c:pt idx="97">
                <c:v>0.00024932177202363317</c:v>
              </c:pt>
              <c:pt idx="98">
                <c:v>0.00023291159141882394</c:v>
              </c:pt>
              <c:pt idx="99">
                <c:v>0.00021757018952946931</c:v>
              </c:pt>
              <c:pt idx="100">
                <c:v>0.00020322892559030773</c:v>
              </c:pt>
              <c:pt idx="101">
                <c:v>0.00018982348267132222</c:v>
              </c:pt>
              <c:pt idx="102">
                <c:v>0.00017729360289370962</c:v>
              </c:pt>
              <c:pt idx="103">
                <c:v>0.0001655828381566988</c:v>
              </c:pt>
              <c:pt idx="104">
                <c:v>0.00015463831553492815</c:v>
              </c:pt>
              <c:pt idx="105">
                <c:v>0.0001444105165445664</c:v>
              </c:pt>
              <c:pt idx="106">
                <c:v>0.00013485306951385956</c:v>
              </c:pt>
              <c:pt idx="107">
                <c:v>0.0001259225543302653</c:v>
              </c:pt>
              <c:pt idx="108">
                <c:v>0.00011757831887168165</c:v>
              </c:pt>
              <c:pt idx="109">
                <c:v>0.00010978230646347036</c:v>
              </c:pt>
              <c:pt idx="110">
                <c:v>0.00010249889373598391</c:v>
              </c:pt>
            </c:numLit>
          </c:yVal>
        </c:ser>
        <c:ser>
          <c:idx val="4"/>
          <c:order val="4"/>
          <c:tx>
            <c:v>COMSOL Druyvesteyn</c:v>
          </c:tx>
          <c:spPr>
            <a:ln xmlns:a="http://schemas.openxmlformats.org/drawingml/2006/main" w="19050">
              <a:solidFill>
                <a:srgbClr val="908747"/>
              </a:solidFill>
              <a:prstDash val="dot"/>
            </a:ln>
          </c:spPr>
          <c:marker>
            <c:symbol val="none"/>
          </c:marker>
          <c:xVal>
            <c:numLit>
              <c:formatCode>General</c:formatCode>
              <c:ptCount val="111"/>
              <c:pt idx="0">
                <c:v>0.001</c:v>
              </c:pt>
              <c:pt idx="1">
                <c:v>0.7282636363636363</c:v>
              </c:pt>
              <c:pt idx="2">
                <c:v>1.4555272727272726</c:v>
              </c:pt>
              <c:pt idx="3">
                <c:v>2.182790909090909</c:v>
              </c:pt>
              <c:pt idx="4">
                <c:v>2.9100545454545452</c:v>
              </c:pt>
              <c:pt idx="5">
                <c:v>3.637318181818182</c:v>
              </c:pt>
              <c:pt idx="6">
                <c:v>4.364581818181819</c:v>
              </c:pt>
              <c:pt idx="7">
                <c:v>5.091845454545454</c:v>
              </c:pt>
              <c:pt idx="8">
                <c:v>5.819109090909091</c:v>
              </c:pt>
              <c:pt idx="9">
                <c:v>6.546372727272727</c:v>
              </c:pt>
              <c:pt idx="10">
                <c:v>7.273636363636364</c:v>
              </c:pt>
              <c:pt idx="11">
                <c:v>8.0009</c:v>
              </c:pt>
              <c:pt idx="12">
                <c:v>8.728163636363636</c:v>
              </c:pt>
              <c:pt idx="13">
                <c:v>9.45542727272727</c:v>
              </c:pt>
              <c:pt idx="14">
                <c:v>10.182690909090907</c:v>
              </c:pt>
              <c:pt idx="15">
                <c:v>10.909954545454545</c:v>
              </c:pt>
              <c:pt idx="16">
                <c:v>11.63721818181818</c:v>
              </c:pt>
              <c:pt idx="17">
                <c:v>12.364481818181817</c:v>
              </c:pt>
              <c:pt idx="18">
                <c:v>13.091745454545453</c:v>
              </c:pt>
              <c:pt idx="19">
                <c:v>13.81900909090909</c:v>
              </c:pt>
              <c:pt idx="20">
                <c:v>14.546272727272727</c:v>
              </c:pt>
              <c:pt idx="21">
                <c:v>15.273536363636362</c:v>
              </c:pt>
              <c:pt idx="22">
                <c:v>16.000799999999998</c:v>
              </c:pt>
              <c:pt idx="23">
                <c:v>16.728063636363636</c:v>
              </c:pt>
              <c:pt idx="24">
                <c:v>17.455327272727274</c:v>
              </c:pt>
              <c:pt idx="25">
                <c:v>18.18259090909091</c:v>
              </c:pt>
              <c:pt idx="26">
                <c:v>18.909854545454543</c:v>
              </c:pt>
              <c:pt idx="27">
                <c:v>19.63711818181818</c:v>
              </c:pt>
              <c:pt idx="28">
                <c:v>20.364381818181815</c:v>
              </c:pt>
              <c:pt idx="29">
                <c:v>21.091645454545457</c:v>
              </c:pt>
              <c:pt idx="30">
                <c:v>21.81890909090909</c:v>
              </c:pt>
              <c:pt idx="31">
                <c:v>22.54617272727273</c:v>
              </c:pt>
              <c:pt idx="32">
                <c:v>23.273436363636364</c:v>
              </c:pt>
              <c:pt idx="33">
                <c:v>24.0007</c:v>
              </c:pt>
              <c:pt idx="34">
                <c:v>24.727963636363636</c:v>
              </c:pt>
              <c:pt idx="35">
                <c:v>25.45522727272727</c:v>
              </c:pt>
              <c:pt idx="36">
                <c:v>26.18249090909091</c:v>
              </c:pt>
              <c:pt idx="37">
                <c:v>26.909754545454543</c:v>
              </c:pt>
              <c:pt idx="38">
                <c:v>27.63701818181818</c:v>
              </c:pt>
              <c:pt idx="39">
                <c:v>28.364281818181816</c:v>
              </c:pt>
              <c:pt idx="40">
                <c:v>29.091545454545457</c:v>
              </c:pt>
              <c:pt idx="41">
                <c:v>29.81880909090909</c:v>
              </c:pt>
              <c:pt idx="42">
                <c:v>30.546072727272726</c:v>
              </c:pt>
              <c:pt idx="43">
                <c:v>31.273336363636364</c:v>
              </c:pt>
              <c:pt idx="44">
                <c:v>32.0006</c:v>
              </c:pt>
              <c:pt idx="45">
                <c:v>32.72786363636364</c:v>
              </c:pt>
              <c:pt idx="46">
                <c:v>33.45512727272727</c:v>
              </c:pt>
              <c:pt idx="47">
                <c:v>34.182390909090905</c:v>
              </c:pt>
              <c:pt idx="48">
                <c:v>34.90965454545454</c:v>
              </c:pt>
              <c:pt idx="49">
                <c:v>35.636918181818174</c:v>
              </c:pt>
              <c:pt idx="50">
                <c:v>36.36418181818181</c:v>
              </c:pt>
              <c:pt idx="51">
                <c:v>37.09144545454545</c:v>
              </c:pt>
              <c:pt idx="52">
                <c:v>37.81870909090908</c:v>
              </c:pt>
              <c:pt idx="53">
                <c:v>38.545972727272726</c:v>
              </c:pt>
              <c:pt idx="54">
                <c:v>39.27323636363636</c:v>
              </c:pt>
              <c:pt idx="55">
                <c:v>40.000499999999995</c:v>
              </c:pt>
              <c:pt idx="56">
                <c:v>40.727763636363626</c:v>
              </c:pt>
              <c:pt idx="57">
                <c:v>41.455027272727264</c:v>
              </c:pt>
              <c:pt idx="58">
                <c:v>42.18229090909091</c:v>
              </c:pt>
              <c:pt idx="59">
                <c:v>42.90955454545454</c:v>
              </c:pt>
              <c:pt idx="60">
                <c:v>43.63681818181818</c:v>
              </c:pt>
              <c:pt idx="61">
                <c:v>44.36408181818181</c:v>
              </c:pt>
              <c:pt idx="62">
                <c:v>45.091345454545454</c:v>
              </c:pt>
              <c:pt idx="63">
                <c:v>45.818609090909085</c:v>
              </c:pt>
              <c:pt idx="64">
                <c:v>46.54587272727272</c:v>
              </c:pt>
              <c:pt idx="65">
                <c:v>47.273136363636354</c:v>
              </c:pt>
              <c:pt idx="66">
                <c:v>48.00039999999999</c:v>
              </c:pt>
              <c:pt idx="67">
                <c:v>48.72766363636364</c:v>
              </c:pt>
              <c:pt idx="68">
                <c:v>49.45492727272727</c:v>
              </c:pt>
              <c:pt idx="69">
                <c:v>50.182190909090906</c:v>
              </c:pt>
              <c:pt idx="70">
                <c:v>50.90945454545454</c:v>
              </c:pt>
              <c:pt idx="71">
                <c:v>51.63671818181818</c:v>
              </c:pt>
              <c:pt idx="72">
                <c:v>52.36398181818181</c:v>
              </c:pt>
              <c:pt idx="73">
                <c:v>53.09124545454545</c:v>
              </c:pt>
              <c:pt idx="74">
                <c:v>53.81850909090908</c:v>
              </c:pt>
              <c:pt idx="75">
                <c:v>54.54577272727272</c:v>
              </c:pt>
              <c:pt idx="76">
                <c:v>55.27303636363636</c:v>
              </c:pt>
              <c:pt idx="77">
                <c:v>56.000299999999996</c:v>
              </c:pt>
              <c:pt idx="78">
                <c:v>56.72756363636363</c:v>
              </c:pt>
              <c:pt idx="79">
                <c:v>57.454827272727265</c:v>
              </c:pt>
              <c:pt idx="80">
                <c:v>58.18209090909091</c:v>
              </c:pt>
              <c:pt idx="81">
                <c:v>58.90935454545454</c:v>
              </c:pt>
              <c:pt idx="82">
                <c:v>59.63661818181818</c:v>
              </c:pt>
              <c:pt idx="83">
                <c:v>60.36388181818181</c:v>
              </c:pt>
              <c:pt idx="84">
                <c:v>61.09114545454545</c:v>
              </c:pt>
              <c:pt idx="85">
                <c:v>61.818409090909086</c:v>
              </c:pt>
              <c:pt idx="86">
                <c:v>62.54567272727272</c:v>
              </c:pt>
              <c:pt idx="87">
                <c:v>63.272936363636354</c:v>
              </c:pt>
              <c:pt idx="88">
                <c:v>64.00019999999999</c:v>
              </c:pt>
              <c:pt idx="89">
                <c:v>64.72746363636364</c:v>
              </c:pt>
              <c:pt idx="90">
                <c:v>65.45472727272728</c:v>
              </c:pt>
              <c:pt idx="91">
                <c:v>66.18199090909091</c:v>
              </c:pt>
              <c:pt idx="92">
                <c:v>66.90925454545454</c:v>
              </c:pt>
              <c:pt idx="93">
                <c:v>67.63651818181818</c:v>
              </c:pt>
              <c:pt idx="94">
                <c:v>68.36378181818182</c:v>
              </c:pt>
              <c:pt idx="95">
                <c:v>69.09104545454545</c:v>
              </c:pt>
              <c:pt idx="96">
                <c:v>69.8183090909091</c:v>
              </c:pt>
              <c:pt idx="97">
                <c:v>70.54557272727273</c:v>
              </c:pt>
              <c:pt idx="98">
                <c:v>71.27283636363636</c:v>
              </c:pt>
              <c:pt idx="99">
                <c:v>72.0001</c:v>
              </c:pt>
              <c:pt idx="100">
                <c:v>72.72736363636363</c:v>
              </c:pt>
              <c:pt idx="101">
                <c:v>73.45462727272728</c:v>
              </c:pt>
              <c:pt idx="102">
                <c:v>74.18189090909091</c:v>
              </c:pt>
              <c:pt idx="103">
                <c:v>74.90915454545454</c:v>
              </c:pt>
              <c:pt idx="104">
                <c:v>75.63641818181817</c:v>
              </c:pt>
              <c:pt idx="105">
                <c:v>76.36368181818182</c:v>
              </c:pt>
              <c:pt idx="106">
                <c:v>77.09094545454546</c:v>
              </c:pt>
              <c:pt idx="107">
                <c:v>77.8182090909091</c:v>
              </c:pt>
              <c:pt idx="108">
                <c:v>78.54547272727272</c:v>
              </c:pt>
              <c:pt idx="109">
                <c:v>79.27273636363637</c:v>
              </c:pt>
              <c:pt idx="110">
                <c:v>80</c:v>
              </c:pt>
            </c:numLit>
          </c:xVal>
          <c:yVal>
            <c:numLit>
              <c:formatCode>0E+0</c:formatCode>
              <c:ptCount val="111"/>
              <c:pt idx="0">
                <c:v>0.000570840325353532</c:v>
              </c:pt>
              <c:pt idx="1">
                <c:v>0.015384781941347306</c:v>
              </c:pt>
              <c:pt idx="2">
                <c:v>0.02166493955796918</c:v>
              </c:pt>
              <c:pt idx="3">
                <c:v>0.026358551475761702</c:v>
              </c:pt>
              <c:pt idx="4">
                <c:v>0.030157968874944843</c:v>
              </c:pt>
              <c:pt idx="5">
                <c:v>0.03332315482840605</c:v>
              </c:pt>
              <c:pt idx="6">
                <c:v>0.03598310302404922</c:v>
              </c:pt>
              <c:pt idx="7">
                <c:v>0.03821242648249091</c:v>
              </c:pt>
              <c:pt idx="8">
                <c:v>0.040059254582063906</c:v>
              </c:pt>
              <c:pt idx="9">
                <c:v>0.04155760125915805</c:v>
              </c:pt>
              <c:pt idx="10">
                <c:v>0.04273358038732496</c:v>
              </c:pt>
              <c:pt idx="11">
                <c:v>0.04360880432887794</c:v>
              </c:pt>
              <c:pt idx="12">
                <c:v>0.04420234966342129</c:v>
              </c:pt>
              <c:pt idx="13">
                <c:v>0.04453193238830543</c:v>
              </c:pt>
              <c:pt idx="14">
                <c:v>0.044614617755749826</c:v>
              </c:pt>
              <c:pt idx="15">
                <c:v>0.04446724146931561</c:v>
              </c:pt>
              <c:pt idx="16">
                <c:v>0.04410664428735029</c:v>
              </c:pt>
              <c:pt idx="17">
                <c:v>0.0435497822235335</c:v>
              </c:pt>
              <c:pt idx="18">
                <c:v>0.04281375216415671</c:v>
              </c:pt>
              <c:pt idx="19">
                <c:v>0.04191575959605287</c:v>
              </c:pt>
              <c:pt idx="20">
                <c:v>0.04087304711380816</c:v>
              </c:pt>
              <c:pt idx="21">
                <c:v>0.03970279726587662</c:v>
              </c:pt>
              <c:pt idx="22">
                <c:v>0.038422019908688126</c:v>
              </c:pt>
              <c:pt idx="23">
                <c:v>0.037047431886656754</c:v>
              </c:pt>
              <c:pt idx="24">
                <c:v>0.03559533514845225</c:v>
              </c:pt>
              <c:pt idx="25">
                <c:v>0.03408149811048283</c:v>
              </c:pt>
              <c:pt idx="26">
                <c:v>0.03252104404498809</c:v>
              </c:pt>
              <c:pt idx="27">
                <c:v>0.030928349415831915</c:v>
              </c:pt>
              <c:pt idx="28">
                <c:v>0.02931695435725885</c:v>
              </c:pt>
              <c:pt idx="29">
                <c:v>0.02769948685767538</c:v>
              </c:pt>
              <c:pt idx="30">
                <c:v>0.0260876016530548</c:v>
              </c:pt>
              <c:pt idx="31">
                <c:v>0.0244919343419693</c:v>
              </c:pt>
              <c:pt idx="32">
                <c:v>0.022922070800502785</c:v>
              </c:pt>
              <c:pt idx="33">
                <c:v>0.02138653159716013</c:v>
              </c:pt>
              <c:pt idx="34">
                <c:v>0.019892770783589177</c:v>
              </c:pt>
              <c:pt idx="35">
                <c:v>0.018447188165264406</c:v>
              </c:pt>
              <c:pt idx="36">
                <c:v>0.017055153936064448</c:v>
              </c:pt>
              <c:pt idx="37">
                <c:v>0.01572104439039176</c:v>
              </c:pt>
              <c:pt idx="38">
                <c:v>0.014448287304100294</c:v>
              </c:pt>
              <c:pt idx="39">
                <c:v>0.013239415498386595</c:v>
              </c:pt>
              <c:pt idx="40">
                <c:v>0.012096127065724193</c:v>
              </c:pt>
              <c:pt idx="41">
                <c:v>0.011019350740106664</c:v>
              </c:pt>
              <c:pt idx="42">
                <c:v>0.010009314931067005</c:v>
              </c:pt>
              <c:pt idx="43">
                <c:v>0.009065619007585736</c:v>
              </c:pt>
              <c:pt idx="44">
                <c:v>0.008187305509288487</c:v>
              </c:pt>
              <c:pt idx="45">
                <c:v>0.007372932073386749</c:v>
              </c:pt>
              <c:pt idx="46">
                <c:v>0.006620641991796579</c:v>
              </c:pt>
              <c:pt idx="47">
                <c:v>0.005928232449099885</c:v>
              </c:pt>
              <c:pt idx="48">
                <c:v>0.005293219634081604</c:v>
              </c:pt>
              <c:pt idx="49">
                <c:v>0.00471290006142227</c:v>
              </c:pt>
              <c:pt idx="50">
                <c:v>0.004184407582113152</c:v>
              </c:pt>
              <c:pt idx="51">
                <c:v>0.003704765698125986</c:v>
              </c:pt>
              <c:pt idx="52">
                <c:v>0.003270934926151516</c:v>
              </c:pt>
              <c:pt idx="53">
                <c:v>0.0028798550746806364</c:v>
              </c:pt>
              <c:pt idx="54">
                <c:v>0.0025284824067109478</c:v>
              </c:pt>
              <c:pt idx="55">
                <c:v>0.002213821755791555</c:v>
              </c:pt>
              <c:pt idx="56">
                <c:v>0.0019329537453065969</c:v>
              </c:pt>
              <c:pt idx="57">
                <c:v>0.0016830573296046458</c:v>
              </c:pt>
              <c:pt idx="58">
                <c:v>0.0014614279309478465</c:v>
              </c:pt>
              <c:pt idx="59">
                <c:v>0.001265491488743874</c:v>
              </c:pt>
              <c:pt idx="60">
                <c:v>0.0010928147678681932</c:v>
              </c:pt>
              <c:pt idx="61">
                <c:v>0.0009411122920267409</c:v>
              </c:pt>
              <c:pt idx="62">
                <c:v>0.0008082502771491486</c:v>
              </c:pt>
              <c:pt idx="63">
                <c:v>0.000692247939944098</c:v>
              </c:pt>
              <c:pt idx="64">
                <c:v>0.0005912765492498757</c:v>
              </c:pt>
              <c:pt idx="65">
                <c:v>0.0005036565739470478</c:v>
              </c:pt>
              <c:pt idx="66">
                <c:v>0.00042785326221394566</c:v>
              </c:pt>
              <c:pt idx="67">
                <c:v>0.0003624709639918004</c:v>
              </c:pt>
              <c:pt idx="68">
                <c:v>0.0003062464827973633</c:v>
              </c:pt>
              <c:pt idx="69">
                <c:v>0.00025804171549055236</c:v>
              </c:pt>
              <c:pt idx="70">
                <c:v>0.00021683581017575168</c:v>
              </c:pt>
              <c:pt idx="71">
                <c:v>0.00018171704387147196</c:v>
              </c:pt>
              <c:pt idx="72">
                <c:v>0.00015187459358655163</c:v>
              </c:pt>
              <c:pt idx="73">
                <c:v>0.0001265903475336652</c:v>
              </c:pt>
              <c:pt idx="74">
                <c:v>0.0001052308778191688</c:v>
              </c:pt>
              <c:pt idx="75">
                <c:v>8.723967239019355E-05</c:v>
              </c:pt>
              <c:pt idx="76">
                <c:v>7.212970251477014E-05</c:v>
              </c:pt>
              <c:pt idx="77">
                <c:v>5.947638274959464E-05</c:v>
              </c:pt>
              <c:pt idx="78">
                <c:v>4.891096326725673E-05</c:v>
              </c:pt>
              <c:pt idx="79">
                <c:v>4.011437955980979E-05</c:v>
              </c:pt>
              <c:pt idx="80">
                <c:v>3.281157184470498E-05</c:v>
              </c:pt>
              <c:pt idx="81">
                <c:v>2.6766275866547177E-05</c:v>
              </c:pt>
              <c:pt idx="82">
                <c:v>2.1776278076326332E-05</c:v>
              </c:pt>
              <c:pt idx="83">
                <c:v>1.76691212191041E-05</c:v>
              </c:pt>
              <c:pt idx="84">
                <c:v>1.4298240998048031E-05</c:v>
              </c:pt>
              <c:pt idx="85">
                <c:v>1.1539510527194402E-05</c:v>
              </c:pt>
              <c:pt idx="86">
                <c:v>9.288166556805469E-06</c:v>
              </c:pt>
              <c:pt idx="87">
                <c:v>7.456089777603095E-06</c:v>
              </c:pt>
              <c:pt idx="88">
                <c:v>5.969410715736118E-06</c:v>
              </c:pt>
              <c:pt idx="89">
                <c:v>4.766412662535776E-06</c:v>
              </c:pt>
              <c:pt idx="90">
                <c:v>3.7957035985674728E-06</c:v>
              </c:pt>
              <c:pt idx="91">
                <c:v>3.0146300412716756E-06</c:v>
              </c:pt>
              <c:pt idx="92">
                <c:v>2.387907055613735E-06</c:v>
              </c:pt>
              <c:pt idx="93">
                <c:v>1.8864402186367499E-06</c:v>
              </c:pt>
              <c:pt idx="94">
                <c:v>1.4863170371658835E-06</c:v>
              </c:pt>
              <c:pt idx="95">
                <c:v>1.167947112469631E-06</c:v>
              </c:pt>
              <c:pt idx="96">
                <c:v>9.153321685424338E-07</c:v>
              </c:pt>
              <c:pt idx="97">
                <c:v>7.154488655536827E-07</c:v>
              </c:pt>
              <c:pt idx="98">
                <c:v>5.577290710008211E-07</c:v>
              </c:pt>
              <c:pt idx="99">
                <c:v>4.3362393138876484E-07</c:v>
              </c:pt>
              <c:pt idx="100">
                <c:v>3.3623965783780386E-07</c:v>
              </c:pt>
              <c:pt idx="101">
                <c:v>2.6003439751091905E-07</c:v>
              </c:pt>
              <c:pt idx="102">
                <c:v>2.0056690223587778E-07</c:v>
              </c:pt>
              <c:pt idx="103">
                <c:v>1.5428892369547432E-07</c:v>
              </c:pt>
              <c:pt idx="104">
                <c:v>1.1837436208766448E-07</c:v>
              </c:pt>
              <c:pt idx="105">
                <c:v>9.05791759063145E-08</c:v>
              </c:pt>
              <c:pt idx="106">
                <c:v>6.912693011713239E-08</c:v>
              </c:pt>
              <c:pt idx="107">
                <c:v>5.261562551515396E-08</c:v>
              </c:pt>
              <c:pt idx="108">
                <c:v>3.99421213209187E-08</c:v>
              </c:pt>
              <c:pt idx="109">
                <c:v>3.024104442136054E-08</c:v>
              </c:pt>
              <c:pt idx="110">
                <c:v>2.2835580531612216E-08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max val="1"/>
          <c:min val="1E-08"/>
        </c:scaling>
        <c:delete val="0"/>
        <c:axPos val="l"/>
        <c:majorGridlines>
          <c:spPr>
            <a:ln xmlns:a="http://schemas.openxmlformats.org/drawingml/2006/main" w="7620">
              <a:solidFill>
                <a:srgbClr val="D7DCE0"/>
              </a:solidFill>
              <a:prstDash val="solid"/>
            </a:ln>
          </c:spPr>
        </c:majorGridlines>
        <c:numFmt formatCode="0E+0"/>
        <c:majorTickMark val="none"/>
        <c:minorTickMark val="none"/>
        <c:spPr>
          <a:ln xmlns:a="http://schemas.openxmlformats.org/drawingml/2006/main" w="7620">
            <a:solidFill>
              <a:srgbClr val="4A4A4A"/>
            </a:solidFill>
            <a:prstDash val="solid"/>
          </a:ln>
        </c:spPr>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crossAx val="48650112"/>
      </c:valAx>
      <c:valAx>
        <c:axId val="48650112"/>
        <c:scaling>
          <c:orientation val="minMax"/>
          <c:max val="80"/>
          <c:min val="0"/>
        </c:scaling>
        <c:delete val="0"/>
        <c:axPos val="b"/>
        <c:majorGridlines>
          <c:spPr>
            <a:ln xmlns:a="http://schemas.openxmlformats.org/drawingml/2006/main" w="953">
              <a:solidFill>
                <a:srgbClr val="FFFFFF"/>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333333"/>
                    </a:solidFill>
                    <a:latin typeface="Noto Sans JP"/>
                    <a:ea typeface="Noto Sans JP"/>
                    <a:cs typeface="Noto Sans JP"/>
                  </a:rPr>
                  <a:t>Electron energy, ε (eV)</a:t>
                </a:r>
              </a:p>
            </c:rich>
          </c:tx>
          <c:overlay val="0"/>
          <c:txPr>
            <a:bodyPr xmlns:a="http://schemas.openxmlformats.org/drawingml/2006/main" anchorCtr="1"/>
            <a:lstStyle xmlns:a="http://schemas.openxmlformats.org/drawingml/2006/main"/>
            <a:p xmlns:a="http://schemas.openxmlformats.org/drawingml/2006/main">
              <a:pPr>
                <a:defRPr sz="675">
                  <a:solidFill>
                    <a:srgbClr val="333333"/>
                  </a:solidFill>
                  <a:latin typeface="Noto Sans JP"/>
                  <a:ea typeface="Noto Sans JP"/>
                  <a:cs typeface="Noto Sans JP"/>
                </a:defRPr>
              </a:pPr>
            </a:p>
          </c:txPr>
        </c:title>
        <c:numFmt formatCode="0"/>
        <c:majorTickMark val="none"/>
        <c:minorTickMark val="none"/>
        <c:spPr>
          <a:ln xmlns:a="http://schemas.openxmlformats.org/drawingml/2006/main" w="7620">
            <a:solidFill>
              <a:srgbClr val="4A4A4A"/>
            </a:solidFill>
            <a:prstDash val="solid"/>
          </a:ln>
        </c:spPr>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crossAx val="48672768"/>
        <c:majorUnit val="20"/>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B8BEC3"/>
      </a:solidFill>
      <a:prstDash val="solid"/>
    </a:ln>
  </c:spPr>
</c:chartSpace>
</file>

<file path=ppt/slides/charts/chart15.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平均エネルギー</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lineChart>
        <c:grouping val="standard"/>
        <c:varyColors val="0"/>
        <c:ser>
          <c:idx val="0"/>
          <c:order val="0"/>
          <c:tx>
            <c:v>two-term</c:v>
          </c:tx>
          <c:spPr>
            <a:ln xmlns:a="http://schemas.openxmlformats.org/drawingml/2006/main" w="21908">
              <a:solidFill>
                <a:srgbClr val="007FAE"/>
              </a:solidFill>
              <a:prstDash val="solid"/>
            </a:ln>
          </c:spPr>
          <c:marker>
            <c:symbol val="circle"/>
            <c:size val="5"/>
            <c:spPr>
              <a:solidFill xmlns:a="http://schemas.openxmlformats.org/drawingml/2006/main">
                <a:srgbClr val="007FAE"/>
              </a:solidFill>
            </c:spPr>
          </c:marker>
          <c:cat>
            <c:numLit>
              <c:formatCode>General</c:formatCode>
              <c:ptCount val="4"/>
              <c:pt idx="0">
                <c:v>1</c:v>
              </c:pt>
              <c:pt idx="1">
                <c:v>10</c:v>
              </c:pt>
              <c:pt idx="2">
                <c:v>100</c:v>
              </c:pt>
              <c:pt idx="3">
                <c:v>1000</c:v>
              </c:pt>
            </c:numLit>
          </c:cat>
          <c:val>
            <c:numLit>
              <c:formatCode>0.0</c:formatCode>
              <c:ptCount val="4"/>
              <c:pt idx="0">
                <c:v>0.8991130084761352</c:v>
              </c:pt>
              <c:pt idx="1">
                <c:v>1.296652963556385</c:v>
              </c:pt>
              <c:pt idx="2">
                <c:v>6.177942115930929</c:v>
              </c:pt>
              <c:pt idx="3">
                <c:v>14.931064275049824</c:v>
              </c:pt>
            </c:numLit>
          </c:val>
        </c:ser>
        <c:ser>
          <c:idx val="1"/>
          <c:order val="1"/>
          <c:tx>
            <c:v>Monte Carlo直接出力</c:v>
          </c:tx>
          <c:spPr>
            <a:ln xmlns:a="http://schemas.openxmlformats.org/drawingml/2006/main" w="21908">
              <a:solidFill>
                <a:srgbClr val="B87900"/>
              </a:solidFill>
              <a:prstDash val="dash"/>
            </a:ln>
          </c:spPr>
          <c:marker>
            <c:symbol val="diamond"/>
            <c:size val="5"/>
            <c:spPr>
              <a:solidFill xmlns:a="http://schemas.openxmlformats.org/drawingml/2006/main">
                <a:srgbClr val="B87900"/>
              </a:solidFill>
            </c:spPr>
          </c:marker>
          <c:cat>
            <c:numLit>
              <c:formatCode>General</c:formatCode>
              <c:ptCount val="4"/>
              <c:pt idx="0">
                <c:v>1</c:v>
              </c:pt>
              <c:pt idx="1">
                <c:v>10</c:v>
              </c:pt>
              <c:pt idx="2">
                <c:v>100</c:v>
              </c:pt>
              <c:pt idx="3">
                <c:v>1000</c:v>
              </c:pt>
            </c:numLit>
          </c:cat>
          <c:val>
            <c:numLit>
              <c:formatCode>0.0</c:formatCode>
              <c:ptCount val="4"/>
              <c:pt idx="0">
                <c:v>0.900782281440427</c:v>
              </c:pt>
              <c:pt idx="1">
                <c:v>1.3204174321326032</c:v>
              </c:pt>
              <c:pt idx="2">
                <c:v>6.142216226067184</c:v>
              </c:pt>
              <c:pt idx="3">
                <c:v>14.92011003422355</c:v>
              </c:pt>
            </c:numLit>
          </c:val>
        </c:ser>
        <c:ser>
          <c:idx val="2"/>
          <c:order val="2"/>
          <c:tx>
            <c:v>propagator P1</c:v>
          </c:tx>
          <c:spPr>
            <a:ln xmlns:a="http://schemas.openxmlformats.org/drawingml/2006/main" w="21908">
              <a:solidFill>
                <a:srgbClr val="72B51F"/>
              </a:solidFill>
              <a:prstDash val="solid"/>
            </a:ln>
          </c:spPr>
          <c:marker>
            <c:symbol val="square"/>
            <c:size val="5"/>
            <c:spPr>
              <a:solidFill xmlns:a="http://schemas.openxmlformats.org/drawingml/2006/main">
                <a:srgbClr val="72B51F"/>
              </a:solidFill>
            </c:spPr>
          </c:marker>
          <c:cat>
            <c:numLit>
              <c:formatCode>General</c:formatCode>
              <c:ptCount val="4"/>
              <c:pt idx="0">
                <c:v>1</c:v>
              </c:pt>
              <c:pt idx="1">
                <c:v>10</c:v>
              </c:pt>
              <c:pt idx="2">
                <c:v>100</c:v>
              </c:pt>
              <c:pt idx="3">
                <c:v>1000</c:v>
              </c:pt>
            </c:numLit>
          </c:cat>
          <c:val>
            <c:numLit>
              <c:formatCode>0.0</c:formatCode>
              <c:ptCount val="4"/>
              <c:pt idx="0">
                <c:v>0.8983958185556212</c:v>
              </c:pt>
              <c:pt idx="1">
                <c:v>1.3166483485800942</c:v>
              </c:pt>
              <c:pt idx="2">
                <c:v>6.145820633868578</c:v>
              </c:pt>
              <c:pt idx="3">
                <c:v>14.84938038371033</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E/N [Td]</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72768"/>
      </c:catAx>
      <c:valAx>
        <c:axId val="48672768"/>
        <c:scaling>
          <c:orientation val="minMax"/>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⟨ε⟩ [eV]</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a:ln xmlns:a="http://schemas.openxmlformats.org/drawingml/2006/main" w="9525">
          <a:solidFill>
            <a:srgbClr val="D5D5D5"/>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16.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Monte Carlo直接出力とtwo-term</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barChart>
        <c:barDir val="col"/>
        <c:grouping val="clustered"/>
        <c:varyColors val="0"/>
        <c:ser>
          <c:idx val="0"/>
          <c:order val="0"/>
          <c:tx>
            <c:v>EEDF全変動距離（TV）</c:v>
          </c:tx>
          <c:spPr>
            <a:solidFill xmlns:a="http://schemas.openxmlformats.org/drawingml/2006/main">
              <a:srgbClr val="B87900"/>
            </a:solidFill>
            <a:ln xmlns:a="http://schemas.openxmlformats.org/drawingml/2006/main" w="9525">
              <a:solidFill>
                <a:srgbClr val="B87900"/>
              </a:solidFill>
              <a:prstDash val="solid"/>
            </a:ln>
          </c:spPr>
          <c:cat>
            <c:numLit>
              <c:formatCode>General</c:formatCode>
              <c:ptCount val="4"/>
              <c:pt idx="0">
                <c:v>1</c:v>
              </c:pt>
              <c:pt idx="1">
                <c:v>10</c:v>
              </c:pt>
              <c:pt idx="2">
                <c:v>100</c:v>
              </c:pt>
              <c:pt idx="3">
                <c:v>1000</c:v>
              </c:pt>
            </c:numLit>
          </c:cat>
          <c:val>
            <c:numLit>
              <c:formatCode>0.0</c:formatCode>
              <c:ptCount val="4"/>
              <c:pt idx="0">
                <c:v>0.7802028924777507</c:v>
              </c:pt>
              <c:pt idx="1">
                <c:v>1.3343470550807413</c:v>
              </c:pt>
              <c:pt idx="2">
                <c:v>0.572600736283161</c:v>
              </c:pt>
              <c:pt idx="3">
                <c:v>1.591016485938711</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crossAx val="48672768"/>
      </c:catAx>
      <c:valAx>
        <c:axId val="48672768"/>
        <c:scaling>
          <c:orientation val="minMax"/>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TV [%]</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17.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333333"/>
                </a:solidFill>
                <a:latin typeface="Noto Sans JP"/>
                <a:ea typeface="Noto Sans JP"/>
                <a:cs typeface="Noto Sans JP"/>
              </a:rPr>
              <a:t>E/N = 1 Td</a:t>
            </a:r>
          </a:p>
        </c:rich>
      </c:tx>
      <c:overlay val="0"/>
      <c:txPr>
        <a:bodyPr xmlns:a="http://schemas.openxmlformats.org/drawingml/2006/main" anchorCtr="1"/>
        <a:lstStyle xmlns:a="http://schemas.openxmlformats.org/drawingml/2006/main"/>
        <a:p xmlns:a="http://schemas.openxmlformats.org/drawingml/2006/main">
          <a:pPr>
            <a:defRPr sz="1050" b="1">
              <a:solidFill>
                <a:srgbClr val="333333"/>
              </a:solidFill>
              <a:latin typeface="Noto Sans JP"/>
              <a:ea typeface="Noto Sans JP"/>
              <a:cs typeface="Noto Sans JP"/>
            </a:defRPr>
          </a:pPr>
        </a:p>
      </c:txPr>
    </c:title>
    <c:plotArea>
      <c:scatterChart>
        <c:scatterStyle val="line"/>
        <c:ser>
          <c:idx val="0"/>
          <c:order val="0"/>
          <c:tx>
            <c:v>Two-term Swarm</c:v>
          </c:tx>
          <c:spPr>
            <a:ln xmlns:a="http://schemas.openxmlformats.org/drawingml/2006/main" w="22860">
              <a:solidFill>
                <a:srgbClr val="3B67B0"/>
              </a:solidFill>
              <a:prstDash val="solid"/>
            </a:ln>
          </c:spPr>
          <c:marker>
            <c:symbol val="none"/>
          </c:marker>
          <c:xVal>
            <c:numLit>
              <c:formatCode>General</c:formatCode>
              <c:ptCount val="111"/>
              <c:pt idx="0">
                <c:v>0.001</c:v>
              </c:pt>
              <c:pt idx="1">
                <c:v>0.07371818181818182</c:v>
              </c:pt>
              <c:pt idx="2">
                <c:v>0.14643636363636364</c:v>
              </c:pt>
              <c:pt idx="3">
                <c:v>0.21915454545454546</c:v>
              </c:pt>
              <c:pt idx="4">
                <c:v>0.2918727272727273</c:v>
              </c:pt>
              <c:pt idx="5">
                <c:v>0.3645909090909091</c:v>
              </c:pt>
              <c:pt idx="6">
                <c:v>0.4373090909090909</c:v>
              </c:pt>
              <c:pt idx="7">
                <c:v>0.5100272727272727</c:v>
              </c:pt>
              <c:pt idx="8">
                <c:v>0.5827454545454546</c:v>
              </c:pt>
              <c:pt idx="9">
                <c:v>0.6554636363636364</c:v>
              </c:pt>
              <c:pt idx="10">
                <c:v>0.7281818181818182</c:v>
              </c:pt>
              <c:pt idx="11">
                <c:v>0.8009</c:v>
              </c:pt>
              <c:pt idx="12">
                <c:v>0.8736181818181818</c:v>
              </c:pt>
              <c:pt idx="13">
                <c:v>0.9463363636363636</c:v>
              </c:pt>
              <c:pt idx="14">
                <c:v>1.0190545454545452</c:v>
              </c:pt>
              <c:pt idx="15">
                <c:v>1.0917727272727271</c:v>
              </c:pt>
              <c:pt idx="16">
                <c:v>1.164490909090909</c:v>
              </c:pt>
              <c:pt idx="17">
                <c:v>1.237209090909091</c:v>
              </c:pt>
              <c:pt idx="18">
                <c:v>1.3099272727272726</c:v>
              </c:pt>
              <c:pt idx="19">
                <c:v>1.3826454545454543</c:v>
              </c:pt>
              <c:pt idx="20">
                <c:v>1.4553636363636362</c:v>
              </c:pt>
              <c:pt idx="21">
                <c:v>1.5280818181818179</c:v>
              </c:pt>
              <c:pt idx="22">
                <c:v>1.6007999999999998</c:v>
              </c:pt>
              <c:pt idx="23">
                <c:v>1.6735181818181817</c:v>
              </c:pt>
              <c:pt idx="24">
                <c:v>1.7462363636363636</c:v>
              </c:pt>
              <c:pt idx="25">
                <c:v>1.8189545454545453</c:v>
              </c:pt>
              <c:pt idx="26">
                <c:v>1.8916727272727272</c:v>
              </c:pt>
              <c:pt idx="27">
                <c:v>1.9643909090909089</c:v>
              </c:pt>
              <c:pt idx="28">
                <c:v>2.0371090909090905</c:v>
              </c:pt>
              <c:pt idx="29">
                <c:v>2.1098272727272724</c:v>
              </c:pt>
              <c:pt idx="30">
                <c:v>2.1825454545454543</c:v>
              </c:pt>
              <c:pt idx="31">
                <c:v>2.2552636363636362</c:v>
              </c:pt>
              <c:pt idx="32">
                <c:v>2.327981818181818</c:v>
              </c:pt>
              <c:pt idx="33">
                <c:v>2.4006999999999996</c:v>
              </c:pt>
              <c:pt idx="34">
                <c:v>2.473418181818182</c:v>
              </c:pt>
              <c:pt idx="35">
                <c:v>2.5461363636363634</c:v>
              </c:pt>
              <c:pt idx="36">
                <c:v>2.6188545454545453</c:v>
              </c:pt>
              <c:pt idx="37">
                <c:v>2.691572727272727</c:v>
              </c:pt>
              <c:pt idx="38">
                <c:v>2.7642909090909087</c:v>
              </c:pt>
              <c:pt idx="39">
                <c:v>2.837009090909091</c:v>
              </c:pt>
              <c:pt idx="40">
                <c:v>2.9097272727272725</c:v>
              </c:pt>
              <c:pt idx="41">
                <c:v>2.9824454545454544</c:v>
              </c:pt>
              <c:pt idx="42">
                <c:v>3.055163636363636</c:v>
              </c:pt>
              <c:pt idx="43">
                <c:v>3.127881818181818</c:v>
              </c:pt>
              <c:pt idx="44">
                <c:v>3.2005999999999997</c:v>
              </c:pt>
              <c:pt idx="45">
                <c:v>3.2733181818181816</c:v>
              </c:pt>
              <c:pt idx="46">
                <c:v>3.3460363636363635</c:v>
              </c:pt>
              <c:pt idx="47">
                <c:v>3.418754545454545</c:v>
              </c:pt>
              <c:pt idx="48">
                <c:v>3.4914727272727273</c:v>
              </c:pt>
              <c:pt idx="49">
                <c:v>3.5641909090909087</c:v>
              </c:pt>
              <c:pt idx="50">
                <c:v>3.6369090909090906</c:v>
              </c:pt>
              <c:pt idx="51">
                <c:v>3.709627272727272</c:v>
              </c:pt>
              <c:pt idx="52">
                <c:v>3.7823454545454545</c:v>
              </c:pt>
              <c:pt idx="53">
                <c:v>3.8550636363636364</c:v>
              </c:pt>
              <c:pt idx="54">
                <c:v>3.927781818181818</c:v>
              </c:pt>
              <c:pt idx="55">
                <c:v>4.0005</c:v>
              </c:pt>
              <c:pt idx="56">
                <c:v>4.073218181818182</c:v>
              </c:pt>
              <c:pt idx="57">
                <c:v>4.1459363636363635</c:v>
              </c:pt>
              <c:pt idx="58">
                <c:v>4.218654545454545</c:v>
              </c:pt>
              <c:pt idx="59">
                <c:v>4.291372727272727</c:v>
              </c:pt>
              <c:pt idx="60">
                <c:v>4.364090909090909</c:v>
              </c:pt>
              <c:pt idx="61">
                <c:v>4.436809090909091</c:v>
              </c:pt>
              <c:pt idx="62">
                <c:v>4.509527272727273</c:v>
              </c:pt>
              <c:pt idx="63">
                <c:v>4.582245454545454</c:v>
              </c:pt>
              <c:pt idx="64">
                <c:v>4.654963636363637</c:v>
              </c:pt>
              <c:pt idx="65">
                <c:v>4.727681818181818</c:v>
              </c:pt>
              <c:pt idx="66">
                <c:v>4.8004</c:v>
              </c:pt>
              <c:pt idx="67">
                <c:v>4.873118181818182</c:v>
              </c:pt>
              <c:pt idx="68">
                <c:v>4.9458363636363645</c:v>
              </c:pt>
              <c:pt idx="69">
                <c:v>5.0185545454545455</c:v>
              </c:pt>
              <c:pt idx="70">
                <c:v>5.091272727272727</c:v>
              </c:pt>
              <c:pt idx="71">
                <c:v>5.163990909090909</c:v>
              </c:pt>
              <c:pt idx="72">
                <c:v>5.236709090909091</c:v>
              </c:pt>
              <c:pt idx="73">
                <c:v>5.309427272727273</c:v>
              </c:pt>
              <c:pt idx="74">
                <c:v>5.382145454545454</c:v>
              </c:pt>
              <c:pt idx="75">
                <c:v>5.454863636363636</c:v>
              </c:pt>
              <c:pt idx="76">
                <c:v>5.527581818181818</c:v>
              </c:pt>
              <c:pt idx="77">
                <c:v>5.600300000000001</c:v>
              </c:pt>
              <c:pt idx="78">
                <c:v>5.673018181818183</c:v>
              </c:pt>
              <c:pt idx="79">
                <c:v>5.745736363636364</c:v>
              </c:pt>
              <c:pt idx="80">
                <c:v>5.8184545454545455</c:v>
              </c:pt>
              <c:pt idx="81">
                <c:v>5.8911727272727274</c:v>
              </c:pt>
              <c:pt idx="82">
                <c:v>5.963890909090909</c:v>
              </c:pt>
              <c:pt idx="83">
                <c:v>6.03660909090909</c:v>
              </c:pt>
              <c:pt idx="84">
                <c:v>6.109327272727272</c:v>
              </c:pt>
              <c:pt idx="85">
                <c:v>6.182045454545454</c:v>
              </c:pt>
              <c:pt idx="86">
                <c:v>6.254763636363637</c:v>
              </c:pt>
              <c:pt idx="87">
                <c:v>6.327481818181819</c:v>
              </c:pt>
              <c:pt idx="88">
                <c:v>6.4002</c:v>
              </c:pt>
              <c:pt idx="89">
                <c:v>6.472918181818182</c:v>
              </c:pt>
              <c:pt idx="90">
                <c:v>6.545636363636364</c:v>
              </c:pt>
              <c:pt idx="91">
                <c:v>6.618354545454546</c:v>
              </c:pt>
              <c:pt idx="92">
                <c:v>6.6910727272727275</c:v>
              </c:pt>
              <c:pt idx="93">
                <c:v>6.7637909090909085</c:v>
              </c:pt>
              <c:pt idx="94">
                <c:v>6.83650909090909</c:v>
              </c:pt>
              <c:pt idx="95">
                <c:v>6.909227272727273</c:v>
              </c:pt>
              <c:pt idx="96">
                <c:v>6.981945454545455</c:v>
              </c:pt>
              <c:pt idx="97">
                <c:v>7.054663636363637</c:v>
              </c:pt>
              <c:pt idx="98">
                <c:v>7.127381818181818</c:v>
              </c:pt>
              <c:pt idx="99">
                <c:v>7.2001</c:v>
              </c:pt>
              <c:pt idx="100">
                <c:v>7.272818181818182</c:v>
              </c:pt>
              <c:pt idx="101">
                <c:v>7.345536363636364</c:v>
              </c:pt>
              <c:pt idx="102">
                <c:v>7.418254545454545</c:v>
              </c:pt>
              <c:pt idx="103">
                <c:v>7.490972727272727</c:v>
              </c:pt>
              <c:pt idx="104">
                <c:v>7.5636909090909095</c:v>
              </c:pt>
              <c:pt idx="105">
                <c:v>7.636409090909091</c:v>
              </c:pt>
              <c:pt idx="106">
                <c:v>7.709127272727273</c:v>
              </c:pt>
              <c:pt idx="107">
                <c:v>7.781845454545454</c:v>
              </c:pt>
              <c:pt idx="108">
                <c:v>7.854563636363636</c:v>
              </c:pt>
              <c:pt idx="109">
                <c:v>7.927281818181818</c:v>
              </c:pt>
              <c:pt idx="110">
                <c:v>8</c:v>
              </c:pt>
            </c:numLit>
          </c:xVal>
          <c:yVal>
            <c:numLit>
              <c:formatCode>0E+0</c:formatCode>
              <c:ptCount val="111"/>
              <c:pt idx="0">
                <c:v>0.053053955586168</c:v>
              </c:pt>
              <c:pt idx="1">
                <c:v>0.47117766873830974</c:v>
              </c:pt>
              <c:pt idx="2">
                <c:v>0.65223305293363</c:v>
              </c:pt>
              <c:pt idx="3">
                <c:v>0.7695122453224063</c:v>
              </c:pt>
              <c:pt idx="4">
                <c:v>0.848425341656853</c:v>
              </c:pt>
              <c:pt idx="5">
                <c:v>0.889272330248631</c:v>
              </c:pt>
              <c:pt idx="6">
                <c:v>0.8953101873554417</c:v>
              </c:pt>
              <c:pt idx="7">
                <c:v>0.8760654011711013</c:v>
              </c:pt>
              <c:pt idx="8">
                <c:v>0.8173318236787335</c:v>
              </c:pt>
              <c:pt idx="9">
                <c:v>0.7407685810079059</c:v>
              </c:pt>
              <c:pt idx="10">
                <c:v>0.6620965046648352</c:v>
              </c:pt>
              <c:pt idx="11">
                <c:v>0.5875250581197445</c:v>
              </c:pt>
              <c:pt idx="12">
                <c:v>0.516085443734588</c:v>
              </c:pt>
              <c:pt idx="13">
                <c:v>0.45415465883423495</c:v>
              </c:pt>
              <c:pt idx="14">
                <c:v>0.4026497907584293</c:v>
              </c:pt>
              <c:pt idx="15">
                <c:v>0.3569859977082887</c:v>
              </c:pt>
              <c:pt idx="16">
                <c:v>0.33035855932192143</c:v>
              </c:pt>
              <c:pt idx="17">
                <c:v>0.30590221083793767</c:v>
              </c:pt>
              <c:pt idx="18">
                <c:v>0.28492412634975545</c:v>
              </c:pt>
              <c:pt idx="19">
                <c:v>0.26777111566321454</c:v>
              </c:pt>
              <c:pt idx="20">
                <c:v>0.25165075103365026</c:v>
              </c:pt>
              <c:pt idx="21">
                <c:v>0.23534980739888797</c:v>
              </c:pt>
              <c:pt idx="22">
                <c:v>0.21820083869565782</c:v>
              </c:pt>
              <c:pt idx="23">
                <c:v>0.20230144453355292</c:v>
              </c:pt>
              <c:pt idx="24">
                <c:v>0.18756057357526829</c:v>
              </c:pt>
              <c:pt idx="25">
                <c:v>0.1709538992324065</c:v>
              </c:pt>
              <c:pt idx="26">
                <c:v>0.15515424769287647</c:v>
              </c:pt>
              <c:pt idx="27">
                <c:v>0.14081480846725933</c:v>
              </c:pt>
              <c:pt idx="28">
                <c:v>0.12780062794620684</c:v>
              </c:pt>
              <c:pt idx="29">
                <c:v>0.11374497148073202</c:v>
              </c:pt>
              <c:pt idx="30">
                <c:v>0.10006322627272772</c:v>
              </c:pt>
              <c:pt idx="31">
                <c:v>0.08802718152514737</c:v>
              </c:pt>
              <c:pt idx="32">
                <c:v>0.07743888515188901</c:v>
              </c:pt>
              <c:pt idx="33">
                <c:v>0.06812419561399133</c:v>
              </c:pt>
              <c:pt idx="34">
                <c:v>0.0583057695391911</c:v>
              </c:pt>
              <c:pt idx="35">
                <c:v>0.04940810610929387</c:v>
              </c:pt>
              <c:pt idx="36">
                <c:v>0.04186825709703355</c:v>
              </c:pt>
              <c:pt idx="37">
                <c:v>0.03547901529489237</c:v>
              </c:pt>
              <c:pt idx="38">
                <c:v>0.03006479403663523</c:v>
              </c:pt>
              <c:pt idx="39">
                <c:v>0.02547680179261973</c:v>
              </c:pt>
              <c:pt idx="40">
                <c:v>0.020669650922972058</c:v>
              </c:pt>
              <c:pt idx="41">
                <c:v>0.016768265251788827</c:v>
              </c:pt>
              <c:pt idx="42">
                <c:v>0.01360326406102263</c:v>
              </c:pt>
              <c:pt idx="43">
                <c:v>0.01103565516976591</c:v>
              </c:pt>
              <c:pt idx="44">
                <c:v>0.008952681097688413</c:v>
              </c:pt>
              <c:pt idx="45">
                <c:v>0.0072628672791891355</c:v>
              </c:pt>
              <c:pt idx="46">
                <c:v>0.005813290814021143</c:v>
              </c:pt>
              <c:pt idx="47">
                <c:v>0.004490044214557674</c:v>
              </c:pt>
              <c:pt idx="48">
                <c:v>0.0034680007750614267</c:v>
              </c:pt>
              <c:pt idx="49">
                <c:v>0.0026785993190963507</c:v>
              </c:pt>
              <c:pt idx="50">
                <c:v>0.0020688848641149263</c:v>
              </c:pt>
              <c:pt idx="51">
                <c:v>0.0015979562715665284</c:v>
              </c:pt>
              <c:pt idx="52">
                <c:v>0.0012342224983753123</c:v>
              </c:pt>
              <c:pt idx="53">
                <c:v>0.0009532833924187759</c:v>
              </c:pt>
              <c:pt idx="54">
                <c:v>0.0007122223761610259</c:v>
              </c:pt>
              <c:pt idx="55">
                <c:v>0.0005052271499276572</c:v>
              </c:pt>
              <c:pt idx="56">
                <c:v>0.00035839153832806995</c:v>
              </c:pt>
              <c:pt idx="57">
                <c:v>0.0002542311804968364</c:v>
              </c:pt>
              <c:pt idx="58">
                <c:v>0.0001803432453744201</c:v>
              </c:pt>
              <c:pt idx="59">
                <c:v>0.00012792957216584618</c:v>
              </c:pt>
              <c:pt idx="60">
                <c:v>9.074903471188057E-05</c:v>
              </c:pt>
              <c:pt idx="61">
                <c:v>6.437438319938934E-05</c:v>
              </c:pt>
              <c:pt idx="62">
                <c:v>4.566507209094626E-05</c:v>
              </c:pt>
              <c:pt idx="63">
                <c:v>3.163166583833742E-05</c:v>
              </c:pt>
              <c:pt idx="64">
                <c:v>1.9118290375461342E-05</c:v>
              </c:pt>
              <c:pt idx="65">
                <c:v>1.1555162119772598E-05</c:v>
              </c:pt>
              <c:pt idx="66">
                <c:v>6.983980732168634E-06</c:v>
              </c:pt>
              <c:pt idx="67">
                <c:v>4.2211425821399474E-06</c:v>
              </c:pt>
              <c:pt idx="68">
                <c:v>2.55127346166407E-06</c:v>
              </c:pt>
              <c:pt idx="69">
                <c:v>1.5419986767875618E-06</c:v>
              </c:pt>
              <c:pt idx="70">
                <c:v>9.319894378016564E-07</c:v>
              </c:pt>
              <c:pt idx="71">
                <c:v>5.632977026824722E-07</c:v>
              </c:pt>
              <c:pt idx="72">
                <c:v>3.404591178584567E-07</c:v>
              </c:pt>
              <c:pt idx="73">
                <c:v>2.0577469139493E-07</c:v>
              </c:pt>
              <c:pt idx="74">
                <c:v>1.1542259658533924E-07</c:v>
              </c:pt>
              <c:pt idx="75">
                <c:v>5.4985854892978946E-08</c:v>
              </c:pt>
              <c:pt idx="76">
                <c:v>2.6194560924440118E-08</c:v>
              </c:pt>
              <c:pt idx="77">
                <c:v>1.2478755188215026E-08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ser>
          <c:idx val="1"/>
          <c:order val="1"/>
          <c:tx>
            <c:v>Monte Carlo Swarm</c:v>
          </c:tx>
          <c:spPr>
            <a:ln xmlns:a="http://schemas.openxmlformats.org/drawingml/2006/main" w="22860">
              <a:solidFill>
                <a:srgbClr val="EDA24C"/>
              </a:solidFill>
              <a:prstDash val="solid"/>
            </a:ln>
          </c:spPr>
          <c:marker>
            <c:symbol val="none"/>
          </c:marker>
          <c:xVal>
            <c:numLit>
              <c:formatCode>General</c:formatCode>
              <c:ptCount val="111"/>
              <c:pt idx="0">
                <c:v>0.001</c:v>
              </c:pt>
              <c:pt idx="1">
                <c:v>0.07371818181818182</c:v>
              </c:pt>
              <c:pt idx="2">
                <c:v>0.14643636363636364</c:v>
              </c:pt>
              <c:pt idx="3">
                <c:v>0.21915454545454546</c:v>
              </c:pt>
              <c:pt idx="4">
                <c:v>0.2918727272727273</c:v>
              </c:pt>
              <c:pt idx="5">
                <c:v>0.3645909090909091</c:v>
              </c:pt>
              <c:pt idx="6">
                <c:v>0.4373090909090909</c:v>
              </c:pt>
              <c:pt idx="7">
                <c:v>0.5100272727272727</c:v>
              </c:pt>
              <c:pt idx="8">
                <c:v>0.5827454545454546</c:v>
              </c:pt>
              <c:pt idx="9">
                <c:v>0.6554636363636364</c:v>
              </c:pt>
              <c:pt idx="10">
                <c:v>0.7281818181818182</c:v>
              </c:pt>
              <c:pt idx="11">
                <c:v>0.8009</c:v>
              </c:pt>
              <c:pt idx="12">
                <c:v>0.8736181818181818</c:v>
              </c:pt>
              <c:pt idx="13">
                <c:v>0.9463363636363636</c:v>
              </c:pt>
              <c:pt idx="14">
                <c:v>1.0190545454545452</c:v>
              </c:pt>
              <c:pt idx="15">
                <c:v>1.0917727272727271</c:v>
              </c:pt>
              <c:pt idx="16">
                <c:v>1.164490909090909</c:v>
              </c:pt>
              <c:pt idx="17">
                <c:v>1.237209090909091</c:v>
              </c:pt>
              <c:pt idx="18">
                <c:v>1.3099272727272726</c:v>
              </c:pt>
              <c:pt idx="19">
                <c:v>1.3826454545454543</c:v>
              </c:pt>
              <c:pt idx="20">
                <c:v>1.4553636363636362</c:v>
              </c:pt>
              <c:pt idx="21">
                <c:v>1.5280818181818179</c:v>
              </c:pt>
              <c:pt idx="22">
                <c:v>1.6007999999999998</c:v>
              </c:pt>
              <c:pt idx="23">
                <c:v>1.6735181818181817</c:v>
              </c:pt>
              <c:pt idx="24">
                <c:v>1.7462363636363636</c:v>
              </c:pt>
              <c:pt idx="25">
                <c:v>1.8189545454545453</c:v>
              </c:pt>
              <c:pt idx="26">
                <c:v>1.8916727272727272</c:v>
              </c:pt>
              <c:pt idx="27">
                <c:v>1.9643909090909089</c:v>
              </c:pt>
              <c:pt idx="28">
                <c:v>2.0371090909090905</c:v>
              </c:pt>
              <c:pt idx="29">
                <c:v>2.1098272727272724</c:v>
              </c:pt>
              <c:pt idx="30">
                <c:v>2.1825454545454543</c:v>
              </c:pt>
              <c:pt idx="31">
                <c:v>2.2552636363636362</c:v>
              </c:pt>
              <c:pt idx="32">
                <c:v>2.327981818181818</c:v>
              </c:pt>
              <c:pt idx="33">
                <c:v>2.4006999999999996</c:v>
              </c:pt>
              <c:pt idx="34">
                <c:v>2.473418181818182</c:v>
              </c:pt>
              <c:pt idx="35">
                <c:v>2.5461363636363634</c:v>
              </c:pt>
              <c:pt idx="36">
                <c:v>2.6188545454545453</c:v>
              </c:pt>
              <c:pt idx="37">
                <c:v>2.691572727272727</c:v>
              </c:pt>
              <c:pt idx="38">
                <c:v>2.7642909090909087</c:v>
              </c:pt>
              <c:pt idx="39">
                <c:v>2.837009090909091</c:v>
              </c:pt>
              <c:pt idx="40">
                <c:v>2.9097272727272725</c:v>
              </c:pt>
              <c:pt idx="41">
                <c:v>2.9824454545454544</c:v>
              </c:pt>
              <c:pt idx="42">
                <c:v>3.055163636363636</c:v>
              </c:pt>
              <c:pt idx="43">
                <c:v>3.127881818181818</c:v>
              </c:pt>
              <c:pt idx="44">
                <c:v>3.2005999999999997</c:v>
              </c:pt>
              <c:pt idx="45">
                <c:v>3.2733181818181816</c:v>
              </c:pt>
              <c:pt idx="46">
                <c:v>3.3460363636363635</c:v>
              </c:pt>
              <c:pt idx="47">
                <c:v>3.418754545454545</c:v>
              </c:pt>
              <c:pt idx="48">
                <c:v>3.4914727272727273</c:v>
              </c:pt>
              <c:pt idx="49">
                <c:v>3.5641909090909087</c:v>
              </c:pt>
              <c:pt idx="50">
                <c:v>3.6369090909090906</c:v>
              </c:pt>
              <c:pt idx="51">
                <c:v>3.709627272727272</c:v>
              </c:pt>
              <c:pt idx="52">
                <c:v>3.7823454545454545</c:v>
              </c:pt>
              <c:pt idx="53">
                <c:v>3.8550636363636364</c:v>
              </c:pt>
              <c:pt idx="54">
                <c:v>3.927781818181818</c:v>
              </c:pt>
              <c:pt idx="55">
                <c:v>4.0005</c:v>
              </c:pt>
              <c:pt idx="56">
                <c:v>4.073218181818182</c:v>
              </c:pt>
              <c:pt idx="57">
                <c:v>4.1459363636363635</c:v>
              </c:pt>
              <c:pt idx="58">
                <c:v>4.218654545454545</c:v>
              </c:pt>
              <c:pt idx="59">
                <c:v>4.291372727272727</c:v>
              </c:pt>
              <c:pt idx="60">
                <c:v>4.364090909090909</c:v>
              </c:pt>
              <c:pt idx="61">
                <c:v>4.436809090909091</c:v>
              </c:pt>
              <c:pt idx="62">
                <c:v>4.509527272727273</c:v>
              </c:pt>
              <c:pt idx="63">
                <c:v>4.582245454545454</c:v>
              </c:pt>
              <c:pt idx="64">
                <c:v>4.654963636363637</c:v>
              </c:pt>
              <c:pt idx="65">
                <c:v>4.727681818181818</c:v>
              </c:pt>
              <c:pt idx="66">
                <c:v>4.8004</c:v>
              </c:pt>
              <c:pt idx="67">
                <c:v>4.873118181818182</c:v>
              </c:pt>
              <c:pt idx="68">
                <c:v>4.9458363636363645</c:v>
              </c:pt>
              <c:pt idx="69">
                <c:v>5.0185545454545455</c:v>
              </c:pt>
              <c:pt idx="70">
                <c:v>5.091272727272727</c:v>
              </c:pt>
              <c:pt idx="71">
                <c:v>5.163990909090909</c:v>
              </c:pt>
              <c:pt idx="72">
                <c:v>5.236709090909091</c:v>
              </c:pt>
              <c:pt idx="73">
                <c:v>5.309427272727273</c:v>
              </c:pt>
              <c:pt idx="74">
                <c:v>5.382145454545454</c:v>
              </c:pt>
              <c:pt idx="75">
                <c:v>5.454863636363636</c:v>
              </c:pt>
              <c:pt idx="76">
                <c:v>5.527581818181818</c:v>
              </c:pt>
              <c:pt idx="77">
                <c:v>5.600300000000001</c:v>
              </c:pt>
              <c:pt idx="78">
                <c:v>5.673018181818183</c:v>
              </c:pt>
              <c:pt idx="79">
                <c:v>5.745736363636364</c:v>
              </c:pt>
              <c:pt idx="80">
                <c:v>5.8184545454545455</c:v>
              </c:pt>
              <c:pt idx="81">
                <c:v>5.8911727272727274</c:v>
              </c:pt>
              <c:pt idx="82">
                <c:v>5.963890909090909</c:v>
              </c:pt>
              <c:pt idx="83">
                <c:v>6.03660909090909</c:v>
              </c:pt>
              <c:pt idx="84">
                <c:v>6.109327272727272</c:v>
              </c:pt>
              <c:pt idx="85">
                <c:v>6.182045454545454</c:v>
              </c:pt>
              <c:pt idx="86">
                <c:v>6.254763636363637</c:v>
              </c:pt>
              <c:pt idx="87">
                <c:v>6.327481818181819</c:v>
              </c:pt>
              <c:pt idx="88">
                <c:v>6.4002</c:v>
              </c:pt>
              <c:pt idx="89">
                <c:v>6.472918181818182</c:v>
              </c:pt>
              <c:pt idx="90">
                <c:v>6.545636363636364</c:v>
              </c:pt>
              <c:pt idx="91">
                <c:v>6.618354545454546</c:v>
              </c:pt>
              <c:pt idx="92">
                <c:v>6.6910727272727275</c:v>
              </c:pt>
              <c:pt idx="93">
                <c:v>6.7637909090909085</c:v>
              </c:pt>
              <c:pt idx="94">
                <c:v>6.83650909090909</c:v>
              </c:pt>
              <c:pt idx="95">
                <c:v>6.909227272727273</c:v>
              </c:pt>
              <c:pt idx="96">
                <c:v>6.981945454545455</c:v>
              </c:pt>
              <c:pt idx="97">
                <c:v>7.054663636363637</c:v>
              </c:pt>
              <c:pt idx="98">
                <c:v>7.127381818181818</c:v>
              </c:pt>
              <c:pt idx="99">
                <c:v>7.2001</c:v>
              </c:pt>
              <c:pt idx="100">
                <c:v>7.272818181818182</c:v>
              </c:pt>
              <c:pt idx="101">
                <c:v>7.345536363636364</c:v>
              </c:pt>
              <c:pt idx="102">
                <c:v>7.418254545454545</c:v>
              </c:pt>
              <c:pt idx="103">
                <c:v>7.490972727272727</c:v>
              </c:pt>
              <c:pt idx="104">
                <c:v>7.5636909090909095</c:v>
              </c:pt>
              <c:pt idx="105">
                <c:v>7.636409090909091</c:v>
              </c:pt>
              <c:pt idx="106">
                <c:v>7.709127272727273</c:v>
              </c:pt>
              <c:pt idx="107">
                <c:v>7.781845454545454</c:v>
              </c:pt>
              <c:pt idx="108">
                <c:v>7.854563636363636</c:v>
              </c:pt>
              <c:pt idx="109">
                <c:v>7.927281818181818</c:v>
              </c:pt>
              <c:pt idx="110">
                <c:v>8</c:v>
              </c:pt>
            </c:numLit>
          </c:xVal>
          <c:yVal>
            <c:numLit>
              <c:formatCode>0E+0</c:formatCode>
              <c:ptCount val="111"/>
              <c:pt idx="0">
                <c:v>0.049970826279621156</c:v>
              </c:pt>
              <c:pt idx="1">
                <c:v>0.4525105790493474</c:v>
              </c:pt>
              <c:pt idx="2">
                <c:v>0.6255575703655167</c:v>
              </c:pt>
              <c:pt idx="3">
                <c:v>0.7342018675737989</c:v>
              </c:pt>
              <c:pt idx="4">
                <c:v>0.8014871753358134</c:v>
              </c:pt>
              <c:pt idx="5">
                <c:v>0.8310047443889531</c:v>
              </c:pt>
              <c:pt idx="6">
                <c:v>0.8370998866718484</c:v>
              </c:pt>
              <c:pt idx="7">
                <c:v>0.8151243460795841</c:v>
              </c:pt>
              <c:pt idx="8">
                <c:v>0.7312574035870661</c:v>
              </c:pt>
              <c:pt idx="9">
                <c:v>0.6665821114147396</c:v>
              </c:pt>
              <c:pt idx="10">
                <c:v>0.598006082108492</c:v>
              </c:pt>
              <c:pt idx="11">
                <c:v>0.533572199466604</c:v>
              </c:pt>
              <c:pt idx="12">
                <c:v>0.4861697900805848</c:v>
              </c:pt>
              <c:pt idx="13">
                <c:v>0.4449808585351068</c:v>
              </c:pt>
              <c:pt idx="14">
                <c:v>0.41491807726473484</c:v>
              </c:pt>
              <c:pt idx="15">
                <c:v>0.38688632901606507</c:v>
              </c:pt>
              <c:pt idx="16">
                <c:v>0.36093626808139906</c:v>
              </c:pt>
              <c:pt idx="17">
                <c:v>0.33672925910251117</c:v>
              </c:pt>
              <c:pt idx="18">
                <c:v>0.31661299734673676</c:v>
              </c:pt>
              <c:pt idx="19">
                <c:v>0.301271222940413</c:v>
              </c:pt>
              <c:pt idx="20">
                <c:v>0.2866728483436578</c:v>
              </c:pt>
              <c:pt idx="21">
                <c:v>0.2713431167230432</c:v>
              </c:pt>
              <c:pt idx="22">
                <c:v>0.25442597369060244</c:v>
              </c:pt>
              <c:pt idx="23">
                <c:v>0.23856354592728776</c:v>
              </c:pt>
              <c:pt idx="24">
                <c:v>0.22369007621293532</c:v>
              </c:pt>
              <c:pt idx="25">
                <c:v>0.2024702017210678</c:v>
              </c:pt>
              <c:pt idx="26">
                <c:v>0.18165204973555013</c:v>
              </c:pt>
              <c:pt idx="27">
                <c:v>0.16297443718945664</c:v>
              </c:pt>
              <c:pt idx="28">
                <c:v>0.14621727206429705</c:v>
              </c:pt>
              <c:pt idx="29">
                <c:v>0.130245332571167</c:v>
              </c:pt>
              <c:pt idx="30">
                <c:v>0.11552310497815675</c:v>
              </c:pt>
              <c:pt idx="31">
                <c:v>0.10246499832538797</c:v>
              </c:pt>
              <c:pt idx="32">
                <c:v>0.09088290938688791</c:v>
              </c:pt>
              <c:pt idx="33">
                <c:v>0.08060999710745868</c:v>
              </c:pt>
              <c:pt idx="34">
                <c:v>0.06957600277937745</c:v>
              </c:pt>
              <c:pt idx="35">
                <c:v>0.05946225452526974</c:v>
              </c:pt>
              <c:pt idx="36">
                <c:v>0.05081866695388782</c:v>
              </c:pt>
              <c:pt idx="37">
                <c:v>0.04343153369458386</c:v>
              </c:pt>
              <c:pt idx="38">
                <c:v>0.03711821328913197</c:v>
              </c:pt>
              <c:pt idx="39">
                <c:v>0.03172261351547218</c:v>
              </c:pt>
              <c:pt idx="40">
                <c:v>0.025634710982009482</c:v>
              </c:pt>
              <c:pt idx="41">
                <c:v>0.020713100367798547</c:v>
              </c:pt>
              <c:pt idx="42">
                <c:v>0.01673639024631849</c:v>
              </c:pt>
              <c:pt idx="43">
                <c:v>0.013523169081560071</c:v>
              </c:pt>
              <c:pt idx="44">
                <c:v>0.010926854555670397</c:v>
              </c:pt>
              <c:pt idx="45">
                <c:v>0.008829006704026272</c:v>
              </c:pt>
              <c:pt idx="46">
                <c:v>0.006964724121100575</c:v>
              </c:pt>
              <c:pt idx="47">
                <c:v>0.005155360179849237</c:v>
              </c:pt>
              <c:pt idx="48">
                <c:v>0.0038160504453369796</c:v>
              </c:pt>
              <c:pt idx="49">
                <c:v>0.0028246796525053805</c:v>
              </c:pt>
              <c:pt idx="50">
                <c:v>0.0020908568305294814</c:v>
              </c:pt>
              <c:pt idx="51">
                <c:v>0.0015476736563363176</c:v>
              </c:pt>
              <c:pt idx="52">
                <c:v>0.0011456039034058781</c:v>
              </c:pt>
              <c:pt idx="53">
                <c:v>0.0008479877512456631</c:v>
              </c:pt>
              <c:pt idx="54">
                <c:v>0.0005789711637516137</c:v>
              </c:pt>
              <c:pt idx="55">
                <c:v>0.00034847996516624327</c:v>
              </c:pt>
              <c:pt idx="56">
                <c:v>0.00020974841879062026</c:v>
              </c:pt>
              <c:pt idx="57">
                <c:v>0.00012624656675507237</c:v>
              </c:pt>
              <c:pt idx="58">
                <c:v>7.598720271332824E-05</c:v>
              </c:pt>
              <c:pt idx="59">
                <c:v>4.573633267507814E-05</c:v>
              </c:pt>
              <c:pt idx="60">
                <c:v>2.752847916322244E-05</c:v>
              </c:pt>
              <c:pt idx="61">
                <c:v>1.6569259508052095E-05</c:v>
              </c:pt>
              <c:pt idx="62">
                <c:v>9.972957787365033E-06</c:v>
              </c:pt>
              <c:pt idx="63">
                <c:v>6.083780295778169E-06</c:v>
              </c:pt>
              <c:pt idx="64">
                <c:v>4.0079509778972535E-06</c:v>
              </c:pt>
              <c:pt idx="65">
                <c:v>2.6404094592921292E-06</c:v>
              </c:pt>
              <c:pt idx="66">
                <c:v>1.7394828806955629E-06</c:v>
              </c:pt>
              <c:pt idx="67">
                <c:v>1.1459588896655917E-06</c:v>
              </c:pt>
              <c:pt idx="68">
                <c:v>7.549495263089183E-07</c:v>
              </c:pt>
              <c:pt idx="69">
                <c:v>4.973553522852698E-07</c:v>
              </c:pt>
              <c:pt idx="70">
                <c:v>3.2765415147182236E-07</c:v>
              </c:pt>
              <c:pt idx="71">
                <c:v>2.1585621323552757E-07</c:v>
              </c:pt>
              <c:pt idx="72">
                <c:v>1.4220453054869512E-07</c:v>
              </c:pt>
              <c:pt idx="73">
                <c:v>9.368332838540885E-08</c:v>
              </c:pt>
              <c:pt idx="74">
                <c:v>4.2904160529580076E-08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ser>
          <c:idx val="2"/>
          <c:order val="2"/>
          <c:tx>
            <c:v>Propagator Swarm</c:v>
          </c:tx>
          <c:spPr>
            <a:ln xmlns:a="http://schemas.openxmlformats.org/drawingml/2006/main" w="22860">
              <a:solidFill>
                <a:srgbClr val="5DAA18"/>
              </a:solidFill>
              <a:prstDash val="solid"/>
            </a:ln>
          </c:spPr>
          <c:marker>
            <c:symbol val="none"/>
          </c:marker>
          <c:xVal>
            <c:numLit>
              <c:formatCode>General</c:formatCode>
              <c:ptCount val="111"/>
              <c:pt idx="0">
                <c:v>0.001</c:v>
              </c:pt>
              <c:pt idx="1">
                <c:v>0.07371818181818182</c:v>
              </c:pt>
              <c:pt idx="2">
                <c:v>0.14643636363636364</c:v>
              </c:pt>
              <c:pt idx="3">
                <c:v>0.21915454545454546</c:v>
              </c:pt>
              <c:pt idx="4">
                <c:v>0.2918727272727273</c:v>
              </c:pt>
              <c:pt idx="5">
                <c:v>0.3645909090909091</c:v>
              </c:pt>
              <c:pt idx="6">
                <c:v>0.4373090909090909</c:v>
              </c:pt>
              <c:pt idx="7">
                <c:v>0.5100272727272727</c:v>
              </c:pt>
              <c:pt idx="8">
                <c:v>0.5827454545454546</c:v>
              </c:pt>
              <c:pt idx="9">
                <c:v>0.6554636363636364</c:v>
              </c:pt>
              <c:pt idx="10">
                <c:v>0.7281818181818182</c:v>
              </c:pt>
              <c:pt idx="11">
                <c:v>0.8009</c:v>
              </c:pt>
              <c:pt idx="12">
                <c:v>0.8736181818181818</c:v>
              </c:pt>
              <c:pt idx="13">
                <c:v>0.9463363636363636</c:v>
              </c:pt>
              <c:pt idx="14">
                <c:v>1.0190545454545452</c:v>
              </c:pt>
              <c:pt idx="15">
                <c:v>1.0917727272727271</c:v>
              </c:pt>
              <c:pt idx="16">
                <c:v>1.164490909090909</c:v>
              </c:pt>
              <c:pt idx="17">
                <c:v>1.237209090909091</c:v>
              </c:pt>
              <c:pt idx="18">
                <c:v>1.3099272727272726</c:v>
              </c:pt>
              <c:pt idx="19">
                <c:v>1.3826454545454543</c:v>
              </c:pt>
              <c:pt idx="20">
                <c:v>1.4553636363636362</c:v>
              </c:pt>
              <c:pt idx="21">
                <c:v>1.5280818181818179</c:v>
              </c:pt>
              <c:pt idx="22">
                <c:v>1.6007999999999998</c:v>
              </c:pt>
              <c:pt idx="23">
                <c:v>1.6735181818181817</c:v>
              </c:pt>
              <c:pt idx="24">
                <c:v>1.7462363636363636</c:v>
              </c:pt>
              <c:pt idx="25">
                <c:v>1.8189545454545453</c:v>
              </c:pt>
              <c:pt idx="26">
                <c:v>1.8916727272727272</c:v>
              </c:pt>
              <c:pt idx="27">
                <c:v>1.9643909090909089</c:v>
              </c:pt>
              <c:pt idx="28">
                <c:v>2.0371090909090905</c:v>
              </c:pt>
              <c:pt idx="29">
                <c:v>2.1098272727272724</c:v>
              </c:pt>
              <c:pt idx="30">
                <c:v>2.1825454545454543</c:v>
              </c:pt>
              <c:pt idx="31">
                <c:v>2.2552636363636362</c:v>
              </c:pt>
              <c:pt idx="32">
                <c:v>2.327981818181818</c:v>
              </c:pt>
              <c:pt idx="33">
                <c:v>2.4006999999999996</c:v>
              </c:pt>
              <c:pt idx="34">
                <c:v>2.473418181818182</c:v>
              </c:pt>
              <c:pt idx="35">
                <c:v>2.5461363636363634</c:v>
              </c:pt>
              <c:pt idx="36">
                <c:v>2.6188545454545453</c:v>
              </c:pt>
              <c:pt idx="37">
                <c:v>2.691572727272727</c:v>
              </c:pt>
              <c:pt idx="38">
                <c:v>2.7642909090909087</c:v>
              </c:pt>
              <c:pt idx="39">
                <c:v>2.837009090909091</c:v>
              </c:pt>
              <c:pt idx="40">
                <c:v>2.9097272727272725</c:v>
              </c:pt>
              <c:pt idx="41">
                <c:v>2.9824454545454544</c:v>
              </c:pt>
              <c:pt idx="42">
                <c:v>3.055163636363636</c:v>
              </c:pt>
              <c:pt idx="43">
                <c:v>3.127881818181818</c:v>
              </c:pt>
              <c:pt idx="44">
                <c:v>3.2005999999999997</c:v>
              </c:pt>
              <c:pt idx="45">
                <c:v>3.2733181818181816</c:v>
              </c:pt>
              <c:pt idx="46">
                <c:v>3.3460363636363635</c:v>
              </c:pt>
              <c:pt idx="47">
                <c:v>3.418754545454545</c:v>
              </c:pt>
              <c:pt idx="48">
                <c:v>3.4914727272727273</c:v>
              </c:pt>
              <c:pt idx="49">
                <c:v>3.5641909090909087</c:v>
              </c:pt>
              <c:pt idx="50">
                <c:v>3.6369090909090906</c:v>
              </c:pt>
              <c:pt idx="51">
                <c:v>3.709627272727272</c:v>
              </c:pt>
              <c:pt idx="52">
                <c:v>3.7823454545454545</c:v>
              </c:pt>
              <c:pt idx="53">
                <c:v>3.8550636363636364</c:v>
              </c:pt>
              <c:pt idx="54">
                <c:v>3.927781818181818</c:v>
              </c:pt>
              <c:pt idx="55">
                <c:v>4.0005</c:v>
              </c:pt>
              <c:pt idx="56">
                <c:v>4.073218181818182</c:v>
              </c:pt>
              <c:pt idx="57">
                <c:v>4.1459363636363635</c:v>
              </c:pt>
              <c:pt idx="58">
                <c:v>4.218654545454545</c:v>
              </c:pt>
              <c:pt idx="59">
                <c:v>4.291372727272727</c:v>
              </c:pt>
              <c:pt idx="60">
                <c:v>4.364090909090909</c:v>
              </c:pt>
              <c:pt idx="61">
                <c:v>4.436809090909091</c:v>
              </c:pt>
              <c:pt idx="62">
                <c:v>4.509527272727273</c:v>
              </c:pt>
              <c:pt idx="63">
                <c:v>4.582245454545454</c:v>
              </c:pt>
              <c:pt idx="64">
                <c:v>4.654963636363637</c:v>
              </c:pt>
              <c:pt idx="65">
                <c:v>4.727681818181818</c:v>
              </c:pt>
              <c:pt idx="66">
                <c:v>4.8004</c:v>
              </c:pt>
              <c:pt idx="67">
                <c:v>4.873118181818182</c:v>
              </c:pt>
              <c:pt idx="68">
                <c:v>4.9458363636363645</c:v>
              </c:pt>
              <c:pt idx="69">
                <c:v>5.0185545454545455</c:v>
              </c:pt>
              <c:pt idx="70">
                <c:v>5.091272727272727</c:v>
              </c:pt>
              <c:pt idx="71">
                <c:v>5.163990909090909</c:v>
              </c:pt>
              <c:pt idx="72">
                <c:v>5.236709090909091</c:v>
              </c:pt>
              <c:pt idx="73">
                <c:v>5.309427272727273</c:v>
              </c:pt>
              <c:pt idx="74">
                <c:v>5.382145454545454</c:v>
              </c:pt>
              <c:pt idx="75">
                <c:v>5.454863636363636</c:v>
              </c:pt>
              <c:pt idx="76">
                <c:v>5.527581818181818</c:v>
              </c:pt>
              <c:pt idx="77">
                <c:v>5.600300000000001</c:v>
              </c:pt>
              <c:pt idx="78">
                <c:v>5.673018181818183</c:v>
              </c:pt>
              <c:pt idx="79">
                <c:v>5.745736363636364</c:v>
              </c:pt>
              <c:pt idx="80">
                <c:v>5.8184545454545455</c:v>
              </c:pt>
              <c:pt idx="81">
                <c:v>5.8911727272727274</c:v>
              </c:pt>
              <c:pt idx="82">
                <c:v>5.963890909090909</c:v>
              </c:pt>
              <c:pt idx="83">
                <c:v>6.03660909090909</c:v>
              </c:pt>
              <c:pt idx="84">
                <c:v>6.109327272727272</c:v>
              </c:pt>
              <c:pt idx="85">
                <c:v>6.182045454545454</c:v>
              </c:pt>
              <c:pt idx="86">
                <c:v>6.254763636363637</c:v>
              </c:pt>
              <c:pt idx="87">
                <c:v>6.327481818181819</c:v>
              </c:pt>
              <c:pt idx="88">
                <c:v>6.4002</c:v>
              </c:pt>
              <c:pt idx="89">
                <c:v>6.472918181818182</c:v>
              </c:pt>
              <c:pt idx="90">
                <c:v>6.545636363636364</c:v>
              </c:pt>
              <c:pt idx="91">
                <c:v>6.618354545454546</c:v>
              </c:pt>
              <c:pt idx="92">
                <c:v>6.6910727272727275</c:v>
              </c:pt>
              <c:pt idx="93">
                <c:v>6.7637909090909085</c:v>
              </c:pt>
              <c:pt idx="94">
                <c:v>6.83650909090909</c:v>
              </c:pt>
              <c:pt idx="95">
                <c:v>6.909227272727273</c:v>
              </c:pt>
              <c:pt idx="96">
                <c:v>6.981945454545455</c:v>
              </c:pt>
              <c:pt idx="97">
                <c:v>7.054663636363637</c:v>
              </c:pt>
              <c:pt idx="98">
                <c:v>7.127381818181818</c:v>
              </c:pt>
              <c:pt idx="99">
                <c:v>7.2001</c:v>
              </c:pt>
              <c:pt idx="100">
                <c:v>7.272818181818182</c:v>
              </c:pt>
              <c:pt idx="101">
                <c:v>7.345536363636364</c:v>
              </c:pt>
              <c:pt idx="102">
                <c:v>7.418254545454545</c:v>
              </c:pt>
              <c:pt idx="103">
                <c:v>7.490972727272727</c:v>
              </c:pt>
              <c:pt idx="104">
                <c:v>7.5636909090909095</c:v>
              </c:pt>
              <c:pt idx="105">
                <c:v>7.636409090909091</c:v>
              </c:pt>
              <c:pt idx="106">
                <c:v>7.709127272727273</c:v>
              </c:pt>
              <c:pt idx="107">
                <c:v>7.781845454545454</c:v>
              </c:pt>
              <c:pt idx="108">
                <c:v>7.854563636363636</c:v>
              </c:pt>
              <c:pt idx="109">
                <c:v>7.927281818181818</c:v>
              </c:pt>
              <c:pt idx="110">
                <c:v>8</c:v>
              </c:pt>
            </c:numLit>
          </c:xVal>
          <c:yVal>
            <c:numLit>
              <c:formatCode>0E+0</c:formatCode>
              <c:ptCount val="111"/>
              <c:pt idx="0">
                <c:v>0.05722819371718218</c:v>
              </c:pt>
              <c:pt idx="1">
                <c:v>0.4555866539305733</c:v>
              </c:pt>
              <c:pt idx="2">
                <c:v>0.6455080583584416</c:v>
              </c:pt>
              <c:pt idx="3">
                <c:v>0.7441729806291166</c:v>
              </c:pt>
              <c:pt idx="4">
                <c:v>0.823026880599977</c:v>
              </c:pt>
              <c:pt idx="5">
                <c:v>0.8577008600325288</c:v>
              </c:pt>
              <c:pt idx="6">
                <c:v>0.8595107715625095</c:v>
              </c:pt>
              <c:pt idx="7">
                <c:v>0.8294705345304578</c:v>
              </c:pt>
              <c:pt idx="8">
                <c:v>0.7555835331735228</c:v>
              </c:pt>
              <c:pt idx="9">
                <c:v>0.6893192025724668</c:v>
              </c:pt>
              <c:pt idx="10">
                <c:v>0.6180100738060615</c:v>
              </c:pt>
              <c:pt idx="11">
                <c:v>0.5503002827004205</c:v>
              </c:pt>
              <c:pt idx="12">
                <c:v>0.4961687210273481</c:v>
              </c:pt>
              <c:pt idx="13">
                <c:v>0.4493633264745272</c:v>
              </c:pt>
              <c:pt idx="14">
                <c:v>0.41452545049817746</c:v>
              </c:pt>
              <c:pt idx="15">
                <c:v>0.38238845715073594</c:v>
              </c:pt>
              <c:pt idx="16">
                <c:v>0.3571168086379273</c:v>
              </c:pt>
              <c:pt idx="17">
                <c:v>0.3335733502647571</c:v>
              </c:pt>
              <c:pt idx="18">
                <c:v>0.31229825738860756</c:v>
              </c:pt>
              <c:pt idx="19">
                <c:v>0.2934055817120005</c:v>
              </c:pt>
              <c:pt idx="20">
                <c:v>0.27565583010165645</c:v>
              </c:pt>
              <c:pt idx="21">
                <c:v>0.25785203813344687</c:v>
              </c:pt>
              <c:pt idx="22">
                <c:v>0.23933092544088794</c:v>
              </c:pt>
              <c:pt idx="23">
                <c:v>0.22214015559864586</c:v>
              </c:pt>
              <c:pt idx="24">
                <c:v>0.20618417213941945</c:v>
              </c:pt>
              <c:pt idx="25">
                <c:v>0.1879653038089148</c:v>
              </c:pt>
              <c:pt idx="26">
                <c:v>0.17058741291259907</c:v>
              </c:pt>
              <c:pt idx="27">
                <c:v>0.15481615412276648</c:v>
              </c:pt>
              <c:pt idx="28">
                <c:v>0.14050299003974154</c:v>
              </c:pt>
              <c:pt idx="29">
                <c:v>0.1250708275739866</c:v>
              </c:pt>
              <c:pt idx="30">
                <c:v>0.11005788691929343</c:v>
              </c:pt>
              <c:pt idx="31">
                <c:v>0.09684703226237626</c:v>
              </c:pt>
              <c:pt idx="32">
                <c:v>0.08522194929026504</c:v>
              </c:pt>
              <c:pt idx="33">
                <c:v>0.074992289089007</c:v>
              </c:pt>
              <c:pt idx="34">
                <c:v>0.06422098975022845</c:v>
              </c:pt>
              <c:pt idx="35">
                <c:v>0.05445779680667051</c:v>
              </c:pt>
              <c:pt idx="36">
                <c:v>0.04617885281075198</c:v>
              </c:pt>
              <c:pt idx="37">
                <c:v>0.039158514886079444</c:v>
              </c:pt>
              <c:pt idx="38">
                <c:v>0.033205443503920906</c:v>
              </c:pt>
              <c:pt idx="39">
                <c:v>0.028157387518392557</c:v>
              </c:pt>
              <c:pt idx="40">
                <c:v>0.022880427560940095</c:v>
              </c:pt>
              <c:pt idx="41">
                <c:v>0.018591025813897384</c:v>
              </c:pt>
              <c:pt idx="42">
                <c:v>0.01510575971067206</c:v>
              </c:pt>
              <c:pt idx="43">
                <c:v>0.01227387766123092</c:v>
              </c:pt>
              <c:pt idx="44">
                <c:v>0.009972889528782362</c:v>
              </c:pt>
              <c:pt idx="45">
                <c:v>0.008103268445265106</c:v>
              </c:pt>
              <c:pt idx="46">
                <c:v>0.0064995372953147905</c:v>
              </c:pt>
              <c:pt idx="47">
                <c:v>0.0050374791152077965</c:v>
              </c:pt>
              <c:pt idx="48">
                <c:v>0.0039043080581208684</c:v>
              </c:pt>
              <c:pt idx="49">
                <c:v>0.003026041610115696</c:v>
              </c:pt>
              <c:pt idx="50">
                <c:v>0.0023453394788112043</c:v>
              </c:pt>
              <c:pt idx="51">
                <c:v>0.0018177599582512387</c:v>
              </c:pt>
              <c:pt idx="52">
                <c:v>0.0014088584171603091</c:v>
              </c:pt>
              <c:pt idx="53">
                <c:v>0.0010919384765813588</c:v>
              </c:pt>
              <c:pt idx="54">
                <c:v>0.0008201507838722414</c:v>
              </c:pt>
              <c:pt idx="55">
                <c:v>0.0005865627321297582</c:v>
              </c:pt>
              <c:pt idx="56">
                <c:v>0.000419503151724259</c:v>
              </c:pt>
              <c:pt idx="57">
                <c:v>0.00030002399516179277</c:v>
              </c:pt>
              <c:pt idx="58">
                <c:v>0.0002145738293094166</c:v>
              </c:pt>
              <c:pt idx="59">
                <c:v>0.00015346081969103102</c:v>
              </c:pt>
              <c:pt idx="60">
                <c:v>0.00010975347392567428</c:v>
              </c:pt>
              <c:pt idx="61">
                <c:v>7.849446564280075E-05</c:v>
              </c:pt>
              <c:pt idx="62">
                <c:v>5.6138370077664596E-05</c:v>
              </c:pt>
              <c:pt idx="63">
                <c:v>3.928638692237167E-05</c:v>
              </c:pt>
              <c:pt idx="64">
                <c:v>2.4273932161789014E-05</c:v>
              </c:pt>
              <c:pt idx="65">
                <c:v>1.4998166763449766E-05</c:v>
              </c:pt>
              <c:pt idx="66">
                <c:v>9.266937254539529E-06</c:v>
              </c:pt>
              <c:pt idx="67">
                <c:v>5.725774851953963E-06</c:v>
              </c:pt>
              <c:pt idx="68">
                <c:v>3.537792126434048E-06</c:v>
              </c:pt>
              <c:pt idx="69">
                <c:v>2.185900328509726E-06</c:v>
              </c:pt>
              <c:pt idx="70">
                <c:v>1.3506051445128552E-06</c:v>
              </c:pt>
              <c:pt idx="71">
                <c:v>8.345001977415048E-07</c:v>
              </c:pt>
              <c:pt idx="72">
                <c:v>5.156137475559452E-07</c:v>
              </c:pt>
              <c:pt idx="73">
                <c:v>3.185829522727544E-07</c:v>
              </c:pt>
              <c:pt idx="74">
                <c:v>1.840209892465789E-07</c:v>
              </c:pt>
              <c:pt idx="75">
                <c:v>9.173155343487535E-08</c:v>
              </c:pt>
              <c:pt idx="76">
                <c:v>4.572672894557776E-08</c:v>
              </c:pt>
              <c:pt idx="77">
                <c:v>2.2794051357113195E-08</c:v>
              </c:pt>
              <c:pt idx="78">
                <c:v>1.1362474186358058E-08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ser>
          <c:idx val="3"/>
          <c:order val="3"/>
          <c:tx>
            <c:v>COMSOL Maxwellian</c:v>
          </c:tx>
          <c:spPr>
            <a:ln xmlns:a="http://schemas.openxmlformats.org/drawingml/2006/main" w="19050">
              <a:solidFill>
                <a:srgbClr val="59636F"/>
              </a:solidFill>
              <a:prstDash val="dash"/>
            </a:ln>
          </c:spPr>
          <c:marker>
            <c:symbol val="none"/>
          </c:marker>
          <c:xVal>
            <c:numLit>
              <c:formatCode>General</c:formatCode>
              <c:ptCount val="111"/>
              <c:pt idx="0">
                <c:v>0.001</c:v>
              </c:pt>
              <c:pt idx="1">
                <c:v>0.07371818181818182</c:v>
              </c:pt>
              <c:pt idx="2">
                <c:v>0.14643636363636364</c:v>
              </c:pt>
              <c:pt idx="3">
                <c:v>0.21915454545454546</c:v>
              </c:pt>
              <c:pt idx="4">
                <c:v>0.2918727272727273</c:v>
              </c:pt>
              <c:pt idx="5">
                <c:v>0.3645909090909091</c:v>
              </c:pt>
              <c:pt idx="6">
                <c:v>0.4373090909090909</c:v>
              </c:pt>
              <c:pt idx="7">
                <c:v>0.5100272727272727</c:v>
              </c:pt>
              <c:pt idx="8">
                <c:v>0.5827454545454546</c:v>
              </c:pt>
              <c:pt idx="9">
                <c:v>0.6554636363636364</c:v>
              </c:pt>
              <c:pt idx="10">
                <c:v>0.7281818181818182</c:v>
              </c:pt>
              <c:pt idx="11">
                <c:v>0.8009</c:v>
              </c:pt>
              <c:pt idx="12">
                <c:v>0.8736181818181818</c:v>
              </c:pt>
              <c:pt idx="13">
                <c:v>0.9463363636363636</c:v>
              </c:pt>
              <c:pt idx="14">
                <c:v>1.0190545454545452</c:v>
              </c:pt>
              <c:pt idx="15">
                <c:v>1.0917727272727271</c:v>
              </c:pt>
              <c:pt idx="16">
                <c:v>1.164490909090909</c:v>
              </c:pt>
              <c:pt idx="17">
                <c:v>1.237209090909091</c:v>
              </c:pt>
              <c:pt idx="18">
                <c:v>1.3099272727272726</c:v>
              </c:pt>
              <c:pt idx="19">
                <c:v>1.3826454545454543</c:v>
              </c:pt>
              <c:pt idx="20">
                <c:v>1.4553636363636362</c:v>
              </c:pt>
              <c:pt idx="21">
                <c:v>1.5280818181818179</c:v>
              </c:pt>
              <c:pt idx="22">
                <c:v>1.6007999999999998</c:v>
              </c:pt>
              <c:pt idx="23">
                <c:v>1.6735181818181817</c:v>
              </c:pt>
              <c:pt idx="24">
                <c:v>1.7462363636363636</c:v>
              </c:pt>
              <c:pt idx="25">
                <c:v>1.8189545454545453</c:v>
              </c:pt>
              <c:pt idx="26">
                <c:v>1.8916727272727272</c:v>
              </c:pt>
              <c:pt idx="27">
                <c:v>1.9643909090909089</c:v>
              </c:pt>
              <c:pt idx="28">
                <c:v>2.0371090909090905</c:v>
              </c:pt>
              <c:pt idx="29">
                <c:v>2.1098272727272724</c:v>
              </c:pt>
              <c:pt idx="30">
                <c:v>2.1825454545454543</c:v>
              </c:pt>
              <c:pt idx="31">
                <c:v>2.2552636363636362</c:v>
              </c:pt>
              <c:pt idx="32">
                <c:v>2.327981818181818</c:v>
              </c:pt>
              <c:pt idx="33">
                <c:v>2.4006999999999996</c:v>
              </c:pt>
              <c:pt idx="34">
                <c:v>2.473418181818182</c:v>
              </c:pt>
              <c:pt idx="35">
                <c:v>2.5461363636363634</c:v>
              </c:pt>
              <c:pt idx="36">
                <c:v>2.6188545454545453</c:v>
              </c:pt>
              <c:pt idx="37">
                <c:v>2.691572727272727</c:v>
              </c:pt>
              <c:pt idx="38">
                <c:v>2.7642909090909087</c:v>
              </c:pt>
              <c:pt idx="39">
                <c:v>2.837009090909091</c:v>
              </c:pt>
              <c:pt idx="40">
                <c:v>2.9097272727272725</c:v>
              </c:pt>
              <c:pt idx="41">
                <c:v>2.9824454545454544</c:v>
              </c:pt>
              <c:pt idx="42">
                <c:v>3.055163636363636</c:v>
              </c:pt>
              <c:pt idx="43">
                <c:v>3.127881818181818</c:v>
              </c:pt>
              <c:pt idx="44">
                <c:v>3.2005999999999997</c:v>
              </c:pt>
              <c:pt idx="45">
                <c:v>3.2733181818181816</c:v>
              </c:pt>
              <c:pt idx="46">
                <c:v>3.3460363636363635</c:v>
              </c:pt>
              <c:pt idx="47">
                <c:v>3.418754545454545</c:v>
              </c:pt>
              <c:pt idx="48">
                <c:v>3.4914727272727273</c:v>
              </c:pt>
              <c:pt idx="49">
                <c:v>3.5641909090909087</c:v>
              </c:pt>
              <c:pt idx="50">
                <c:v>3.6369090909090906</c:v>
              </c:pt>
              <c:pt idx="51">
                <c:v>3.709627272727272</c:v>
              </c:pt>
              <c:pt idx="52">
                <c:v>3.7823454545454545</c:v>
              </c:pt>
              <c:pt idx="53">
                <c:v>3.8550636363636364</c:v>
              </c:pt>
              <c:pt idx="54">
                <c:v>3.927781818181818</c:v>
              </c:pt>
              <c:pt idx="55">
                <c:v>4.0005</c:v>
              </c:pt>
              <c:pt idx="56">
                <c:v>4.073218181818182</c:v>
              </c:pt>
              <c:pt idx="57">
                <c:v>4.1459363636363635</c:v>
              </c:pt>
              <c:pt idx="58">
                <c:v>4.218654545454545</c:v>
              </c:pt>
              <c:pt idx="59">
                <c:v>4.291372727272727</c:v>
              </c:pt>
              <c:pt idx="60">
                <c:v>4.364090909090909</c:v>
              </c:pt>
              <c:pt idx="61">
                <c:v>4.436809090909091</c:v>
              </c:pt>
              <c:pt idx="62">
                <c:v>4.509527272727273</c:v>
              </c:pt>
              <c:pt idx="63">
                <c:v>4.582245454545454</c:v>
              </c:pt>
              <c:pt idx="64">
                <c:v>4.654963636363637</c:v>
              </c:pt>
              <c:pt idx="65">
                <c:v>4.727681818181818</c:v>
              </c:pt>
              <c:pt idx="66">
                <c:v>4.8004</c:v>
              </c:pt>
              <c:pt idx="67">
                <c:v>4.873118181818182</c:v>
              </c:pt>
              <c:pt idx="68">
                <c:v>4.9458363636363645</c:v>
              </c:pt>
              <c:pt idx="69">
                <c:v>5.0185545454545455</c:v>
              </c:pt>
              <c:pt idx="70">
                <c:v>5.091272727272727</c:v>
              </c:pt>
              <c:pt idx="71">
                <c:v>5.163990909090909</c:v>
              </c:pt>
              <c:pt idx="72">
                <c:v>5.236709090909091</c:v>
              </c:pt>
              <c:pt idx="73">
                <c:v>5.309427272727273</c:v>
              </c:pt>
              <c:pt idx="74">
                <c:v>5.382145454545454</c:v>
              </c:pt>
              <c:pt idx="75">
                <c:v>5.454863636363636</c:v>
              </c:pt>
              <c:pt idx="76">
                <c:v>5.527581818181818</c:v>
              </c:pt>
              <c:pt idx="77">
                <c:v>5.600300000000001</c:v>
              </c:pt>
              <c:pt idx="78">
                <c:v>5.673018181818183</c:v>
              </c:pt>
              <c:pt idx="79">
                <c:v>5.745736363636364</c:v>
              </c:pt>
              <c:pt idx="80">
                <c:v>5.8184545454545455</c:v>
              </c:pt>
              <c:pt idx="81">
                <c:v>5.8911727272727274</c:v>
              </c:pt>
              <c:pt idx="82">
                <c:v>5.963890909090909</c:v>
              </c:pt>
              <c:pt idx="83">
                <c:v>6.03660909090909</c:v>
              </c:pt>
              <c:pt idx="84">
                <c:v>6.109327272727272</c:v>
              </c:pt>
              <c:pt idx="85">
                <c:v>6.182045454545454</c:v>
              </c:pt>
              <c:pt idx="86">
                <c:v>6.254763636363637</c:v>
              </c:pt>
              <c:pt idx="87">
                <c:v>6.327481818181819</c:v>
              </c:pt>
              <c:pt idx="88">
                <c:v>6.4002</c:v>
              </c:pt>
              <c:pt idx="89">
                <c:v>6.472918181818182</c:v>
              </c:pt>
              <c:pt idx="90">
                <c:v>6.545636363636364</c:v>
              </c:pt>
              <c:pt idx="91">
                <c:v>6.618354545454546</c:v>
              </c:pt>
              <c:pt idx="92">
                <c:v>6.6910727272727275</c:v>
              </c:pt>
              <c:pt idx="93">
                <c:v>6.7637909090909085</c:v>
              </c:pt>
              <c:pt idx="94">
                <c:v>6.83650909090909</c:v>
              </c:pt>
              <c:pt idx="95">
                <c:v>6.909227272727273</c:v>
              </c:pt>
              <c:pt idx="96">
                <c:v>6.981945454545455</c:v>
              </c:pt>
              <c:pt idx="97">
                <c:v>7.054663636363637</c:v>
              </c:pt>
              <c:pt idx="98">
                <c:v>7.127381818181818</c:v>
              </c:pt>
              <c:pt idx="99">
                <c:v>7.2001</c:v>
              </c:pt>
              <c:pt idx="100">
                <c:v>7.272818181818182</c:v>
              </c:pt>
              <c:pt idx="101">
                <c:v>7.345536363636364</c:v>
              </c:pt>
              <c:pt idx="102">
                <c:v>7.418254545454545</c:v>
              </c:pt>
              <c:pt idx="103">
                <c:v>7.490972727272727</c:v>
              </c:pt>
              <c:pt idx="104">
                <c:v>7.5636909090909095</c:v>
              </c:pt>
              <c:pt idx="105">
                <c:v>7.636409090909091</c:v>
              </c:pt>
              <c:pt idx="106">
                <c:v>7.709127272727273</c:v>
              </c:pt>
              <c:pt idx="107">
                <c:v>7.781845454545454</c:v>
              </c:pt>
              <c:pt idx="108">
                <c:v>7.854563636363636</c:v>
              </c:pt>
              <c:pt idx="109">
                <c:v>7.927281818181818</c:v>
              </c:pt>
              <c:pt idx="110">
                <c:v>8</c:v>
              </c:pt>
            </c:numLit>
          </c:xVal>
          <c:yVal>
            <c:numLit>
              <c:formatCode>0E+0</c:formatCode>
              <c:ptCount val="111"/>
              <c:pt idx="0">
                <c:v>0.07915147583083054</c:v>
              </c:pt>
              <c:pt idx="1">
                <c:v>0.6004407837132908</c:v>
              </c:pt>
              <c:pt idx="2">
                <c:v>0.7477065789101619</c:v>
              </c:pt>
              <c:pt idx="3">
                <c:v>0.8081757853676466</c:v>
              </c:pt>
              <c:pt idx="4">
                <c:v>0.8240455324441196</c:v>
              </c:pt>
              <c:pt idx="5">
                <c:v>0.8137316860346764</c:v>
              </c:pt>
              <c:pt idx="6">
                <c:v>0.7874018321815516</c:v>
              </c:pt>
              <c:pt idx="7">
                <c:v>0.7513161538375037</c:v>
              </c:pt>
              <c:pt idx="8">
                <c:v>0.7095603390459626</c:v>
              </c:pt>
              <c:pt idx="9">
                <c:v>0.6648873117668167</c:v>
              </c:pt>
              <c:pt idx="10">
                <c:v>0.6191808524355854</c:v>
              </c:pt>
              <c:pt idx="11">
                <c:v>0.5737340268391417</c:v>
              </c:pt>
              <c:pt idx="12">
                <c:v>0.5294270797881506</c:v>
              </c:pt>
              <c:pt idx="13">
                <c:v>0.4868463766471722</c:v>
              </c:pt>
              <c:pt idx="14">
                <c:v>0.44636666289164667</c:v>
              </c:pt>
              <c:pt idx="15">
                <c:v>0.4082094135721172</c:v>
              </c:pt>
              <c:pt idx="16">
                <c:v>0.37248501400696993</c:v>
              </c:pt>
              <c:pt idx="17">
                <c:v>0.33922368160533145</c:v>
              </c:pt>
              <c:pt idx="18">
                <c:v>0.3083983619649456</c:v>
              </c:pt>
              <c:pt idx="19">
                <c:v>0.2799417957667102</c:v>
              </c:pt>
              <c:pt idx="20">
                <c:v>0.25375928813657767</c:v>
              </c:pt>
              <c:pt idx="21">
                <c:v>0.22973827206969874</c:v>
              </c:pt>
              <c:pt idx="22">
                <c:v>0.20775545818941968</c:v>
              </c:pt>
              <c:pt idx="23">
                <c:v>0.18768215468902516</c:v>
              </c:pt>
              <c:pt idx="24">
                <c:v>0.16938819319750503</c:v>
              </c:pt>
              <c:pt idx="25">
                <c:v>0.15274478920376444</c:v>
              </c:pt>
              <c:pt idx="26">
                <c:v>0.1376265870351602</c:v>
              </c:pt>
              <c:pt idx="27">
                <c:v>0.12391308089127892</c:v>
              </c:pt>
              <c:pt idx="28">
                <c:v>0.11148955943236719</c:v>
              </c:pt>
              <c:pt idx="29">
                <c:v>0.10024768800394714</c:v>
              </c:pt>
              <c:pt idx="30">
                <c:v>0.09008581699153477</c:v>
              </c:pt>
              <c:pt idx="31">
                <c:v>0.08090908507220074</c:v>
              </c:pt>
              <c:pt idx="32">
                <c:v>0.07262937083340303</c:v>
              </c:pt>
              <c:pt idx="33">
                <c:v>0.06516513431319794</c:v>
              </c:pt>
              <c:pt idx="34">
                <c:v>0.05844118069805294</c:v>
              </c:pt>
              <c:pt idx="35">
                <c:v>0.05238837110774948</c:v>
              </c:pt>
              <c:pt idx="36">
                <c:v>0.04694329965579134</c:v>
              </c:pt>
              <c:pt idx="37">
                <c:v>0.04204795145760117</c:v>
              </c:pt>
              <c:pt idx="38">
                <c:v>0.03764935270502398</c:v>
              </c:pt>
              <c:pt idx="39">
                <c:v>0.033699221130616214</c:v>
              </c:pt>
              <c:pt idx="40">
                <c:v>0.030153622989966215</c:v>
              </c:pt>
              <c:pt idx="41">
                <c:v>0.02697264097027531</c:v>
              </c:pt>
              <c:pt idx="42">
                <c:v>0.024120056090457167</c:v>
              </c:pt>
              <c:pt idx="43">
                <c:v>0.021563045614477964</c:v>
              </c:pt>
              <c:pt idx="44">
                <c:v>0.01927189819398097</c:v>
              </c:pt>
              <c:pt idx="45">
                <c:v>0.01721974683943032</c:v>
              </c:pt>
              <c:pt idx="46">
                <c:v>0.015382319852018466</c:v>
              </c:pt>
              <c:pt idx="47">
                <c:v>0.013737709500214414</c:v>
              </c:pt>
              <c:pt idx="48">
                <c:v>0.01226615797014828</c:v>
              </c:pt>
              <c:pt idx="49">
                <c:v>0.010949859938070176</c:v>
              </c:pt>
              <c:pt idx="50">
                <c:v>0.009772780989911174</c:v>
              </c:pt>
              <c:pt idx="51">
                <c:v>0.008720491034727697</c:v>
              </c:pt>
              <c:pt idx="52">
                <c:v>0.007780011815301176</c:v>
              </c:pt>
              <c:pt idx="53">
                <c:v>0.006939677602228402</c:v>
              </c:pt>
              <c:pt idx="54">
                <c:v>0.006189008160965454</c:v>
              </c:pt>
              <c:pt idx="55">
                <c:v>0.005518593099304885</c:v>
              </c:pt>
              <c:pt idx="56">
                <c:v>0.004919986731572996</c:v>
              </c:pt>
              <c:pt idx="57">
                <c:v>0.004385612632197019</c:v>
              </c:pt>
              <c:pt idx="58">
                <c:v>0.003908677092674605</c:v>
              </c:pt>
              <c:pt idx="59">
                <c:v>0.003483090740403838</c:v>
              </c:pt>
              <c:pt idx="60">
                <c:v>0.0031033976237748485</c:v>
              </c:pt>
              <c:pt idx="61">
                <c:v>0.0027647111142194802</c:v>
              </c:pt>
              <c:pt idx="62">
                <c:v>0.002462656021686562</c:v>
              </c:pt>
              <c:pt idx="63">
                <c:v>0.0021933163646111766</c:v>
              </c:pt>
              <c:pt idx="64">
                <c:v>0.0019531882784127666</c:v>
              </c:pt>
              <c:pt idx="65">
                <c:v>0.0017391375875699085</c:v>
              </c:pt>
              <c:pt idx="66">
                <c:v>0.001548361605172009</c:v>
              </c:pt>
              <c:pt idx="67">
                <c:v>0.0013783547604230202</c:v>
              </c:pt>
              <c:pt idx="68">
                <c:v>0.0012268776888176081</c:v>
              </c:pt>
              <c:pt idx="69">
                <c:v>0.0010919294516294185</c:v>
              </c:pt>
              <c:pt idx="70">
                <c:v>0.0009717225809828109</c:v>
              </c:pt>
              <c:pt idx="71">
                <c:v>0.0008646606741935885</c:v>
              </c:pt>
              <c:pt idx="72">
                <c:v>0.000769318286348819</c:v>
              </c:pt>
              <c:pt idx="73">
                <c:v>0.0006844228933539495</c:v>
              </c:pt>
              <c:pt idx="74">
                <c:v>0.0006088387190176911</c:v>
              </c:pt>
              <c:pt idx="75">
                <c:v>0.0005415522392873577</c:v>
              </c:pt>
              <c:pt idx="76">
                <c:v>0.00048165919460664856</c:v>
              </c:pt>
              <c:pt idx="77">
                <c:v>0.00042835295766031006</c:v>
              </c:pt>
              <c:pt idx="78">
                <c:v>0.0003809141186097263</c:v>
              </c:pt>
              <c:pt idx="79">
                <c:v>0.0003387011634198843</c:v>
              </c:pt>
              <c:pt idx="80">
                <c:v>0.0003011421331367543</c:v>
              </c:pt>
              <c:pt idx="81">
                <c:v>0.0002677271630946849</c:v>
              </c:pt>
              <c:pt idx="82">
                <c:v>0.0002380018111102489</c:v>
              </c:pt>
              <c:pt idx="83">
                <c:v>0.00021156109284058892</c:v>
              </c:pt>
              <c:pt idx="84">
                <c:v>0.00018804415073316074</c:v>
              </c:pt>
              <c:pt idx="85">
                <c:v>0.00016712949044679246</c:v>
              </c:pt>
              <c:pt idx="86">
                <c:v>0.00014853072535225733</c:v>
              </c:pt>
              <c:pt idx="87">
                <c:v>0.0001319927757898746</c:v>
              </c:pt>
              <c:pt idx="88">
                <c:v>0.00011728847523255191</c:v>
              </c:pt>
              <c:pt idx="89">
                <c:v>0.00010421554043080115</c:v>
              </c:pt>
              <c:pt idx="90">
                <c:v>9.259386705262711E-05</c:v>
              </c:pt>
              <c:pt idx="91">
                <c:v>8.226311632244615E-05</c:v>
              </c:pt>
              <c:pt idx="92">
                <c:v>7.308056175199221E-05</c:v>
              </c:pt>
              <c:pt idx="93">
                <c:v>6.491916828135606E-05</c:v>
              </c:pt>
              <c:pt idx="94">
                <c:v>5.7665879045262624E-05</c:v>
              </c:pt>
              <c:pt idx="95">
                <c:v>5.122008758058966E-05</c:v>
              </c:pt>
              <c:pt idx="96">
                <c:v>4.549227562516313E-05</c:v>
              </c:pt>
              <c:pt idx="97">
                <c:v>4.04027987515226E-05</c:v>
              </c:pt>
              <c:pt idx="98">
                <c:v>3.588080395662975E-05</c:v>
              </c:pt>
              <c:pt idx="99">
                <c:v>3.1863265011090305E-05</c:v>
              </c:pt>
              <c:pt idx="100">
                <c:v>2.8294122879033375E-05</c:v>
              </c:pt>
              <c:pt idx="101">
                <c:v>2.512351987005447E-05</c:v>
              </c:pt>
              <c:pt idx="102">
                <c:v>2.230711739360531E-05</c:v>
              </c:pt>
              <c:pt idx="103">
                <c:v>1.9805488268334582E-05</c:v>
              </c:pt>
              <c:pt idx="104">
                <c:v>1.7583575507170817E-05</c:v>
              </c:pt>
              <c:pt idx="105">
                <c:v>1.561021036510869E-05</c:v>
              </c:pt>
              <c:pt idx="106">
                <c:v>1.3857683211273634E-05</c:v>
              </c:pt>
              <c:pt idx="107">
                <c:v>1.2301361479382934E-05</c:v>
              </c:pt>
              <c:pt idx="108">
                <c:v>1.0919349569734994E-05</c:v>
              </c:pt>
              <c:pt idx="109">
                <c:v>9.692186129013735E-06</c:v>
              </c:pt>
              <c:pt idx="110">
                <c:v>8.60257462837929E-06</c:v>
              </c:pt>
            </c:numLit>
          </c:yVal>
        </c:ser>
        <c:ser>
          <c:idx val="4"/>
          <c:order val="4"/>
          <c:tx>
            <c:v>COMSOL Druyvesteyn</c:v>
          </c:tx>
          <c:spPr>
            <a:ln xmlns:a="http://schemas.openxmlformats.org/drawingml/2006/main" w="19050">
              <a:solidFill>
                <a:srgbClr val="908747"/>
              </a:solidFill>
              <a:prstDash val="dot"/>
            </a:ln>
          </c:spPr>
          <c:marker>
            <c:symbol val="none"/>
          </c:marker>
          <c:xVal>
            <c:numLit>
              <c:formatCode>General</c:formatCode>
              <c:ptCount val="111"/>
              <c:pt idx="0">
                <c:v>0.001</c:v>
              </c:pt>
              <c:pt idx="1">
                <c:v>0.07371818181818182</c:v>
              </c:pt>
              <c:pt idx="2">
                <c:v>0.14643636363636364</c:v>
              </c:pt>
              <c:pt idx="3">
                <c:v>0.21915454545454546</c:v>
              </c:pt>
              <c:pt idx="4">
                <c:v>0.2918727272727273</c:v>
              </c:pt>
              <c:pt idx="5">
                <c:v>0.3645909090909091</c:v>
              </c:pt>
              <c:pt idx="6">
                <c:v>0.4373090909090909</c:v>
              </c:pt>
              <c:pt idx="7">
                <c:v>0.5100272727272727</c:v>
              </c:pt>
              <c:pt idx="8">
                <c:v>0.5827454545454546</c:v>
              </c:pt>
              <c:pt idx="9">
                <c:v>0.6554636363636364</c:v>
              </c:pt>
              <c:pt idx="10">
                <c:v>0.7281818181818182</c:v>
              </c:pt>
              <c:pt idx="11">
                <c:v>0.8009</c:v>
              </c:pt>
              <c:pt idx="12">
                <c:v>0.8736181818181818</c:v>
              </c:pt>
              <c:pt idx="13">
                <c:v>0.9463363636363636</c:v>
              </c:pt>
              <c:pt idx="14">
                <c:v>1.0190545454545452</c:v>
              </c:pt>
              <c:pt idx="15">
                <c:v>1.0917727272727271</c:v>
              </c:pt>
              <c:pt idx="16">
                <c:v>1.164490909090909</c:v>
              </c:pt>
              <c:pt idx="17">
                <c:v>1.237209090909091</c:v>
              </c:pt>
              <c:pt idx="18">
                <c:v>1.3099272727272726</c:v>
              </c:pt>
              <c:pt idx="19">
                <c:v>1.3826454545454543</c:v>
              </c:pt>
              <c:pt idx="20">
                <c:v>1.4553636363636362</c:v>
              </c:pt>
              <c:pt idx="21">
                <c:v>1.5280818181818179</c:v>
              </c:pt>
              <c:pt idx="22">
                <c:v>1.6007999999999998</c:v>
              </c:pt>
              <c:pt idx="23">
                <c:v>1.6735181818181817</c:v>
              </c:pt>
              <c:pt idx="24">
                <c:v>1.7462363636363636</c:v>
              </c:pt>
              <c:pt idx="25">
                <c:v>1.8189545454545453</c:v>
              </c:pt>
              <c:pt idx="26">
                <c:v>1.8916727272727272</c:v>
              </c:pt>
              <c:pt idx="27">
                <c:v>1.9643909090909089</c:v>
              </c:pt>
              <c:pt idx="28">
                <c:v>2.0371090909090905</c:v>
              </c:pt>
              <c:pt idx="29">
                <c:v>2.1098272727272724</c:v>
              </c:pt>
              <c:pt idx="30">
                <c:v>2.1825454545454543</c:v>
              </c:pt>
              <c:pt idx="31">
                <c:v>2.2552636363636362</c:v>
              </c:pt>
              <c:pt idx="32">
                <c:v>2.327981818181818</c:v>
              </c:pt>
              <c:pt idx="33">
                <c:v>2.4006999999999996</c:v>
              </c:pt>
              <c:pt idx="34">
                <c:v>2.473418181818182</c:v>
              </c:pt>
              <c:pt idx="35">
                <c:v>2.5461363636363634</c:v>
              </c:pt>
              <c:pt idx="36">
                <c:v>2.6188545454545453</c:v>
              </c:pt>
              <c:pt idx="37">
                <c:v>2.691572727272727</c:v>
              </c:pt>
              <c:pt idx="38">
                <c:v>2.7642909090909087</c:v>
              </c:pt>
              <c:pt idx="39">
                <c:v>2.837009090909091</c:v>
              </c:pt>
              <c:pt idx="40">
                <c:v>2.9097272727272725</c:v>
              </c:pt>
              <c:pt idx="41">
                <c:v>2.9824454545454544</c:v>
              </c:pt>
              <c:pt idx="42">
                <c:v>3.055163636363636</c:v>
              </c:pt>
              <c:pt idx="43">
                <c:v>3.127881818181818</c:v>
              </c:pt>
              <c:pt idx="44">
                <c:v>3.2005999999999997</c:v>
              </c:pt>
              <c:pt idx="45">
                <c:v>3.2733181818181816</c:v>
              </c:pt>
              <c:pt idx="46">
                <c:v>3.3460363636363635</c:v>
              </c:pt>
              <c:pt idx="47">
                <c:v>3.418754545454545</c:v>
              </c:pt>
              <c:pt idx="48">
                <c:v>3.4914727272727273</c:v>
              </c:pt>
              <c:pt idx="49">
                <c:v>3.5641909090909087</c:v>
              </c:pt>
              <c:pt idx="50">
                <c:v>3.6369090909090906</c:v>
              </c:pt>
              <c:pt idx="51">
                <c:v>3.709627272727272</c:v>
              </c:pt>
              <c:pt idx="52">
                <c:v>3.7823454545454545</c:v>
              </c:pt>
              <c:pt idx="53">
                <c:v>3.8550636363636364</c:v>
              </c:pt>
              <c:pt idx="54">
                <c:v>3.927781818181818</c:v>
              </c:pt>
              <c:pt idx="55">
                <c:v>4.0005</c:v>
              </c:pt>
              <c:pt idx="56">
                <c:v>4.073218181818182</c:v>
              </c:pt>
              <c:pt idx="57">
                <c:v>4.1459363636363635</c:v>
              </c:pt>
              <c:pt idx="58">
                <c:v>4.218654545454545</c:v>
              </c:pt>
              <c:pt idx="59">
                <c:v>4.291372727272727</c:v>
              </c:pt>
              <c:pt idx="60">
                <c:v>4.364090909090909</c:v>
              </c:pt>
              <c:pt idx="61">
                <c:v>4.436809090909091</c:v>
              </c:pt>
              <c:pt idx="62">
                <c:v>4.509527272727273</c:v>
              </c:pt>
              <c:pt idx="63">
                <c:v>4.582245454545454</c:v>
              </c:pt>
              <c:pt idx="64">
                <c:v>4.654963636363637</c:v>
              </c:pt>
              <c:pt idx="65">
                <c:v>4.727681818181818</c:v>
              </c:pt>
              <c:pt idx="66">
                <c:v>4.8004</c:v>
              </c:pt>
              <c:pt idx="67">
                <c:v>4.873118181818182</c:v>
              </c:pt>
              <c:pt idx="68">
                <c:v>4.9458363636363645</c:v>
              </c:pt>
              <c:pt idx="69">
                <c:v>5.0185545454545455</c:v>
              </c:pt>
              <c:pt idx="70">
                <c:v>5.091272727272727</c:v>
              </c:pt>
              <c:pt idx="71">
                <c:v>5.163990909090909</c:v>
              </c:pt>
              <c:pt idx="72">
                <c:v>5.236709090909091</c:v>
              </c:pt>
              <c:pt idx="73">
                <c:v>5.309427272727273</c:v>
              </c:pt>
              <c:pt idx="74">
                <c:v>5.382145454545454</c:v>
              </c:pt>
              <c:pt idx="75">
                <c:v>5.454863636363636</c:v>
              </c:pt>
              <c:pt idx="76">
                <c:v>5.527581818181818</c:v>
              </c:pt>
              <c:pt idx="77">
                <c:v>5.600300000000001</c:v>
              </c:pt>
              <c:pt idx="78">
                <c:v>5.673018181818183</c:v>
              </c:pt>
              <c:pt idx="79">
                <c:v>5.745736363636364</c:v>
              </c:pt>
              <c:pt idx="80">
                <c:v>5.8184545454545455</c:v>
              </c:pt>
              <c:pt idx="81">
                <c:v>5.8911727272727274</c:v>
              </c:pt>
              <c:pt idx="82">
                <c:v>5.963890909090909</c:v>
              </c:pt>
              <c:pt idx="83">
                <c:v>6.03660909090909</c:v>
              </c:pt>
              <c:pt idx="84">
                <c:v>6.109327272727272</c:v>
              </c:pt>
              <c:pt idx="85">
                <c:v>6.182045454545454</c:v>
              </c:pt>
              <c:pt idx="86">
                <c:v>6.254763636363637</c:v>
              </c:pt>
              <c:pt idx="87">
                <c:v>6.327481818181819</c:v>
              </c:pt>
              <c:pt idx="88">
                <c:v>6.4002</c:v>
              </c:pt>
              <c:pt idx="89">
                <c:v>6.472918181818182</c:v>
              </c:pt>
              <c:pt idx="90">
                <c:v>6.545636363636364</c:v>
              </c:pt>
              <c:pt idx="91">
                <c:v>6.618354545454546</c:v>
              </c:pt>
              <c:pt idx="92">
                <c:v>6.6910727272727275</c:v>
              </c:pt>
              <c:pt idx="93">
                <c:v>6.7637909090909085</c:v>
              </c:pt>
              <c:pt idx="94">
                <c:v>6.83650909090909</c:v>
              </c:pt>
              <c:pt idx="95">
                <c:v>6.909227272727273</c:v>
              </c:pt>
              <c:pt idx="96">
                <c:v>6.981945454545455</c:v>
              </c:pt>
              <c:pt idx="97">
                <c:v>7.054663636363637</c:v>
              </c:pt>
              <c:pt idx="98">
                <c:v>7.127381818181818</c:v>
              </c:pt>
              <c:pt idx="99">
                <c:v>7.2001</c:v>
              </c:pt>
              <c:pt idx="100">
                <c:v>7.272818181818182</c:v>
              </c:pt>
              <c:pt idx="101">
                <c:v>7.345536363636364</c:v>
              </c:pt>
              <c:pt idx="102">
                <c:v>7.418254545454545</c:v>
              </c:pt>
              <c:pt idx="103">
                <c:v>7.490972727272727</c:v>
              </c:pt>
              <c:pt idx="104">
                <c:v>7.5636909090909095</c:v>
              </c:pt>
              <c:pt idx="105">
                <c:v>7.636409090909091</c:v>
              </c:pt>
              <c:pt idx="106">
                <c:v>7.709127272727273</c:v>
              </c:pt>
              <c:pt idx="107">
                <c:v>7.781845454545454</c:v>
              </c:pt>
              <c:pt idx="108">
                <c:v>7.854563636363636</c:v>
              </c:pt>
              <c:pt idx="109">
                <c:v>7.927281818181818</c:v>
              </c:pt>
              <c:pt idx="110">
                <c:v>8</c:v>
              </c:pt>
            </c:numLit>
          </c:xVal>
          <c:yVal>
            <c:numLit>
              <c:formatCode>0E+0</c:formatCode>
              <c:ptCount val="111"/>
              <c:pt idx="0">
                <c:v>0.03971077928914306</c:v>
              </c:pt>
              <c:pt idx="1">
                <c:v>0.339650325767868</c:v>
              </c:pt>
              <c:pt idx="2">
                <c:v>0.4733334691037438</c:v>
              </c:pt>
              <c:pt idx="3">
                <c:v>0.568300066257302</c:v>
              </c:pt>
              <c:pt idx="4">
                <c:v>0.6388819859471115</c:v>
              </c:pt>
              <c:pt idx="5">
                <c:v>0.6904145295576778</c:v>
              </c:pt>
              <c:pt idx="6">
                <c:v>0.725681543769977</c:v>
              </c:pt>
              <c:pt idx="7">
                <c:v>0.7465433748377576</c:v>
              </c:pt>
              <c:pt idx="8">
                <c:v>0.7545117621443301</c:v>
              </c:pt>
              <c:pt idx="9">
                <c:v>0.7509841833470106</c:v>
              </c:pt>
              <c:pt idx="10">
                <c:v>0.7373403936570001</c:v>
              </c:pt>
              <c:pt idx="11">
                <c:v>0.7149745457663591</c:v>
              </c:pt>
              <c:pt idx="12">
                <c:v>0.6852945670784549</c:v>
              </c:pt>
              <c:pt idx="13">
                <c:v>0.6497046044411557</c:v>
              </c:pt>
              <c:pt idx="14">
                <c:v>0.6095794526793389</c:v>
              </c:pt>
              <c:pt idx="15">
                <c:v>0.5662364853018912</c:v>
              </c:pt>
              <c:pt idx="16">
                <c:v>0.5209086930534748</c:v>
              </c:pt>
              <c:pt idx="17">
                <c:v>0.47472120412935803</c:v>
              </c:pt>
              <c:pt idx="18">
                <c:v>0.4286727700406726</c:v>
              </c:pt>
              <c:pt idx="19">
                <c:v>0.3836230082973577</c:v>
              </c:pt>
              <c:pt idx="20">
                <c:v>0.3402856366822652</c:v>
              </c:pt>
              <c:pt idx="21">
                <c:v>0.2992274901198292</c:v>
              </c:pt>
              <c:pt idx="22">
                <c:v>0.2608727709235046</c:v>
              </c:pt>
              <c:pt idx="23">
                <c:v>0.22551174166069923</c:v>
              </c:pt>
              <c:pt idx="24">
                <c:v>0.1933129214086476</c:v>
              </c:pt>
              <c:pt idx="25">
                <c:v>0.1643377825206762</c:v>
              </c:pt>
              <c:pt idx="26">
                <c:v>0.13855695490227696</c:v>
              </c:pt>
              <c:pt idx="27">
                <c:v>0.11586701448559177</c:v>
              </c:pt>
              <c:pt idx="28">
                <c:v>0.09610704692023188</c:v>
              </c:pt>
              <c:pt idx="29">
                <c:v>0.079074321002004</c:v>
              </c:pt>
              <c:pt idx="30">
                <c:v>0.0645385643657086</c:v>
              </c:pt>
              <c:pt idx="31">
                <c:v>0.05225449349351567</c:v>
              </c:pt>
              <c:pt idx="32">
                <c:v>0.04197240048851222</c:v>
              </c:pt>
              <c:pt idx="33">
                <c:v>0.03344673237048279</c:v>
              </c:pt>
              <c:pt idx="34">
                <c:v>0.026442709667168107</c:v>
              </c:pt>
              <c:pt idx="35">
                <c:v>0.02074111720450046</c:v>
              </c:pt>
              <c:pt idx="36">
                <c:v>0.016141460920012562</c:v>
              </c:pt>
              <c:pt idx="37">
                <c:v>0.012463721732137868</c:v>
              </c:pt>
              <c:pt idx="38">
                <c:v>0.009548953810058942</c:v>
              </c:pt>
              <c:pt idx="39">
                <c:v>0.0072589736370079275</c:v>
              </c:pt>
              <c:pt idx="40">
                <c:v>0.005475372038630416</c:v>
              </c:pt>
              <c:pt idx="41">
                <c:v>0.004098057831042629</c:v>
              </c:pt>
              <c:pt idx="42">
                <c:v>0.003043512592984479</c:v>
              </c:pt>
              <c:pt idx="43">
                <c:v>0.00224290443732587</c:v>
              </c:pt>
              <c:pt idx="44">
                <c:v>0.0016401770873400287</c:v>
              </c:pt>
              <c:pt idx="45">
                <c:v>0.0011902009428596272</c:v>
              </c:pt>
              <c:pt idx="46">
                <c:v>0.0008570464208554255</c:v>
              </c:pt>
              <c:pt idx="47">
                <c:v>0.0006124173940958552</c:v>
              </c:pt>
              <c:pt idx="48">
                <c:v>0.00043426429502331054</c:v>
              </c:pt>
              <c:pt idx="49">
                <c:v>0.00030558231427503806</c:v>
              </c:pt>
              <c:pt idx="50">
                <c:v>0.00021338977226820313</c:v>
              </c:pt>
              <c:pt idx="51">
                <c:v>0.00014787469306875203</c:v>
              </c:pt>
              <c:pt idx="52">
                <c:v>0.00010169330356139201</c:v>
              </c:pt>
              <c:pt idx="53">
                <c:v>6.940204661168635E-05</c:v>
              </c:pt>
              <c:pt idx="54">
                <c:v>4.700419530790602E-05</c:v>
              </c:pt>
              <c:pt idx="55">
                <c:v>3.159280775338381E-05</c:v>
              </c:pt>
              <c:pt idx="56">
                <c:v>2.107316500023632E-05</c:v>
              </c:pt>
              <c:pt idx="57">
                <c:v>1.3949665397671083E-05</c:v>
              </c:pt>
              <c:pt idx="58">
                <c:v>9.164160796637882E-06</c:v>
              </c:pt>
              <c:pt idx="59">
                <c:v>5.974736852308228E-06</c:v>
              </c:pt>
              <c:pt idx="60">
                <c:v>3.865842920631226E-06</c:v>
              </c:pt>
              <c:pt idx="61">
                <c:v>2.482395788985425E-06</c:v>
              </c:pt>
              <c:pt idx="62">
                <c:v>1.5819808058304662E-06</c:v>
              </c:pt>
              <c:pt idx="63">
                <c:v>1.0005449911835317E-06</c:v>
              </c:pt>
              <c:pt idx="64">
                <c:v>6.280280496881096E-07</c:v>
              </c:pt>
              <c:pt idx="65">
                <c:v>3.9122820977616785E-07</c:v>
              </c:pt>
              <c:pt idx="66">
                <c:v>2.418753461575824E-07</c:v>
              </c:pt>
              <c:pt idx="67">
                <c:v>1.4841059656545795E-07</c:v>
              </c:pt>
              <c:pt idx="68">
                <c:v>9.037567614342525E-08</c:v>
              </c:pt>
              <c:pt idx="69">
                <c:v>5.4620159196392275E-08</c:v>
              </c:pt>
              <c:pt idx="70">
                <c:v>3.2762004677771174E-08</c:v>
              </c:pt>
              <c:pt idx="71">
                <c:v>1.950317743892676E-08</c:v>
              </c:pt>
              <c:pt idx="72">
                <c:v>1.1522823577698079E-08</c:v>
              </c:pt>
              <c:pt idx="73">
                <c:v>1E-08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max val="1"/>
          <c:min val="1E-08"/>
        </c:scaling>
        <c:delete val="0"/>
        <c:axPos val="l"/>
        <c:majorGridlines>
          <c:spPr>
            <a:ln xmlns:a="http://schemas.openxmlformats.org/drawingml/2006/main" w="7620">
              <a:solidFill>
                <a:srgbClr val="D7DCE0"/>
              </a:solidFill>
              <a:prstDash val="solid"/>
            </a:ln>
          </c:spPr>
        </c:majorGridlines>
        <c:title>
          <c:tx>
            <c:rich>
              <a:bodyPr xmlns:a="http://schemas.openxmlformats.org/drawingml/2006/main"/>
              <a:lstStyle xmlns:a="http://schemas.openxmlformats.org/drawingml/2006/main"/>
              <a:p xmlns:a="http://schemas.openxmlformats.org/drawingml/2006/main">
                <a:r>
                  <a:rPr sz="638">
                    <a:solidFill>
                      <a:srgbClr val="333333"/>
                    </a:solidFill>
                    <a:latin typeface="Noto Sans JP"/>
                    <a:ea typeface="Noto Sans JP"/>
                    <a:cs typeface="Noto Sans JP"/>
                  </a:rPr>
                  <a:t>Probability-density EEDF, F(ε) (eV⁻¹)</a:t>
                </a:r>
              </a:p>
            </c:rich>
          </c:tx>
          <c:overlay val="0"/>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title>
        <c:numFmt formatCode="0E+0"/>
        <c:majorTickMark val="none"/>
        <c:minorTickMark val="none"/>
        <c:spPr>
          <a:ln xmlns:a="http://schemas.openxmlformats.org/drawingml/2006/main" w="7620">
            <a:solidFill>
              <a:srgbClr val="4A4A4A"/>
            </a:solidFill>
            <a:prstDash val="solid"/>
          </a:ln>
        </c:spPr>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crossAx val="48650112"/>
      </c:valAx>
      <c:valAx>
        <c:axId val="48650112"/>
        <c:scaling>
          <c:orientation val="minMax"/>
          <c:max val="8"/>
          <c:min val="0"/>
        </c:scaling>
        <c:delete val="0"/>
        <c:axPos val="b"/>
        <c:majorGridlines>
          <c:spPr>
            <a:ln xmlns:a="http://schemas.openxmlformats.org/drawingml/2006/main" w="953">
              <a:solidFill>
                <a:srgbClr val="FFFFFF"/>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333333"/>
                    </a:solidFill>
                    <a:latin typeface="Noto Sans JP"/>
                    <a:ea typeface="Noto Sans JP"/>
                    <a:cs typeface="Noto Sans JP"/>
                  </a:rPr>
                  <a:t>Electron energy, ε (eV)</a:t>
                </a:r>
              </a:p>
            </c:rich>
          </c:tx>
          <c:overlay val="0"/>
          <c:txPr>
            <a:bodyPr xmlns:a="http://schemas.openxmlformats.org/drawingml/2006/main" anchorCtr="1"/>
            <a:lstStyle xmlns:a="http://schemas.openxmlformats.org/drawingml/2006/main"/>
            <a:p xmlns:a="http://schemas.openxmlformats.org/drawingml/2006/main">
              <a:pPr>
                <a:defRPr sz="675">
                  <a:solidFill>
                    <a:srgbClr val="333333"/>
                  </a:solidFill>
                  <a:latin typeface="Noto Sans JP"/>
                  <a:ea typeface="Noto Sans JP"/>
                  <a:cs typeface="Noto Sans JP"/>
                </a:defRPr>
              </a:pPr>
            </a:p>
          </c:txPr>
        </c:title>
        <c:numFmt formatCode="0"/>
        <c:majorTickMark val="none"/>
        <c:minorTickMark val="none"/>
        <c:spPr>
          <a:ln xmlns:a="http://schemas.openxmlformats.org/drawingml/2006/main" w="7620">
            <a:solidFill>
              <a:srgbClr val="4A4A4A"/>
            </a:solidFill>
            <a:prstDash val="solid"/>
          </a:ln>
        </c:spPr>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crossAx val="48672768"/>
        <c:majorUnit val="2"/>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B8BEC3"/>
      </a:solidFill>
      <a:prstDash val="solid"/>
    </a:ln>
  </c:spPr>
</c:chartSpace>
</file>

<file path=ppt/slides/charts/chart18.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333333"/>
                </a:solidFill>
                <a:latin typeface="Noto Sans JP"/>
                <a:ea typeface="Noto Sans JP"/>
                <a:cs typeface="Noto Sans JP"/>
              </a:rPr>
              <a:t>E/N = 10 Td</a:t>
            </a:r>
          </a:p>
        </c:rich>
      </c:tx>
      <c:overlay val="0"/>
      <c:txPr>
        <a:bodyPr xmlns:a="http://schemas.openxmlformats.org/drawingml/2006/main" anchorCtr="1"/>
        <a:lstStyle xmlns:a="http://schemas.openxmlformats.org/drawingml/2006/main"/>
        <a:p xmlns:a="http://schemas.openxmlformats.org/drawingml/2006/main">
          <a:pPr>
            <a:defRPr sz="1050" b="1">
              <a:solidFill>
                <a:srgbClr val="333333"/>
              </a:solidFill>
              <a:latin typeface="Noto Sans JP"/>
              <a:ea typeface="Noto Sans JP"/>
              <a:cs typeface="Noto Sans JP"/>
            </a:defRPr>
          </a:pPr>
        </a:p>
      </c:txPr>
    </c:title>
    <c:plotArea>
      <c:scatterChart>
        <c:scatterStyle val="line"/>
        <c:ser>
          <c:idx val="0"/>
          <c:order val="0"/>
          <c:tx>
            <c:v>Two-term Swarm</c:v>
          </c:tx>
          <c:spPr>
            <a:ln xmlns:a="http://schemas.openxmlformats.org/drawingml/2006/main" w="22860">
              <a:solidFill>
                <a:srgbClr val="3B67B0"/>
              </a:solidFill>
              <a:prstDash val="solid"/>
            </a:ln>
          </c:spPr>
          <c:marker>
            <c:symbol val="none"/>
          </c:marker>
          <c:xVal>
            <c:numLit>
              <c:formatCode>General</c:formatCode>
              <c:ptCount val="111"/>
              <c:pt idx="0">
                <c:v>0.001</c:v>
              </c:pt>
              <c:pt idx="1">
                <c:v>0.22826363636363636</c:v>
              </c:pt>
              <c:pt idx="2">
                <c:v>0.4555272727272727</c:v>
              </c:pt>
              <c:pt idx="3">
                <c:v>0.6827909090909091</c:v>
              </c:pt>
              <c:pt idx="4">
                <c:v>0.9100545454545454</c:v>
              </c:pt>
              <c:pt idx="5">
                <c:v>1.1373181818181817</c:v>
              </c:pt>
              <c:pt idx="6">
                <c:v>1.3645818181818181</c:v>
              </c:pt>
              <c:pt idx="7">
                <c:v>1.5918454545454543</c:v>
              </c:pt>
              <c:pt idx="8">
                <c:v>1.8191090909090908</c:v>
              </c:pt>
              <c:pt idx="9">
                <c:v>2.0463727272727272</c:v>
              </c:pt>
              <c:pt idx="10">
                <c:v>2.2736363636363635</c:v>
              </c:pt>
              <c:pt idx="11">
                <c:v>2.5008999999999997</c:v>
              </c:pt>
              <c:pt idx="12">
                <c:v>2.7281636363636363</c:v>
              </c:pt>
              <c:pt idx="13">
                <c:v>2.955427272727272</c:v>
              </c:pt>
              <c:pt idx="14">
                <c:v>3.182690909090909</c:v>
              </c:pt>
              <c:pt idx="15">
                <c:v>3.409954545454545</c:v>
              </c:pt>
              <c:pt idx="16">
                <c:v>3.6372181818181817</c:v>
              </c:pt>
              <c:pt idx="17">
                <c:v>3.864481818181818</c:v>
              </c:pt>
              <c:pt idx="18">
                <c:v>4.091745454545455</c:v>
              </c:pt>
              <c:pt idx="19">
                <c:v>4.319009090909091</c:v>
              </c:pt>
              <c:pt idx="20">
                <c:v>4.5462727272727275</c:v>
              </c:pt>
              <c:pt idx="21">
                <c:v>4.773536363636364</c:v>
              </c:pt>
              <c:pt idx="22">
                <c:v>5.0008</c:v>
              </c:pt>
              <c:pt idx="23">
                <c:v>5.228063636363636</c:v>
              </c:pt>
              <c:pt idx="24">
                <c:v>5.455327272727273</c:v>
              </c:pt>
              <c:pt idx="25">
                <c:v>5.6825909090909095</c:v>
              </c:pt>
              <c:pt idx="26">
                <c:v>5.909854545454545</c:v>
              </c:pt>
              <c:pt idx="27">
                <c:v>6.137118181818182</c:v>
              </c:pt>
              <c:pt idx="28">
                <c:v>6.364381818181818</c:v>
              </c:pt>
              <c:pt idx="29">
                <c:v>6.591645454545455</c:v>
              </c:pt>
              <c:pt idx="30">
                <c:v>6.818909090909091</c:v>
              </c:pt>
              <c:pt idx="31">
                <c:v>7.046172727272727</c:v>
              </c:pt>
              <c:pt idx="32">
                <c:v>7.273436363636364</c:v>
              </c:pt>
              <c:pt idx="33">
                <c:v>7.5007</c:v>
              </c:pt>
              <c:pt idx="34">
                <c:v>7.727963636363636</c:v>
              </c:pt>
              <c:pt idx="35">
                <c:v>7.955227272727273</c:v>
              </c:pt>
              <c:pt idx="36">
                <c:v>8.182490909090909</c:v>
              </c:pt>
              <c:pt idx="37">
                <c:v>8.409754545454545</c:v>
              </c:pt>
              <c:pt idx="38">
                <c:v>8.637018181818181</c:v>
              </c:pt>
              <c:pt idx="39">
                <c:v>8.864281818181817</c:v>
              </c:pt>
              <c:pt idx="40">
                <c:v>9.091545454545454</c:v>
              </c:pt>
              <c:pt idx="41">
                <c:v>9.318809090909092</c:v>
              </c:pt>
              <c:pt idx="42">
                <c:v>9.546072727272726</c:v>
              </c:pt>
              <c:pt idx="43">
                <c:v>9.773336363636362</c:v>
              </c:pt>
              <c:pt idx="44">
                <c:v>10.000599999999999</c:v>
              </c:pt>
              <c:pt idx="45">
                <c:v>10.227863636363635</c:v>
              </c:pt>
              <c:pt idx="46">
                <c:v>10.455127272727271</c:v>
              </c:pt>
              <c:pt idx="47">
                <c:v>10.682390909090909</c:v>
              </c:pt>
              <c:pt idx="48">
                <c:v>10.909654545454545</c:v>
              </c:pt>
              <c:pt idx="49">
                <c:v>11.136918181818181</c:v>
              </c:pt>
              <c:pt idx="50">
                <c:v>11.364181818181818</c:v>
              </c:pt>
              <c:pt idx="51">
                <c:v>11.591445454545452</c:v>
              </c:pt>
              <c:pt idx="52">
                <c:v>11.818709090909088</c:v>
              </c:pt>
              <c:pt idx="53">
                <c:v>12.045972727272726</c:v>
              </c:pt>
              <c:pt idx="54">
                <c:v>12.273236363636363</c:v>
              </c:pt>
              <c:pt idx="55">
                <c:v>12.500499999999999</c:v>
              </c:pt>
              <c:pt idx="56">
                <c:v>12.727763636363635</c:v>
              </c:pt>
              <c:pt idx="57">
                <c:v>12.955027272727271</c:v>
              </c:pt>
              <c:pt idx="58">
                <c:v>13.18229090909091</c:v>
              </c:pt>
              <c:pt idx="59">
                <c:v>13.409554545454546</c:v>
              </c:pt>
              <c:pt idx="60">
                <c:v>13.63681818181818</c:v>
              </c:pt>
              <c:pt idx="61">
                <c:v>13.864081818181816</c:v>
              </c:pt>
              <c:pt idx="62">
                <c:v>14.091345454545452</c:v>
              </c:pt>
              <c:pt idx="63">
                <c:v>14.318609090909089</c:v>
              </c:pt>
              <c:pt idx="64">
                <c:v>14.545872727272727</c:v>
              </c:pt>
              <c:pt idx="65">
                <c:v>14.773136363636363</c:v>
              </c:pt>
              <c:pt idx="66">
                <c:v>15.000399999999999</c:v>
              </c:pt>
              <c:pt idx="67">
                <c:v>15.227663636363635</c:v>
              </c:pt>
              <c:pt idx="68">
                <c:v>15.454927272727272</c:v>
              </c:pt>
              <c:pt idx="69">
                <c:v>15.682190909090906</c:v>
              </c:pt>
              <c:pt idx="70">
                <c:v>15.909454545454544</c:v>
              </c:pt>
              <c:pt idx="71">
                <c:v>16.136718181818182</c:v>
              </c:pt>
              <c:pt idx="72">
                <c:v>16.36398181818182</c:v>
              </c:pt>
              <c:pt idx="73">
                <c:v>16.591245454545454</c:v>
              </c:pt>
              <c:pt idx="74">
                <c:v>16.818509090909092</c:v>
              </c:pt>
              <c:pt idx="75">
                <c:v>17.045772727272727</c:v>
              </c:pt>
              <c:pt idx="76">
                <c:v>17.273036363636365</c:v>
              </c:pt>
              <c:pt idx="77">
                <c:v>17.500300000000003</c:v>
              </c:pt>
              <c:pt idx="78">
                <c:v>17.727563636363637</c:v>
              </c:pt>
              <c:pt idx="79">
                <c:v>17.95482727272727</c:v>
              </c:pt>
              <c:pt idx="80">
                <c:v>18.18209090909091</c:v>
              </c:pt>
              <c:pt idx="81">
                <c:v>18.409354545454544</c:v>
              </c:pt>
              <c:pt idx="82">
                <c:v>18.636618181818186</c:v>
              </c:pt>
              <c:pt idx="83">
                <c:v>18.86388181818182</c:v>
              </c:pt>
              <c:pt idx="84">
                <c:v>19.091145454545455</c:v>
              </c:pt>
              <c:pt idx="85">
                <c:v>19.318409090909093</c:v>
              </c:pt>
              <c:pt idx="86">
                <c:v>19.545672727272727</c:v>
              </c:pt>
              <c:pt idx="87">
                <c:v>19.772936363636365</c:v>
              </c:pt>
              <c:pt idx="88">
                <c:v>20.0002</c:v>
              </c:pt>
              <c:pt idx="89">
                <c:v>20.227463636363638</c:v>
              </c:pt>
              <c:pt idx="90">
                <c:v>20.454727272727272</c:v>
              </c:pt>
              <c:pt idx="91">
                <c:v>20.68199090909091</c:v>
              </c:pt>
              <c:pt idx="92">
                <c:v>20.909254545454544</c:v>
              </c:pt>
              <c:pt idx="93">
                <c:v>21.13651818181818</c:v>
              </c:pt>
              <c:pt idx="94">
                <c:v>21.36378181818182</c:v>
              </c:pt>
              <c:pt idx="95">
                <c:v>21.591045454545455</c:v>
              </c:pt>
              <c:pt idx="96">
                <c:v>21.818309090909093</c:v>
              </c:pt>
              <c:pt idx="97">
                <c:v>22.045572727272727</c:v>
              </c:pt>
              <c:pt idx="98">
                <c:v>22.272836363636365</c:v>
              </c:pt>
              <c:pt idx="99">
                <c:v>22.5001</c:v>
              </c:pt>
              <c:pt idx="100">
                <c:v>22.727363636363638</c:v>
              </c:pt>
              <c:pt idx="101">
                <c:v>22.954627272727272</c:v>
              </c:pt>
              <c:pt idx="102">
                <c:v>23.181890909090907</c:v>
              </c:pt>
              <c:pt idx="103">
                <c:v>23.409154545454545</c:v>
              </c:pt>
              <c:pt idx="104">
                <c:v>23.63641818181818</c:v>
              </c:pt>
              <c:pt idx="105">
                <c:v>23.86368181818182</c:v>
              </c:pt>
              <c:pt idx="106">
                <c:v>24.090945454545455</c:v>
              </c:pt>
              <c:pt idx="107">
                <c:v>24.318209090909093</c:v>
              </c:pt>
              <c:pt idx="108">
                <c:v>24.545472727272728</c:v>
              </c:pt>
              <c:pt idx="109">
                <c:v>24.772736363636366</c:v>
              </c:pt>
              <c:pt idx="110">
                <c:v>25</c:v>
              </c:pt>
            </c:numLit>
          </c:xVal>
          <c:yVal>
            <c:numLit>
              <c:formatCode>0E+0</c:formatCode>
              <c:ptCount val="111"/>
              <c:pt idx="0">
                <c:v>0.0046787997416210475</c:v>
              </c:pt>
              <c:pt idx="1">
                <c:v>0.07733910073438438</c:v>
              </c:pt>
              <c:pt idx="2">
                <c:v>0.10869952669359582</c:v>
              </c:pt>
              <c:pt idx="3">
                <c:v>0.13186808874308215</c:v>
              </c:pt>
              <c:pt idx="4">
                <c:v>0.14983591360297865</c:v>
              </c:pt>
              <c:pt idx="5">
                <c:v>0.1645631034131184</c:v>
              </c:pt>
              <c:pt idx="6">
                <c:v>0.17685196606119954</c:v>
              </c:pt>
              <c:pt idx="7">
                <c:v>0.18684919994723223</c:v>
              </c:pt>
              <c:pt idx="8">
                <c:v>0.19468523921385114</c:v>
              </c:pt>
              <c:pt idx="9">
                <c:v>0.2005422172204879</c:v>
              </c:pt>
              <c:pt idx="10">
                <c:v>0.2036602309459874</c:v>
              </c:pt>
              <c:pt idx="11">
                <c:v>0.20543010253747498</c:v>
              </c:pt>
              <c:pt idx="12">
                <c:v>0.20513938128054043</c:v>
              </c:pt>
              <c:pt idx="13">
                <c:v>0.2031117611097158</c:v>
              </c:pt>
              <c:pt idx="14">
                <c:v>0.19953244632444173</c:v>
              </c:pt>
              <c:pt idx="15">
                <c:v>0.19473579150337958</c:v>
              </c:pt>
              <c:pt idx="16">
                <c:v>0.1879354062122148</c:v>
              </c:pt>
              <c:pt idx="17">
                <c:v>0.18137249775954628</c:v>
              </c:pt>
              <c:pt idx="18">
                <c:v>0.17141966400844266</c:v>
              </c:pt>
              <c:pt idx="19">
                <c:v>0.16140009381320314</c:v>
              </c:pt>
              <c:pt idx="20">
                <c:v>0.15196617280516758</c:v>
              </c:pt>
              <c:pt idx="21">
                <c:v>0.13811727277449495</c:v>
              </c:pt>
              <c:pt idx="22">
                <c:v>0.12497940118087761</c:v>
              </c:pt>
              <c:pt idx="23">
                <c:v>0.1130912188299098</c:v>
              </c:pt>
              <c:pt idx="24">
                <c:v>0.0996103783693356</c:v>
              </c:pt>
              <c:pt idx="25">
                <c:v>0.08455920712281557</c:v>
              </c:pt>
              <c:pt idx="26">
                <c:v>0.07178227436028276</c:v>
              </c:pt>
              <c:pt idx="27">
                <c:v>0.06093594166334862</c:v>
              </c:pt>
              <c:pt idx="28">
                <c:v>0.04992167633435018</c:v>
              </c:pt>
              <c:pt idx="29">
                <c:v>0.038372221056877695</c:v>
              </c:pt>
              <c:pt idx="30">
                <c:v>0.029494749715059967</c:v>
              </c:pt>
              <c:pt idx="31">
                <c:v>0.02267109478663092</c:v>
              </c:pt>
              <c:pt idx="32">
                <c:v>0.017426102739972273</c:v>
              </c:pt>
              <c:pt idx="33">
                <c:v>0.012747647676395057</c:v>
              </c:pt>
              <c:pt idx="34">
                <c:v>0.00901391117879617</c:v>
              </c:pt>
              <c:pt idx="35">
                <c:v>0.006373771600989497</c:v>
              </c:pt>
              <c:pt idx="36">
                <c:v>0.004506918652265413</c:v>
              </c:pt>
              <c:pt idx="37">
                <c:v>0.00318685968210479</c:v>
              </c:pt>
              <c:pt idx="38">
                <c:v>0.0022517703280760188</c:v>
              </c:pt>
              <c:pt idx="39">
                <c:v>0.0014327889915092405</c:v>
              </c:pt>
              <c:pt idx="40">
                <c:v>0.0009116757018217376</c:v>
              </c:pt>
              <c:pt idx="41">
                <c:v>0.0005800942010425783</c:v>
              </c:pt>
              <c:pt idx="42">
                <c:v>0.0003691107280920252</c:v>
              </c:pt>
              <c:pt idx="43">
                <c:v>0.00023486311248718117</c:v>
              </c:pt>
              <c:pt idx="44">
                <c:v>0.00014944209801838617</c:v>
              </c:pt>
              <c:pt idx="45">
                <c:v>9.022769555340959E-05</c:v>
              </c:pt>
              <c:pt idx="46">
                <c:v>5.1197839751834684E-05</c:v>
              </c:pt>
              <c:pt idx="47">
                <c:v>2.905115529303214E-05</c:v>
              </c:pt>
              <c:pt idx="48">
                <c:v>1.648447723479643E-05</c:v>
              </c:pt>
              <c:pt idx="49">
                <c:v>9.35377567479036E-06</c:v>
              </c:pt>
              <c:pt idx="50">
                <c:v>5.307606551793724E-06</c:v>
              </c:pt>
              <c:pt idx="51">
                <c:v>3.011691565852641E-06</c:v>
              </c:pt>
              <c:pt idx="52">
                <c:v>1.7089220912131436E-06</c:v>
              </c:pt>
              <c:pt idx="53">
                <c:v>8.461278330534839E-07</c:v>
              </c:pt>
              <c:pt idx="54">
                <c:v>4.031880501709834E-07</c:v>
              </c:pt>
              <c:pt idx="55">
                <c:v>1.921229836087951E-07</c:v>
              </c:pt>
              <c:pt idx="56">
                <c:v>9.154844945204126E-08</c:v>
              </c:pt>
              <c:pt idx="57">
                <c:v>4.3623716640476223E-08</c:v>
              </c:pt>
              <c:pt idx="58">
                <c:v>2.0787120534744593E-08</c:v>
              </c:pt>
              <c:pt idx="59">
                <c:v>1E-08</c:v>
              </c:pt>
              <c:pt idx="60">
                <c:v>1E-08</c:v>
              </c:pt>
              <c:pt idx="61">
                <c:v>1E-08</c:v>
              </c:pt>
              <c:pt idx="62">
                <c:v>1E-08</c:v>
              </c:pt>
              <c:pt idx="63">
                <c:v>1E-08</c:v>
              </c:pt>
              <c:pt idx="64">
                <c:v>1E-08</c:v>
              </c:pt>
              <c:pt idx="65">
                <c:v>1E-08</c:v>
              </c:pt>
              <c:pt idx="66">
                <c:v>1E-08</c:v>
              </c:pt>
              <c:pt idx="67">
                <c:v>1E-08</c:v>
              </c:pt>
              <c:pt idx="68">
                <c:v>1E-08</c:v>
              </c:pt>
              <c:pt idx="69">
                <c:v>1E-08</c:v>
              </c:pt>
              <c:pt idx="70">
                <c:v>1E-08</c:v>
              </c:pt>
              <c:pt idx="71">
                <c:v>1E-08</c:v>
              </c:pt>
              <c:pt idx="72">
                <c:v>1E-08</c:v>
              </c:pt>
              <c:pt idx="73">
                <c:v>1E-08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ser>
          <c:idx val="1"/>
          <c:order val="1"/>
          <c:tx>
            <c:v>Monte Carlo Swarm</c:v>
          </c:tx>
          <c:spPr>
            <a:ln xmlns:a="http://schemas.openxmlformats.org/drawingml/2006/main" w="22860">
              <a:solidFill>
                <a:srgbClr val="EDA24C"/>
              </a:solidFill>
              <a:prstDash val="solid"/>
            </a:ln>
          </c:spPr>
          <c:marker>
            <c:symbol val="none"/>
          </c:marker>
          <c:xVal>
            <c:numLit>
              <c:formatCode>General</c:formatCode>
              <c:ptCount val="111"/>
              <c:pt idx="0">
                <c:v>0.001</c:v>
              </c:pt>
              <c:pt idx="1">
                <c:v>0.22826363636363636</c:v>
              </c:pt>
              <c:pt idx="2">
                <c:v>0.4555272727272727</c:v>
              </c:pt>
              <c:pt idx="3">
                <c:v>0.6827909090909091</c:v>
              </c:pt>
              <c:pt idx="4">
                <c:v>0.9100545454545454</c:v>
              </c:pt>
              <c:pt idx="5">
                <c:v>1.1373181818181817</c:v>
              </c:pt>
              <c:pt idx="6">
                <c:v>1.3645818181818181</c:v>
              </c:pt>
              <c:pt idx="7">
                <c:v>1.5918454545454543</c:v>
              </c:pt>
              <c:pt idx="8">
                <c:v>1.8191090909090908</c:v>
              </c:pt>
              <c:pt idx="9">
                <c:v>2.0463727272727272</c:v>
              </c:pt>
              <c:pt idx="10">
                <c:v>2.2736363636363635</c:v>
              </c:pt>
              <c:pt idx="11">
                <c:v>2.5008999999999997</c:v>
              </c:pt>
              <c:pt idx="12">
                <c:v>2.7281636363636363</c:v>
              </c:pt>
              <c:pt idx="13">
                <c:v>2.955427272727272</c:v>
              </c:pt>
              <c:pt idx="14">
                <c:v>3.182690909090909</c:v>
              </c:pt>
              <c:pt idx="15">
                <c:v>3.409954545454545</c:v>
              </c:pt>
              <c:pt idx="16">
                <c:v>3.6372181818181817</c:v>
              </c:pt>
              <c:pt idx="17">
                <c:v>3.864481818181818</c:v>
              </c:pt>
              <c:pt idx="18">
                <c:v>4.091745454545455</c:v>
              </c:pt>
              <c:pt idx="19">
                <c:v>4.319009090909091</c:v>
              </c:pt>
              <c:pt idx="20">
                <c:v>4.5462727272727275</c:v>
              </c:pt>
              <c:pt idx="21">
                <c:v>4.773536363636364</c:v>
              </c:pt>
              <c:pt idx="22">
                <c:v>5.0008</c:v>
              </c:pt>
              <c:pt idx="23">
                <c:v>5.228063636363636</c:v>
              </c:pt>
              <c:pt idx="24">
                <c:v>5.455327272727273</c:v>
              </c:pt>
              <c:pt idx="25">
                <c:v>5.6825909090909095</c:v>
              </c:pt>
              <c:pt idx="26">
                <c:v>5.909854545454545</c:v>
              </c:pt>
              <c:pt idx="27">
                <c:v>6.137118181818182</c:v>
              </c:pt>
              <c:pt idx="28">
                <c:v>6.364381818181818</c:v>
              </c:pt>
              <c:pt idx="29">
                <c:v>6.591645454545455</c:v>
              </c:pt>
              <c:pt idx="30">
                <c:v>6.818909090909091</c:v>
              </c:pt>
              <c:pt idx="31">
                <c:v>7.046172727272727</c:v>
              </c:pt>
              <c:pt idx="32">
                <c:v>7.273436363636364</c:v>
              </c:pt>
              <c:pt idx="33">
                <c:v>7.5007</c:v>
              </c:pt>
              <c:pt idx="34">
                <c:v>7.727963636363636</c:v>
              </c:pt>
              <c:pt idx="35">
                <c:v>7.955227272727273</c:v>
              </c:pt>
              <c:pt idx="36">
                <c:v>8.182490909090909</c:v>
              </c:pt>
              <c:pt idx="37">
                <c:v>8.409754545454545</c:v>
              </c:pt>
              <c:pt idx="38">
                <c:v>8.637018181818181</c:v>
              </c:pt>
              <c:pt idx="39">
                <c:v>8.864281818181817</c:v>
              </c:pt>
              <c:pt idx="40">
                <c:v>9.091545454545454</c:v>
              </c:pt>
              <c:pt idx="41">
                <c:v>9.318809090909092</c:v>
              </c:pt>
              <c:pt idx="42">
                <c:v>9.546072727272726</c:v>
              </c:pt>
              <c:pt idx="43">
                <c:v>9.773336363636362</c:v>
              </c:pt>
              <c:pt idx="44">
                <c:v>10.000599999999999</c:v>
              </c:pt>
              <c:pt idx="45">
                <c:v>10.227863636363635</c:v>
              </c:pt>
              <c:pt idx="46">
                <c:v>10.455127272727271</c:v>
              </c:pt>
              <c:pt idx="47">
                <c:v>10.682390909090909</c:v>
              </c:pt>
              <c:pt idx="48">
                <c:v>10.909654545454545</c:v>
              </c:pt>
              <c:pt idx="49">
                <c:v>11.136918181818181</c:v>
              </c:pt>
              <c:pt idx="50">
                <c:v>11.364181818181818</c:v>
              </c:pt>
              <c:pt idx="51">
                <c:v>11.591445454545452</c:v>
              </c:pt>
              <c:pt idx="52">
                <c:v>11.818709090909088</c:v>
              </c:pt>
              <c:pt idx="53">
                <c:v>12.045972727272726</c:v>
              </c:pt>
              <c:pt idx="54">
                <c:v>12.273236363636363</c:v>
              </c:pt>
              <c:pt idx="55">
                <c:v>12.500499999999999</c:v>
              </c:pt>
              <c:pt idx="56">
                <c:v>12.727763636363635</c:v>
              </c:pt>
              <c:pt idx="57">
                <c:v>12.955027272727271</c:v>
              </c:pt>
              <c:pt idx="58">
                <c:v>13.18229090909091</c:v>
              </c:pt>
              <c:pt idx="59">
                <c:v>13.409554545454546</c:v>
              </c:pt>
              <c:pt idx="60">
                <c:v>13.63681818181818</c:v>
              </c:pt>
              <c:pt idx="61">
                <c:v>13.864081818181816</c:v>
              </c:pt>
              <c:pt idx="62">
                <c:v>14.091345454545452</c:v>
              </c:pt>
              <c:pt idx="63">
                <c:v>14.318609090909089</c:v>
              </c:pt>
              <c:pt idx="64">
                <c:v>14.545872727272727</c:v>
              </c:pt>
              <c:pt idx="65">
                <c:v>14.773136363636363</c:v>
              </c:pt>
              <c:pt idx="66">
                <c:v>15.000399999999999</c:v>
              </c:pt>
              <c:pt idx="67">
                <c:v>15.227663636363635</c:v>
              </c:pt>
              <c:pt idx="68">
                <c:v>15.454927272727272</c:v>
              </c:pt>
              <c:pt idx="69">
                <c:v>15.682190909090906</c:v>
              </c:pt>
              <c:pt idx="70">
                <c:v>15.909454545454544</c:v>
              </c:pt>
              <c:pt idx="71">
                <c:v>16.136718181818182</c:v>
              </c:pt>
              <c:pt idx="72">
                <c:v>16.36398181818182</c:v>
              </c:pt>
              <c:pt idx="73">
                <c:v>16.591245454545454</c:v>
              </c:pt>
              <c:pt idx="74">
                <c:v>16.818509090909092</c:v>
              </c:pt>
              <c:pt idx="75">
                <c:v>17.045772727272727</c:v>
              </c:pt>
              <c:pt idx="76">
                <c:v>17.273036363636365</c:v>
              </c:pt>
              <c:pt idx="77">
                <c:v>17.500300000000003</c:v>
              </c:pt>
              <c:pt idx="78">
                <c:v>17.727563636363637</c:v>
              </c:pt>
              <c:pt idx="79">
                <c:v>17.95482727272727</c:v>
              </c:pt>
              <c:pt idx="80">
                <c:v>18.18209090909091</c:v>
              </c:pt>
              <c:pt idx="81">
                <c:v>18.409354545454544</c:v>
              </c:pt>
              <c:pt idx="82">
                <c:v>18.636618181818186</c:v>
              </c:pt>
              <c:pt idx="83">
                <c:v>18.86388181818182</c:v>
              </c:pt>
              <c:pt idx="84">
                <c:v>19.091145454545455</c:v>
              </c:pt>
              <c:pt idx="85">
                <c:v>19.318409090909093</c:v>
              </c:pt>
              <c:pt idx="86">
                <c:v>19.545672727272727</c:v>
              </c:pt>
              <c:pt idx="87">
                <c:v>19.772936363636365</c:v>
              </c:pt>
              <c:pt idx="88">
                <c:v>20.0002</c:v>
              </c:pt>
              <c:pt idx="89">
                <c:v>20.227463636363638</c:v>
              </c:pt>
              <c:pt idx="90">
                <c:v>20.454727272727272</c:v>
              </c:pt>
              <c:pt idx="91">
                <c:v>20.68199090909091</c:v>
              </c:pt>
              <c:pt idx="92">
                <c:v>20.909254545454544</c:v>
              </c:pt>
              <c:pt idx="93">
                <c:v>21.13651818181818</c:v>
              </c:pt>
              <c:pt idx="94">
                <c:v>21.36378181818182</c:v>
              </c:pt>
              <c:pt idx="95">
                <c:v>21.591045454545455</c:v>
              </c:pt>
              <c:pt idx="96">
                <c:v>21.818309090909093</c:v>
              </c:pt>
              <c:pt idx="97">
                <c:v>22.045572727272727</c:v>
              </c:pt>
              <c:pt idx="98">
                <c:v>22.272836363636365</c:v>
              </c:pt>
              <c:pt idx="99">
                <c:v>22.5001</c:v>
              </c:pt>
              <c:pt idx="100">
                <c:v>22.727363636363638</c:v>
              </c:pt>
              <c:pt idx="101">
                <c:v>22.954627272727272</c:v>
              </c:pt>
              <c:pt idx="102">
                <c:v>23.181890909090907</c:v>
              </c:pt>
              <c:pt idx="103">
                <c:v>23.409154545454545</c:v>
              </c:pt>
              <c:pt idx="104">
                <c:v>23.63641818181818</c:v>
              </c:pt>
              <c:pt idx="105">
                <c:v>23.86368181818182</c:v>
              </c:pt>
              <c:pt idx="106">
                <c:v>24.090945454545455</c:v>
              </c:pt>
              <c:pt idx="107">
                <c:v>24.318209090909093</c:v>
              </c:pt>
              <c:pt idx="108">
                <c:v>24.545472727272728</c:v>
              </c:pt>
              <c:pt idx="109">
                <c:v>24.772736363636366</c:v>
              </c:pt>
              <c:pt idx="110">
                <c:v>25</c:v>
              </c:pt>
            </c:numLit>
          </c:xVal>
          <c:yVal>
            <c:numLit>
              <c:formatCode>0E+0</c:formatCode>
              <c:ptCount val="111"/>
              <c:pt idx="0">
                <c:v>0.006080851236380647</c:v>
              </c:pt>
              <c:pt idx="1">
                <c:v>0.07678739131976184</c:v>
              </c:pt>
              <c:pt idx="2">
                <c:v>0.10927714477763781</c:v>
              </c:pt>
              <c:pt idx="3">
                <c:v>0.13195899979987555</c:v>
              </c:pt>
              <c:pt idx="4">
                <c:v>0.14956279737714828</c:v>
              </c:pt>
              <c:pt idx="5">
                <c:v>0.1648103247841344</c:v>
              </c:pt>
              <c:pt idx="6">
                <c:v>0.17766819894361277</c:v>
              </c:pt>
              <c:pt idx="7">
                <c:v>0.18776298335074762</c:v>
              </c:pt>
              <c:pt idx="8">
                <c:v>0.1963515658982955</c:v>
              </c:pt>
              <c:pt idx="9">
                <c:v>0.20108170303826733</c:v>
              </c:pt>
              <c:pt idx="10">
                <c:v>0.20423243577283226</c:v>
              </c:pt>
              <c:pt idx="11">
                <c:v>0.2058519104698036</c:v>
              </c:pt>
              <c:pt idx="12">
                <c:v>0.20489204496624605</c:v>
              </c:pt>
              <c:pt idx="13">
                <c:v>0.20235654947464368</c:v>
              </c:pt>
              <c:pt idx="14">
                <c:v>0.19842549998239759</c:v>
              </c:pt>
              <c:pt idx="15">
                <c:v>0.19350943669286041</c:v>
              </c:pt>
              <c:pt idx="16">
                <c:v>0.18695737408681945</c:v>
              </c:pt>
              <c:pt idx="17">
                <c:v>0.18062715866883894</c:v>
              </c:pt>
              <c:pt idx="18">
                <c:v>0.17123123496623016</c:v>
              </c:pt>
              <c:pt idx="19">
                <c:v>0.16176628093172282</c:v>
              </c:pt>
              <c:pt idx="20">
                <c:v>0.1528245103858647</c:v>
              </c:pt>
              <c:pt idx="21">
                <c:v>0.13854871425427295</c:v>
              </c:pt>
              <c:pt idx="22">
                <c:v>0.1249635545387782</c:v>
              </c:pt>
              <c:pt idx="23">
                <c:v>0.1127104646695383</c:v>
              </c:pt>
              <c:pt idx="24">
                <c:v>0.09914589188681751</c:v>
              </c:pt>
              <c:pt idx="25">
                <c:v>0.0842792051795412</c:v>
              </c:pt>
              <c:pt idx="26">
                <c:v>0.07164174218941723</c:v>
              </c:pt>
              <c:pt idx="27">
                <c:v>0.06089923621136431</c:v>
              </c:pt>
              <c:pt idx="28">
                <c:v>0.04999917192545839</c:v>
              </c:pt>
              <c:pt idx="29">
                <c:v>0.038569698911669975</c:v>
              </c:pt>
              <c:pt idx="30">
                <c:v>0.02975292623555268</c:v>
              </c:pt>
              <c:pt idx="31">
                <c:v>0.022951608245777435</c:v>
              </c:pt>
              <c:pt idx="32">
                <c:v>0.01770502561318413</c:v>
              </c:pt>
              <c:pt idx="33">
                <c:v>0.01300995455024618</c:v>
              </c:pt>
              <c:pt idx="34">
                <c:v>0.00924652510502713</c:v>
              </c:pt>
              <c:pt idx="35">
                <c:v>0.006571754435243522</c:v>
              </c:pt>
              <c:pt idx="36">
                <c:v>0.004670722878766919</c:v>
              </c:pt>
              <c:pt idx="37">
                <c:v>0.0033196085497720455</c:v>
              </c:pt>
              <c:pt idx="38">
                <c:v>0.0023577436818923844</c:v>
              </c:pt>
              <c:pt idx="39">
                <c:v>0.001522307633056243</c:v>
              </c:pt>
              <c:pt idx="40">
                <c:v>0.0009828975674748836</c:v>
              </c:pt>
              <c:pt idx="41">
                <c:v>0.0006346204979662916</c:v>
              </c:pt>
              <c:pt idx="42">
                <c:v>0.0004097509137942579</c:v>
              </c:pt>
              <c:pt idx="43">
                <c:v>0.0002645609650070691</c:v>
              </c:pt>
              <c:pt idx="44">
                <c:v>0.00017081720100962588</c:v>
              </c:pt>
              <c:pt idx="45">
                <c:v>8.784839956804922E-05</c:v>
              </c:pt>
              <c:pt idx="46">
                <c:v>3.452083934337375E-05</c:v>
              </c:pt>
              <c:pt idx="47">
                <c:v>1.3565282405035781E-05</c:v>
              </c:pt>
              <c:pt idx="48">
                <c:v>5.330602911997178E-06</c:v>
              </c:pt>
              <c:pt idx="49">
                <c:v>2.0947096092038817E-06</c:v>
              </c:pt>
              <c:pt idx="50">
                <c:v>8.231354725402218E-07</c:v>
              </c:pt>
              <c:pt idx="51">
                <c:v>3.234586804667066E-07</c:v>
              </c:pt>
              <c:pt idx="52">
                <c:v>1.271060736167581E-07</c:v>
              </c:pt>
              <c:pt idx="53">
                <c:v>2.7121840970695517E-08</c:v>
              </c:pt>
              <c:pt idx="54">
                <c:v>1E-08</c:v>
              </c:pt>
              <c:pt idx="55">
                <c:v>1E-08</c:v>
              </c:pt>
              <c:pt idx="56">
                <c:v>1E-08</c:v>
              </c:pt>
              <c:pt idx="57">
                <c:v>1E-08</c:v>
              </c:pt>
              <c:pt idx="58">
                <c:v>1E-08</c:v>
              </c:pt>
              <c:pt idx="59">
                <c:v>1E-08</c:v>
              </c:pt>
              <c:pt idx="60">
                <c:v>1E-08</c:v>
              </c:pt>
              <c:pt idx="61">
                <c:v>1E-08</c:v>
              </c:pt>
              <c:pt idx="62">
                <c:v>1E-08</c:v>
              </c:pt>
              <c:pt idx="63">
                <c:v>1E-08</c:v>
              </c:pt>
              <c:pt idx="64">
                <c:v>1E-08</c:v>
              </c:pt>
              <c:pt idx="65">
                <c:v>1E-08</c:v>
              </c:pt>
              <c:pt idx="66">
                <c:v>1E-08</c:v>
              </c:pt>
              <c:pt idx="67">
                <c:v>1E-08</c:v>
              </c:pt>
              <c:pt idx="68">
                <c:v>1E-08</c:v>
              </c:pt>
              <c:pt idx="69">
                <c:v>1E-08</c:v>
              </c:pt>
              <c:pt idx="70">
                <c:v>1E-08</c:v>
              </c:pt>
              <c:pt idx="71">
                <c:v>1E-08</c:v>
              </c:pt>
              <c:pt idx="72">
                <c:v>1E-08</c:v>
              </c:pt>
              <c:pt idx="73">
                <c:v>1E-08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ser>
          <c:idx val="2"/>
          <c:order val="2"/>
          <c:tx>
            <c:v>Propagator Swarm</c:v>
          </c:tx>
          <c:spPr>
            <a:ln xmlns:a="http://schemas.openxmlformats.org/drawingml/2006/main" w="22860">
              <a:solidFill>
                <a:srgbClr val="5DAA18"/>
              </a:solidFill>
              <a:prstDash val="solid"/>
            </a:ln>
          </c:spPr>
          <c:marker>
            <c:symbol val="none"/>
          </c:marker>
          <c:xVal>
            <c:numLit>
              <c:formatCode>General</c:formatCode>
              <c:ptCount val="111"/>
              <c:pt idx="0">
                <c:v>0.001</c:v>
              </c:pt>
              <c:pt idx="1">
                <c:v>0.22826363636363636</c:v>
              </c:pt>
              <c:pt idx="2">
                <c:v>0.4555272727272727</c:v>
              </c:pt>
              <c:pt idx="3">
                <c:v>0.6827909090909091</c:v>
              </c:pt>
              <c:pt idx="4">
                <c:v>0.9100545454545454</c:v>
              </c:pt>
              <c:pt idx="5">
                <c:v>1.1373181818181817</c:v>
              </c:pt>
              <c:pt idx="6">
                <c:v>1.3645818181818181</c:v>
              </c:pt>
              <c:pt idx="7">
                <c:v>1.5918454545454543</c:v>
              </c:pt>
              <c:pt idx="8">
                <c:v>1.8191090909090908</c:v>
              </c:pt>
              <c:pt idx="9">
                <c:v>2.0463727272727272</c:v>
              </c:pt>
              <c:pt idx="10">
                <c:v>2.2736363636363635</c:v>
              </c:pt>
              <c:pt idx="11">
                <c:v>2.5008999999999997</c:v>
              </c:pt>
              <c:pt idx="12">
                <c:v>2.7281636363636363</c:v>
              </c:pt>
              <c:pt idx="13">
                <c:v>2.955427272727272</c:v>
              </c:pt>
              <c:pt idx="14">
                <c:v>3.182690909090909</c:v>
              </c:pt>
              <c:pt idx="15">
                <c:v>3.409954545454545</c:v>
              </c:pt>
              <c:pt idx="16">
                <c:v>3.6372181818181817</c:v>
              </c:pt>
              <c:pt idx="17">
                <c:v>3.864481818181818</c:v>
              </c:pt>
              <c:pt idx="18">
                <c:v>4.091745454545455</c:v>
              </c:pt>
              <c:pt idx="19">
                <c:v>4.319009090909091</c:v>
              </c:pt>
              <c:pt idx="20">
                <c:v>4.5462727272727275</c:v>
              </c:pt>
              <c:pt idx="21">
                <c:v>4.773536363636364</c:v>
              </c:pt>
              <c:pt idx="22">
                <c:v>5.0008</c:v>
              </c:pt>
              <c:pt idx="23">
                <c:v>5.228063636363636</c:v>
              </c:pt>
              <c:pt idx="24">
                <c:v>5.455327272727273</c:v>
              </c:pt>
              <c:pt idx="25">
                <c:v>5.6825909090909095</c:v>
              </c:pt>
              <c:pt idx="26">
                <c:v>5.909854545454545</c:v>
              </c:pt>
              <c:pt idx="27">
                <c:v>6.137118181818182</c:v>
              </c:pt>
              <c:pt idx="28">
                <c:v>6.364381818181818</c:v>
              </c:pt>
              <c:pt idx="29">
                <c:v>6.591645454545455</c:v>
              </c:pt>
              <c:pt idx="30">
                <c:v>6.818909090909091</c:v>
              </c:pt>
              <c:pt idx="31">
                <c:v>7.046172727272727</c:v>
              </c:pt>
              <c:pt idx="32">
                <c:v>7.273436363636364</c:v>
              </c:pt>
              <c:pt idx="33">
                <c:v>7.5007</c:v>
              </c:pt>
              <c:pt idx="34">
                <c:v>7.727963636363636</c:v>
              </c:pt>
              <c:pt idx="35">
                <c:v>7.955227272727273</c:v>
              </c:pt>
              <c:pt idx="36">
                <c:v>8.182490909090909</c:v>
              </c:pt>
              <c:pt idx="37">
                <c:v>8.409754545454545</c:v>
              </c:pt>
              <c:pt idx="38">
                <c:v>8.637018181818181</c:v>
              </c:pt>
              <c:pt idx="39">
                <c:v>8.864281818181817</c:v>
              </c:pt>
              <c:pt idx="40">
                <c:v>9.091545454545454</c:v>
              </c:pt>
              <c:pt idx="41">
                <c:v>9.318809090909092</c:v>
              </c:pt>
              <c:pt idx="42">
                <c:v>9.546072727272726</c:v>
              </c:pt>
              <c:pt idx="43">
                <c:v>9.773336363636362</c:v>
              </c:pt>
              <c:pt idx="44">
                <c:v>10.000599999999999</c:v>
              </c:pt>
              <c:pt idx="45">
                <c:v>10.227863636363635</c:v>
              </c:pt>
              <c:pt idx="46">
                <c:v>10.455127272727271</c:v>
              </c:pt>
              <c:pt idx="47">
                <c:v>10.682390909090909</c:v>
              </c:pt>
              <c:pt idx="48">
                <c:v>10.909654545454545</c:v>
              </c:pt>
              <c:pt idx="49">
                <c:v>11.136918181818181</c:v>
              </c:pt>
              <c:pt idx="50">
                <c:v>11.364181818181818</c:v>
              </c:pt>
              <c:pt idx="51">
                <c:v>11.591445454545452</c:v>
              </c:pt>
              <c:pt idx="52">
                <c:v>11.818709090909088</c:v>
              </c:pt>
              <c:pt idx="53">
                <c:v>12.045972727272726</c:v>
              </c:pt>
              <c:pt idx="54">
                <c:v>12.273236363636363</c:v>
              </c:pt>
              <c:pt idx="55">
                <c:v>12.500499999999999</c:v>
              </c:pt>
              <c:pt idx="56">
                <c:v>12.727763636363635</c:v>
              </c:pt>
              <c:pt idx="57">
                <c:v>12.955027272727271</c:v>
              </c:pt>
              <c:pt idx="58">
                <c:v>13.18229090909091</c:v>
              </c:pt>
              <c:pt idx="59">
                <c:v>13.409554545454546</c:v>
              </c:pt>
              <c:pt idx="60">
                <c:v>13.63681818181818</c:v>
              </c:pt>
              <c:pt idx="61">
                <c:v>13.864081818181816</c:v>
              </c:pt>
              <c:pt idx="62">
                <c:v>14.091345454545452</c:v>
              </c:pt>
              <c:pt idx="63">
                <c:v>14.318609090909089</c:v>
              </c:pt>
              <c:pt idx="64">
                <c:v>14.545872727272727</c:v>
              </c:pt>
              <c:pt idx="65">
                <c:v>14.773136363636363</c:v>
              </c:pt>
              <c:pt idx="66">
                <c:v>15.000399999999999</c:v>
              </c:pt>
              <c:pt idx="67">
                <c:v>15.227663636363635</c:v>
              </c:pt>
              <c:pt idx="68">
                <c:v>15.454927272727272</c:v>
              </c:pt>
              <c:pt idx="69">
                <c:v>15.682190909090906</c:v>
              </c:pt>
              <c:pt idx="70">
                <c:v>15.909454545454544</c:v>
              </c:pt>
              <c:pt idx="71">
                <c:v>16.136718181818182</c:v>
              </c:pt>
              <c:pt idx="72">
                <c:v>16.36398181818182</c:v>
              </c:pt>
              <c:pt idx="73">
                <c:v>16.591245454545454</c:v>
              </c:pt>
              <c:pt idx="74">
                <c:v>16.818509090909092</c:v>
              </c:pt>
              <c:pt idx="75">
                <c:v>17.045772727272727</c:v>
              </c:pt>
              <c:pt idx="76">
                <c:v>17.273036363636365</c:v>
              </c:pt>
              <c:pt idx="77">
                <c:v>17.500300000000003</c:v>
              </c:pt>
              <c:pt idx="78">
                <c:v>17.727563636363637</c:v>
              </c:pt>
              <c:pt idx="79">
                <c:v>17.95482727272727</c:v>
              </c:pt>
              <c:pt idx="80">
                <c:v>18.18209090909091</c:v>
              </c:pt>
              <c:pt idx="81">
                <c:v>18.409354545454544</c:v>
              </c:pt>
              <c:pt idx="82">
                <c:v>18.636618181818186</c:v>
              </c:pt>
              <c:pt idx="83">
                <c:v>18.86388181818182</c:v>
              </c:pt>
              <c:pt idx="84">
                <c:v>19.091145454545455</c:v>
              </c:pt>
              <c:pt idx="85">
                <c:v>19.318409090909093</c:v>
              </c:pt>
              <c:pt idx="86">
                <c:v>19.545672727272727</c:v>
              </c:pt>
              <c:pt idx="87">
                <c:v>19.772936363636365</c:v>
              </c:pt>
              <c:pt idx="88">
                <c:v>20.0002</c:v>
              </c:pt>
              <c:pt idx="89">
                <c:v>20.227463636363638</c:v>
              </c:pt>
              <c:pt idx="90">
                <c:v>20.454727272727272</c:v>
              </c:pt>
              <c:pt idx="91">
                <c:v>20.68199090909091</c:v>
              </c:pt>
              <c:pt idx="92">
                <c:v>20.909254545454544</c:v>
              </c:pt>
              <c:pt idx="93">
                <c:v>21.13651818181818</c:v>
              </c:pt>
              <c:pt idx="94">
                <c:v>21.36378181818182</c:v>
              </c:pt>
              <c:pt idx="95">
                <c:v>21.591045454545455</c:v>
              </c:pt>
              <c:pt idx="96">
                <c:v>21.818309090909093</c:v>
              </c:pt>
              <c:pt idx="97">
                <c:v>22.045572727272727</c:v>
              </c:pt>
              <c:pt idx="98">
                <c:v>22.272836363636365</c:v>
              </c:pt>
              <c:pt idx="99">
                <c:v>22.5001</c:v>
              </c:pt>
              <c:pt idx="100">
                <c:v>22.727363636363638</c:v>
              </c:pt>
              <c:pt idx="101">
                <c:v>22.954627272727272</c:v>
              </c:pt>
              <c:pt idx="102">
                <c:v>23.181890909090907</c:v>
              </c:pt>
              <c:pt idx="103">
                <c:v>23.409154545454545</c:v>
              </c:pt>
              <c:pt idx="104">
                <c:v>23.63641818181818</c:v>
              </c:pt>
              <c:pt idx="105">
                <c:v>23.86368181818182</c:v>
              </c:pt>
              <c:pt idx="106">
                <c:v>24.090945454545455</c:v>
              </c:pt>
              <c:pt idx="107">
                <c:v>24.318209090909093</c:v>
              </c:pt>
              <c:pt idx="108">
                <c:v>24.545472727272728</c:v>
              </c:pt>
              <c:pt idx="109">
                <c:v>24.772736363636366</c:v>
              </c:pt>
              <c:pt idx="110">
                <c:v>25</c:v>
              </c:pt>
            </c:numLit>
          </c:xVal>
          <c:yVal>
            <c:numLit>
              <c:formatCode>0E+0</c:formatCode>
              <c:ptCount val="111"/>
              <c:pt idx="0">
                <c:v>0.00510074985440715</c:v>
              </c:pt>
              <c:pt idx="1">
                <c:v>0.07777876158156603</c:v>
              </c:pt>
              <c:pt idx="2">
                <c:v>0.10935886186284365</c:v>
              </c:pt>
              <c:pt idx="3">
                <c:v>0.1317945834377486</c:v>
              </c:pt>
              <c:pt idx="4">
                <c:v>0.14961454834104243</c:v>
              </c:pt>
              <c:pt idx="5">
                <c:v>0.16473051522286397</c:v>
              </c:pt>
              <c:pt idx="6">
                <c:v>0.17715598274018288</c:v>
              </c:pt>
              <c:pt idx="7">
                <c:v>0.18720006076088516</c:v>
              </c:pt>
              <c:pt idx="8">
                <c:v>0.1950201560345643</c:v>
              </c:pt>
              <c:pt idx="9">
                <c:v>0.2008120248496678</c:v>
              </c:pt>
              <c:pt idx="10">
                <c:v>0.20386149088341574</c:v>
              </c:pt>
              <c:pt idx="11">
                <c:v>0.2055634360996814</c:v>
              </c:pt>
              <c:pt idx="12">
                <c:v>0.2052090542699159</c:v>
              </c:pt>
              <c:pt idx="13">
                <c:v>0.20312279893403568</c:v>
              </c:pt>
              <c:pt idx="14">
                <c:v>0.1994907944662916</c:v>
              </c:pt>
              <c:pt idx="15">
                <c:v>0.19465133859722478</c:v>
              </c:pt>
              <c:pt idx="16">
                <c:v>0.1878238840764035</c:v>
              </c:pt>
              <c:pt idx="17">
                <c:v>0.18123590458601255</c:v>
              </c:pt>
              <c:pt idx="18">
                <c:v>0.17123146830873404</c:v>
              </c:pt>
              <c:pt idx="19">
                <c:v>0.16116185700050162</c:v>
              </c:pt>
              <c:pt idx="20">
                <c:v>0.15168440946275133</c:v>
              </c:pt>
              <c:pt idx="21">
                <c:v>0.13783438688482796</c:v>
              </c:pt>
              <c:pt idx="22">
                <c:v>0.12470203923303672</c:v>
              </c:pt>
              <c:pt idx="23">
                <c:v>0.11282089281444437</c:v>
              </c:pt>
              <c:pt idx="24">
                <c:v>0.09935877938628314</c:v>
              </c:pt>
              <c:pt idx="25">
                <c:v>0.08433827940932226</c:v>
              </c:pt>
              <c:pt idx="26">
                <c:v>0.07158849391729633</c:v>
              </c:pt>
              <c:pt idx="27">
                <c:v>0.06076614909908024</c:v>
              </c:pt>
              <c:pt idx="28">
                <c:v>0.049796136263209036</c:v>
              </c:pt>
              <c:pt idx="29">
                <c:v>0.038310840151392626</c:v>
              </c:pt>
              <c:pt idx="30">
                <c:v>0.0294745854446936</c:v>
              </c:pt>
              <c:pt idx="31">
                <c:v>0.022676380463166734</c:v>
              </c:pt>
              <c:pt idx="32">
                <c:v>0.01744615651593042</c:v>
              </c:pt>
              <c:pt idx="33">
                <c:v>0.012783441574057492</c:v>
              </c:pt>
              <c:pt idx="34">
                <c:v>0.009058760079881588</c:v>
              </c:pt>
              <c:pt idx="35">
                <c:v>0.006419330327397108</c:v>
              </c:pt>
              <c:pt idx="36">
                <c:v>0.004548945053060607</c:v>
              </c:pt>
              <c:pt idx="37">
                <c:v>0.003223529564672685</c:v>
              </c:pt>
              <c:pt idx="38">
                <c:v>0.002282653392653578</c:v>
              </c:pt>
              <c:pt idx="39">
                <c:v>0.0014600780121872298</c:v>
              </c:pt>
              <c:pt idx="40">
                <c:v>0.000933925320652545</c:v>
              </c:pt>
              <c:pt idx="41">
                <c:v>0.0005973766451351161</c:v>
              </c:pt>
              <c:pt idx="42">
                <c:v>0.0003821064150006629</c:v>
              </c:pt>
              <c:pt idx="43">
                <c:v>0.0002444108144730611</c:v>
              </c:pt>
              <c:pt idx="44">
                <c:v>0.0001563351042700537</c:v>
              </c:pt>
              <c:pt idx="45">
                <c:v>9.496005925291326E-05</c:v>
              </c:pt>
              <c:pt idx="46">
                <c:v>5.425902295593845E-05</c:v>
              </c:pt>
              <c:pt idx="47">
                <c:v>3.100294582053684E-05</c:v>
              </c:pt>
              <c:pt idx="48">
                <c:v>1.7714706185028138E-05</c:v>
              </c:pt>
              <c:pt idx="49">
                <c:v>1.0121967668440125E-05</c:v>
              </c:pt>
              <c:pt idx="50">
                <c:v>5.783569222702537E-06</c:v>
              </c:pt>
              <c:pt idx="51">
                <c:v>3.3046611142699978E-06</c:v>
              </c:pt>
              <c:pt idx="52">
                <c:v>1.8882431695120454E-06</c:v>
              </c:pt>
              <c:pt idx="53">
                <c:v>9.42235352316519E-07</c:v>
              </c:pt>
              <c:pt idx="54">
                <c:v>4.5260820699638453E-07</c:v>
              </c:pt>
              <c:pt idx="55">
                <c:v>2.1741297281707931E-07</c:v>
              </c:pt>
              <c:pt idx="56">
                <c:v>1.0443558030651785E-07</c:v>
              </c:pt>
              <c:pt idx="57">
                <c:v>5.01662356787494E-08</c:v>
              </c:pt>
              <c:pt idx="58">
                <c:v>2.409764176911218E-08</c:v>
              </c:pt>
              <c:pt idx="59">
                <c:v>1.1575441748332133E-08</c:v>
              </c:pt>
              <c:pt idx="60">
                <c:v>1E-08</c:v>
              </c:pt>
              <c:pt idx="61">
                <c:v>1E-08</c:v>
              </c:pt>
              <c:pt idx="62">
                <c:v>1E-08</c:v>
              </c:pt>
              <c:pt idx="63">
                <c:v>1E-08</c:v>
              </c:pt>
              <c:pt idx="64">
                <c:v>1E-08</c:v>
              </c:pt>
              <c:pt idx="65">
                <c:v>1E-08</c:v>
              </c:pt>
              <c:pt idx="66">
                <c:v>1E-08</c:v>
              </c:pt>
              <c:pt idx="67">
                <c:v>1E-08</c:v>
              </c:pt>
              <c:pt idx="68">
                <c:v>1E-08</c:v>
              </c:pt>
              <c:pt idx="69">
                <c:v>1E-08</c:v>
              </c:pt>
              <c:pt idx="70">
                <c:v>1E-08</c:v>
              </c:pt>
              <c:pt idx="71">
                <c:v>1E-08</c:v>
              </c:pt>
              <c:pt idx="72">
                <c:v>1E-08</c:v>
              </c:pt>
              <c:pt idx="73">
                <c:v>1E-08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ser>
          <c:idx val="3"/>
          <c:order val="3"/>
          <c:tx>
            <c:v>COMSOL Maxwellian</c:v>
          </c:tx>
          <c:spPr>
            <a:ln xmlns:a="http://schemas.openxmlformats.org/drawingml/2006/main" w="19050">
              <a:solidFill>
                <a:srgbClr val="59636F"/>
              </a:solidFill>
              <a:prstDash val="dash"/>
            </a:ln>
          </c:spPr>
          <c:marker>
            <c:symbol val="none"/>
          </c:marker>
          <c:xVal>
            <c:numLit>
              <c:formatCode>General</c:formatCode>
              <c:ptCount val="111"/>
              <c:pt idx="0">
                <c:v>0.001</c:v>
              </c:pt>
              <c:pt idx="1">
                <c:v>0.22826363636363636</c:v>
              </c:pt>
              <c:pt idx="2">
                <c:v>0.4555272727272727</c:v>
              </c:pt>
              <c:pt idx="3">
                <c:v>0.6827909090909091</c:v>
              </c:pt>
              <c:pt idx="4">
                <c:v>0.9100545454545454</c:v>
              </c:pt>
              <c:pt idx="5">
                <c:v>1.1373181818181817</c:v>
              </c:pt>
              <c:pt idx="6">
                <c:v>1.3645818181818181</c:v>
              </c:pt>
              <c:pt idx="7">
                <c:v>1.5918454545454543</c:v>
              </c:pt>
              <c:pt idx="8">
                <c:v>1.8191090909090908</c:v>
              </c:pt>
              <c:pt idx="9">
                <c:v>2.0463727272727272</c:v>
              </c:pt>
              <c:pt idx="10">
                <c:v>2.2736363636363635</c:v>
              </c:pt>
              <c:pt idx="11">
                <c:v>2.5008999999999997</c:v>
              </c:pt>
              <c:pt idx="12">
                <c:v>2.7281636363636363</c:v>
              </c:pt>
              <c:pt idx="13">
                <c:v>2.955427272727272</c:v>
              </c:pt>
              <c:pt idx="14">
                <c:v>3.182690909090909</c:v>
              </c:pt>
              <c:pt idx="15">
                <c:v>3.409954545454545</c:v>
              </c:pt>
              <c:pt idx="16">
                <c:v>3.6372181818181817</c:v>
              </c:pt>
              <c:pt idx="17">
                <c:v>3.864481818181818</c:v>
              </c:pt>
              <c:pt idx="18">
                <c:v>4.091745454545455</c:v>
              </c:pt>
              <c:pt idx="19">
                <c:v>4.319009090909091</c:v>
              </c:pt>
              <c:pt idx="20">
                <c:v>4.5462727272727275</c:v>
              </c:pt>
              <c:pt idx="21">
                <c:v>4.773536363636364</c:v>
              </c:pt>
              <c:pt idx="22">
                <c:v>5.0008</c:v>
              </c:pt>
              <c:pt idx="23">
                <c:v>5.228063636363636</c:v>
              </c:pt>
              <c:pt idx="24">
                <c:v>5.455327272727273</c:v>
              </c:pt>
              <c:pt idx="25">
                <c:v>5.6825909090909095</c:v>
              </c:pt>
              <c:pt idx="26">
                <c:v>5.909854545454545</c:v>
              </c:pt>
              <c:pt idx="27">
                <c:v>6.137118181818182</c:v>
              </c:pt>
              <c:pt idx="28">
                <c:v>6.364381818181818</c:v>
              </c:pt>
              <c:pt idx="29">
                <c:v>6.591645454545455</c:v>
              </c:pt>
              <c:pt idx="30">
                <c:v>6.818909090909091</c:v>
              </c:pt>
              <c:pt idx="31">
                <c:v>7.046172727272727</c:v>
              </c:pt>
              <c:pt idx="32">
                <c:v>7.273436363636364</c:v>
              </c:pt>
              <c:pt idx="33">
                <c:v>7.5007</c:v>
              </c:pt>
              <c:pt idx="34">
                <c:v>7.727963636363636</c:v>
              </c:pt>
              <c:pt idx="35">
                <c:v>7.955227272727273</c:v>
              </c:pt>
              <c:pt idx="36">
                <c:v>8.182490909090909</c:v>
              </c:pt>
              <c:pt idx="37">
                <c:v>8.409754545454545</c:v>
              </c:pt>
              <c:pt idx="38">
                <c:v>8.637018181818181</c:v>
              </c:pt>
              <c:pt idx="39">
                <c:v>8.864281818181817</c:v>
              </c:pt>
              <c:pt idx="40">
                <c:v>9.091545454545454</c:v>
              </c:pt>
              <c:pt idx="41">
                <c:v>9.318809090909092</c:v>
              </c:pt>
              <c:pt idx="42">
                <c:v>9.546072727272726</c:v>
              </c:pt>
              <c:pt idx="43">
                <c:v>9.773336363636362</c:v>
              </c:pt>
              <c:pt idx="44">
                <c:v>10.000599999999999</c:v>
              </c:pt>
              <c:pt idx="45">
                <c:v>10.227863636363635</c:v>
              </c:pt>
              <c:pt idx="46">
                <c:v>10.455127272727271</c:v>
              </c:pt>
              <c:pt idx="47">
                <c:v>10.682390909090909</c:v>
              </c:pt>
              <c:pt idx="48">
                <c:v>10.909654545454545</c:v>
              </c:pt>
              <c:pt idx="49">
                <c:v>11.136918181818181</c:v>
              </c:pt>
              <c:pt idx="50">
                <c:v>11.364181818181818</c:v>
              </c:pt>
              <c:pt idx="51">
                <c:v>11.591445454545452</c:v>
              </c:pt>
              <c:pt idx="52">
                <c:v>11.818709090909088</c:v>
              </c:pt>
              <c:pt idx="53">
                <c:v>12.045972727272726</c:v>
              </c:pt>
              <c:pt idx="54">
                <c:v>12.273236363636363</c:v>
              </c:pt>
              <c:pt idx="55">
                <c:v>12.500499999999999</c:v>
              </c:pt>
              <c:pt idx="56">
                <c:v>12.727763636363635</c:v>
              </c:pt>
              <c:pt idx="57">
                <c:v>12.955027272727271</c:v>
              </c:pt>
              <c:pt idx="58">
                <c:v>13.18229090909091</c:v>
              </c:pt>
              <c:pt idx="59">
                <c:v>13.409554545454546</c:v>
              </c:pt>
              <c:pt idx="60">
                <c:v>13.63681818181818</c:v>
              </c:pt>
              <c:pt idx="61">
                <c:v>13.864081818181816</c:v>
              </c:pt>
              <c:pt idx="62">
                <c:v>14.091345454545452</c:v>
              </c:pt>
              <c:pt idx="63">
                <c:v>14.318609090909089</c:v>
              </c:pt>
              <c:pt idx="64">
                <c:v>14.545872727272727</c:v>
              </c:pt>
              <c:pt idx="65">
                <c:v>14.773136363636363</c:v>
              </c:pt>
              <c:pt idx="66">
                <c:v>15.000399999999999</c:v>
              </c:pt>
              <c:pt idx="67">
                <c:v>15.227663636363635</c:v>
              </c:pt>
              <c:pt idx="68">
                <c:v>15.454927272727272</c:v>
              </c:pt>
              <c:pt idx="69">
                <c:v>15.682190909090906</c:v>
              </c:pt>
              <c:pt idx="70">
                <c:v>15.909454545454544</c:v>
              </c:pt>
              <c:pt idx="71">
                <c:v>16.136718181818182</c:v>
              </c:pt>
              <c:pt idx="72">
                <c:v>16.36398181818182</c:v>
              </c:pt>
              <c:pt idx="73">
                <c:v>16.591245454545454</c:v>
              </c:pt>
              <c:pt idx="74">
                <c:v>16.818509090909092</c:v>
              </c:pt>
              <c:pt idx="75">
                <c:v>17.045772727272727</c:v>
              </c:pt>
              <c:pt idx="76">
                <c:v>17.273036363636365</c:v>
              </c:pt>
              <c:pt idx="77">
                <c:v>17.500300000000003</c:v>
              </c:pt>
              <c:pt idx="78">
                <c:v>17.727563636363637</c:v>
              </c:pt>
              <c:pt idx="79">
                <c:v>17.95482727272727</c:v>
              </c:pt>
              <c:pt idx="80">
                <c:v>18.18209090909091</c:v>
              </c:pt>
              <c:pt idx="81">
                <c:v>18.409354545454544</c:v>
              </c:pt>
              <c:pt idx="82">
                <c:v>18.636618181818186</c:v>
              </c:pt>
              <c:pt idx="83">
                <c:v>18.86388181818182</c:v>
              </c:pt>
              <c:pt idx="84">
                <c:v>19.091145454545455</c:v>
              </c:pt>
              <c:pt idx="85">
                <c:v>19.318409090909093</c:v>
              </c:pt>
              <c:pt idx="86">
                <c:v>19.545672727272727</c:v>
              </c:pt>
              <c:pt idx="87">
                <c:v>19.772936363636365</c:v>
              </c:pt>
              <c:pt idx="88">
                <c:v>20.0002</c:v>
              </c:pt>
              <c:pt idx="89">
                <c:v>20.227463636363638</c:v>
              </c:pt>
              <c:pt idx="90">
                <c:v>20.454727272727272</c:v>
              </c:pt>
              <c:pt idx="91">
                <c:v>20.68199090909091</c:v>
              </c:pt>
              <c:pt idx="92">
                <c:v>20.909254545454544</c:v>
              </c:pt>
              <c:pt idx="93">
                <c:v>21.13651818181818</c:v>
              </c:pt>
              <c:pt idx="94">
                <c:v>21.36378181818182</c:v>
              </c:pt>
              <c:pt idx="95">
                <c:v>21.591045454545455</c:v>
              </c:pt>
              <c:pt idx="96">
                <c:v>21.818309090909093</c:v>
              </c:pt>
              <c:pt idx="97">
                <c:v>22.045572727272727</c:v>
              </c:pt>
              <c:pt idx="98">
                <c:v>22.272836363636365</c:v>
              </c:pt>
              <c:pt idx="99">
                <c:v>22.5001</c:v>
              </c:pt>
              <c:pt idx="100">
                <c:v>22.727363636363638</c:v>
              </c:pt>
              <c:pt idx="101">
                <c:v>22.954627272727272</c:v>
              </c:pt>
              <c:pt idx="102">
                <c:v>23.181890909090907</c:v>
              </c:pt>
              <c:pt idx="103">
                <c:v>23.409154545454545</c:v>
              </c:pt>
              <c:pt idx="104">
                <c:v>23.63641818181818</c:v>
              </c:pt>
              <c:pt idx="105">
                <c:v>23.86368181818182</c:v>
              </c:pt>
              <c:pt idx="106">
                <c:v>24.090945454545455</c:v>
              </c:pt>
              <c:pt idx="107">
                <c:v>24.318209090909093</c:v>
              </c:pt>
              <c:pt idx="108">
                <c:v>24.545472727272728</c:v>
              </c:pt>
              <c:pt idx="109">
                <c:v>24.772736363636366</c:v>
              </c:pt>
              <c:pt idx="110">
                <c:v>25</c:v>
              </c:pt>
            </c:numLit>
          </c:xVal>
          <c:yVal>
            <c:numLit>
              <c:formatCode>0E+0</c:formatCode>
              <c:ptCount val="111"/>
              <c:pt idx="0">
                <c:v>0.011596379997554222</c:v>
              </c:pt>
              <c:pt idx="1">
                <c:v>0.15735179621988452</c:v>
              </c:pt>
              <c:pt idx="2">
                <c:v>0.19963718244718184</c:v>
              </c:pt>
              <c:pt idx="3">
                <c:v>0.21951237374512753</c:v>
              </c:pt>
              <c:pt idx="4">
                <c:v>0.22760392838696336</c:v>
              </c:pt>
              <c:pt idx="5">
                <c:v>0.2285166948501533</c:v>
              </c:pt>
              <c:pt idx="6">
                <c:v>0.22480586329836252</c:v>
              </c:pt>
              <c:pt idx="7">
                <c:v>0.21806662181094263</c:v>
              </c:pt>
              <c:pt idx="8">
                <c:v>0.20936255901038492</c:v>
              </c:pt>
              <c:pt idx="9">
                <c:v>0.1994311145715482</c:v>
              </c:pt>
              <c:pt idx="10">
                <c:v>0.18879563586995018</c:v>
              </c:pt>
              <c:pt idx="11">
                <c:v>0.17783224535805237</c:v>
              </c:pt>
              <c:pt idx="12">
                <c:v>0.16681244874645432</c:v>
              </c:pt>
              <c:pt idx="13">
                <c:v>0.15593165524513755</c:v>
              </c:pt>
              <c:pt idx="14">
                <c:v>0.1453289994201749</c:v>
              </c:pt>
              <c:pt idx="15">
                <c:v>0.13510152384752416</c:v>
              </c:pt>
              <c:pt idx="16">
                <c:v>0.1253145590521323</c:v>
              </c:pt>
              <c:pt idx="17">
                <c:v>0.11600945558758761</c:v>
              </c:pt>
              <c:pt idx="18">
                <c:v>0.1072094232931183</c:v>
              </c:pt>
              <c:pt idx="19">
                <c:v>0.09892398788111531</c:v>
              </c:pt>
              <c:pt idx="20">
                <c:v>0.09115241933303686</c:v>
              </c:pt>
              <c:pt idx="21">
                <c:v>0.08388638436885135</c:v>
              </c:pt>
              <c:pt idx="22">
                <c:v>0.07711200622562431</c:v>
              </c:pt>
              <c:pt idx="23">
                <c:v>0.07081146719463019</c:v>
              </c:pt>
              <c:pt idx="24">
                <c:v>0.06496425555882665</c:v>
              </c:pt>
              <c:pt idx="25">
                <c:v>0.059548134191943686</c:v>
              </c:pt>
              <c:pt idx="26">
                <c:v>0.05453989019863802</c:v>
              </c:pt>
              <c:pt idx="27">
                <c:v>0.04991591166297952</c:v>
              </c:pt>
              <c:pt idx="28">
                <c:v>0.04565262753118023</c:v>
              </c:pt>
              <c:pt idx="29">
                <c:v>0.04172683899214301</c:v>
              </c:pt>
              <c:pt idx="30">
                <c:v>0.03811596481264703</c:v>
              </c:pt>
              <c:pt idx="31">
                <c:v>0.034798218489703034</c:v>
              </c:pt>
              <c:pt idx="32">
                <c:v>0.031752731481126006</c:v>
              </c:pt>
              <c:pt idx="33">
                <c:v>0.02895963393282927</c:v>
              </c:pt>
              <c:pt idx="34">
                <c:v>0.0264001020644987</c:v>
              </c:pt>
              <c:pt idx="35">
                <c:v>0.02405637957432017</c:v>
              </c:pt>
              <c:pt idx="36">
                <c:v>0.021911778979956498</c:v>
              </c:pt>
              <c:pt idx="37">
                <c:v>0.019950667651787195</c:v>
              </c:pt>
              <c:pt idx="38">
                <c:v>0.018158442357488425</c:v>
              </c:pt>
              <c:pt idx="39">
                <c:v>0.01652149537919314</c:v>
              </c:pt>
              <c:pt idx="40">
                <c:v>0.01502717465034854</c:v>
              </c:pt>
              <c:pt idx="41">
                <c:v>0.01366373986106631</c:v>
              </c:pt>
              <c:pt idx="42">
                <c:v>0.01242031607608605</c:v>
              </c:pt>
              <c:pt idx="43">
                <c:v>0.011286846080761484</c:v>
              </c:pt>
              <c:pt idx="44">
                <c:v>0.010254042403554025</c:v>
              </c:pt>
              <c:pt idx="45">
                <c:v>0.009313339746952214</c:v>
              </c:pt>
              <c:pt idx="46">
                <c:v>0.008456848383292373</c:v>
              </c:pt>
              <c:pt idx="47">
                <c:v>0.007677308930133334</c:v>
              </c:pt>
              <c:pt idx="48">
                <c:v>0.006968048805532317</c:v>
              </c:pt>
              <c:pt idx="49">
                <c:v>0.0063229405717940765</c:v>
              </c:pt>
              <c:pt idx="50">
                <c:v>0.005736362302941788</c:v>
              </c:pt>
              <c:pt idx="51">
                <c:v>0.005203160052941162</c:v>
              </c:pt>
              <c:pt idx="52">
                <c:v>0.00471861245585037</c:v>
              </c:pt>
              <c:pt idx="53">
                <c:v>0.0042783974533078814</c:v>
              </c:pt>
              <c:pt idx="54">
                <c:v>0.0038785611172476218</c:v>
              </c:pt>
              <c:pt idx="55">
                <c:v>0.0035154885149119115</c:v>
              </c:pt>
              <c:pt idx="56">
                <c:v>0.0031858765478544556</c:v>
              </c:pt>
              <c:pt idx="57">
                <c:v>0.0028867086856453326</c:v>
              </c:pt>
              <c:pt idx="58">
                <c:v>0.0026152315075494807</c:v>
              </c:pt>
              <c:pt idx="59">
                <c:v>0.00236893296084184</c:v>
              </c:pt>
              <c:pt idx="60">
                <c:v>0.0021455222420636937</c:v>
              </c:pt>
              <c:pt idx="61">
                <c:v>0.0019429112069380941</c:v>
              </c:pt>
              <c:pt idx="62">
                <c:v>0.0017591972154542715</c:v>
              </c:pt>
              <c:pt idx="63">
                <c:v>0.0015926473204809144</c:v>
              </c:pt>
              <c:pt idx="64">
                <c:v>0.001441683710913506</c:v>
              </c:pt>
              <c:pt idx="65">
                <c:v>0.0013048703235884998</c:v>
              </c:pt>
              <c:pt idx="66">
                <c:v>0.0011809005418339296</c:v>
              </c:pt>
              <c:pt idx="67">
                <c:v>0.001068585902433215</c:v>
              </c:pt>
              <c:pt idx="68">
                <c:v>0.0009668457368445182</c:v>
              </c:pt>
              <c:pt idx="69">
                <c:v>0.0008746976766539756</c:v>
              </c:pt>
              <c:pt idx="70">
                <c:v>0.0007912489573774552</c:v>
              </c:pt>
              <c:pt idx="71">
                <c:v>0.000715688458808244</c:v>
              </c:pt>
              <c:pt idx="72">
                <c:v>0.0006472794240959058</c:v>
              </c:pt>
              <c:pt idx="73">
                <c:v>0.0005853528036035134</c:v>
              </c:pt>
              <c:pt idx="74">
                <c:v>0.0005293011733041597</c:v>
              </c:pt>
              <c:pt idx="75">
                <c:v>0.0004785731810276206</c:v>
              </c:pt>
              <c:pt idx="76">
                <c:v>0.00043266847724418963</c:v>
              </c:pt>
              <c:pt idx="77">
                <c:v>0.000391133090269747</c:v>
              </c:pt>
              <c:pt idx="78">
                <c:v>0.0003535552087918187</c:v>
              </c:pt>
              <c:pt idx="79">
                <c:v>0.0003195613374517446</c:v>
              </c:pt>
              <c:pt idx="80">
                <c:v>0.0002888127938759824</c:v>
              </c:pt>
              <c:pt idx="81">
                <c:v>0.00026100251803454823</c:v>
              </c:pt>
              <c:pt idx="82">
                <c:v>0.00023585216712258936</c:v>
              </c:pt>
              <c:pt idx="83">
                <c:v>0.0002131094713186698</c:v>
              </c:pt>
              <c:pt idx="84">
                <c:v>0.00019254582777781162</c:v>
              </c:pt>
              <c:pt idx="85">
                <c:v>0.00017395411207644424</c:v>
              </c:pt>
              <c:pt idx="86">
                <c:v>0.00015714668804782438</c:v>
              </c:pt>
              <c:pt idx="87">
                <c:v>0.00014195359853827805</c:v>
              </c:pt>
              <c:pt idx="88">
                <c:v>0.00012822092108451892</c:v>
              </c:pt>
              <c:pt idx="89">
                <c:v>0.00011580927386799019</c:v>
              </c:pt>
              <c:pt idx="90">
                <c:v>0.00010459245855121763</c:v>
              </c:pt>
              <c:pt idx="91">
                <c:v>9.445622775063913E-05</c:v>
              </c:pt>
              <c:pt idx="92">
                <c:v>8.529716595731944E-05</c:v>
              </c:pt>
              <c:pt idx="93">
                <c:v>7.702167368785535E-05</c:v>
              </c:pt>
              <c:pt idx="94">
                <c:v>6.954504553896003E-05</c:v>
              </c:pt>
              <c:pt idx="95">
                <c:v>6.279063363655165E-05</c:v>
              </c:pt>
              <c:pt idx="96">
                <c:v>5.6689088719248947E-05</c:v>
              </c:pt>
              <c:pt idx="97">
                <c:v>5.117767178223281E-05</c:v>
              </c:pt>
              <c:pt idx="98">
                <c:v>4.619962983535237E-05</c:v>
              </c:pt>
              <c:pt idx="99">
                <c:v>4.170362990373357E-05</c:v>
              </c:pt>
              <c:pt idx="100">
                <c:v>3.76432459242382E-05</c:v>
              </c:pt>
              <c:pt idx="101">
                <c:v>3.397649367090929E-05</c:v>
              </c:pt>
              <c:pt idx="102">
                <c:v>3.0665409280696945E-05</c:v>
              </c:pt>
              <c:pt idx="103">
                <c:v>2.7675667350718044E-05</c:v>
              </c:pt>
              <c:pt idx="104">
                <c:v>2.497623494322361E-05</c:v>
              </c:pt>
              <c:pt idx="105">
                <c:v>2.253905816724777E-05</c:v>
              </c:pt>
              <c:pt idx="106">
                <c:v>2.0338778309317515E-05</c:v>
              </c:pt>
              <c:pt idx="107">
                <c:v>1.8352474762066455E-05</c:v>
              </c:pt>
              <c:pt idx="108">
                <c:v>1.6559432251455547E-05</c:v>
              </c:pt>
              <c:pt idx="109">
                <c:v>1.4940930092635856E-05</c:v>
              </c:pt>
              <c:pt idx="110">
                <c:v>1.34800514132582E-05</c:v>
              </c:pt>
            </c:numLit>
          </c:yVal>
        </c:ser>
        <c:ser>
          <c:idx val="4"/>
          <c:order val="4"/>
          <c:tx>
            <c:v>COMSOL Druyvesteyn</c:v>
          </c:tx>
          <c:spPr>
            <a:ln xmlns:a="http://schemas.openxmlformats.org/drawingml/2006/main" w="19050">
              <a:solidFill>
                <a:srgbClr val="908747"/>
              </a:solidFill>
              <a:prstDash val="dot"/>
            </a:ln>
          </c:spPr>
          <c:marker>
            <c:symbol val="none"/>
          </c:marker>
          <c:xVal>
            <c:numLit>
              <c:formatCode>General</c:formatCode>
              <c:ptCount val="111"/>
              <c:pt idx="0">
                <c:v>0.001</c:v>
              </c:pt>
              <c:pt idx="1">
                <c:v>0.22826363636363636</c:v>
              </c:pt>
              <c:pt idx="2">
                <c:v>0.4555272727272727</c:v>
              </c:pt>
              <c:pt idx="3">
                <c:v>0.6827909090909091</c:v>
              </c:pt>
              <c:pt idx="4">
                <c:v>0.9100545454545454</c:v>
              </c:pt>
              <c:pt idx="5">
                <c:v>1.1373181818181817</c:v>
              </c:pt>
              <c:pt idx="6">
                <c:v>1.3645818181818181</c:v>
              </c:pt>
              <c:pt idx="7">
                <c:v>1.5918454545454543</c:v>
              </c:pt>
              <c:pt idx="8">
                <c:v>1.8191090909090908</c:v>
              </c:pt>
              <c:pt idx="9">
                <c:v>2.0463727272727272</c:v>
              </c:pt>
              <c:pt idx="10">
                <c:v>2.2736363636363635</c:v>
              </c:pt>
              <c:pt idx="11">
                <c:v>2.5008999999999997</c:v>
              </c:pt>
              <c:pt idx="12">
                <c:v>2.7281636363636363</c:v>
              </c:pt>
              <c:pt idx="13">
                <c:v>2.955427272727272</c:v>
              </c:pt>
              <c:pt idx="14">
                <c:v>3.182690909090909</c:v>
              </c:pt>
              <c:pt idx="15">
                <c:v>3.409954545454545</c:v>
              </c:pt>
              <c:pt idx="16">
                <c:v>3.6372181818181817</c:v>
              </c:pt>
              <c:pt idx="17">
                <c:v>3.864481818181818</c:v>
              </c:pt>
              <c:pt idx="18">
                <c:v>4.091745454545455</c:v>
              </c:pt>
              <c:pt idx="19">
                <c:v>4.319009090909091</c:v>
              </c:pt>
              <c:pt idx="20">
                <c:v>4.5462727272727275</c:v>
              </c:pt>
              <c:pt idx="21">
                <c:v>4.773536363636364</c:v>
              </c:pt>
              <c:pt idx="22">
                <c:v>5.0008</c:v>
              </c:pt>
              <c:pt idx="23">
                <c:v>5.228063636363636</c:v>
              </c:pt>
              <c:pt idx="24">
                <c:v>5.455327272727273</c:v>
              </c:pt>
              <c:pt idx="25">
                <c:v>5.6825909090909095</c:v>
              </c:pt>
              <c:pt idx="26">
                <c:v>5.909854545454545</c:v>
              </c:pt>
              <c:pt idx="27">
                <c:v>6.137118181818182</c:v>
              </c:pt>
              <c:pt idx="28">
                <c:v>6.364381818181818</c:v>
              </c:pt>
              <c:pt idx="29">
                <c:v>6.591645454545455</c:v>
              </c:pt>
              <c:pt idx="30">
                <c:v>6.818909090909091</c:v>
              </c:pt>
              <c:pt idx="31">
                <c:v>7.046172727272727</c:v>
              </c:pt>
              <c:pt idx="32">
                <c:v>7.273436363636364</c:v>
              </c:pt>
              <c:pt idx="33">
                <c:v>7.5007</c:v>
              </c:pt>
              <c:pt idx="34">
                <c:v>7.727963636363636</c:v>
              </c:pt>
              <c:pt idx="35">
                <c:v>7.955227272727273</c:v>
              </c:pt>
              <c:pt idx="36">
                <c:v>8.182490909090909</c:v>
              </c:pt>
              <c:pt idx="37">
                <c:v>8.409754545454545</c:v>
              </c:pt>
              <c:pt idx="38">
                <c:v>8.637018181818181</c:v>
              </c:pt>
              <c:pt idx="39">
                <c:v>8.864281818181817</c:v>
              </c:pt>
              <c:pt idx="40">
                <c:v>9.091545454545454</c:v>
              </c:pt>
              <c:pt idx="41">
                <c:v>9.318809090909092</c:v>
              </c:pt>
              <c:pt idx="42">
                <c:v>9.546072727272726</c:v>
              </c:pt>
              <c:pt idx="43">
                <c:v>9.773336363636362</c:v>
              </c:pt>
              <c:pt idx="44">
                <c:v>10.000599999999999</c:v>
              </c:pt>
              <c:pt idx="45">
                <c:v>10.227863636363635</c:v>
              </c:pt>
              <c:pt idx="46">
                <c:v>10.455127272727271</c:v>
              </c:pt>
              <c:pt idx="47">
                <c:v>10.682390909090909</c:v>
              </c:pt>
              <c:pt idx="48">
                <c:v>10.909654545454545</c:v>
              </c:pt>
              <c:pt idx="49">
                <c:v>11.136918181818181</c:v>
              </c:pt>
              <c:pt idx="50">
                <c:v>11.364181818181818</c:v>
              </c:pt>
              <c:pt idx="51">
                <c:v>11.591445454545452</c:v>
              </c:pt>
              <c:pt idx="52">
                <c:v>11.818709090909088</c:v>
              </c:pt>
              <c:pt idx="53">
                <c:v>12.045972727272726</c:v>
              </c:pt>
              <c:pt idx="54">
                <c:v>12.273236363636363</c:v>
              </c:pt>
              <c:pt idx="55">
                <c:v>12.500499999999999</c:v>
              </c:pt>
              <c:pt idx="56">
                <c:v>12.727763636363635</c:v>
              </c:pt>
              <c:pt idx="57">
                <c:v>12.955027272727271</c:v>
              </c:pt>
              <c:pt idx="58">
                <c:v>13.18229090909091</c:v>
              </c:pt>
              <c:pt idx="59">
                <c:v>13.409554545454546</c:v>
              </c:pt>
              <c:pt idx="60">
                <c:v>13.63681818181818</c:v>
              </c:pt>
              <c:pt idx="61">
                <c:v>13.864081818181816</c:v>
              </c:pt>
              <c:pt idx="62">
                <c:v>14.091345454545452</c:v>
              </c:pt>
              <c:pt idx="63">
                <c:v>14.318609090909089</c:v>
              </c:pt>
              <c:pt idx="64">
                <c:v>14.545872727272727</c:v>
              </c:pt>
              <c:pt idx="65">
                <c:v>14.773136363636363</c:v>
              </c:pt>
              <c:pt idx="66">
                <c:v>15.000399999999999</c:v>
              </c:pt>
              <c:pt idx="67">
                <c:v>15.227663636363635</c:v>
              </c:pt>
              <c:pt idx="68">
                <c:v>15.454927272727272</c:v>
              </c:pt>
              <c:pt idx="69">
                <c:v>15.682190909090906</c:v>
              </c:pt>
              <c:pt idx="70">
                <c:v>15.909454545454544</c:v>
              </c:pt>
              <c:pt idx="71">
                <c:v>16.136718181818182</c:v>
              </c:pt>
              <c:pt idx="72">
                <c:v>16.36398181818182</c:v>
              </c:pt>
              <c:pt idx="73">
                <c:v>16.591245454545454</c:v>
              </c:pt>
              <c:pt idx="74">
                <c:v>16.818509090909092</c:v>
              </c:pt>
              <c:pt idx="75">
                <c:v>17.045772727272727</c:v>
              </c:pt>
              <c:pt idx="76">
                <c:v>17.273036363636365</c:v>
              </c:pt>
              <c:pt idx="77">
                <c:v>17.500300000000003</c:v>
              </c:pt>
              <c:pt idx="78">
                <c:v>17.727563636363637</c:v>
              </c:pt>
              <c:pt idx="79">
                <c:v>17.95482727272727</c:v>
              </c:pt>
              <c:pt idx="80">
                <c:v>18.18209090909091</c:v>
              </c:pt>
              <c:pt idx="81">
                <c:v>18.409354545454544</c:v>
              </c:pt>
              <c:pt idx="82">
                <c:v>18.636618181818186</c:v>
              </c:pt>
              <c:pt idx="83">
                <c:v>18.86388181818182</c:v>
              </c:pt>
              <c:pt idx="84">
                <c:v>19.091145454545455</c:v>
              </c:pt>
              <c:pt idx="85">
                <c:v>19.318409090909093</c:v>
              </c:pt>
              <c:pt idx="86">
                <c:v>19.545672727272727</c:v>
              </c:pt>
              <c:pt idx="87">
                <c:v>19.772936363636365</c:v>
              </c:pt>
              <c:pt idx="88">
                <c:v>20.0002</c:v>
              </c:pt>
              <c:pt idx="89">
                <c:v>20.227463636363638</c:v>
              </c:pt>
              <c:pt idx="90">
                <c:v>20.454727272727272</c:v>
              </c:pt>
              <c:pt idx="91">
                <c:v>20.68199090909091</c:v>
              </c:pt>
              <c:pt idx="92">
                <c:v>20.909254545454544</c:v>
              </c:pt>
              <c:pt idx="93">
                <c:v>21.13651818181818</c:v>
              </c:pt>
              <c:pt idx="94">
                <c:v>21.36378181818182</c:v>
              </c:pt>
              <c:pt idx="95">
                <c:v>21.591045454545455</c:v>
              </c:pt>
              <c:pt idx="96">
                <c:v>21.818309090909093</c:v>
              </c:pt>
              <c:pt idx="97">
                <c:v>22.045572727272727</c:v>
              </c:pt>
              <c:pt idx="98">
                <c:v>22.272836363636365</c:v>
              </c:pt>
              <c:pt idx="99">
                <c:v>22.5001</c:v>
              </c:pt>
              <c:pt idx="100">
                <c:v>22.727363636363638</c:v>
              </c:pt>
              <c:pt idx="101">
                <c:v>22.954627272727272</c:v>
              </c:pt>
              <c:pt idx="102">
                <c:v>23.181890909090907</c:v>
              </c:pt>
              <c:pt idx="103">
                <c:v>23.409154545454545</c:v>
              </c:pt>
              <c:pt idx="104">
                <c:v>23.63641818181818</c:v>
              </c:pt>
              <c:pt idx="105">
                <c:v>23.86368181818182</c:v>
              </c:pt>
              <c:pt idx="106">
                <c:v>24.090945454545455</c:v>
              </c:pt>
              <c:pt idx="107">
                <c:v>24.318209090909093</c:v>
              </c:pt>
              <c:pt idx="108">
                <c:v>24.545472727272728</c:v>
              </c:pt>
              <c:pt idx="109">
                <c:v>24.772736363636366</c:v>
              </c:pt>
              <c:pt idx="110">
                <c:v>25</c:v>
              </c:pt>
            </c:numLit>
          </c:xVal>
          <c:yVal>
            <c:numLit>
              <c:formatCode>0E+0</c:formatCode>
              <c:ptCount val="111"/>
              <c:pt idx="0">
                <c:v>0.0058108270750851865</c:v>
              </c:pt>
              <c:pt idx="1">
                <c:v>0.08754394800728738</c:v>
              </c:pt>
              <c:pt idx="2">
                <c:v>0.12262975226509511</c:v>
              </c:pt>
              <c:pt idx="3">
                <c:v>0.14803844215867326</c:v>
              </c:pt>
              <c:pt idx="4">
                <c:v>0.1675781610799089</c:v>
              </c:pt>
              <c:pt idx="5">
                <c:v>0.18265806512757918</c:v>
              </c:pt>
              <c:pt idx="6">
                <c:v>0.19398711787966313</c:v>
              </c:pt>
              <c:pt idx="7">
                <c:v>0.20200395632821788</c:v>
              </c:pt>
              <c:pt idx="8">
                <c:v>0.20703139393410824</c:v>
              </c:pt>
              <c:pt idx="9">
                <c:v>0.20934264099149855</c:v>
              </c:pt>
              <c:pt idx="10">
                <c:v>0.20919216424323156</c:v>
              </c:pt>
              <c:pt idx="11">
                <c:v>0.20683009864852117</c:v>
              </c:pt>
              <c:pt idx="12">
                <c:v>0.20250816358423868</c:v>
              </c:pt>
              <c:pt idx="13">
                <c:v>0.19648088370801692</c:v>
              </c:pt>
              <c:pt idx="14">
                <c:v>0.18900414070942417</c:v>
              </c:pt>
              <c:pt idx="15">
                <c:v>0.18033224526962946</c:v>
              </c:pt>
              <c:pt idx="16">
                <c:v>0.17071428572647396</c:v>
              </c:pt>
              <c:pt idx="17">
                <c:v>0.16039026385293265</c:v>
              </c:pt>
              <c:pt idx="18">
                <c:v>0.1495873734146276</c:v>
              </c:pt>
              <c:pt idx="19">
                <c:v>0.13851666966881293</c:v>
              </c:pt>
              <c:pt idx="20">
                <c:v>0.12737029666999652</c:v>
              </c:pt>
              <c:pt idx="21">
                <c:v>0.11631937405315533</c:v>
              </c:pt>
              <c:pt idx="22">
                <c:v>0.1055125911155717</c:v>
              </c:pt>
              <c:pt idx="23">
                <c:v>0.09507551137641146</c:v>
              </c:pt>
              <c:pt idx="24">
                <c:v>0.08511055445527897</c:v>
              </c:pt>
              <c:pt idx="25">
                <c:v>0.07569759367249244</c:v>
              </c:pt>
              <c:pt idx="26">
                <c:v>0.06689508694175972</c:v>
              </c:pt>
              <c:pt idx="27">
                <c:v>0.05874164492328163</c:v>
              </c:pt>
              <c:pt idx="28">
                <c:v>0.0512579334877636</c:v>
              </c:pt>
              <c:pt idx="29">
                <c:v>0.0444488065822767</c:v>
              </c:pt>
              <c:pt idx="30">
                <c:v>0.03830556970263405</c:v>
              </c:pt>
              <c:pt idx="31">
                <c:v>0.0328082823692565</c:v>
              </c:pt>
              <c:pt idx="32">
                <c:v>0.027928019227743565</c:v>
              </c:pt>
              <c:pt idx="33">
                <c:v>0.023629022611811143</c:v>
              </c:pt>
              <c:pt idx="34">
                <c:v>0.01987069363583704</c:v>
              </c:pt>
              <c:pt idx="35">
                <c:v>0.01660938325264741</c:v>
              </c:pt>
              <c:pt idx="36">
                <c:v>0.01379995848198728</c:v>
              </c:pt>
              <c:pt idx="37">
                <c:v>0.011397131605239023</c:v>
              </c:pt>
              <c:pt idx="38">
                <c:v>0.00935655111445419</c:v>
              </c:pt>
              <c:pt idx="39">
                <c:v>0.007635662339768236</c:v>
              </c:pt>
              <c:pt idx="40">
                <c:v>0.006194352845713834</c:v>
              </c:pt>
              <c:pt idx="41">
                <c:v>0.0049954028967246055</c:v>
              </c:pt>
              <c:pt idx="42">
                <c:v>0.004004764659969149</c:v>
              </c:pt>
              <c:pt idx="43">
                <c:v>0.003191695530247303</c:v>
              </c:pt>
              <c:pt idx="44">
                <c:v>0.002528771267916801</c:v>
              </c:pt>
              <c:pt idx="45">
                <c:v>0.001991803804022294</c:v>
              </c:pt>
              <c:pt idx="46">
                <c:v>0.001559686860025041</c:v>
              </c:pt>
              <c:pt idx="47">
                <c:v>0.001214190214733286</c:v>
              </c:pt>
              <c:pt idx="48">
                <c:v>0.0009397207664301184</c:v>
              </c:pt>
              <c:pt idx="49">
                <c:v>0.0007230656897860588</c:v>
              </c:pt>
              <c:pt idx="50">
                <c:v>0.0005531301440487375</c:v>
              </c:pt>
              <c:pt idx="51">
                <c:v>0.00042067928210410134</c:v>
              </c:pt>
              <c:pt idx="52">
                <c:v>0.000318091833239847</c:v>
              </c:pt>
              <c:pt idx="53">
                <c:v>0.0002391303460601551</c:v>
              </c:pt>
              <c:pt idx="54">
                <c:v>0.0001787313131128282</c:v>
              </c:pt>
              <c:pt idx="55">
                <c:v>0.0001328168626140561</c:v>
              </c:pt>
              <c:pt idx="56">
                <c:v>9.81284839409935E-05</c:v>
              </c:pt>
              <c:pt idx="57">
                <c:v>7.208232779571167E-05</c:v>
              </c:pt>
              <c:pt idx="58">
                <c:v>5.264495605537748E-05</c:v>
              </c:pt>
              <c:pt idx="59">
                <c:v>3.8227972707271404E-05</c:v>
              </c:pt>
              <c:pt idx="60">
                <c:v>2.7599707037171294E-05</c:v>
              </c:pt>
              <c:pt idx="61">
                <c:v>1.981200570534316E-05</c:v>
              </c:pt>
              <c:pt idx="62">
                <c:v>1.414018675573418E-05</c:v>
              </c:pt>
              <c:pt idx="63">
                <c:v>1.003428524823858E-05</c:v>
              </c:pt>
              <c:pt idx="64">
                <c:v>7.079850961760933E-06</c:v>
              </c:pt>
              <c:pt idx="65">
                <c:v>4.9667220902851E-06</c:v>
              </c:pt>
              <c:pt idx="66">
                <c:v>3.4643781846114217E-06</c:v>
              </c:pt>
              <c:pt idx="67">
                <c:v>2.402658054669651E-06</c:v>
              </c:pt>
              <c:pt idx="68">
                <c:v>1.6568048274128187E-06</c:v>
              </c:pt>
              <c:pt idx="69">
                <c:v>1.135964767096218E-06</c:v>
              </c:pt>
              <c:pt idx="70">
                <c:v>7.744151647108946E-07</c:v>
              </c:pt>
              <c:pt idx="71">
                <c:v>5.249278403029184E-07</c:v>
              </c:pt>
              <c:pt idx="72">
                <c:v>3.5378822565735306E-07</c:v>
              </c:pt>
              <c:pt idx="73">
                <c:v>2.3708623616293888E-07</c:v>
              </c:pt>
              <c:pt idx="74">
                <c:v>1.5797546684193636E-07</c:v>
              </c:pt>
              <c:pt idx="75">
                <c:v>1.0466329065580381E-07</c:v>
              </c:pt>
              <c:pt idx="76">
                <c:v>6.894798924618498E-08</c:v>
              </c:pt>
              <c:pt idx="77">
                <c:v>4.516191169847579E-08</c:v>
              </c:pt>
              <c:pt idx="78">
                <c:v>2.9413553217031666E-08</c:v>
              </c:pt>
              <c:pt idx="79">
                <c:v>1.9047942020130748E-08</c:v>
              </c:pt>
              <c:pt idx="80">
                <c:v>1.2265208138218771E-08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max val="1"/>
          <c:min val="1E-08"/>
        </c:scaling>
        <c:delete val="0"/>
        <c:axPos val="l"/>
        <c:majorGridlines>
          <c:spPr>
            <a:ln xmlns:a="http://schemas.openxmlformats.org/drawingml/2006/main" w="7620">
              <a:solidFill>
                <a:srgbClr val="D7DCE0"/>
              </a:solidFill>
              <a:prstDash val="solid"/>
            </a:ln>
          </c:spPr>
        </c:majorGridlines>
        <c:numFmt formatCode="0E+0"/>
        <c:majorTickMark val="none"/>
        <c:minorTickMark val="none"/>
        <c:spPr>
          <a:ln xmlns:a="http://schemas.openxmlformats.org/drawingml/2006/main" w="7620">
            <a:solidFill>
              <a:srgbClr val="4A4A4A"/>
            </a:solidFill>
            <a:prstDash val="solid"/>
          </a:ln>
        </c:spPr>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crossAx val="48650112"/>
      </c:valAx>
      <c:valAx>
        <c:axId val="48650112"/>
        <c:scaling>
          <c:orientation val="minMax"/>
          <c:max val="25"/>
          <c:min val="0"/>
        </c:scaling>
        <c:delete val="0"/>
        <c:axPos val="b"/>
        <c:majorGridlines>
          <c:spPr>
            <a:ln xmlns:a="http://schemas.openxmlformats.org/drawingml/2006/main" w="953">
              <a:solidFill>
                <a:srgbClr val="FFFFFF"/>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333333"/>
                    </a:solidFill>
                    <a:latin typeface="Noto Sans JP"/>
                    <a:ea typeface="Noto Sans JP"/>
                    <a:cs typeface="Noto Sans JP"/>
                  </a:rPr>
                  <a:t>Electron energy, ε (eV)</a:t>
                </a:r>
              </a:p>
            </c:rich>
          </c:tx>
          <c:overlay val="0"/>
          <c:txPr>
            <a:bodyPr xmlns:a="http://schemas.openxmlformats.org/drawingml/2006/main" anchorCtr="1"/>
            <a:lstStyle xmlns:a="http://schemas.openxmlformats.org/drawingml/2006/main"/>
            <a:p xmlns:a="http://schemas.openxmlformats.org/drawingml/2006/main">
              <a:pPr>
                <a:defRPr sz="675">
                  <a:solidFill>
                    <a:srgbClr val="333333"/>
                  </a:solidFill>
                  <a:latin typeface="Noto Sans JP"/>
                  <a:ea typeface="Noto Sans JP"/>
                  <a:cs typeface="Noto Sans JP"/>
                </a:defRPr>
              </a:pPr>
            </a:p>
          </c:txPr>
        </c:title>
        <c:numFmt formatCode="0"/>
        <c:majorTickMark val="none"/>
        <c:minorTickMark val="none"/>
        <c:spPr>
          <a:ln xmlns:a="http://schemas.openxmlformats.org/drawingml/2006/main" w="7620">
            <a:solidFill>
              <a:srgbClr val="4A4A4A"/>
            </a:solidFill>
            <a:prstDash val="solid"/>
          </a:ln>
        </c:spPr>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crossAx val="48672768"/>
        <c:majorUnit val="5"/>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B8BEC3"/>
      </a:solidFill>
      <a:prstDash val="solid"/>
    </a:ln>
  </c:spPr>
</c:chartSpace>
</file>

<file path=ppt/slides/charts/chart19.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333333"/>
                </a:solidFill>
                <a:latin typeface="Noto Sans JP"/>
                <a:ea typeface="Noto Sans JP"/>
                <a:cs typeface="Noto Sans JP"/>
              </a:rPr>
              <a:t>E/N = 100 Td</a:t>
            </a:r>
          </a:p>
        </c:rich>
      </c:tx>
      <c:overlay val="0"/>
      <c:txPr>
        <a:bodyPr xmlns:a="http://schemas.openxmlformats.org/drawingml/2006/main" anchorCtr="1"/>
        <a:lstStyle xmlns:a="http://schemas.openxmlformats.org/drawingml/2006/main"/>
        <a:p xmlns:a="http://schemas.openxmlformats.org/drawingml/2006/main">
          <a:pPr>
            <a:defRPr sz="1050" b="1">
              <a:solidFill>
                <a:srgbClr val="333333"/>
              </a:solidFill>
              <a:latin typeface="Noto Sans JP"/>
              <a:ea typeface="Noto Sans JP"/>
              <a:cs typeface="Noto Sans JP"/>
            </a:defRPr>
          </a:pPr>
        </a:p>
      </c:txPr>
    </c:title>
    <c:plotArea>
      <c:scatterChart>
        <c:scatterStyle val="line"/>
        <c:ser>
          <c:idx val="0"/>
          <c:order val="0"/>
          <c:tx>
            <c:v>Two-term Swarm</c:v>
          </c:tx>
          <c:spPr>
            <a:ln xmlns:a="http://schemas.openxmlformats.org/drawingml/2006/main" w="22860">
              <a:solidFill>
                <a:srgbClr val="3B67B0"/>
              </a:solidFill>
              <a:prstDash val="solid"/>
            </a:ln>
          </c:spPr>
          <c:marker>
            <c:symbol val="none"/>
          </c:marker>
          <c:xVal>
            <c:numLit>
              <c:formatCode>General</c:formatCode>
              <c:ptCount val="111"/>
              <c:pt idx="0">
                <c:v>0.001</c:v>
              </c:pt>
              <c:pt idx="1">
                <c:v>0.5464454545454546</c:v>
              </c:pt>
              <c:pt idx="2">
                <c:v>1.091890909090909</c:v>
              </c:pt>
              <c:pt idx="3">
                <c:v>1.6373363636363636</c:v>
              </c:pt>
              <c:pt idx="4">
                <c:v>2.182781818181818</c:v>
              </c:pt>
              <c:pt idx="5">
                <c:v>2.7282272727272727</c:v>
              </c:pt>
              <c:pt idx="6">
                <c:v>3.2736727272727273</c:v>
              </c:pt>
              <c:pt idx="7">
                <c:v>3.819118181818182</c:v>
              </c:pt>
              <c:pt idx="8">
                <c:v>4.364563636363637</c:v>
              </c:pt>
              <c:pt idx="9">
                <c:v>4.910009090909091</c:v>
              </c:pt>
              <c:pt idx="10">
                <c:v>5.455454545454546</c:v>
              </c:pt>
              <c:pt idx="11">
                <c:v>6.000900000000001</c:v>
              </c:pt>
              <c:pt idx="12">
                <c:v>6.546345454545455</c:v>
              </c:pt>
              <c:pt idx="13">
                <c:v>7.091790909090911</c:v>
              </c:pt>
              <c:pt idx="14">
                <c:v>7.637236363636364</c:v>
              </c:pt>
              <c:pt idx="15">
                <c:v>8.182681818181818</c:v>
              </c:pt>
              <c:pt idx="16">
                <c:v>8.728127272727273</c:v>
              </c:pt>
              <c:pt idx="17">
                <c:v>9.273572727272727</c:v>
              </c:pt>
              <c:pt idx="18">
                <c:v>9.819018181818182</c:v>
              </c:pt>
              <c:pt idx="19">
                <c:v>10.364463636363636</c:v>
              </c:pt>
              <c:pt idx="20">
                <c:v>10.90990909090909</c:v>
              </c:pt>
              <c:pt idx="21">
                <c:v>11.455354545454545</c:v>
              </c:pt>
              <c:pt idx="22">
                <c:v>12.0008</c:v>
              </c:pt>
              <c:pt idx="23">
                <c:v>12.546245454545454</c:v>
              </c:pt>
              <c:pt idx="24">
                <c:v>13.091690909090909</c:v>
              </c:pt>
              <c:pt idx="25">
                <c:v>13.637136363636364</c:v>
              </c:pt>
              <c:pt idx="26">
                <c:v>14.18258181818182</c:v>
              </c:pt>
              <c:pt idx="27">
                <c:v>14.728027272727271</c:v>
              </c:pt>
              <c:pt idx="28">
                <c:v>15.273472727272727</c:v>
              </c:pt>
              <c:pt idx="29">
                <c:v>15.818918181818182</c:v>
              </c:pt>
              <c:pt idx="30">
                <c:v>16.364363636363638</c:v>
              </c:pt>
              <c:pt idx="31">
                <c:v>16.909809090909093</c:v>
              </c:pt>
              <c:pt idx="32">
                <c:v>17.455254545454547</c:v>
              </c:pt>
              <c:pt idx="33">
                <c:v>18.000700000000002</c:v>
              </c:pt>
              <c:pt idx="34">
                <c:v>18.546145454545456</c:v>
              </c:pt>
              <c:pt idx="35">
                <c:v>19.09159090909091</c:v>
              </c:pt>
              <c:pt idx="36">
                <c:v>19.637036363636366</c:v>
              </c:pt>
              <c:pt idx="37">
                <c:v>20.18248181818182</c:v>
              </c:pt>
              <c:pt idx="38">
                <c:v>20.727927272727275</c:v>
              </c:pt>
              <c:pt idx="39">
                <c:v>21.27337272727273</c:v>
              </c:pt>
              <c:pt idx="40">
                <c:v>21.818818181818184</c:v>
              </c:pt>
              <c:pt idx="41">
                <c:v>22.36426363636364</c:v>
              </c:pt>
              <c:pt idx="42">
                <c:v>22.909709090909093</c:v>
              </c:pt>
              <c:pt idx="43">
                <c:v>23.455154545454544</c:v>
              </c:pt>
              <c:pt idx="44">
                <c:v>24.000600000000002</c:v>
              </c:pt>
              <c:pt idx="45">
                <c:v>24.546045454545457</c:v>
              </c:pt>
              <c:pt idx="46">
                <c:v>25.09149090909091</c:v>
              </c:pt>
              <c:pt idx="47">
                <c:v>25.636936363636366</c:v>
              </c:pt>
              <c:pt idx="48">
                <c:v>26.18238181818182</c:v>
              </c:pt>
              <c:pt idx="49">
                <c:v>26.727827272727275</c:v>
              </c:pt>
              <c:pt idx="50">
                <c:v>27.27327272727273</c:v>
              </c:pt>
              <c:pt idx="51">
                <c:v>27.818718181818184</c:v>
              </c:pt>
              <c:pt idx="52">
                <c:v>28.364163636363642</c:v>
              </c:pt>
              <c:pt idx="53">
                <c:v>28.909609090909093</c:v>
              </c:pt>
              <c:pt idx="54">
                <c:v>29.455054545454544</c:v>
              </c:pt>
              <c:pt idx="55">
                <c:v>30.000500000000002</c:v>
              </c:pt>
              <c:pt idx="56">
                <c:v>30.545945454545457</c:v>
              </c:pt>
              <c:pt idx="57">
                <c:v>31.09139090909091</c:v>
              </c:pt>
              <c:pt idx="58">
                <c:v>31.636836363636366</c:v>
              </c:pt>
              <c:pt idx="59">
                <c:v>32.18228181818182</c:v>
              </c:pt>
              <c:pt idx="60">
                <c:v>32.72772727272727</c:v>
              </c:pt>
              <c:pt idx="61">
                <c:v>33.27317272727273</c:v>
              </c:pt>
              <c:pt idx="62">
                <c:v>33.81861818181818</c:v>
              </c:pt>
              <c:pt idx="63">
                <c:v>34.36406363636364</c:v>
              </c:pt>
              <c:pt idx="64">
                <c:v>34.90950909090909</c:v>
              </c:pt>
              <c:pt idx="65">
                <c:v>35.45495454545454</c:v>
              </c:pt>
              <c:pt idx="66">
                <c:v>36.0004</c:v>
              </c:pt>
              <c:pt idx="67">
                <c:v>36.54584545454545</c:v>
              </c:pt>
              <c:pt idx="68">
                <c:v>37.09129090909091</c:v>
              </c:pt>
              <c:pt idx="69">
                <c:v>37.636736363636366</c:v>
              </c:pt>
              <c:pt idx="70">
                <c:v>38.18218181818182</c:v>
              </c:pt>
              <c:pt idx="71">
                <c:v>38.72762727272727</c:v>
              </c:pt>
              <c:pt idx="72">
                <c:v>39.27307272727273</c:v>
              </c:pt>
              <c:pt idx="73">
                <c:v>39.818518181818185</c:v>
              </c:pt>
              <c:pt idx="74">
                <c:v>40.363963636363636</c:v>
              </c:pt>
              <c:pt idx="75">
                <c:v>40.909409090909094</c:v>
              </c:pt>
              <c:pt idx="76">
                <c:v>41.454854545454545</c:v>
              </c:pt>
              <c:pt idx="77">
                <c:v>42.000299999999996</c:v>
              </c:pt>
              <c:pt idx="78">
                <c:v>42.545745454545454</c:v>
              </c:pt>
              <c:pt idx="79">
                <c:v>43.09119090909091</c:v>
              </c:pt>
              <c:pt idx="80">
                <c:v>43.63663636363636</c:v>
              </c:pt>
              <c:pt idx="81">
                <c:v>44.182081818181814</c:v>
              </c:pt>
              <c:pt idx="82">
                <c:v>44.72752727272727</c:v>
              </c:pt>
              <c:pt idx="83">
                <c:v>45.27297272727273</c:v>
              </c:pt>
              <c:pt idx="84">
                <c:v>45.81841818181818</c:v>
              </c:pt>
              <c:pt idx="85">
                <c:v>46.36386363636363</c:v>
              </c:pt>
              <c:pt idx="86">
                <c:v>46.90930909090908</c:v>
              </c:pt>
              <c:pt idx="87">
                <c:v>47.45475454545455</c:v>
              </c:pt>
              <c:pt idx="88">
                <c:v>48.0002</c:v>
              </c:pt>
              <c:pt idx="89">
                <c:v>48.54564545454545</c:v>
              </c:pt>
              <c:pt idx="90">
                <c:v>49.09109090909091</c:v>
              </c:pt>
              <c:pt idx="91">
                <c:v>49.63653636363637</c:v>
              </c:pt>
              <c:pt idx="92">
                <c:v>50.18198181818182</c:v>
              </c:pt>
              <c:pt idx="93">
                <c:v>50.72742727272727</c:v>
              </c:pt>
              <c:pt idx="94">
                <c:v>51.27287272727273</c:v>
              </c:pt>
              <c:pt idx="95">
                <c:v>51.818318181818185</c:v>
              </c:pt>
              <c:pt idx="96">
                <c:v>52.363763636363636</c:v>
              </c:pt>
              <c:pt idx="97">
                <c:v>52.909209090909094</c:v>
              </c:pt>
              <c:pt idx="98">
                <c:v>53.454654545454545</c:v>
              </c:pt>
              <c:pt idx="99">
                <c:v>54.000099999999996</c:v>
              </c:pt>
              <c:pt idx="100">
                <c:v>54.545545454545454</c:v>
              </c:pt>
              <c:pt idx="101">
                <c:v>55.09099090909091</c:v>
              </c:pt>
              <c:pt idx="102">
                <c:v>55.63643636363636</c:v>
              </c:pt>
              <c:pt idx="103">
                <c:v>56.181881818181814</c:v>
              </c:pt>
              <c:pt idx="104">
                <c:v>56.72732727272728</c:v>
              </c:pt>
              <c:pt idx="105">
                <c:v>57.27277272727273</c:v>
              </c:pt>
              <c:pt idx="106">
                <c:v>57.81821818181818</c:v>
              </c:pt>
              <c:pt idx="107">
                <c:v>58.36366363636363</c:v>
              </c:pt>
              <c:pt idx="108">
                <c:v>58.909109090909084</c:v>
              </c:pt>
              <c:pt idx="109">
                <c:v>59.45455454545455</c:v>
              </c:pt>
              <c:pt idx="110">
                <c:v>60</c:v>
              </c:pt>
            </c:numLit>
          </c:xVal>
          <c:yVal>
            <c:numLit>
              <c:formatCode>0E+0</c:formatCode>
              <c:ptCount val="111"/>
              <c:pt idx="0">
                <c:v>0.0017730597112994102</c:v>
              </c:pt>
              <c:pt idx="1">
                <c:v>0.045229040559298814</c:v>
              </c:pt>
              <c:pt idx="2">
                <c:v>0.06359034334072373</c:v>
              </c:pt>
              <c:pt idx="3">
                <c:v>0.07668689492765043</c:v>
              </c:pt>
              <c:pt idx="4">
                <c:v>0.0868427862697306</c:v>
              </c:pt>
              <c:pt idx="5">
                <c:v>0.09464486908342512</c:v>
              </c:pt>
              <c:pt idx="6">
                <c:v>0.10043693060791334</c:v>
              </c:pt>
              <c:pt idx="7">
                <c:v>0.10426314570589232</c:v>
              </c:pt>
              <c:pt idx="8">
                <c:v>0.10623168942796558</c:v>
              </c:pt>
              <c:pt idx="9">
                <c:v>0.10651214597816822</c:v>
              </c:pt>
              <c:pt idx="10">
                <c:v>0.10550373976566478</c:v>
              </c:pt>
              <c:pt idx="11">
                <c:v>0.10252059901760184</c:v>
              </c:pt>
              <c:pt idx="12">
                <c:v>0.09838262078005529</c:v>
              </c:pt>
              <c:pt idx="13">
                <c:v>0.0931540431313004</c:v>
              </c:pt>
              <c:pt idx="14">
                <c:v>0.08700838187272793</c:v>
              </c:pt>
              <c:pt idx="15">
                <c:v>0.08015598141487024</c:v>
              </c:pt>
              <c:pt idx="16">
                <c:v>0.07338488233377113</c:v>
              </c:pt>
              <c:pt idx="17">
                <c:v>0.06517352292527412</c:v>
              </c:pt>
              <c:pt idx="18">
                <c:v>0.057880968878198005</c:v>
              </c:pt>
              <c:pt idx="19">
                <c:v>0.05039732340477888</c:v>
              </c:pt>
              <c:pt idx="20">
                <c:v>0.04279583394866292</c:v>
              </c:pt>
              <c:pt idx="21">
                <c:v>0.036340886373101705</c:v>
              </c:pt>
              <c:pt idx="22">
                <c:v>0.030462293565450216</c:v>
              </c:pt>
              <c:pt idx="23">
                <c:v>0.02452133301215706</c:v>
              </c:pt>
              <c:pt idx="24">
                <c:v>0.019739018383536373</c:v>
              </c:pt>
              <c:pt idx="25">
                <c:v>0.015889382789769983</c:v>
              </c:pt>
              <c:pt idx="26">
                <c:v>0.01231939050923937</c:v>
              </c:pt>
              <c:pt idx="27">
                <c:v>0.009188665501055961</c:v>
              </c:pt>
              <c:pt idx="28">
                <c:v>0.006853551206691055</c:v>
              </c:pt>
              <c:pt idx="29">
                <c:v>0.0051118591853559735</c:v>
              </c:pt>
              <c:pt idx="30">
                <c:v>0.0037848494756196932</c:v>
              </c:pt>
              <c:pt idx="31">
                <c:v>0.0026138806549262043</c:v>
              </c:pt>
              <c:pt idx="32">
                <c:v>0.001805189908398873</c:v>
              </c:pt>
              <c:pt idx="33">
                <c:v>0.001246694488229087</c:v>
              </c:pt>
              <c:pt idx="34">
                <c:v>0.0008609881651506329</c:v>
              </c:pt>
              <c:pt idx="35">
                <c:v>0.0005946128963660225</c:v>
              </c:pt>
              <c:pt idx="36">
                <c:v>0.00039216492354042146</c:v>
              </c:pt>
              <c:pt idx="37">
                <c:v>0.0002579008079700812</c:v>
              </c:pt>
              <c:pt idx="38">
                <c:v>0.00016960422199708804</c:v>
              </c:pt>
              <c:pt idx="39">
                <c:v>0.0001115374253599647</c:v>
              </c:pt>
              <c:pt idx="40">
                <c:v>7.335075217728538E-05</c:v>
              </c:pt>
              <c:pt idx="41">
                <c:v>4.823791501022718E-05</c:v>
              </c:pt>
              <c:pt idx="42">
                <c:v>3.092289868765063E-05</c:v>
              </c:pt>
              <c:pt idx="43">
                <c:v>1.976595534286498E-05</c:v>
              </c:pt>
              <c:pt idx="44">
                <c:v>1.2634423265505772E-05</c:v>
              </c:pt>
              <c:pt idx="45">
                <c:v>8.075939082275417E-06</c:v>
              </c:pt>
              <c:pt idx="46">
                <c:v>5.1621503166423145E-06</c:v>
              </c:pt>
              <c:pt idx="47">
                <c:v>3.2996529097272736E-06</c:v>
              </c:pt>
              <c:pt idx="48">
                <c:v>2.1091422482546967E-06</c:v>
              </c:pt>
              <c:pt idx="49">
                <c:v>1.3295378947137336E-06</c:v>
              </c:pt>
              <c:pt idx="50">
                <c:v>8.35442936218934E-07</c:v>
              </c:pt>
              <c:pt idx="51">
                <c:v>5.249680377319328E-07</c:v>
              </c:pt>
              <c:pt idx="52">
                <c:v>3.2987464336869336E-07</c:v>
              </c:pt>
              <c:pt idx="53">
                <c:v>2.0728362970011754E-07</c:v>
              </c:pt>
              <c:pt idx="54">
                <c:v>1.302510029351749E-07</c:v>
              </c:pt>
              <c:pt idx="55">
                <c:v>8.184594118774857E-08</c:v>
              </c:pt>
              <c:pt idx="56">
                <c:v>5.142960850936654E-08</c:v>
              </c:pt>
              <c:pt idx="57">
                <c:v>3.2078926204445664E-08</c:v>
              </c:pt>
              <c:pt idx="58">
                <c:v>1.986694038159723E-08</c:v>
              </c:pt>
              <c:pt idx="59">
                <c:v>1.2303881919564966E-08</c:v>
              </c:pt>
              <c:pt idx="60">
                <c:v>1E-08</c:v>
              </c:pt>
              <c:pt idx="61">
                <c:v>1E-08</c:v>
              </c:pt>
              <c:pt idx="62">
                <c:v>1E-08</c:v>
              </c:pt>
              <c:pt idx="63">
                <c:v>1E-08</c:v>
              </c:pt>
              <c:pt idx="64">
                <c:v>1E-08</c:v>
              </c:pt>
              <c:pt idx="65">
                <c:v>1E-08</c:v>
              </c:pt>
              <c:pt idx="66">
                <c:v>1E-08</c:v>
              </c:pt>
              <c:pt idx="67">
                <c:v>1E-08</c:v>
              </c:pt>
              <c:pt idx="68">
                <c:v>1E-08</c:v>
              </c:pt>
              <c:pt idx="69">
                <c:v>1E-08</c:v>
              </c:pt>
              <c:pt idx="70">
                <c:v>1E-08</c:v>
              </c:pt>
              <c:pt idx="71">
                <c:v>1E-08</c:v>
              </c:pt>
              <c:pt idx="72">
                <c:v>1E-08</c:v>
              </c:pt>
              <c:pt idx="73">
                <c:v>1E-08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ser>
          <c:idx val="1"/>
          <c:order val="1"/>
          <c:tx>
            <c:v>Monte Carlo Swarm</c:v>
          </c:tx>
          <c:spPr>
            <a:ln xmlns:a="http://schemas.openxmlformats.org/drawingml/2006/main" w="22860">
              <a:solidFill>
                <a:srgbClr val="EDA24C"/>
              </a:solidFill>
              <a:prstDash val="solid"/>
            </a:ln>
          </c:spPr>
          <c:marker>
            <c:symbol val="none"/>
          </c:marker>
          <c:xVal>
            <c:numLit>
              <c:formatCode>General</c:formatCode>
              <c:ptCount val="111"/>
              <c:pt idx="0">
                <c:v>0.001</c:v>
              </c:pt>
              <c:pt idx="1">
                <c:v>0.5464454545454546</c:v>
              </c:pt>
              <c:pt idx="2">
                <c:v>1.091890909090909</c:v>
              </c:pt>
              <c:pt idx="3">
                <c:v>1.6373363636363636</c:v>
              </c:pt>
              <c:pt idx="4">
                <c:v>2.182781818181818</c:v>
              </c:pt>
              <c:pt idx="5">
                <c:v>2.7282272727272727</c:v>
              </c:pt>
              <c:pt idx="6">
                <c:v>3.2736727272727273</c:v>
              </c:pt>
              <c:pt idx="7">
                <c:v>3.819118181818182</c:v>
              </c:pt>
              <c:pt idx="8">
                <c:v>4.364563636363637</c:v>
              </c:pt>
              <c:pt idx="9">
                <c:v>4.910009090909091</c:v>
              </c:pt>
              <c:pt idx="10">
                <c:v>5.455454545454546</c:v>
              </c:pt>
              <c:pt idx="11">
                <c:v>6.000900000000001</c:v>
              </c:pt>
              <c:pt idx="12">
                <c:v>6.546345454545455</c:v>
              </c:pt>
              <c:pt idx="13">
                <c:v>7.091790909090911</c:v>
              </c:pt>
              <c:pt idx="14">
                <c:v>7.637236363636364</c:v>
              </c:pt>
              <c:pt idx="15">
                <c:v>8.182681818181818</c:v>
              </c:pt>
              <c:pt idx="16">
                <c:v>8.728127272727273</c:v>
              </c:pt>
              <c:pt idx="17">
                <c:v>9.273572727272727</c:v>
              </c:pt>
              <c:pt idx="18">
                <c:v>9.819018181818182</c:v>
              </c:pt>
              <c:pt idx="19">
                <c:v>10.364463636363636</c:v>
              </c:pt>
              <c:pt idx="20">
                <c:v>10.90990909090909</c:v>
              </c:pt>
              <c:pt idx="21">
                <c:v>11.455354545454545</c:v>
              </c:pt>
              <c:pt idx="22">
                <c:v>12.0008</c:v>
              </c:pt>
              <c:pt idx="23">
                <c:v>12.546245454545454</c:v>
              </c:pt>
              <c:pt idx="24">
                <c:v>13.091690909090909</c:v>
              </c:pt>
              <c:pt idx="25">
                <c:v>13.637136363636364</c:v>
              </c:pt>
              <c:pt idx="26">
                <c:v>14.18258181818182</c:v>
              </c:pt>
              <c:pt idx="27">
                <c:v>14.728027272727271</c:v>
              </c:pt>
              <c:pt idx="28">
                <c:v>15.273472727272727</c:v>
              </c:pt>
              <c:pt idx="29">
                <c:v>15.818918181818182</c:v>
              </c:pt>
              <c:pt idx="30">
                <c:v>16.364363636363638</c:v>
              </c:pt>
              <c:pt idx="31">
                <c:v>16.909809090909093</c:v>
              </c:pt>
              <c:pt idx="32">
                <c:v>17.455254545454547</c:v>
              </c:pt>
              <c:pt idx="33">
                <c:v>18.000700000000002</c:v>
              </c:pt>
              <c:pt idx="34">
                <c:v>18.546145454545456</c:v>
              </c:pt>
              <c:pt idx="35">
                <c:v>19.09159090909091</c:v>
              </c:pt>
              <c:pt idx="36">
                <c:v>19.637036363636366</c:v>
              </c:pt>
              <c:pt idx="37">
                <c:v>20.18248181818182</c:v>
              </c:pt>
              <c:pt idx="38">
                <c:v>20.727927272727275</c:v>
              </c:pt>
              <c:pt idx="39">
                <c:v>21.27337272727273</c:v>
              </c:pt>
              <c:pt idx="40">
                <c:v>21.818818181818184</c:v>
              </c:pt>
              <c:pt idx="41">
                <c:v>22.36426363636364</c:v>
              </c:pt>
              <c:pt idx="42">
                <c:v>22.909709090909093</c:v>
              </c:pt>
              <c:pt idx="43">
                <c:v>23.455154545454544</c:v>
              </c:pt>
              <c:pt idx="44">
                <c:v>24.000600000000002</c:v>
              </c:pt>
              <c:pt idx="45">
                <c:v>24.546045454545457</c:v>
              </c:pt>
              <c:pt idx="46">
                <c:v>25.09149090909091</c:v>
              </c:pt>
              <c:pt idx="47">
                <c:v>25.636936363636366</c:v>
              </c:pt>
              <c:pt idx="48">
                <c:v>26.18238181818182</c:v>
              </c:pt>
              <c:pt idx="49">
                <c:v>26.727827272727275</c:v>
              </c:pt>
              <c:pt idx="50">
                <c:v>27.27327272727273</c:v>
              </c:pt>
              <c:pt idx="51">
                <c:v>27.818718181818184</c:v>
              </c:pt>
              <c:pt idx="52">
                <c:v>28.364163636363642</c:v>
              </c:pt>
              <c:pt idx="53">
                <c:v>28.909609090909093</c:v>
              </c:pt>
              <c:pt idx="54">
                <c:v>29.455054545454544</c:v>
              </c:pt>
              <c:pt idx="55">
                <c:v>30.000500000000002</c:v>
              </c:pt>
              <c:pt idx="56">
                <c:v>30.545945454545457</c:v>
              </c:pt>
              <c:pt idx="57">
                <c:v>31.09139090909091</c:v>
              </c:pt>
              <c:pt idx="58">
                <c:v>31.636836363636366</c:v>
              </c:pt>
              <c:pt idx="59">
                <c:v>32.18228181818182</c:v>
              </c:pt>
              <c:pt idx="60">
                <c:v>32.72772727272727</c:v>
              </c:pt>
              <c:pt idx="61">
                <c:v>33.27317272727273</c:v>
              </c:pt>
              <c:pt idx="62">
                <c:v>33.81861818181818</c:v>
              </c:pt>
              <c:pt idx="63">
                <c:v>34.36406363636364</c:v>
              </c:pt>
              <c:pt idx="64">
                <c:v>34.90950909090909</c:v>
              </c:pt>
              <c:pt idx="65">
                <c:v>35.45495454545454</c:v>
              </c:pt>
              <c:pt idx="66">
                <c:v>36.0004</c:v>
              </c:pt>
              <c:pt idx="67">
                <c:v>36.54584545454545</c:v>
              </c:pt>
              <c:pt idx="68">
                <c:v>37.09129090909091</c:v>
              </c:pt>
              <c:pt idx="69">
                <c:v>37.636736363636366</c:v>
              </c:pt>
              <c:pt idx="70">
                <c:v>38.18218181818182</c:v>
              </c:pt>
              <c:pt idx="71">
                <c:v>38.72762727272727</c:v>
              </c:pt>
              <c:pt idx="72">
                <c:v>39.27307272727273</c:v>
              </c:pt>
              <c:pt idx="73">
                <c:v>39.818518181818185</c:v>
              </c:pt>
              <c:pt idx="74">
                <c:v>40.363963636363636</c:v>
              </c:pt>
              <c:pt idx="75">
                <c:v>40.909409090909094</c:v>
              </c:pt>
              <c:pt idx="76">
                <c:v>41.454854545454545</c:v>
              </c:pt>
              <c:pt idx="77">
                <c:v>42.000299999999996</c:v>
              </c:pt>
              <c:pt idx="78">
                <c:v>42.545745454545454</c:v>
              </c:pt>
              <c:pt idx="79">
                <c:v>43.09119090909091</c:v>
              </c:pt>
              <c:pt idx="80">
                <c:v>43.63663636363636</c:v>
              </c:pt>
              <c:pt idx="81">
                <c:v>44.182081818181814</c:v>
              </c:pt>
              <c:pt idx="82">
                <c:v>44.72752727272727</c:v>
              </c:pt>
              <c:pt idx="83">
                <c:v>45.27297272727273</c:v>
              </c:pt>
              <c:pt idx="84">
                <c:v>45.81841818181818</c:v>
              </c:pt>
              <c:pt idx="85">
                <c:v>46.36386363636363</c:v>
              </c:pt>
              <c:pt idx="86">
                <c:v>46.90930909090908</c:v>
              </c:pt>
              <c:pt idx="87">
                <c:v>47.45475454545455</c:v>
              </c:pt>
              <c:pt idx="88">
                <c:v>48.0002</c:v>
              </c:pt>
              <c:pt idx="89">
                <c:v>48.54564545454545</c:v>
              </c:pt>
              <c:pt idx="90">
                <c:v>49.09109090909091</c:v>
              </c:pt>
              <c:pt idx="91">
                <c:v>49.63653636363637</c:v>
              </c:pt>
              <c:pt idx="92">
                <c:v>50.18198181818182</c:v>
              </c:pt>
              <c:pt idx="93">
                <c:v>50.72742727272727</c:v>
              </c:pt>
              <c:pt idx="94">
                <c:v>51.27287272727273</c:v>
              </c:pt>
              <c:pt idx="95">
                <c:v>51.818318181818185</c:v>
              </c:pt>
              <c:pt idx="96">
                <c:v>52.363763636363636</c:v>
              </c:pt>
              <c:pt idx="97">
                <c:v>52.909209090909094</c:v>
              </c:pt>
              <c:pt idx="98">
                <c:v>53.454654545454545</c:v>
              </c:pt>
              <c:pt idx="99">
                <c:v>54.000099999999996</c:v>
              </c:pt>
              <c:pt idx="100">
                <c:v>54.545545454545454</c:v>
              </c:pt>
              <c:pt idx="101">
                <c:v>55.09099090909091</c:v>
              </c:pt>
              <c:pt idx="102">
                <c:v>55.63643636363636</c:v>
              </c:pt>
              <c:pt idx="103">
                <c:v>56.181881818181814</c:v>
              </c:pt>
              <c:pt idx="104">
                <c:v>56.72732727272728</c:v>
              </c:pt>
              <c:pt idx="105">
                <c:v>57.27277272727273</c:v>
              </c:pt>
              <c:pt idx="106">
                <c:v>57.81821818181818</c:v>
              </c:pt>
              <c:pt idx="107">
                <c:v>58.36366363636363</c:v>
              </c:pt>
              <c:pt idx="108">
                <c:v>58.909109090909084</c:v>
              </c:pt>
              <c:pt idx="109">
                <c:v>59.45455454545455</c:v>
              </c:pt>
              <c:pt idx="110">
                <c:v>60</c:v>
              </c:pt>
            </c:numLit>
          </c:xVal>
          <c:yVal>
            <c:numLit>
              <c:formatCode>0E+0</c:formatCode>
              <c:ptCount val="111"/>
              <c:pt idx="0">
                <c:v>0.0014201647430611122</c:v>
              </c:pt>
              <c:pt idx="1">
                <c:v>0.04609379628217504</c:v>
              </c:pt>
              <c:pt idx="2">
                <c:v>0.06464205573712173</c:v>
              </c:pt>
              <c:pt idx="3">
                <c:v>0.07771001019963113</c:v>
              </c:pt>
              <c:pt idx="4">
                <c:v>0.0876275258047163</c:v>
              </c:pt>
              <c:pt idx="5">
                <c:v>0.09511373347433973</c:v>
              </c:pt>
              <c:pt idx="6">
                <c:v>0.10057065855617796</c:v>
              </c:pt>
              <c:pt idx="7">
                <c:v>0.10417855946505061</c:v>
              </c:pt>
              <c:pt idx="8">
                <c:v>0.10599467394404323</c:v>
              </c:pt>
              <c:pt idx="9">
                <c:v>0.10628491551352871</c:v>
              </c:pt>
              <c:pt idx="10">
                <c:v>0.10535838049573377</c:v>
              </c:pt>
              <c:pt idx="11">
                <c:v>0.10235505860287542</c:v>
              </c:pt>
              <c:pt idx="12">
                <c:v>0.0982204139672411</c:v>
              </c:pt>
              <c:pt idx="13">
                <c:v>0.09301753545771368</c:v>
              </c:pt>
              <c:pt idx="14">
                <c:v>0.08680713902674257</c:v>
              </c:pt>
              <c:pt idx="15">
                <c:v>0.07981939207713817</c:v>
              </c:pt>
              <c:pt idx="16">
                <c:v>0.07295331261752895</c:v>
              </c:pt>
              <c:pt idx="17">
                <c:v>0.06474471957093901</c:v>
              </c:pt>
              <c:pt idx="18">
                <c:v>0.057459744621827166</c:v>
              </c:pt>
              <c:pt idx="19">
                <c:v>0.05005300501058405</c:v>
              </c:pt>
              <c:pt idx="20">
                <c:v>0.04258454006523749</c:v>
              </c:pt>
              <c:pt idx="21">
                <c:v>0.036230453140313</c:v>
              </c:pt>
              <c:pt idx="22">
                <c:v>0.030408374913898133</c:v>
              </c:pt>
              <c:pt idx="23">
                <c:v>0.024460554024008818</c:v>
              </c:pt>
              <c:pt idx="24">
                <c:v>0.019676115703506154</c:v>
              </c:pt>
              <c:pt idx="25">
                <c:v>0.01582750451186682</c:v>
              </c:pt>
              <c:pt idx="26">
                <c:v>0.012247355882533784</c:v>
              </c:pt>
              <c:pt idx="27">
                <c:v>0.009105252804858865</c:v>
              </c:pt>
              <c:pt idx="28">
                <c:v>0.006769267541137059</c:v>
              </c:pt>
              <c:pt idx="29">
                <c:v>0.005032587674999989</c:v>
              </c:pt>
              <c:pt idx="30">
                <c:v>0.003718663086229566</c:v>
              </c:pt>
              <c:pt idx="31">
                <c:v>0.0025933149940880777</c:v>
              </c:pt>
              <c:pt idx="32">
                <c:v>0.0018085216387217675</c:v>
              </c:pt>
              <c:pt idx="33">
                <c:v>0.0012612237715746554</c:v>
              </c:pt>
              <c:pt idx="34">
                <c:v>0.0008795501076278337</c:v>
              </c:pt>
              <c:pt idx="35">
                <c:v>0.0006133791712966788</c:v>
              </c:pt>
              <c:pt idx="36">
                <c:v>0.0004074949142312008</c:v>
              </c:pt>
              <c:pt idx="37">
                <c:v>0.0002698968682482474</c:v>
              </c:pt>
              <c:pt idx="38">
                <c:v>0.00017876129724868676</c:v>
              </c:pt>
              <c:pt idx="39">
                <c:v>0.00011839930415435965</c:v>
              </c:pt>
              <c:pt idx="40">
                <c:v>7.841963243718586E-05</c:v>
              </c:pt>
              <c:pt idx="41">
                <c:v>5.193982173717788E-05</c:v>
              </c:pt>
              <c:pt idx="42">
                <c:v>3.5046782317073626E-05</c:v>
              </c:pt>
              <c:pt idx="43">
                <c:v>2.3697822708725117E-05</c:v>
              </c:pt>
              <c:pt idx="44">
                <c:v>1.6023919002132703E-05</c:v>
              </c:pt>
              <c:pt idx="45">
                <c:v>1.0835003001873813E-05</c:v>
              </c:pt>
              <c:pt idx="46">
                <c:v>7.3263781497516165E-06</c:v>
              </c:pt>
              <c:pt idx="47">
                <c:v>4.95392726553699E-06</c:v>
              </c:pt>
              <c:pt idx="48">
                <c:v>3.3497309107724483E-06</c:v>
              </c:pt>
              <c:pt idx="49">
                <c:v>2.1380916614713544E-06</c:v>
              </c:pt>
              <c:pt idx="50">
                <c:v>1.3468785933171678E-06</c:v>
              </c:pt>
              <c:pt idx="51">
                <c:v>8.484584537819345E-07</c:v>
              </c:pt>
              <c:pt idx="52">
                <c:v>5.344815422606601E-07</c:v>
              </c:pt>
              <c:pt idx="53">
                <c:v>3.3669358557744694E-07</c:v>
              </c:pt>
              <c:pt idx="54">
                <c:v>2.1209819536426913E-07</c:v>
              </c:pt>
              <c:pt idx="55">
                <c:v>1.3361004308896108E-07</c:v>
              </c:pt>
              <c:pt idx="56">
                <c:v>8.416688121072714E-08</c:v>
              </c:pt>
              <c:pt idx="57">
                <c:v>1E-08</c:v>
              </c:pt>
              <c:pt idx="58">
                <c:v>1E-08</c:v>
              </c:pt>
              <c:pt idx="59">
                <c:v>1E-08</c:v>
              </c:pt>
              <c:pt idx="60">
                <c:v>1E-08</c:v>
              </c:pt>
              <c:pt idx="61">
                <c:v>1E-08</c:v>
              </c:pt>
              <c:pt idx="62">
                <c:v>1E-08</c:v>
              </c:pt>
              <c:pt idx="63">
                <c:v>1E-08</c:v>
              </c:pt>
              <c:pt idx="64">
                <c:v>1E-08</c:v>
              </c:pt>
              <c:pt idx="65">
                <c:v>1E-08</c:v>
              </c:pt>
              <c:pt idx="66">
                <c:v>1E-08</c:v>
              </c:pt>
              <c:pt idx="67">
                <c:v>1E-08</c:v>
              </c:pt>
              <c:pt idx="68">
                <c:v>1E-08</c:v>
              </c:pt>
              <c:pt idx="69">
                <c:v>1E-08</c:v>
              </c:pt>
              <c:pt idx="70">
                <c:v>1E-08</c:v>
              </c:pt>
              <c:pt idx="71">
                <c:v>1E-08</c:v>
              </c:pt>
              <c:pt idx="72">
                <c:v>1E-08</c:v>
              </c:pt>
              <c:pt idx="73">
                <c:v>1E-08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ser>
          <c:idx val="2"/>
          <c:order val="2"/>
          <c:tx>
            <c:v>Propagator Swarm</c:v>
          </c:tx>
          <c:spPr>
            <a:ln xmlns:a="http://schemas.openxmlformats.org/drawingml/2006/main" w="22860">
              <a:solidFill>
                <a:srgbClr val="5DAA18"/>
              </a:solidFill>
              <a:prstDash val="solid"/>
            </a:ln>
          </c:spPr>
          <c:marker>
            <c:symbol val="none"/>
          </c:marker>
          <c:xVal>
            <c:numLit>
              <c:formatCode>General</c:formatCode>
              <c:ptCount val="111"/>
              <c:pt idx="0">
                <c:v>0.001</c:v>
              </c:pt>
              <c:pt idx="1">
                <c:v>0.5464454545454546</c:v>
              </c:pt>
              <c:pt idx="2">
                <c:v>1.091890909090909</c:v>
              </c:pt>
              <c:pt idx="3">
                <c:v>1.6373363636363636</c:v>
              </c:pt>
              <c:pt idx="4">
                <c:v>2.182781818181818</c:v>
              </c:pt>
              <c:pt idx="5">
                <c:v>2.7282272727272727</c:v>
              </c:pt>
              <c:pt idx="6">
                <c:v>3.2736727272727273</c:v>
              </c:pt>
              <c:pt idx="7">
                <c:v>3.819118181818182</c:v>
              </c:pt>
              <c:pt idx="8">
                <c:v>4.364563636363637</c:v>
              </c:pt>
              <c:pt idx="9">
                <c:v>4.910009090909091</c:v>
              </c:pt>
              <c:pt idx="10">
                <c:v>5.455454545454546</c:v>
              </c:pt>
              <c:pt idx="11">
                <c:v>6.000900000000001</c:v>
              </c:pt>
              <c:pt idx="12">
                <c:v>6.546345454545455</c:v>
              </c:pt>
              <c:pt idx="13">
                <c:v>7.091790909090911</c:v>
              </c:pt>
              <c:pt idx="14">
                <c:v>7.637236363636364</c:v>
              </c:pt>
              <c:pt idx="15">
                <c:v>8.182681818181818</c:v>
              </c:pt>
              <c:pt idx="16">
                <c:v>8.728127272727273</c:v>
              </c:pt>
              <c:pt idx="17">
                <c:v>9.273572727272727</c:v>
              </c:pt>
              <c:pt idx="18">
                <c:v>9.819018181818182</c:v>
              </c:pt>
              <c:pt idx="19">
                <c:v>10.364463636363636</c:v>
              </c:pt>
              <c:pt idx="20">
                <c:v>10.90990909090909</c:v>
              </c:pt>
              <c:pt idx="21">
                <c:v>11.455354545454545</c:v>
              </c:pt>
              <c:pt idx="22">
                <c:v>12.0008</c:v>
              </c:pt>
              <c:pt idx="23">
                <c:v>12.546245454545454</c:v>
              </c:pt>
              <c:pt idx="24">
                <c:v>13.091690909090909</c:v>
              </c:pt>
              <c:pt idx="25">
                <c:v>13.637136363636364</c:v>
              </c:pt>
              <c:pt idx="26">
                <c:v>14.18258181818182</c:v>
              </c:pt>
              <c:pt idx="27">
                <c:v>14.728027272727271</c:v>
              </c:pt>
              <c:pt idx="28">
                <c:v>15.273472727272727</c:v>
              </c:pt>
              <c:pt idx="29">
                <c:v>15.818918181818182</c:v>
              </c:pt>
              <c:pt idx="30">
                <c:v>16.364363636363638</c:v>
              </c:pt>
              <c:pt idx="31">
                <c:v>16.909809090909093</c:v>
              </c:pt>
              <c:pt idx="32">
                <c:v>17.455254545454547</c:v>
              </c:pt>
              <c:pt idx="33">
                <c:v>18.000700000000002</c:v>
              </c:pt>
              <c:pt idx="34">
                <c:v>18.546145454545456</c:v>
              </c:pt>
              <c:pt idx="35">
                <c:v>19.09159090909091</c:v>
              </c:pt>
              <c:pt idx="36">
                <c:v>19.637036363636366</c:v>
              </c:pt>
              <c:pt idx="37">
                <c:v>20.18248181818182</c:v>
              </c:pt>
              <c:pt idx="38">
                <c:v>20.727927272727275</c:v>
              </c:pt>
              <c:pt idx="39">
                <c:v>21.27337272727273</c:v>
              </c:pt>
              <c:pt idx="40">
                <c:v>21.818818181818184</c:v>
              </c:pt>
              <c:pt idx="41">
                <c:v>22.36426363636364</c:v>
              </c:pt>
              <c:pt idx="42">
                <c:v>22.909709090909093</c:v>
              </c:pt>
              <c:pt idx="43">
                <c:v>23.455154545454544</c:v>
              </c:pt>
              <c:pt idx="44">
                <c:v>24.000600000000002</c:v>
              </c:pt>
              <c:pt idx="45">
                <c:v>24.546045454545457</c:v>
              </c:pt>
              <c:pt idx="46">
                <c:v>25.09149090909091</c:v>
              </c:pt>
              <c:pt idx="47">
                <c:v>25.636936363636366</c:v>
              </c:pt>
              <c:pt idx="48">
                <c:v>26.18238181818182</c:v>
              </c:pt>
              <c:pt idx="49">
                <c:v>26.727827272727275</c:v>
              </c:pt>
              <c:pt idx="50">
                <c:v>27.27327272727273</c:v>
              </c:pt>
              <c:pt idx="51">
                <c:v>27.818718181818184</c:v>
              </c:pt>
              <c:pt idx="52">
                <c:v>28.364163636363642</c:v>
              </c:pt>
              <c:pt idx="53">
                <c:v>28.909609090909093</c:v>
              </c:pt>
              <c:pt idx="54">
                <c:v>29.455054545454544</c:v>
              </c:pt>
              <c:pt idx="55">
                <c:v>30.000500000000002</c:v>
              </c:pt>
              <c:pt idx="56">
                <c:v>30.545945454545457</c:v>
              </c:pt>
              <c:pt idx="57">
                <c:v>31.09139090909091</c:v>
              </c:pt>
              <c:pt idx="58">
                <c:v>31.636836363636366</c:v>
              </c:pt>
              <c:pt idx="59">
                <c:v>32.18228181818182</c:v>
              </c:pt>
              <c:pt idx="60">
                <c:v>32.72772727272727</c:v>
              </c:pt>
              <c:pt idx="61">
                <c:v>33.27317272727273</c:v>
              </c:pt>
              <c:pt idx="62">
                <c:v>33.81861818181818</c:v>
              </c:pt>
              <c:pt idx="63">
                <c:v>34.36406363636364</c:v>
              </c:pt>
              <c:pt idx="64">
                <c:v>34.90950909090909</c:v>
              </c:pt>
              <c:pt idx="65">
                <c:v>35.45495454545454</c:v>
              </c:pt>
              <c:pt idx="66">
                <c:v>36.0004</c:v>
              </c:pt>
              <c:pt idx="67">
                <c:v>36.54584545454545</c:v>
              </c:pt>
              <c:pt idx="68">
                <c:v>37.09129090909091</c:v>
              </c:pt>
              <c:pt idx="69">
                <c:v>37.636736363636366</c:v>
              </c:pt>
              <c:pt idx="70">
                <c:v>38.18218181818182</c:v>
              </c:pt>
              <c:pt idx="71">
                <c:v>38.72762727272727</c:v>
              </c:pt>
              <c:pt idx="72">
                <c:v>39.27307272727273</c:v>
              </c:pt>
              <c:pt idx="73">
                <c:v>39.818518181818185</c:v>
              </c:pt>
              <c:pt idx="74">
                <c:v>40.363963636363636</c:v>
              </c:pt>
              <c:pt idx="75">
                <c:v>40.909409090909094</c:v>
              </c:pt>
              <c:pt idx="76">
                <c:v>41.454854545454545</c:v>
              </c:pt>
              <c:pt idx="77">
                <c:v>42.000299999999996</c:v>
              </c:pt>
              <c:pt idx="78">
                <c:v>42.545745454545454</c:v>
              </c:pt>
              <c:pt idx="79">
                <c:v>43.09119090909091</c:v>
              </c:pt>
              <c:pt idx="80">
                <c:v>43.63663636363636</c:v>
              </c:pt>
              <c:pt idx="81">
                <c:v>44.182081818181814</c:v>
              </c:pt>
              <c:pt idx="82">
                <c:v>44.72752727272727</c:v>
              </c:pt>
              <c:pt idx="83">
                <c:v>45.27297272727273</c:v>
              </c:pt>
              <c:pt idx="84">
                <c:v>45.81841818181818</c:v>
              </c:pt>
              <c:pt idx="85">
                <c:v>46.36386363636363</c:v>
              </c:pt>
              <c:pt idx="86">
                <c:v>46.90930909090908</c:v>
              </c:pt>
              <c:pt idx="87">
                <c:v>47.45475454545455</c:v>
              </c:pt>
              <c:pt idx="88">
                <c:v>48.0002</c:v>
              </c:pt>
              <c:pt idx="89">
                <c:v>48.54564545454545</c:v>
              </c:pt>
              <c:pt idx="90">
                <c:v>49.09109090909091</c:v>
              </c:pt>
              <c:pt idx="91">
                <c:v>49.63653636363637</c:v>
              </c:pt>
              <c:pt idx="92">
                <c:v>50.18198181818182</c:v>
              </c:pt>
              <c:pt idx="93">
                <c:v>50.72742727272727</c:v>
              </c:pt>
              <c:pt idx="94">
                <c:v>51.27287272727273</c:v>
              </c:pt>
              <c:pt idx="95">
                <c:v>51.818318181818185</c:v>
              </c:pt>
              <c:pt idx="96">
                <c:v>52.363763636363636</c:v>
              </c:pt>
              <c:pt idx="97">
                <c:v>52.909209090909094</c:v>
              </c:pt>
              <c:pt idx="98">
                <c:v>53.454654545454545</c:v>
              </c:pt>
              <c:pt idx="99">
                <c:v>54.000099999999996</c:v>
              </c:pt>
              <c:pt idx="100">
                <c:v>54.545545454545454</c:v>
              </c:pt>
              <c:pt idx="101">
                <c:v>55.09099090909091</c:v>
              </c:pt>
              <c:pt idx="102">
                <c:v>55.63643636363636</c:v>
              </c:pt>
              <c:pt idx="103">
                <c:v>56.181881818181814</c:v>
              </c:pt>
              <c:pt idx="104">
                <c:v>56.72732727272728</c:v>
              </c:pt>
              <c:pt idx="105">
                <c:v>57.27277272727273</c:v>
              </c:pt>
              <c:pt idx="106">
                <c:v>57.81821818181818</c:v>
              </c:pt>
              <c:pt idx="107">
                <c:v>58.36366363636363</c:v>
              </c:pt>
              <c:pt idx="108">
                <c:v>58.909109090909084</c:v>
              </c:pt>
              <c:pt idx="109">
                <c:v>59.45455454545455</c:v>
              </c:pt>
              <c:pt idx="110">
                <c:v>60</c:v>
              </c:pt>
            </c:numLit>
          </c:xVal>
          <c:yVal>
            <c:numLit>
              <c:formatCode>0E+0</c:formatCode>
              <c:ptCount val="111"/>
              <c:pt idx="0">
                <c:v>0.001970597268462472</c:v>
              </c:pt>
              <c:pt idx="1">
                <c:v>0.04638381309399826</c:v>
              </c:pt>
              <c:pt idx="2">
                <c:v>0.06501106710529146</c:v>
              </c:pt>
              <c:pt idx="3">
                <c:v>0.07793238591311004</c:v>
              </c:pt>
              <c:pt idx="4">
                <c:v>0.08778680929145291</c:v>
              </c:pt>
              <c:pt idx="5">
                <c:v>0.0952815275596724</c:v>
              </c:pt>
              <c:pt idx="6">
                <c:v>0.10078300353570778</c:v>
              </c:pt>
              <c:pt idx="7">
                <c:v>0.10436977140975538</c:v>
              </c:pt>
              <c:pt idx="8">
                <c:v>0.10615658061267925</c:v>
              </c:pt>
              <c:pt idx="9">
                <c:v>0.10631136808420033</c:v>
              </c:pt>
              <c:pt idx="10">
                <c:v>0.10521464127761394</c:v>
              </c:pt>
              <c:pt idx="11">
                <c:v>0.10217644989410937</c:v>
              </c:pt>
              <c:pt idx="12">
                <c:v>0.0979899952026615</c:v>
              </c:pt>
              <c:pt idx="13">
                <c:v>0.09272151327912474</c:v>
              </c:pt>
              <c:pt idx="14">
                <c:v>0.08656322189157892</c:v>
              </c:pt>
              <c:pt idx="15">
                <c:v>0.0797224505247198</c:v>
              </c:pt>
              <c:pt idx="16">
                <c:v>0.07296724234434207</c:v>
              </c:pt>
              <c:pt idx="17">
                <c:v>0.0647873000833288</c:v>
              </c:pt>
              <c:pt idx="18">
                <c:v>0.05752436459472098</c:v>
              </c:pt>
              <c:pt idx="19">
                <c:v>0.05006679440180671</c:v>
              </c:pt>
              <c:pt idx="20">
                <c:v>0.042489352070146626</c:v>
              </c:pt>
              <c:pt idx="21">
                <c:v>0.03605873036033091</c:v>
              </c:pt>
              <c:pt idx="22">
                <c:v>0.030206344816840616</c:v>
              </c:pt>
              <c:pt idx="23">
                <c:v>0.024296931935876134</c:v>
              </c:pt>
              <c:pt idx="24">
                <c:v>0.019543605989939945</c:v>
              </c:pt>
              <c:pt idx="25">
                <c:v>0.01572019611768499</c:v>
              </c:pt>
              <c:pt idx="26">
                <c:v>0.012175517907516628</c:v>
              </c:pt>
              <c:pt idx="27">
                <c:v>0.009069210631932204</c:v>
              </c:pt>
              <c:pt idx="28">
                <c:v>0.006755407212335012</c:v>
              </c:pt>
              <c:pt idx="29">
                <c:v>0.00503191826241059</c:v>
              </c:pt>
              <c:pt idx="30">
                <c:v>0.0037226548209335626</c:v>
              </c:pt>
              <c:pt idx="31">
                <c:v>0.0025818011340262162</c:v>
              </c:pt>
              <c:pt idx="32">
                <c:v>0.0017905761926074685</c:v>
              </c:pt>
              <c:pt idx="33">
                <c:v>0.0012418319363477752</c:v>
              </c:pt>
              <c:pt idx="34">
                <c:v>0.0008612571553783286</c:v>
              </c:pt>
              <c:pt idx="35">
                <c:v>0.0005973142306775389</c:v>
              </c:pt>
              <c:pt idx="36">
                <c:v>0.0004003711389256598</c:v>
              </c:pt>
              <c:pt idx="37">
                <c:v>0.0002677915160339978</c:v>
              </c:pt>
              <c:pt idx="38">
                <c:v>0.0001791145491960706</c:v>
              </c:pt>
              <c:pt idx="39">
                <c:v>0.00011980223350182068</c:v>
              </c:pt>
              <c:pt idx="40">
                <c:v>8.013070527460904E-05</c:v>
              </c:pt>
              <c:pt idx="41">
                <c:v>5.359607863828896E-05</c:v>
              </c:pt>
              <c:pt idx="42">
                <c:v>3.5386569911409314E-05</c:v>
              </c:pt>
              <c:pt idx="43">
                <c:v>2.332961484357242E-05</c:v>
              </c:pt>
              <c:pt idx="44">
                <c:v>1.5380720146428993E-05</c:v>
              </c:pt>
              <c:pt idx="45">
                <c:v>1.014018250232468E-05</c:v>
              </c:pt>
              <c:pt idx="46">
                <c:v>6.6852072075652805E-06</c:v>
              </c:pt>
              <c:pt idx="47">
                <c:v>4.407415290389195E-06</c:v>
              </c:pt>
              <c:pt idx="48">
                <c:v>2.9057154010086578E-06</c:v>
              </c:pt>
              <c:pt idx="49">
                <c:v>1.9122219728360988E-06</c:v>
              </c:pt>
              <c:pt idx="50">
                <c:v>1.2578958288488708E-06</c:v>
              </c:pt>
              <c:pt idx="51">
                <c:v>8.274676992068069E-07</c:v>
              </c:pt>
              <c:pt idx="52">
                <c:v>5.443239237522482E-07</c:v>
              </c:pt>
              <c:pt idx="53">
                <c:v>3.580665858656007E-07</c:v>
              </c:pt>
              <c:pt idx="54">
                <c:v>2.3554298152032682E-07</c:v>
              </c:pt>
              <c:pt idx="55">
                <c:v>1.549446341365936E-07</c:v>
              </c:pt>
              <c:pt idx="56">
                <c:v>1.0192551479463686E-07</c:v>
              </c:pt>
              <c:pt idx="57">
                <c:v>6.710882891901902E-08</c:v>
              </c:pt>
              <c:pt idx="58">
                <c:v>4.422347963033603E-08</c:v>
              </c:pt>
              <c:pt idx="59">
                <c:v>2.9142456843863665E-08</c:v>
              </c:pt>
              <c:pt idx="60">
                <c:v>1.920434117793563E-08</c:v>
              </c:pt>
              <c:pt idx="61">
                <c:v>1.2655306381836813E-08</c:v>
              </c:pt>
              <c:pt idx="62">
                <c:v>1E-08</c:v>
              </c:pt>
              <c:pt idx="63">
                <c:v>1E-08</c:v>
              </c:pt>
              <c:pt idx="64">
                <c:v>1E-08</c:v>
              </c:pt>
              <c:pt idx="65">
                <c:v>1E-08</c:v>
              </c:pt>
              <c:pt idx="66">
                <c:v>1E-08</c:v>
              </c:pt>
              <c:pt idx="67">
                <c:v>1E-08</c:v>
              </c:pt>
              <c:pt idx="68">
                <c:v>1E-08</c:v>
              </c:pt>
              <c:pt idx="69">
                <c:v>1E-08</c:v>
              </c:pt>
              <c:pt idx="70">
                <c:v>1E-08</c:v>
              </c:pt>
              <c:pt idx="71">
                <c:v>1E-08</c:v>
              </c:pt>
              <c:pt idx="72">
                <c:v>1E-08</c:v>
              </c:pt>
              <c:pt idx="73">
                <c:v>1E-08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ser>
          <c:idx val="3"/>
          <c:order val="3"/>
          <c:tx>
            <c:v>COMSOL Maxwellian</c:v>
          </c:tx>
          <c:spPr>
            <a:ln xmlns:a="http://schemas.openxmlformats.org/drawingml/2006/main" w="19050">
              <a:solidFill>
                <a:srgbClr val="59636F"/>
              </a:solidFill>
              <a:prstDash val="dash"/>
            </a:ln>
          </c:spPr>
          <c:marker>
            <c:symbol val="none"/>
          </c:marker>
          <c:xVal>
            <c:numLit>
              <c:formatCode>General</c:formatCode>
              <c:ptCount val="111"/>
              <c:pt idx="0">
                <c:v>0.001</c:v>
              </c:pt>
              <c:pt idx="1">
                <c:v>0.5464454545454546</c:v>
              </c:pt>
              <c:pt idx="2">
                <c:v>1.091890909090909</c:v>
              </c:pt>
              <c:pt idx="3">
                <c:v>1.6373363636363636</c:v>
              </c:pt>
              <c:pt idx="4">
                <c:v>2.182781818181818</c:v>
              </c:pt>
              <c:pt idx="5">
                <c:v>2.7282272727272727</c:v>
              </c:pt>
              <c:pt idx="6">
                <c:v>3.2736727272727273</c:v>
              </c:pt>
              <c:pt idx="7">
                <c:v>3.819118181818182</c:v>
              </c:pt>
              <c:pt idx="8">
                <c:v>4.364563636363637</c:v>
              </c:pt>
              <c:pt idx="9">
                <c:v>4.910009090909091</c:v>
              </c:pt>
              <c:pt idx="10">
                <c:v>5.455454545454546</c:v>
              </c:pt>
              <c:pt idx="11">
                <c:v>6.000900000000001</c:v>
              </c:pt>
              <c:pt idx="12">
                <c:v>6.546345454545455</c:v>
              </c:pt>
              <c:pt idx="13">
                <c:v>7.091790909090911</c:v>
              </c:pt>
              <c:pt idx="14">
                <c:v>7.637236363636364</c:v>
              </c:pt>
              <c:pt idx="15">
                <c:v>8.182681818181818</c:v>
              </c:pt>
              <c:pt idx="16">
                <c:v>8.728127272727273</c:v>
              </c:pt>
              <c:pt idx="17">
                <c:v>9.273572727272727</c:v>
              </c:pt>
              <c:pt idx="18">
                <c:v>9.819018181818182</c:v>
              </c:pt>
              <c:pt idx="19">
                <c:v>10.364463636363636</c:v>
              </c:pt>
              <c:pt idx="20">
                <c:v>10.90990909090909</c:v>
              </c:pt>
              <c:pt idx="21">
                <c:v>11.455354545454545</c:v>
              </c:pt>
              <c:pt idx="22">
                <c:v>12.0008</c:v>
              </c:pt>
              <c:pt idx="23">
                <c:v>12.546245454545454</c:v>
              </c:pt>
              <c:pt idx="24">
                <c:v>13.091690909090909</c:v>
              </c:pt>
              <c:pt idx="25">
                <c:v>13.637136363636364</c:v>
              </c:pt>
              <c:pt idx="26">
                <c:v>14.18258181818182</c:v>
              </c:pt>
              <c:pt idx="27">
                <c:v>14.728027272727271</c:v>
              </c:pt>
              <c:pt idx="28">
                <c:v>15.273472727272727</c:v>
              </c:pt>
              <c:pt idx="29">
                <c:v>15.818918181818182</c:v>
              </c:pt>
              <c:pt idx="30">
                <c:v>16.364363636363638</c:v>
              </c:pt>
              <c:pt idx="31">
                <c:v>16.909809090909093</c:v>
              </c:pt>
              <c:pt idx="32">
                <c:v>17.455254545454547</c:v>
              </c:pt>
              <c:pt idx="33">
                <c:v>18.000700000000002</c:v>
              </c:pt>
              <c:pt idx="34">
                <c:v>18.546145454545456</c:v>
              </c:pt>
              <c:pt idx="35">
                <c:v>19.09159090909091</c:v>
              </c:pt>
              <c:pt idx="36">
                <c:v>19.637036363636366</c:v>
              </c:pt>
              <c:pt idx="37">
                <c:v>20.18248181818182</c:v>
              </c:pt>
              <c:pt idx="38">
                <c:v>20.727927272727275</c:v>
              </c:pt>
              <c:pt idx="39">
                <c:v>21.27337272727273</c:v>
              </c:pt>
              <c:pt idx="40">
                <c:v>21.818818181818184</c:v>
              </c:pt>
              <c:pt idx="41">
                <c:v>22.36426363636364</c:v>
              </c:pt>
              <c:pt idx="42">
                <c:v>22.909709090909093</c:v>
              </c:pt>
              <c:pt idx="43">
                <c:v>23.455154545454544</c:v>
              </c:pt>
              <c:pt idx="44">
                <c:v>24.000600000000002</c:v>
              </c:pt>
              <c:pt idx="45">
                <c:v>24.546045454545457</c:v>
              </c:pt>
              <c:pt idx="46">
                <c:v>25.09149090909091</c:v>
              </c:pt>
              <c:pt idx="47">
                <c:v>25.636936363636366</c:v>
              </c:pt>
              <c:pt idx="48">
                <c:v>26.18238181818182</c:v>
              </c:pt>
              <c:pt idx="49">
                <c:v>26.727827272727275</c:v>
              </c:pt>
              <c:pt idx="50">
                <c:v>27.27327272727273</c:v>
              </c:pt>
              <c:pt idx="51">
                <c:v>27.818718181818184</c:v>
              </c:pt>
              <c:pt idx="52">
                <c:v>28.364163636363642</c:v>
              </c:pt>
              <c:pt idx="53">
                <c:v>28.909609090909093</c:v>
              </c:pt>
              <c:pt idx="54">
                <c:v>29.455054545454544</c:v>
              </c:pt>
              <c:pt idx="55">
                <c:v>30.000500000000002</c:v>
              </c:pt>
              <c:pt idx="56">
                <c:v>30.545945454545457</c:v>
              </c:pt>
              <c:pt idx="57">
                <c:v>31.09139090909091</c:v>
              </c:pt>
              <c:pt idx="58">
                <c:v>31.636836363636366</c:v>
              </c:pt>
              <c:pt idx="59">
                <c:v>32.18228181818182</c:v>
              </c:pt>
              <c:pt idx="60">
                <c:v>32.72772727272727</c:v>
              </c:pt>
              <c:pt idx="61">
                <c:v>33.27317272727273</c:v>
              </c:pt>
              <c:pt idx="62">
                <c:v>33.81861818181818</c:v>
              </c:pt>
              <c:pt idx="63">
                <c:v>34.36406363636364</c:v>
              </c:pt>
              <c:pt idx="64">
                <c:v>34.90950909090909</c:v>
              </c:pt>
              <c:pt idx="65">
                <c:v>35.45495454545454</c:v>
              </c:pt>
              <c:pt idx="66">
                <c:v>36.0004</c:v>
              </c:pt>
              <c:pt idx="67">
                <c:v>36.54584545454545</c:v>
              </c:pt>
              <c:pt idx="68">
                <c:v>37.09129090909091</c:v>
              </c:pt>
              <c:pt idx="69">
                <c:v>37.636736363636366</c:v>
              </c:pt>
              <c:pt idx="70">
                <c:v>38.18218181818182</c:v>
              </c:pt>
              <c:pt idx="71">
                <c:v>38.72762727272727</c:v>
              </c:pt>
              <c:pt idx="72">
                <c:v>39.27307272727273</c:v>
              </c:pt>
              <c:pt idx="73">
                <c:v>39.818518181818185</c:v>
              </c:pt>
              <c:pt idx="74">
                <c:v>40.363963636363636</c:v>
              </c:pt>
              <c:pt idx="75">
                <c:v>40.909409090909094</c:v>
              </c:pt>
              <c:pt idx="76">
                <c:v>41.454854545454545</c:v>
              </c:pt>
              <c:pt idx="77">
                <c:v>42.000299999999996</c:v>
              </c:pt>
              <c:pt idx="78">
                <c:v>42.545745454545454</c:v>
              </c:pt>
              <c:pt idx="79">
                <c:v>43.09119090909091</c:v>
              </c:pt>
              <c:pt idx="80">
                <c:v>43.63663636363636</c:v>
              </c:pt>
              <c:pt idx="81">
                <c:v>44.182081818181814</c:v>
              </c:pt>
              <c:pt idx="82">
                <c:v>44.72752727272727</c:v>
              </c:pt>
              <c:pt idx="83">
                <c:v>45.27297272727273</c:v>
              </c:pt>
              <c:pt idx="84">
                <c:v>45.81841818181818</c:v>
              </c:pt>
              <c:pt idx="85">
                <c:v>46.36386363636363</c:v>
              </c:pt>
              <c:pt idx="86">
                <c:v>46.90930909090908</c:v>
              </c:pt>
              <c:pt idx="87">
                <c:v>47.45475454545455</c:v>
              </c:pt>
              <c:pt idx="88">
                <c:v>48.0002</c:v>
              </c:pt>
              <c:pt idx="89">
                <c:v>48.54564545454545</c:v>
              </c:pt>
              <c:pt idx="90">
                <c:v>49.09109090909091</c:v>
              </c:pt>
              <c:pt idx="91">
                <c:v>49.63653636363637</c:v>
              </c:pt>
              <c:pt idx="92">
                <c:v>50.18198181818182</c:v>
              </c:pt>
              <c:pt idx="93">
                <c:v>50.72742727272727</c:v>
              </c:pt>
              <c:pt idx="94">
                <c:v>51.27287272727273</c:v>
              </c:pt>
              <c:pt idx="95">
                <c:v>51.818318181818185</c:v>
              </c:pt>
              <c:pt idx="96">
                <c:v>52.363763636363636</c:v>
              </c:pt>
              <c:pt idx="97">
                <c:v>52.909209090909094</c:v>
              </c:pt>
              <c:pt idx="98">
                <c:v>53.454654545454545</c:v>
              </c:pt>
              <c:pt idx="99">
                <c:v>54.000099999999996</c:v>
              </c:pt>
              <c:pt idx="100">
                <c:v>54.545545454545454</c:v>
              </c:pt>
              <c:pt idx="101">
                <c:v>55.09099090909091</c:v>
              </c:pt>
              <c:pt idx="102">
                <c:v>55.63643636363636</c:v>
              </c:pt>
              <c:pt idx="103">
                <c:v>56.181881818181814</c:v>
              </c:pt>
              <c:pt idx="104">
                <c:v>56.72732727272728</c:v>
              </c:pt>
              <c:pt idx="105">
                <c:v>57.27277272727273</c:v>
              </c:pt>
              <c:pt idx="106">
                <c:v>57.81821818181818</c:v>
              </c:pt>
              <c:pt idx="107">
                <c:v>58.36366363636363</c:v>
              </c:pt>
              <c:pt idx="108">
                <c:v>58.909109090909084</c:v>
              </c:pt>
              <c:pt idx="109">
                <c:v>59.45455454545455</c:v>
              </c:pt>
              <c:pt idx="110">
                <c:v>60</c:v>
              </c:pt>
            </c:numLit>
          </c:xVal>
          <c:yVal>
            <c:numLit>
              <c:formatCode>0E+0</c:formatCode>
              <c:ptCount val="111"/>
              <c:pt idx="0">
                <c:v>0.004256759157391781</c:v>
              </c:pt>
              <c:pt idx="1">
                <c:v>0.08718423402057358</c:v>
              </c:pt>
              <c:pt idx="2">
                <c:v>0.10797908448523964</c:v>
              </c:pt>
              <c:pt idx="3">
                <c:v>0.11585224069623055</c:v>
              </c:pt>
              <c:pt idx="4">
                <c:v>0.11719959651623159</c:v>
              </c:pt>
              <c:pt idx="5">
                <c:v>0.11480127044356056</c:v>
              </c:pt>
              <c:pt idx="6">
                <c:v>0.11018171292276566</c:v>
              </c:pt>
              <c:pt idx="7">
                <c:v>0.10426988796774671</c:v>
              </c:pt>
              <c:pt idx="8">
                <c:v>0.09766371527562256</c:v>
              </c:pt>
              <c:pt idx="9">
                <c:v>0.09075894586080228</c:v>
              </c:pt>
              <c:pt idx="10">
                <c:v>0.08382030449489118</c:v>
              </c:pt>
              <c:pt idx="11">
                <c:v>0.07702424085484436</c:v>
              </c:pt>
              <c:pt idx="12">
                <c:v>0.07048621009200556</c:v>
              </c:pt>
              <c:pt idx="13">
                <c:v>0.06427885468988048</c:v>
              </c:pt>
              <c:pt idx="14">
                <c:v>0.05844451418869525</c:v>
              </c:pt>
              <c:pt idx="15">
                <c:v>0.05300403567112545</c:v>
              </c:pt>
              <c:pt idx="16">
                <c:v>0.04796308499428597</c:v>
              </c:pt>
              <c:pt idx="17">
                <c:v>0.04331672196571177</c:v>
              </c:pt>
              <c:pt idx="18">
                <c:v>0.039052742960569695</c:v>
              </c:pt>
              <c:pt idx="19">
                <c:v>0.035154133316339244</c:v>
              </c:pt>
              <c:pt idx="20">
                <c:v>0.03160086813175391</c:v>
              </c:pt>
              <c:pt idx="21">
                <c:v>0.028371231259941586</c:v>
              </c:pt>
              <c:pt idx="22">
                <c:v>0.02544277537061088</c:v>
              </c:pt>
              <c:pt idx="23">
                <c:v>0.022793013249895366</c:v>
              </c:pt>
              <c:pt idx="24">
                <c:v>0.020399907260348817</c:v>
              </c:pt>
              <c:pt idx="25">
                <c:v>0.018242207086109245</c:v>
              </c:pt>
              <c:pt idx="26">
                <c:v>0.01629967357854679</c:v>
              </c:pt>
              <c:pt idx="27">
                <c:v>0.014553217388460675</c:v>
              </c:pt>
              <c:pt idx="28">
                <c:v>0.012984974231823097</c:v>
              </c:pt>
              <c:pt idx="29">
                <c:v>0.011578333469292499</c:v>
              </c:pt>
              <c:pt idx="30">
                <c:v>0.010317932749010756</c:v>
              </c:pt>
              <c:pt idx="31">
                <c:v>0.009189628454865467</c:v>
              </c:pt>
              <c:pt idx="32">
                <c:v>0.008180449391202107</c:v>
              </c:pt>
              <c:pt idx="33">
                <c:v>0.00727853935276711</c:v>
              </c:pt>
              <c:pt idx="34">
                <c:v>0.006473092851158652</c:v>
              </c:pt>
              <c:pt idx="35">
                <c:v>0.005754287202943568</c:v>
              </c:pt>
              <c:pt idx="36">
                <c:v>0.005113213359209567</c:v>
              </c:pt>
              <c:pt idx="37">
                <c:v>0.004541807217759744</c:v>
              </c:pt>
              <c:pt idx="38">
                <c:v>0.004032782666031264</c:v>
              </c:pt>
              <c:pt idx="39">
                <c:v>0.003579567223167938</c:v>
              </c:pt>
              <c:pt idx="40">
                <c:v>0.0031762408586912274</c:v>
              </c:pt>
              <c:pt idx="41">
                <c:v>0.0028174783435645275</c:v>
              </c:pt>
              <c:pt idx="42">
                <c:v>0.002498495322013997</c:v>
              </c:pt>
              <c:pt idx="43">
                <c:v>0.0022149981674000853</c:v>
              </c:pt>
              <c:pt idx="44">
                <c:v>0.0019631375934083648</c:v>
              </c:pt>
              <c:pt idx="45">
                <c:v>0.0017394659255105173</c:v>
              </c:pt>
              <c:pt idx="46">
                <c:v>0.001540897891254078</c:v>
              </c:pt>
              <c:pt idx="47">
                <c:v>0.001364674756915184</c:v>
              </c:pt>
              <c:pt idx="48">
                <c:v>0.0012083316187973593</c:v>
              </c:pt>
              <c:pt idx="49">
                <c:v>0.001069667647151496</c:v>
              </c:pt>
              <c:pt idx="50">
                <c:v>0.0009467190771002216</c:v>
              </c:pt>
              <c:pt idx="51">
                <c:v>0.0008377347423267327</c:v>
              </c:pt>
              <c:pt idx="52">
                <c:v>0.0007411539522663837</c:v>
              </c:pt>
              <c:pt idx="53">
                <c:v>0.0006555865210531978</c:v>
              </c:pt>
              <c:pt idx="54">
                <c:v>0.000579794765697277</c:v>
              </c:pt>
              <c:pt idx="55">
                <c:v>0.0005126773012666485</c:v>
              </c:pt>
              <c:pt idx="56">
                <c:v>0.00045325447173295694</c:v>
              </c:pt>
              <c:pt idx="57">
                <c:v>0.0004006552662482074</c:v>
              </c:pt>
              <c:pt idx="58">
                <c:v>0.0003541055816768156</c:v>
              </c:pt>
              <c:pt idx="59">
                <c:v>0.00031291770301470424</c:v>
              </c:pt>
              <c:pt idx="60">
                <c:v>0.0002764808837441622</c:v>
              </c:pt>
              <c:pt idx="61">
                <c:v>0.00024425291810346823</c:v>
              </c:pt>
              <c:pt idx="62">
                <c:v>0.00021575260663270185</c:v>
              </c:pt>
              <c:pt idx="63">
                <c:v>0.0001905530251570924</c:v>
              </c:pt>
              <c:pt idx="64">
                <c:v>0.0001682755155723328</c:v>
              </c:pt>
              <c:pt idx="65">
                <c:v>0.00014858432440333454</c:v>
              </c:pt>
              <c:pt idx="66">
                <c:v>0.00013118182213080136</c:v>
              </c:pt>
              <c:pt idx="67">
                <c:v>0.00011580424273861517</c:v>
              </c:pt>
              <c:pt idx="68">
                <c:v>0.00010221788885468568</c:v>
              </c:pt>
              <c:pt idx="69">
                <c:v>9.021575326752221E-05</c:v>
              </c:pt>
              <c:pt idx="70">
                <c:v>7.961451253123754E-05</c:v>
              </c:pt>
              <c:pt idx="71">
                <c:v>7.02518528549786E-05</c:v>
              </c:pt>
              <c:pt idx="72">
                <c:v>6.198409254080261E-05</c:v>
              </c:pt>
              <c:pt idx="73">
                <c:v>5.468406891831843E-05</c:v>
              </c:pt>
              <c:pt idx="74">
                <c:v>4.8239261055428736E-05</c:v>
              </c:pt>
              <c:pt idx="75">
                <c:v>4.255012253143034E-05</c:v>
              </c:pt>
              <c:pt idx="76">
                <c:v>3.752860126925046E-05</c:v>
              </c:pt>
              <c:pt idx="77">
                <c:v>3.3096825863718554E-05</c:v>
              </c:pt>
              <c:pt idx="78">
                <c:v>2.918594003687806E-05</c:v>
              </c:pt>
              <c:pt idx="79">
                <c:v>2.5735068822037404E-05</c:v>
              </c:pt>
              <c:pt idx="80">
                <c:v>2.269040184649856E-05</c:v>
              </c:pt>
              <c:pt idx="81">
                <c:v>2.0004380667988613E-05</c:v>
              </c:pt>
              <c:pt idx="82">
                <c:v>1.7634978539475375E-05</c:v>
              </c:pt>
              <c:pt idx="83">
                <c:v>1.5545062247505413E-05</c:v>
              </c:pt>
              <c:pt idx="84">
                <c:v>1.3701826805272406E-05</c:v>
              </c:pt>
              <c:pt idx="85">
                <c:v>1.2076294796801827E-05</c:v>
              </c:pt>
              <c:pt idx="86">
                <c:v>1.064287307518252E-05</c:v>
              </c:pt>
              <c:pt idx="87">
                <c:v>9.378960326803715E-06</c:v>
              </c:pt>
              <c:pt idx="88">
                <c:v>8.264599735136877E-06</c:v>
              </c:pt>
              <c:pt idx="89">
                <c:v>7.282171620825618E-06</c:v>
              </c:pt>
              <c:pt idx="90">
                <c:v>6.416121507930986E-06</c:v>
              </c:pt>
              <c:pt idx="91">
                <c:v>5.652719576509894E-06</c:v>
              </c:pt>
              <c:pt idx="92">
                <c:v>4.979847915952036E-06</c:v>
              </c:pt>
              <c:pt idx="93">
                <c:v>4.3868123976414064E-06</c:v>
              </c:pt>
              <c:pt idx="94">
                <c:v>3.864176344923712E-06</c:v>
              </c:pt>
              <c:pt idx="95">
                <c:v>3.4036134978714386E-06</c:v>
              </c:pt>
              <c:pt idx="96">
                <c:v>2.9977780542673157E-06</c:v>
              </c:pt>
              <c:pt idx="97">
                <c:v>2.6401898204465643E-06</c:v>
              </c:pt>
              <c:pt idx="98">
                <c:v>2.3251327296127284E-06</c:v>
              </c:pt>
              <c:pt idx="99">
                <c:v>2.0475651840689053E-06</c:v>
              </c:pt>
              <c:pt idx="100">
                <c:v>1.8030408542552622E-06</c:v>
              </c:pt>
              <c:pt idx="101">
                <c:v>1.5876387240253398E-06</c:v>
              </c:pt>
              <c:pt idx="102">
                <c:v>1.3979013104353915E-06</c:v>
              </c:pt>
              <c:pt idx="103">
                <c:v>1.230780109430083E-06</c:v>
              </c:pt>
              <c:pt idx="104">
                <c:v>1.0835874279383275E-06</c:v>
              </c:pt>
              <c:pt idx="105">
                <c:v>9.53953859608101E-07</c:v>
              </c:pt>
              <c:pt idx="106">
                <c:v>8.397907471004494E-07</c:v>
              </c:pt>
              <c:pt idx="107">
                <c:v>7.392570497695731E-07</c:v>
              </c:pt>
              <c:pt idx="108">
                <c:v>6.507301027800782E-07</c:v>
              </c:pt>
              <c:pt idx="109">
                <c:v>5.727798132347676E-07</c:v>
              </c:pt>
              <c:pt idx="110">
                <c:v>5.041458915782131E-07</c:v>
              </c:pt>
            </c:numLit>
          </c:yVal>
        </c:ser>
        <c:ser>
          <c:idx val="4"/>
          <c:order val="4"/>
          <c:tx>
            <c:v>COMSOL Druyvesteyn</c:v>
          </c:tx>
          <c:spPr>
            <a:ln xmlns:a="http://schemas.openxmlformats.org/drawingml/2006/main" w="19050">
              <a:solidFill>
                <a:srgbClr val="908747"/>
              </a:solidFill>
              <a:prstDash val="dot"/>
            </a:ln>
          </c:spPr>
          <c:marker>
            <c:symbol val="none"/>
          </c:marker>
          <c:xVal>
            <c:numLit>
              <c:formatCode>General</c:formatCode>
              <c:ptCount val="111"/>
              <c:pt idx="0">
                <c:v>0.001</c:v>
              </c:pt>
              <c:pt idx="1">
                <c:v>0.5464454545454546</c:v>
              </c:pt>
              <c:pt idx="2">
                <c:v>1.091890909090909</c:v>
              </c:pt>
              <c:pt idx="3">
                <c:v>1.6373363636363636</c:v>
              </c:pt>
              <c:pt idx="4">
                <c:v>2.182781818181818</c:v>
              </c:pt>
              <c:pt idx="5">
                <c:v>2.7282272727272727</c:v>
              </c:pt>
              <c:pt idx="6">
                <c:v>3.2736727272727273</c:v>
              </c:pt>
              <c:pt idx="7">
                <c:v>3.819118181818182</c:v>
              </c:pt>
              <c:pt idx="8">
                <c:v>4.364563636363637</c:v>
              </c:pt>
              <c:pt idx="9">
                <c:v>4.910009090909091</c:v>
              </c:pt>
              <c:pt idx="10">
                <c:v>5.455454545454546</c:v>
              </c:pt>
              <c:pt idx="11">
                <c:v>6.000900000000001</c:v>
              </c:pt>
              <c:pt idx="12">
                <c:v>6.546345454545455</c:v>
              </c:pt>
              <c:pt idx="13">
                <c:v>7.091790909090911</c:v>
              </c:pt>
              <c:pt idx="14">
                <c:v>7.637236363636364</c:v>
              </c:pt>
              <c:pt idx="15">
                <c:v>8.182681818181818</c:v>
              </c:pt>
              <c:pt idx="16">
                <c:v>8.728127272727273</c:v>
              </c:pt>
              <c:pt idx="17">
                <c:v>9.273572727272727</c:v>
              </c:pt>
              <c:pt idx="18">
                <c:v>9.819018181818182</c:v>
              </c:pt>
              <c:pt idx="19">
                <c:v>10.364463636363636</c:v>
              </c:pt>
              <c:pt idx="20">
                <c:v>10.90990909090909</c:v>
              </c:pt>
              <c:pt idx="21">
                <c:v>11.455354545454545</c:v>
              </c:pt>
              <c:pt idx="22">
                <c:v>12.0008</c:v>
              </c:pt>
              <c:pt idx="23">
                <c:v>12.546245454545454</c:v>
              </c:pt>
              <c:pt idx="24">
                <c:v>13.091690909090909</c:v>
              </c:pt>
              <c:pt idx="25">
                <c:v>13.637136363636364</c:v>
              </c:pt>
              <c:pt idx="26">
                <c:v>14.18258181818182</c:v>
              </c:pt>
              <c:pt idx="27">
                <c:v>14.728027272727271</c:v>
              </c:pt>
              <c:pt idx="28">
                <c:v>15.273472727272727</c:v>
              </c:pt>
              <c:pt idx="29">
                <c:v>15.818918181818182</c:v>
              </c:pt>
              <c:pt idx="30">
                <c:v>16.364363636363638</c:v>
              </c:pt>
              <c:pt idx="31">
                <c:v>16.909809090909093</c:v>
              </c:pt>
              <c:pt idx="32">
                <c:v>17.455254545454547</c:v>
              </c:pt>
              <c:pt idx="33">
                <c:v>18.000700000000002</c:v>
              </c:pt>
              <c:pt idx="34">
                <c:v>18.546145454545456</c:v>
              </c:pt>
              <c:pt idx="35">
                <c:v>19.09159090909091</c:v>
              </c:pt>
              <c:pt idx="36">
                <c:v>19.637036363636366</c:v>
              </c:pt>
              <c:pt idx="37">
                <c:v>20.18248181818182</c:v>
              </c:pt>
              <c:pt idx="38">
                <c:v>20.727927272727275</c:v>
              </c:pt>
              <c:pt idx="39">
                <c:v>21.27337272727273</c:v>
              </c:pt>
              <c:pt idx="40">
                <c:v>21.818818181818184</c:v>
              </c:pt>
              <c:pt idx="41">
                <c:v>22.36426363636364</c:v>
              </c:pt>
              <c:pt idx="42">
                <c:v>22.909709090909093</c:v>
              </c:pt>
              <c:pt idx="43">
                <c:v>23.455154545454544</c:v>
              </c:pt>
              <c:pt idx="44">
                <c:v>24.000600000000002</c:v>
              </c:pt>
              <c:pt idx="45">
                <c:v>24.546045454545457</c:v>
              </c:pt>
              <c:pt idx="46">
                <c:v>25.09149090909091</c:v>
              </c:pt>
              <c:pt idx="47">
                <c:v>25.636936363636366</c:v>
              </c:pt>
              <c:pt idx="48">
                <c:v>26.18238181818182</c:v>
              </c:pt>
              <c:pt idx="49">
                <c:v>26.727827272727275</c:v>
              </c:pt>
              <c:pt idx="50">
                <c:v>27.27327272727273</c:v>
              </c:pt>
              <c:pt idx="51">
                <c:v>27.818718181818184</c:v>
              </c:pt>
              <c:pt idx="52">
                <c:v>28.364163636363642</c:v>
              </c:pt>
              <c:pt idx="53">
                <c:v>28.909609090909093</c:v>
              </c:pt>
              <c:pt idx="54">
                <c:v>29.455054545454544</c:v>
              </c:pt>
              <c:pt idx="55">
                <c:v>30.000500000000002</c:v>
              </c:pt>
              <c:pt idx="56">
                <c:v>30.545945454545457</c:v>
              </c:pt>
              <c:pt idx="57">
                <c:v>31.09139090909091</c:v>
              </c:pt>
              <c:pt idx="58">
                <c:v>31.636836363636366</c:v>
              </c:pt>
              <c:pt idx="59">
                <c:v>32.18228181818182</c:v>
              </c:pt>
              <c:pt idx="60">
                <c:v>32.72772727272727</c:v>
              </c:pt>
              <c:pt idx="61">
                <c:v>33.27317272727273</c:v>
              </c:pt>
              <c:pt idx="62">
                <c:v>33.81861818181818</c:v>
              </c:pt>
              <c:pt idx="63">
                <c:v>34.36406363636364</c:v>
              </c:pt>
              <c:pt idx="64">
                <c:v>34.90950909090909</c:v>
              </c:pt>
              <c:pt idx="65">
                <c:v>35.45495454545454</c:v>
              </c:pt>
              <c:pt idx="66">
                <c:v>36.0004</c:v>
              </c:pt>
              <c:pt idx="67">
                <c:v>36.54584545454545</c:v>
              </c:pt>
              <c:pt idx="68">
                <c:v>37.09129090909091</c:v>
              </c:pt>
              <c:pt idx="69">
                <c:v>37.636736363636366</c:v>
              </c:pt>
              <c:pt idx="70">
                <c:v>38.18218181818182</c:v>
              </c:pt>
              <c:pt idx="71">
                <c:v>38.72762727272727</c:v>
              </c:pt>
              <c:pt idx="72">
                <c:v>39.27307272727273</c:v>
              </c:pt>
              <c:pt idx="73">
                <c:v>39.818518181818185</c:v>
              </c:pt>
              <c:pt idx="74">
                <c:v>40.363963636363636</c:v>
              </c:pt>
              <c:pt idx="75">
                <c:v>40.909409090909094</c:v>
              </c:pt>
              <c:pt idx="76">
                <c:v>41.454854545454545</c:v>
              </c:pt>
              <c:pt idx="77">
                <c:v>42.000299999999996</c:v>
              </c:pt>
              <c:pt idx="78">
                <c:v>42.545745454545454</c:v>
              </c:pt>
              <c:pt idx="79">
                <c:v>43.09119090909091</c:v>
              </c:pt>
              <c:pt idx="80">
                <c:v>43.63663636363636</c:v>
              </c:pt>
              <c:pt idx="81">
                <c:v>44.182081818181814</c:v>
              </c:pt>
              <c:pt idx="82">
                <c:v>44.72752727272727</c:v>
              </c:pt>
              <c:pt idx="83">
                <c:v>45.27297272727273</c:v>
              </c:pt>
              <c:pt idx="84">
                <c:v>45.81841818181818</c:v>
              </c:pt>
              <c:pt idx="85">
                <c:v>46.36386363636363</c:v>
              </c:pt>
              <c:pt idx="86">
                <c:v>46.90930909090908</c:v>
              </c:pt>
              <c:pt idx="87">
                <c:v>47.45475454545455</c:v>
              </c:pt>
              <c:pt idx="88">
                <c:v>48.0002</c:v>
              </c:pt>
              <c:pt idx="89">
                <c:v>48.54564545454545</c:v>
              </c:pt>
              <c:pt idx="90">
                <c:v>49.09109090909091</c:v>
              </c:pt>
              <c:pt idx="91">
                <c:v>49.63653636363637</c:v>
              </c:pt>
              <c:pt idx="92">
                <c:v>50.18198181818182</c:v>
              </c:pt>
              <c:pt idx="93">
                <c:v>50.72742727272727</c:v>
              </c:pt>
              <c:pt idx="94">
                <c:v>51.27287272727273</c:v>
              </c:pt>
              <c:pt idx="95">
                <c:v>51.818318181818185</c:v>
              </c:pt>
              <c:pt idx="96">
                <c:v>52.363763636363636</c:v>
              </c:pt>
              <c:pt idx="97">
                <c:v>52.909209090909094</c:v>
              </c:pt>
              <c:pt idx="98">
                <c:v>53.454654545454545</c:v>
              </c:pt>
              <c:pt idx="99">
                <c:v>54.000099999999996</c:v>
              </c:pt>
              <c:pt idx="100">
                <c:v>54.545545454545454</c:v>
              </c:pt>
              <c:pt idx="101">
                <c:v>55.09099090909091</c:v>
              </c:pt>
              <c:pt idx="102">
                <c:v>55.63643636363636</c:v>
              </c:pt>
              <c:pt idx="103">
                <c:v>56.181881818181814</c:v>
              </c:pt>
              <c:pt idx="104">
                <c:v>56.72732727272728</c:v>
              </c:pt>
              <c:pt idx="105">
                <c:v>57.27277272727273</c:v>
              </c:pt>
              <c:pt idx="106">
                <c:v>57.81821818181818</c:v>
              </c:pt>
              <c:pt idx="107">
                <c:v>58.36366363636363</c:v>
              </c:pt>
              <c:pt idx="108">
                <c:v>58.909109090909084</c:v>
              </c:pt>
              <c:pt idx="109">
                <c:v>59.45455454545455</c:v>
              </c:pt>
              <c:pt idx="110">
                <c:v>60</c:v>
              </c:pt>
            </c:numLit>
          </c:xVal>
          <c:yVal>
            <c:numLit>
              <c:formatCode>0E+0</c:formatCode>
              <c:ptCount val="111"/>
              <c:pt idx="0">
                <c:v>0.0021325269049650235</c:v>
              </c:pt>
              <c:pt idx="1">
                <c:v>0.04963814024758577</c:v>
              </c:pt>
              <c:pt idx="2">
                <c:v>0.06927682480794237</c:v>
              </c:pt>
              <c:pt idx="3">
                <c:v>0.08304858584683693</c:v>
              </c:pt>
              <c:pt idx="4">
                <c:v>0.09307693493115418</c:v>
              </c:pt>
              <c:pt idx="5">
                <c:v>0.10015196774105072</c:v>
              </c:pt>
              <c:pt idx="6">
                <c:v>0.10469545538394158</c:v>
              </c:pt>
              <c:pt idx="7">
                <c:v>0.10700188242876527</c:v>
              </c:pt>
              <c:pt idx="8">
                <c:v>0.10732196997768804</c:v>
              </c:pt>
              <c:pt idx="9">
                <c:v>0.10589523128878507</c:v>
              </c:pt>
              <c:pt idx="10">
                <c:v>0.10296187500130086</c:v>
              </c:pt>
              <c:pt idx="11">
                <c:v>0.09876511327038065</c:v>
              </c:pt>
              <c:pt idx="12">
                <c:v>0.09354873367199729</c:v>
              </c:pt>
              <c:pt idx="13">
                <c:v>0.08755242489792808</c:v>
              </c:pt>
              <c:pt idx="14">
                <c:v>0.08100629713321407</c:v>
              </c:pt>
              <c:pt idx="15">
                <c:v>0.07412549839615637</c:v>
              </c:pt>
              <c:pt idx="16">
                <c:v>0.06710550389454568</c:v>
              </c:pt>
              <c:pt idx="17">
                <c:v>0.06011843166634819</c:v>
              </c:pt>
              <c:pt idx="18">
                <c:v>0.05331056811974362</c:v>
              </c:pt>
              <c:pt idx="19">
                <c:v>0.046801153218609094</c:v>
              </c:pt>
              <c:pt idx="20">
                <c:v>0.04068237013747696</c:v>
              </c:pt>
              <c:pt idx="21">
                <c:v>0.035020405747416765</c:v>
              </c:pt>
              <c:pt idx="22">
                <c:v>0.02985739491708024</c:v>
              </c:pt>
              <c:pt idx="23">
                <c:v>0.025214031640016073</c:v>
              </c:pt>
              <c:pt idx="24">
                <c:v>0.02109262093571501</c:v>
              </c:pt>
              <c:pt idx="25">
                <c:v>0.017480353986619294</c:v>
              </c:pt>
              <c:pt idx="26">
                <c:v>0.014352611125764903</c:v>
              </c:pt>
              <c:pt idx="27">
                <c:v>0.011676128864871547</c:v>
              </c:pt>
              <c:pt idx="28">
                <c:v>0.009411904013830545</c:v>
              </c:pt>
              <c:pt idx="29">
                <c:v>0.007517746340943819</c:v>
              </c:pt>
              <c:pt idx="30">
                <c:v>0.005950428030239629</c:v>
              </c:pt>
              <c:pt idx="31">
                <c:v>0.0046674110378960845</c:v>
              </c:pt>
              <c:pt idx="32">
                <c:v>0.003628160769149968</c:v>
              </c:pt>
              <c:pt idx="33">
                <c:v>0.0027950754943346554</c:v>
              </c:pt>
              <c:pt idx="34">
                <c:v>0.0021340754738315795</c:v>
              </c:pt>
              <c:pt idx="35">
                <c:v>0.0016149042765313927</c:v>
              </c:pt>
              <c:pt idx="36">
                <c:v>0.0012111980425951016</c:v>
              </c:pt>
              <c:pt idx="37">
                <c:v>0.0009003774697353207</c:v>
              </c:pt>
              <c:pt idx="38">
                <c:v>0.0006634131881763451</c:v>
              </c:pt>
              <c:pt idx="39">
                <c:v>0.0004845089996820259</c:v>
              </c:pt>
              <c:pt idx="40">
                <c:v>0.00035074014649852777</c:v>
              </c:pt>
              <c:pt idx="41">
                <c:v>0.00025167614042754784</c:v>
              </c:pt>
              <c:pt idx="42">
                <c:v>0.00017901032855273453</c:v>
              </c:pt>
              <c:pt idx="43">
                <c:v>0.00012621172228817682</c:v>
              </c:pt>
              <c:pt idx="44">
                <c:v>8.820892251145372E-05</c:v>
              </c:pt>
              <c:pt idx="45">
                <c:v>6.111134485399794E-05</c:v>
              </c:pt>
              <c:pt idx="46">
                <c:v>4.196938418225479E-05</c:v>
              </c:pt>
              <c:pt idx="47">
                <c:v>2.8572576056988145E-05</c:v>
              </c:pt>
              <c:pt idx="48">
                <c:v>1.9283087185220867E-05</c:v>
              </c:pt>
              <c:pt idx="49">
                <c:v>1.290084488979947E-05</c:v>
              </c:pt>
              <c:pt idx="50">
                <c:v>8.556141782248169E-06</c:v>
              </c:pt>
              <c:pt idx="51">
                <c:v>5.625480248428609E-06</c:v>
              </c:pt>
              <c:pt idx="52">
                <c:v>3.6666243835874875E-06</c:v>
              </c:pt>
              <c:pt idx="53">
                <c:v>2.369199365901631E-06</c:v>
              </c:pt>
              <c:pt idx="54">
                <c:v>1.5176378986407583E-06</c:v>
              </c:pt>
              <c:pt idx="55">
                <c:v>9.63760063955595E-07</c:v>
              </c:pt>
              <c:pt idx="56">
                <c:v>6.067455227527305E-07</c:v>
              </c:pt>
              <c:pt idx="57">
                <c:v>3.7868985193689674E-07</c:v>
              </c:pt>
              <c:pt idx="58">
                <c:v>2.3431635097649848E-07</c:v>
              </c:pt>
              <c:pt idx="59">
                <c:v>1.4373603166416977E-07</c:v>
              </c:pt>
              <c:pt idx="60">
                <c:v>8.741279406856439E-08</c:v>
              </c:pt>
              <c:pt idx="61">
                <c:v>5.270268158508569E-08</c:v>
              </c:pt>
              <c:pt idx="62">
                <c:v>3.1502189907898985E-08</c:v>
              </c:pt>
              <c:pt idx="63">
                <c:v>1.8668136420987553E-08</c:v>
              </c:pt>
              <c:pt idx="64">
                <c:v>1.0967689694321817E-08</c:v>
              </c:pt>
              <c:pt idx="65">
                <c:v>1E-08</c:v>
              </c:pt>
              <c:pt idx="66">
                <c:v>1E-08</c:v>
              </c:pt>
              <c:pt idx="67">
                <c:v>1E-08</c:v>
              </c:pt>
              <c:pt idx="68">
                <c:v>1E-08</c:v>
              </c:pt>
              <c:pt idx="69">
                <c:v>1E-08</c:v>
              </c:pt>
              <c:pt idx="70">
                <c:v>1E-08</c:v>
              </c:pt>
              <c:pt idx="71">
                <c:v>1E-08</c:v>
              </c:pt>
              <c:pt idx="72">
                <c:v>1E-08</c:v>
              </c:pt>
              <c:pt idx="73">
                <c:v>1E-08</c:v>
              </c:pt>
              <c:pt idx="74">
                <c:v>1E-08</c:v>
              </c:pt>
              <c:pt idx="75">
                <c:v>1E-08</c:v>
              </c:pt>
              <c:pt idx="76">
                <c:v>1E-08</c:v>
              </c:pt>
              <c:pt idx="77">
                <c:v>1E-08</c:v>
              </c:pt>
              <c:pt idx="78">
                <c:v>1E-08</c:v>
              </c:pt>
              <c:pt idx="79">
                <c:v>1E-08</c:v>
              </c:pt>
              <c:pt idx="80">
                <c:v>1E-08</c:v>
              </c:pt>
              <c:pt idx="81">
                <c:v>1E-08</c:v>
              </c:pt>
              <c:pt idx="82">
                <c:v>1E-08</c:v>
              </c:pt>
              <c:pt idx="83">
                <c:v>1E-08</c:v>
              </c:pt>
              <c:pt idx="84">
                <c:v>1E-08</c:v>
              </c:pt>
              <c:pt idx="85">
                <c:v>1E-08</c:v>
              </c:pt>
              <c:pt idx="86">
                <c:v>1E-08</c:v>
              </c:pt>
              <c:pt idx="87">
                <c:v>1E-08</c:v>
              </c:pt>
              <c:pt idx="88">
                <c:v>1E-08</c:v>
              </c:pt>
              <c:pt idx="89">
                <c:v>1E-08</c:v>
              </c:pt>
              <c:pt idx="90">
                <c:v>1E-08</c:v>
              </c:pt>
              <c:pt idx="91">
                <c:v>1E-08</c:v>
              </c:pt>
              <c:pt idx="92">
                <c:v>1E-08</c:v>
              </c:pt>
              <c:pt idx="93">
                <c:v>1E-08</c:v>
              </c:pt>
              <c:pt idx="94">
                <c:v>1E-08</c:v>
              </c:pt>
              <c:pt idx="95">
                <c:v>1E-08</c:v>
              </c:pt>
              <c:pt idx="96">
                <c:v>1E-08</c:v>
              </c:pt>
              <c:pt idx="97">
                <c:v>1E-08</c:v>
              </c:pt>
              <c:pt idx="98">
                <c:v>1E-08</c:v>
              </c:pt>
              <c:pt idx="99">
                <c:v>1E-08</c:v>
              </c:pt>
              <c:pt idx="100">
                <c:v>1E-08</c:v>
              </c:pt>
              <c:pt idx="101">
                <c:v>1E-08</c:v>
              </c:pt>
              <c:pt idx="102">
                <c:v>1E-08</c:v>
              </c:pt>
              <c:pt idx="103">
                <c:v>1E-08</c:v>
              </c:pt>
              <c:pt idx="104">
                <c:v>1E-08</c:v>
              </c:pt>
              <c:pt idx="105">
                <c:v>1E-08</c:v>
              </c:pt>
              <c:pt idx="106">
                <c:v>1E-08</c:v>
              </c:pt>
              <c:pt idx="107">
                <c:v>1E-08</c:v>
              </c:pt>
              <c:pt idx="108">
                <c:v>1E-08</c:v>
              </c:pt>
              <c:pt idx="109">
                <c:v>1E-08</c:v>
              </c:pt>
              <c:pt idx="110">
                <c:v>1E-08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max val="1"/>
          <c:min val="1E-08"/>
        </c:scaling>
        <c:delete val="0"/>
        <c:axPos val="l"/>
        <c:majorGridlines>
          <c:spPr>
            <a:ln xmlns:a="http://schemas.openxmlformats.org/drawingml/2006/main" w="7620">
              <a:solidFill>
                <a:srgbClr val="D7DCE0"/>
              </a:solidFill>
              <a:prstDash val="solid"/>
            </a:ln>
          </c:spPr>
        </c:majorGridlines>
        <c:title>
          <c:tx>
            <c:rich>
              <a:bodyPr xmlns:a="http://schemas.openxmlformats.org/drawingml/2006/main"/>
              <a:lstStyle xmlns:a="http://schemas.openxmlformats.org/drawingml/2006/main"/>
              <a:p xmlns:a="http://schemas.openxmlformats.org/drawingml/2006/main">
                <a:r>
                  <a:rPr sz="638">
                    <a:solidFill>
                      <a:srgbClr val="333333"/>
                    </a:solidFill>
                    <a:latin typeface="Noto Sans JP"/>
                    <a:ea typeface="Noto Sans JP"/>
                    <a:cs typeface="Noto Sans JP"/>
                  </a:rPr>
                  <a:t>Probability-density EEDF, F(ε) (eV⁻¹)</a:t>
                </a:r>
              </a:p>
            </c:rich>
          </c:tx>
          <c:overlay val="0"/>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title>
        <c:numFmt formatCode="0E+0"/>
        <c:majorTickMark val="none"/>
        <c:minorTickMark val="none"/>
        <c:spPr>
          <a:ln xmlns:a="http://schemas.openxmlformats.org/drawingml/2006/main" w="7620">
            <a:solidFill>
              <a:srgbClr val="4A4A4A"/>
            </a:solidFill>
            <a:prstDash val="solid"/>
          </a:ln>
        </c:spPr>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crossAx val="48650112"/>
      </c:valAx>
      <c:valAx>
        <c:axId val="48650112"/>
        <c:scaling>
          <c:orientation val="minMax"/>
          <c:max val="60"/>
          <c:min val="0"/>
        </c:scaling>
        <c:delete val="0"/>
        <c:axPos val="b"/>
        <c:majorGridlines>
          <c:spPr>
            <a:ln xmlns:a="http://schemas.openxmlformats.org/drawingml/2006/main" w="953">
              <a:solidFill>
                <a:srgbClr val="FFFFFF"/>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333333"/>
                    </a:solidFill>
                    <a:latin typeface="Noto Sans JP"/>
                    <a:ea typeface="Noto Sans JP"/>
                    <a:cs typeface="Noto Sans JP"/>
                  </a:rPr>
                  <a:t>Electron energy, ε (eV)</a:t>
                </a:r>
              </a:p>
            </c:rich>
          </c:tx>
          <c:overlay val="0"/>
          <c:txPr>
            <a:bodyPr xmlns:a="http://schemas.openxmlformats.org/drawingml/2006/main" anchorCtr="1"/>
            <a:lstStyle xmlns:a="http://schemas.openxmlformats.org/drawingml/2006/main"/>
            <a:p xmlns:a="http://schemas.openxmlformats.org/drawingml/2006/main">
              <a:pPr>
                <a:defRPr sz="675">
                  <a:solidFill>
                    <a:srgbClr val="333333"/>
                  </a:solidFill>
                  <a:latin typeface="Noto Sans JP"/>
                  <a:ea typeface="Noto Sans JP"/>
                  <a:cs typeface="Noto Sans JP"/>
                </a:defRPr>
              </a:pPr>
            </a:p>
          </c:txPr>
        </c:title>
        <c:numFmt formatCode="0"/>
        <c:majorTickMark val="none"/>
        <c:minorTickMark val="none"/>
        <c:spPr>
          <a:ln xmlns:a="http://schemas.openxmlformats.org/drawingml/2006/main" w="7620">
            <a:solidFill>
              <a:srgbClr val="4A4A4A"/>
            </a:solidFill>
            <a:prstDash val="solid"/>
          </a:ln>
        </c:spPr>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crossAx val="48672768"/>
        <c:majorUnit val="20"/>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B8BEC3"/>
      </a:solidFill>
      <a:prstDash val="solid"/>
    </a:ln>
  </c:spPr>
</c:chartSpace>
</file>

<file path=ppt/slides/charts/chart20.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333333"/>
                </a:solidFill>
                <a:latin typeface="Noto Sans JP"/>
                <a:ea typeface="Noto Sans JP"/>
                <a:cs typeface="Noto Sans JP"/>
              </a:rPr>
              <a:t>E/N = 1000 Td</a:t>
            </a:r>
          </a:p>
        </c:rich>
      </c:tx>
      <c:overlay val="0"/>
      <c:txPr>
        <a:bodyPr xmlns:a="http://schemas.openxmlformats.org/drawingml/2006/main" anchorCtr="1"/>
        <a:lstStyle xmlns:a="http://schemas.openxmlformats.org/drawingml/2006/main"/>
        <a:p xmlns:a="http://schemas.openxmlformats.org/drawingml/2006/main">
          <a:pPr>
            <a:defRPr sz="1050" b="1">
              <a:solidFill>
                <a:srgbClr val="333333"/>
              </a:solidFill>
              <a:latin typeface="Noto Sans JP"/>
              <a:ea typeface="Noto Sans JP"/>
              <a:cs typeface="Noto Sans JP"/>
            </a:defRPr>
          </a:pPr>
        </a:p>
      </c:txPr>
    </c:title>
    <c:plotArea>
      <c:scatterChart>
        <c:scatterStyle val="line"/>
        <c:ser>
          <c:idx val="0"/>
          <c:order val="0"/>
          <c:tx>
            <c:v>Two-term Swarm</c:v>
          </c:tx>
          <c:spPr>
            <a:ln xmlns:a="http://schemas.openxmlformats.org/drawingml/2006/main" w="22860">
              <a:solidFill>
                <a:srgbClr val="3B67B0"/>
              </a:solidFill>
              <a:prstDash val="solid"/>
            </a:ln>
          </c:spPr>
          <c:marker>
            <c:symbol val="none"/>
          </c:marker>
          <c:xVal>
            <c:numLit>
              <c:formatCode>General</c:formatCode>
              <c:ptCount val="111"/>
              <c:pt idx="0">
                <c:v>0.001</c:v>
              </c:pt>
              <c:pt idx="1">
                <c:v>0.7282636363636363</c:v>
              </c:pt>
              <c:pt idx="2">
                <c:v>1.4555272727272726</c:v>
              </c:pt>
              <c:pt idx="3">
                <c:v>2.182790909090909</c:v>
              </c:pt>
              <c:pt idx="4">
                <c:v>2.9100545454545452</c:v>
              </c:pt>
              <c:pt idx="5">
                <c:v>3.637318181818182</c:v>
              </c:pt>
              <c:pt idx="6">
                <c:v>4.364581818181819</c:v>
              </c:pt>
              <c:pt idx="7">
                <c:v>5.091845454545454</c:v>
              </c:pt>
              <c:pt idx="8">
                <c:v>5.819109090909091</c:v>
              </c:pt>
              <c:pt idx="9">
                <c:v>6.546372727272727</c:v>
              </c:pt>
              <c:pt idx="10">
                <c:v>7.273636363636364</c:v>
              </c:pt>
              <c:pt idx="11">
                <c:v>8.0009</c:v>
              </c:pt>
              <c:pt idx="12">
                <c:v>8.728163636363636</c:v>
              </c:pt>
              <c:pt idx="13">
                <c:v>9.45542727272727</c:v>
              </c:pt>
              <c:pt idx="14">
                <c:v>10.182690909090907</c:v>
              </c:pt>
              <c:pt idx="15">
                <c:v>10.909954545454545</c:v>
              </c:pt>
              <c:pt idx="16">
                <c:v>11.63721818181818</c:v>
              </c:pt>
              <c:pt idx="17">
                <c:v>12.364481818181817</c:v>
              </c:pt>
              <c:pt idx="18">
                <c:v>13.091745454545453</c:v>
              </c:pt>
              <c:pt idx="19">
                <c:v>13.81900909090909</c:v>
              </c:pt>
              <c:pt idx="20">
                <c:v>14.546272727272727</c:v>
              </c:pt>
              <c:pt idx="21">
                <c:v>15.273536363636362</c:v>
              </c:pt>
              <c:pt idx="22">
                <c:v>16.000799999999998</c:v>
              </c:pt>
              <c:pt idx="23">
                <c:v>16.728063636363636</c:v>
              </c:pt>
              <c:pt idx="24">
                <c:v>17.455327272727274</c:v>
              </c:pt>
              <c:pt idx="25">
                <c:v>18.18259090909091</c:v>
              </c:pt>
              <c:pt idx="26">
                <c:v>18.909854545454543</c:v>
              </c:pt>
              <c:pt idx="27">
                <c:v>19.63711818181818</c:v>
              </c:pt>
              <c:pt idx="28">
                <c:v>20.364381818181815</c:v>
              </c:pt>
              <c:pt idx="29">
                <c:v>21.091645454545457</c:v>
              </c:pt>
              <c:pt idx="30">
                <c:v>21.81890909090909</c:v>
              </c:pt>
              <c:pt idx="31">
                <c:v>22.54617272727273</c:v>
              </c:pt>
              <c:pt idx="32">
                <c:v>23.273436363636364</c:v>
              </c:pt>
              <c:pt idx="33">
                <c:v>24.0007</c:v>
              </c:pt>
              <c:pt idx="34">
                <c:v>24.727963636363636</c:v>
              </c:pt>
              <c:pt idx="35">
                <c:v>25.45522727272727</c:v>
              </c:pt>
              <c:pt idx="36">
                <c:v>26.18249090909091</c:v>
              </c:pt>
              <c:pt idx="37">
                <c:v>26.909754545454543</c:v>
              </c:pt>
              <c:pt idx="38">
                <c:v>27.63701818181818</c:v>
              </c:pt>
              <c:pt idx="39">
                <c:v>28.364281818181816</c:v>
              </c:pt>
              <c:pt idx="40">
                <c:v>29.091545454545457</c:v>
              </c:pt>
              <c:pt idx="41">
                <c:v>29.81880909090909</c:v>
              </c:pt>
              <c:pt idx="42">
                <c:v>30.546072727272726</c:v>
              </c:pt>
              <c:pt idx="43">
                <c:v>31.273336363636364</c:v>
              </c:pt>
              <c:pt idx="44">
                <c:v>32.0006</c:v>
              </c:pt>
              <c:pt idx="45">
                <c:v>32.72786363636364</c:v>
              </c:pt>
              <c:pt idx="46">
                <c:v>33.45512727272727</c:v>
              </c:pt>
              <c:pt idx="47">
                <c:v>34.182390909090905</c:v>
              </c:pt>
              <c:pt idx="48">
                <c:v>34.90965454545454</c:v>
              </c:pt>
              <c:pt idx="49">
                <c:v>35.636918181818174</c:v>
              </c:pt>
              <c:pt idx="50">
                <c:v>36.36418181818181</c:v>
              </c:pt>
              <c:pt idx="51">
                <c:v>37.09144545454545</c:v>
              </c:pt>
              <c:pt idx="52">
                <c:v>37.81870909090908</c:v>
              </c:pt>
              <c:pt idx="53">
                <c:v>38.545972727272726</c:v>
              </c:pt>
              <c:pt idx="54">
                <c:v>39.27323636363636</c:v>
              </c:pt>
              <c:pt idx="55">
                <c:v>40.000499999999995</c:v>
              </c:pt>
              <c:pt idx="56">
                <c:v>40.727763636363626</c:v>
              </c:pt>
              <c:pt idx="57">
                <c:v>41.455027272727264</c:v>
              </c:pt>
              <c:pt idx="58">
                <c:v>42.18229090909091</c:v>
              </c:pt>
              <c:pt idx="59">
                <c:v>42.90955454545454</c:v>
              </c:pt>
              <c:pt idx="60">
                <c:v>43.63681818181818</c:v>
              </c:pt>
              <c:pt idx="61">
                <c:v>44.36408181818181</c:v>
              </c:pt>
              <c:pt idx="62">
                <c:v>45.091345454545454</c:v>
              </c:pt>
              <c:pt idx="63">
                <c:v>45.818609090909085</c:v>
              </c:pt>
              <c:pt idx="64">
                <c:v>46.54587272727272</c:v>
              </c:pt>
              <c:pt idx="65">
                <c:v>47.273136363636354</c:v>
              </c:pt>
              <c:pt idx="66">
                <c:v>48.00039999999999</c:v>
              </c:pt>
              <c:pt idx="67">
                <c:v>48.72766363636364</c:v>
              </c:pt>
              <c:pt idx="68">
                <c:v>49.45492727272727</c:v>
              </c:pt>
              <c:pt idx="69">
                <c:v>50.182190909090906</c:v>
              </c:pt>
              <c:pt idx="70">
                <c:v>50.90945454545454</c:v>
              </c:pt>
              <c:pt idx="71">
                <c:v>51.63671818181818</c:v>
              </c:pt>
              <c:pt idx="72">
                <c:v>52.36398181818181</c:v>
              </c:pt>
              <c:pt idx="73">
                <c:v>53.09124545454545</c:v>
              </c:pt>
              <c:pt idx="74">
                <c:v>53.81850909090908</c:v>
              </c:pt>
              <c:pt idx="75">
                <c:v>54.54577272727272</c:v>
              </c:pt>
              <c:pt idx="76">
                <c:v>55.27303636363636</c:v>
              </c:pt>
              <c:pt idx="77">
                <c:v>56.000299999999996</c:v>
              </c:pt>
              <c:pt idx="78">
                <c:v>56.72756363636363</c:v>
              </c:pt>
              <c:pt idx="79">
                <c:v>57.454827272727265</c:v>
              </c:pt>
              <c:pt idx="80">
                <c:v>58.18209090909091</c:v>
              </c:pt>
              <c:pt idx="81">
                <c:v>58.90935454545454</c:v>
              </c:pt>
              <c:pt idx="82">
                <c:v>59.63661818181818</c:v>
              </c:pt>
              <c:pt idx="83">
                <c:v>60.36388181818181</c:v>
              </c:pt>
              <c:pt idx="84">
                <c:v>61.09114545454545</c:v>
              </c:pt>
              <c:pt idx="85">
                <c:v>61.818409090909086</c:v>
              </c:pt>
              <c:pt idx="86">
                <c:v>62.54567272727272</c:v>
              </c:pt>
              <c:pt idx="87">
                <c:v>63.272936363636354</c:v>
              </c:pt>
              <c:pt idx="88">
                <c:v>64.00019999999999</c:v>
              </c:pt>
              <c:pt idx="89">
                <c:v>64.72746363636364</c:v>
              </c:pt>
              <c:pt idx="90">
                <c:v>65.45472727272728</c:v>
              </c:pt>
              <c:pt idx="91">
                <c:v>66.18199090909091</c:v>
              </c:pt>
              <c:pt idx="92">
                <c:v>66.90925454545454</c:v>
              </c:pt>
              <c:pt idx="93">
                <c:v>67.63651818181818</c:v>
              </c:pt>
              <c:pt idx="94">
                <c:v>68.36378181818182</c:v>
              </c:pt>
              <c:pt idx="95">
                <c:v>69.09104545454545</c:v>
              </c:pt>
              <c:pt idx="96">
                <c:v>69.8183090909091</c:v>
              </c:pt>
              <c:pt idx="97">
                <c:v>70.54557272727273</c:v>
              </c:pt>
              <c:pt idx="98">
                <c:v>71.27283636363636</c:v>
              </c:pt>
              <c:pt idx="99">
                <c:v>72.0001</c:v>
              </c:pt>
              <c:pt idx="100">
                <c:v>72.72736363636363</c:v>
              </c:pt>
              <c:pt idx="101">
                <c:v>73.45462727272728</c:v>
              </c:pt>
              <c:pt idx="102">
                <c:v>74.18189090909091</c:v>
              </c:pt>
              <c:pt idx="103">
                <c:v>74.90915454545454</c:v>
              </c:pt>
              <c:pt idx="104">
                <c:v>75.63641818181817</c:v>
              </c:pt>
              <c:pt idx="105">
                <c:v>76.36368181818182</c:v>
              </c:pt>
              <c:pt idx="106">
                <c:v>77.09094545454546</c:v>
              </c:pt>
              <c:pt idx="107">
                <c:v>77.8182090909091</c:v>
              </c:pt>
              <c:pt idx="108">
                <c:v>78.54547272727272</c:v>
              </c:pt>
              <c:pt idx="109">
                <c:v>79.27273636363637</c:v>
              </c:pt>
              <c:pt idx="110">
                <c:v>80</c:v>
              </c:pt>
            </c:numLit>
          </c:xVal>
          <c:yVal>
            <c:numLit>
              <c:formatCode>0E+0</c:formatCode>
              <c:ptCount val="111"/>
              <c:pt idx="0">
                <c:v>0.0007070128404431351</c:v>
              </c:pt>
              <c:pt idx="1">
                <c:v>0.017947909940637892</c:v>
              </c:pt>
              <c:pt idx="2">
                <c:v>0.025335718288303166</c:v>
              </c:pt>
              <c:pt idx="3">
                <c:v>0.030873967185124362</c:v>
              </c:pt>
              <c:pt idx="4">
                <c:v>0.03540887346985415</c:v>
              </c:pt>
              <c:pt idx="5">
                <c:v>0.03912710363982357</c:v>
              </c:pt>
              <c:pt idx="6">
                <c:v>0.04224174761892842</c:v>
              </c:pt>
              <c:pt idx="7">
                <c:v>0.04473731115927714</c:v>
              </c:pt>
              <c:pt idx="8">
                <c:v>0.046637583946179034</c:v>
              </c:pt>
              <c:pt idx="9">
                <c:v>0.04801384625973081</c:v>
              </c:pt>
              <c:pt idx="10">
                <c:v>0.048891401864915786</c:v>
              </c:pt>
              <c:pt idx="11">
                <c:v>0.04903584574779319</c:v>
              </c:pt>
              <c:pt idx="12">
                <c:v>0.04895569089415229</c:v>
              </c:pt>
              <c:pt idx="13">
                <c:v>0.048085288152018665</c:v>
              </c:pt>
              <c:pt idx="14">
                <c:v>0.04716384090023781</c:v>
              </c:pt>
              <c:pt idx="15">
                <c:v>0.04552673644593827</c:v>
              </c:pt>
              <c:pt idx="16">
                <c:v>0.0439464575372926</c:v>
              </c:pt>
              <c:pt idx="17">
                <c:v>0.042057758213985455</c:v>
              </c:pt>
              <c:pt idx="18">
                <c:v>0.040089050838868746</c:v>
              </c:pt>
              <c:pt idx="19">
                <c:v>0.03821249789359871</c:v>
              </c:pt>
              <c:pt idx="20">
                <c:v>0.03615981745580995</c:v>
              </c:pt>
              <c:pt idx="21">
                <c:v>0.034179968385789454</c:v>
              </c:pt>
              <c:pt idx="22">
                <c:v>0.032308521476395215</c:v>
              </c:pt>
              <c:pt idx="23">
                <c:v>0.030451288608446942</c:v>
              </c:pt>
              <c:pt idx="24">
                <c:v>0.02863867145304471</c:v>
              </c:pt>
              <c:pt idx="25">
                <c:v>0.026933950583881986</c:v>
              </c:pt>
              <c:pt idx="26">
                <c:v>0.02533070345963526</c:v>
              </c:pt>
              <c:pt idx="27">
                <c:v>0.023776113750948336</c:v>
              </c:pt>
              <c:pt idx="28">
                <c:v>0.022298672264060654</c:v>
              </c:pt>
              <c:pt idx="29">
                <c:v>0.0209130386045598</c:v>
              </c:pt>
              <c:pt idx="30">
                <c:v>0.019613507858075727</c:v>
              </c:pt>
              <c:pt idx="31">
                <c:v>0.018388322647720057</c:v>
              </c:pt>
              <c:pt idx="32">
                <c:v>0.01721117390910707</c:v>
              </c:pt>
              <c:pt idx="33">
                <c:v>0.01610938164423911</c:v>
              </c:pt>
              <c:pt idx="34">
                <c:v>0.015078121825404982</c:v>
              </c:pt>
              <c:pt idx="35">
                <c:v>0.014112879240343575</c:v>
              </c:pt>
              <c:pt idx="36">
                <c:v>0.01320942772308255</c:v>
              </c:pt>
              <c:pt idx="37">
                <c:v>0.012353874849541108</c:v>
              </c:pt>
              <c:pt idx="38">
                <c:v>0.01155223281284619</c:v>
              </c:pt>
              <c:pt idx="39">
                <c:v>0.010802609269362762</c:v>
              </c:pt>
              <c:pt idx="40">
                <c:v>0.010101628742865602</c:v>
              </c:pt>
              <c:pt idx="41">
                <c:v>0.009446134791535232</c:v>
              </c:pt>
              <c:pt idx="42">
                <c:v>0.008833175794831274</c:v>
              </c:pt>
              <c:pt idx="43">
                <c:v>0.00825432302313206</c:v>
              </c:pt>
              <c:pt idx="44">
                <c:v>0.007710320143752417</c:v>
              </c:pt>
              <c:pt idx="45">
                <c:v>0.007202169887530837</c:v>
              </c:pt>
              <c:pt idx="46">
                <c:v>0.006727509379864943</c:v>
              </c:pt>
              <c:pt idx="47">
                <c:v>0.006284131471895518</c:v>
              </c:pt>
              <c:pt idx="48">
                <c:v>0.005869974477369003</c:v>
              </c:pt>
              <c:pt idx="49">
                <c:v>0.0054831125858940885</c:v>
              </c:pt>
              <c:pt idx="50">
                <c:v>0.005123453918191216</c:v>
              </c:pt>
              <c:pt idx="51">
                <c:v>0.0047906332668095734</c:v>
              </c:pt>
              <c:pt idx="52">
                <c:v>0.0044794327154141595</c:v>
              </c:pt>
              <c:pt idx="53">
                <c:v>0.004188447817731948</c:v>
              </c:pt>
              <c:pt idx="54">
                <c:v>0.00391636536061722</c:v>
              </c:pt>
              <c:pt idx="55">
                <c:v>0.0036619574375282406</c:v>
              </c:pt>
              <c:pt idx="56">
                <c:v>0.003424075906992243</c:v>
              </c:pt>
              <c:pt idx="57">
                <c:v>0.0032016472110496298</c:v>
              </c:pt>
              <c:pt idx="58">
                <c:v>0.0029936675302931867</c:v>
              </c:pt>
              <c:pt idx="59">
                <c:v>0.0028029754902652903</c:v>
              </c:pt>
              <c:pt idx="60">
                <c:v>0.0026254961038762997</c:v>
              </c:pt>
              <c:pt idx="61">
                <c:v>0.0024592543942712894</c:v>
              </c:pt>
              <c:pt idx="62">
                <c:v>0.002303538811889087</c:v>
              </c:pt>
              <c:pt idx="63">
                <c:v>0.0021576828612119734</c:v>
              </c:pt>
              <c:pt idx="64">
                <c:v>0.002021062248024345</c:v>
              </c:pt>
              <c:pt idx="65">
                <c:v>0.0018930922073018839</c:v>
              </c:pt>
              <c:pt idx="66">
                <c:v>0.0017732250002939773</c:v>
              </c:pt>
              <c:pt idx="67">
                <c:v>0.0016609475700864063</c:v>
              </c:pt>
              <c:pt idx="68">
                <c:v>0.0015557793456095965</c:v>
              </c:pt>
              <c:pt idx="69">
                <c:v>0.0014594696132379406</c:v>
              </c:pt>
              <c:pt idx="70">
                <c:v>0.001369877689423356</c:v>
              </c:pt>
              <c:pt idx="71">
                <c:v>0.0012857855120508976</c:v>
              </c:pt>
              <c:pt idx="72">
                <c:v>0.0012068554702105666</c:v>
              </c:pt>
              <c:pt idx="73">
                <c:v>0.0011327706777889968</c:v>
              </c:pt>
              <c:pt idx="74">
                <c:v>0.0010632337012439967</c:v>
              </c:pt>
              <c:pt idx="75">
                <c:v>0.0009979653654767194</c:v>
              </c:pt>
              <c:pt idx="76">
                <c:v>0.000936703633007331</c:v>
              </c:pt>
              <c:pt idx="77">
                <c:v>0.0008792025519542945</c:v>
              </c:pt>
              <c:pt idx="78">
                <c:v>0.0008252312685936758</c:v>
              </c:pt>
              <c:pt idx="79">
                <c:v>0.0007745731005340952</c:v>
              </c:pt>
              <c:pt idx="80">
                <c:v>0.0007270246667863584</c:v>
              </c:pt>
              <c:pt idx="81">
                <c:v>0.0006837071731749143</c:v>
              </c:pt>
              <c:pt idx="82">
                <c:v>0.00064301431450467</c:v>
              </c:pt>
              <c:pt idx="83">
                <c:v>0.0006047434119169794</c:v>
              </c:pt>
              <c:pt idx="84">
                <c:v>0.0005687503155177945</c:v>
              </c:pt>
              <c:pt idx="85">
                <c:v>0.0005348994549212195</c:v>
              </c:pt>
              <c:pt idx="86">
                <c:v>0.0005030633286146563</c:v>
              </c:pt>
              <c:pt idx="87">
                <c:v>0.00047312202371589766</c:v>
              </c:pt>
              <c:pt idx="88">
                <c:v>0.000444962764313297</c:v>
              </c:pt>
              <c:pt idx="89">
                <c:v>0.00041847948668781876</c:v>
              </c:pt>
              <c:pt idx="90">
                <c:v>0.0003935724398169979</c:v>
              </c:pt>
              <c:pt idx="91">
                <c:v>0.00037014780965609865</c:v>
              </c:pt>
              <c:pt idx="92">
                <c:v>0.00034811736578128737</c:v>
              </c:pt>
              <c:pt idx="93">
                <c:v>0.0003273981290638874</c:v>
              </c:pt>
              <c:pt idx="94">
                <c:v>0.00030801625715098897</c:v>
              </c:pt>
              <c:pt idx="95">
                <c:v>0.00029025537127622646</c:v>
              </c:pt>
              <c:pt idx="96">
                <c:v>0.00027351861662743915</c:v>
              </c:pt>
              <c:pt idx="97">
                <c:v>0.00025774693957546636</c:v>
              </c:pt>
              <c:pt idx="98">
                <c:v>0.00024288469165156847</c:v>
              </c:pt>
              <c:pt idx="99">
                <c:v>0.0002288794331984868</c:v>
              </c:pt>
              <c:pt idx="100">
                <c:v>0.00021568174834341147</c:v>
              </c:pt>
              <c:pt idx="101">
                <c:v>0.0002032450706400045</c:v>
              </c:pt>
              <c:pt idx="102">
                <c:v>0.00019152551876428758</c:v>
              </c:pt>
              <c:pt idx="103">
                <c:v>0.00018048174168465878</c:v>
              </c:pt>
              <c:pt idx="104">
                <c:v>0.00017007477275974192</c:v>
              </c:pt>
              <c:pt idx="105">
                <c:v>0.00016026789224927193</c:v>
              </c:pt>
              <c:pt idx="106">
                <c:v>0.00015102649775290043</c:v>
              </c:pt>
              <c:pt idx="107">
                <c:v>0.00014231798211978108</c:v>
              </c:pt>
              <c:pt idx="108">
                <c:v>0.00013411161839815188</c:v>
              </c:pt>
              <c:pt idx="109">
                <c:v>0.0001263784514189762</c:v>
              </c:pt>
              <c:pt idx="110">
                <c:v>0.00011909119563110612</c:v>
              </c:pt>
            </c:numLit>
          </c:yVal>
        </c:ser>
        <c:ser>
          <c:idx val="1"/>
          <c:order val="1"/>
          <c:tx>
            <c:v>Monte Carlo Swarm</c:v>
          </c:tx>
          <c:spPr>
            <a:ln xmlns:a="http://schemas.openxmlformats.org/drawingml/2006/main" w="22860">
              <a:solidFill>
                <a:srgbClr val="EDA24C"/>
              </a:solidFill>
              <a:prstDash val="solid"/>
            </a:ln>
          </c:spPr>
          <c:marker>
            <c:symbol val="none"/>
          </c:marker>
          <c:xVal>
            <c:numLit>
              <c:formatCode>General</c:formatCode>
              <c:ptCount val="111"/>
              <c:pt idx="0">
                <c:v>0.001</c:v>
              </c:pt>
              <c:pt idx="1">
                <c:v>0.7282636363636363</c:v>
              </c:pt>
              <c:pt idx="2">
                <c:v>1.4555272727272726</c:v>
              </c:pt>
              <c:pt idx="3">
                <c:v>2.182790909090909</c:v>
              </c:pt>
              <c:pt idx="4">
                <c:v>2.9100545454545452</c:v>
              </c:pt>
              <c:pt idx="5">
                <c:v>3.637318181818182</c:v>
              </c:pt>
              <c:pt idx="6">
                <c:v>4.364581818181819</c:v>
              </c:pt>
              <c:pt idx="7">
                <c:v>5.091845454545454</c:v>
              </c:pt>
              <c:pt idx="8">
                <c:v>5.819109090909091</c:v>
              </c:pt>
              <c:pt idx="9">
                <c:v>6.546372727272727</c:v>
              </c:pt>
              <c:pt idx="10">
                <c:v>7.273636363636364</c:v>
              </c:pt>
              <c:pt idx="11">
                <c:v>8.0009</c:v>
              </c:pt>
              <c:pt idx="12">
                <c:v>8.728163636363636</c:v>
              </c:pt>
              <c:pt idx="13">
                <c:v>9.45542727272727</c:v>
              </c:pt>
              <c:pt idx="14">
                <c:v>10.182690909090907</c:v>
              </c:pt>
              <c:pt idx="15">
                <c:v>10.909954545454545</c:v>
              </c:pt>
              <c:pt idx="16">
                <c:v>11.63721818181818</c:v>
              </c:pt>
              <c:pt idx="17">
                <c:v>12.364481818181817</c:v>
              </c:pt>
              <c:pt idx="18">
                <c:v>13.091745454545453</c:v>
              </c:pt>
              <c:pt idx="19">
                <c:v>13.81900909090909</c:v>
              </c:pt>
              <c:pt idx="20">
                <c:v>14.546272727272727</c:v>
              </c:pt>
              <c:pt idx="21">
                <c:v>15.273536363636362</c:v>
              </c:pt>
              <c:pt idx="22">
                <c:v>16.000799999999998</c:v>
              </c:pt>
              <c:pt idx="23">
                <c:v>16.728063636363636</c:v>
              </c:pt>
              <c:pt idx="24">
                <c:v>17.455327272727274</c:v>
              </c:pt>
              <c:pt idx="25">
                <c:v>18.18259090909091</c:v>
              </c:pt>
              <c:pt idx="26">
                <c:v>18.909854545454543</c:v>
              </c:pt>
              <c:pt idx="27">
                <c:v>19.63711818181818</c:v>
              </c:pt>
              <c:pt idx="28">
                <c:v>20.364381818181815</c:v>
              </c:pt>
              <c:pt idx="29">
                <c:v>21.091645454545457</c:v>
              </c:pt>
              <c:pt idx="30">
                <c:v>21.81890909090909</c:v>
              </c:pt>
              <c:pt idx="31">
                <c:v>22.54617272727273</c:v>
              </c:pt>
              <c:pt idx="32">
                <c:v>23.273436363636364</c:v>
              </c:pt>
              <c:pt idx="33">
                <c:v>24.0007</c:v>
              </c:pt>
              <c:pt idx="34">
                <c:v>24.727963636363636</c:v>
              </c:pt>
              <c:pt idx="35">
                <c:v>25.45522727272727</c:v>
              </c:pt>
              <c:pt idx="36">
                <c:v>26.18249090909091</c:v>
              </c:pt>
              <c:pt idx="37">
                <c:v>26.909754545454543</c:v>
              </c:pt>
              <c:pt idx="38">
                <c:v>27.63701818181818</c:v>
              </c:pt>
              <c:pt idx="39">
                <c:v>28.364281818181816</c:v>
              </c:pt>
              <c:pt idx="40">
                <c:v>29.091545454545457</c:v>
              </c:pt>
              <c:pt idx="41">
                <c:v>29.81880909090909</c:v>
              </c:pt>
              <c:pt idx="42">
                <c:v>30.546072727272726</c:v>
              </c:pt>
              <c:pt idx="43">
                <c:v>31.273336363636364</c:v>
              </c:pt>
              <c:pt idx="44">
                <c:v>32.0006</c:v>
              </c:pt>
              <c:pt idx="45">
                <c:v>32.72786363636364</c:v>
              </c:pt>
              <c:pt idx="46">
                <c:v>33.45512727272727</c:v>
              </c:pt>
              <c:pt idx="47">
                <c:v>34.182390909090905</c:v>
              </c:pt>
              <c:pt idx="48">
                <c:v>34.90965454545454</c:v>
              </c:pt>
              <c:pt idx="49">
                <c:v>35.636918181818174</c:v>
              </c:pt>
              <c:pt idx="50">
                <c:v>36.36418181818181</c:v>
              </c:pt>
              <c:pt idx="51">
                <c:v>37.09144545454545</c:v>
              </c:pt>
              <c:pt idx="52">
                <c:v>37.81870909090908</c:v>
              </c:pt>
              <c:pt idx="53">
                <c:v>38.545972727272726</c:v>
              </c:pt>
              <c:pt idx="54">
                <c:v>39.27323636363636</c:v>
              </c:pt>
              <c:pt idx="55">
                <c:v>40.000499999999995</c:v>
              </c:pt>
              <c:pt idx="56">
                <c:v>40.727763636363626</c:v>
              </c:pt>
              <c:pt idx="57">
                <c:v>41.455027272727264</c:v>
              </c:pt>
              <c:pt idx="58">
                <c:v>42.18229090909091</c:v>
              </c:pt>
              <c:pt idx="59">
                <c:v>42.90955454545454</c:v>
              </c:pt>
              <c:pt idx="60">
                <c:v>43.63681818181818</c:v>
              </c:pt>
              <c:pt idx="61">
                <c:v>44.36408181818181</c:v>
              </c:pt>
              <c:pt idx="62">
                <c:v>45.091345454545454</c:v>
              </c:pt>
              <c:pt idx="63">
                <c:v>45.818609090909085</c:v>
              </c:pt>
              <c:pt idx="64">
                <c:v>46.54587272727272</c:v>
              </c:pt>
              <c:pt idx="65">
                <c:v>47.273136363636354</c:v>
              </c:pt>
              <c:pt idx="66">
                <c:v>48.00039999999999</c:v>
              </c:pt>
              <c:pt idx="67">
                <c:v>48.72766363636364</c:v>
              </c:pt>
              <c:pt idx="68">
                <c:v>49.45492727272727</c:v>
              </c:pt>
              <c:pt idx="69">
                <c:v>50.182190909090906</c:v>
              </c:pt>
              <c:pt idx="70">
                <c:v>50.90945454545454</c:v>
              </c:pt>
              <c:pt idx="71">
                <c:v>51.63671818181818</c:v>
              </c:pt>
              <c:pt idx="72">
                <c:v>52.36398181818181</c:v>
              </c:pt>
              <c:pt idx="73">
                <c:v>53.09124545454545</c:v>
              </c:pt>
              <c:pt idx="74">
                <c:v>53.81850909090908</c:v>
              </c:pt>
              <c:pt idx="75">
                <c:v>54.54577272727272</c:v>
              </c:pt>
              <c:pt idx="76">
                <c:v>55.27303636363636</c:v>
              </c:pt>
              <c:pt idx="77">
                <c:v>56.000299999999996</c:v>
              </c:pt>
              <c:pt idx="78">
                <c:v>56.72756363636363</c:v>
              </c:pt>
              <c:pt idx="79">
                <c:v>57.454827272727265</c:v>
              </c:pt>
              <c:pt idx="80">
                <c:v>58.18209090909091</c:v>
              </c:pt>
              <c:pt idx="81">
                <c:v>58.90935454545454</c:v>
              </c:pt>
              <c:pt idx="82">
                <c:v>59.63661818181818</c:v>
              </c:pt>
              <c:pt idx="83">
                <c:v>60.36388181818181</c:v>
              </c:pt>
              <c:pt idx="84">
                <c:v>61.09114545454545</c:v>
              </c:pt>
              <c:pt idx="85">
                <c:v>61.818409090909086</c:v>
              </c:pt>
              <c:pt idx="86">
                <c:v>62.54567272727272</c:v>
              </c:pt>
              <c:pt idx="87">
                <c:v>63.272936363636354</c:v>
              </c:pt>
              <c:pt idx="88">
                <c:v>64.00019999999999</c:v>
              </c:pt>
              <c:pt idx="89">
                <c:v>64.72746363636364</c:v>
              </c:pt>
              <c:pt idx="90">
                <c:v>65.45472727272728</c:v>
              </c:pt>
              <c:pt idx="91">
                <c:v>66.18199090909091</c:v>
              </c:pt>
              <c:pt idx="92">
                <c:v>66.90925454545454</c:v>
              </c:pt>
              <c:pt idx="93">
                <c:v>67.63651818181818</c:v>
              </c:pt>
              <c:pt idx="94">
                <c:v>68.36378181818182</c:v>
              </c:pt>
              <c:pt idx="95">
                <c:v>69.09104545454545</c:v>
              </c:pt>
              <c:pt idx="96">
                <c:v>69.8183090909091</c:v>
              </c:pt>
              <c:pt idx="97">
                <c:v>70.54557272727273</c:v>
              </c:pt>
              <c:pt idx="98">
                <c:v>71.27283636363636</c:v>
              </c:pt>
              <c:pt idx="99">
                <c:v>72.0001</c:v>
              </c:pt>
              <c:pt idx="100">
                <c:v>72.72736363636363</c:v>
              </c:pt>
              <c:pt idx="101">
                <c:v>73.45462727272728</c:v>
              </c:pt>
              <c:pt idx="102">
                <c:v>74.18189090909091</c:v>
              </c:pt>
              <c:pt idx="103">
                <c:v>74.90915454545454</c:v>
              </c:pt>
              <c:pt idx="104">
                <c:v>75.63641818181817</c:v>
              </c:pt>
              <c:pt idx="105">
                <c:v>76.36368181818182</c:v>
              </c:pt>
              <c:pt idx="106">
                <c:v>77.09094545454546</c:v>
              </c:pt>
              <c:pt idx="107">
                <c:v>77.8182090909091</c:v>
              </c:pt>
              <c:pt idx="108">
                <c:v>78.54547272727272</c:v>
              </c:pt>
              <c:pt idx="109">
                <c:v>79.27273636363637</c:v>
              </c:pt>
              <c:pt idx="110">
                <c:v>80</c:v>
              </c:pt>
            </c:numLit>
          </c:xVal>
          <c:yVal>
            <c:numLit>
              <c:formatCode>0E+0</c:formatCode>
              <c:ptCount val="111"/>
              <c:pt idx="0">
                <c:v>0.0006481711253094667</c:v>
              </c:pt>
              <c:pt idx="1">
                <c:v>0.018102600774294996</c:v>
              </c:pt>
              <c:pt idx="2">
                <c:v>0.026195802086940875</c:v>
              </c:pt>
              <c:pt idx="3">
                <c:v>0.03226125418543672</c:v>
              </c:pt>
              <c:pt idx="4">
                <c:v>0.03715353294983269</c:v>
              </c:pt>
              <c:pt idx="5">
                <c:v>0.040887844785052585</c:v>
              </c:pt>
              <c:pt idx="6">
                <c:v>0.04395309896957828</c:v>
              </c:pt>
              <c:pt idx="7">
                <c:v>0.04630981709705151</c:v>
              </c:pt>
              <c:pt idx="8">
                <c:v>0.04801907409661966</c:v>
              </c:pt>
              <c:pt idx="9">
                <c:v>0.049173311362324536</c:v>
              </c:pt>
              <c:pt idx="10">
                <c:v>0.04980175445332548</c:v>
              </c:pt>
              <c:pt idx="11">
                <c:v>0.04978118659659176</c:v>
              </c:pt>
              <c:pt idx="12">
                <c:v>0.04955161553178087</c:v>
              </c:pt>
              <c:pt idx="13">
                <c:v>0.04855170826856796</c:v>
              </c:pt>
              <c:pt idx="14">
                <c:v>0.047511422463733154</c:v>
              </c:pt>
              <c:pt idx="15">
                <c:v>0.04582684270779781</c:v>
              </c:pt>
              <c:pt idx="16">
                <c:v>0.04420199193506171</c:v>
              </c:pt>
              <c:pt idx="17">
                <c:v>0.04221536946389948</c:v>
              </c:pt>
              <c:pt idx="18">
                <c:v>0.040132517406994674</c:v>
              </c:pt>
              <c:pt idx="19">
                <c:v>0.03815243059284496</c:v>
              </c:pt>
              <c:pt idx="20">
                <c:v>0.03595448933064902</c:v>
              </c:pt>
              <c:pt idx="21">
                <c:v>0.033838643623244014</c:v>
              </c:pt>
              <c:pt idx="22">
                <c:v>0.03184731096388632</c:v>
              </c:pt>
              <c:pt idx="23">
                <c:v>0.029875971906723982</c:v>
              </c:pt>
              <c:pt idx="24">
                <c:v>0.02795855893071392</c:v>
              </c:pt>
              <c:pt idx="25">
                <c:v>0.02616420379302457</c:v>
              </c:pt>
              <c:pt idx="26">
                <c:v>0.02448500875239642</c:v>
              </c:pt>
              <c:pt idx="27">
                <c:v>0.022881038081078057</c:v>
              </c:pt>
              <c:pt idx="28">
                <c:v>0.021369487550491152</c:v>
              </c:pt>
              <c:pt idx="29">
                <c:v>0.019957791973968003</c:v>
              </c:pt>
              <c:pt idx="30">
                <c:v>0.018639354806008313</c:v>
              </c:pt>
              <c:pt idx="31">
                <c:v>0.017408092031556</c:v>
              </c:pt>
              <c:pt idx="32">
                <c:v>0.016258503394190167</c:v>
              </c:pt>
              <c:pt idx="33">
                <c:v>0.015184830832679465</c:v>
              </c:pt>
              <c:pt idx="34">
                <c:v>0.014182061031490036</c:v>
              </c:pt>
              <c:pt idx="35">
                <c:v>0.013245511742419419</c:v>
              </c:pt>
              <c:pt idx="36">
                <c:v>0.012370809921704144</c:v>
              </c:pt>
              <c:pt idx="37">
                <c:v>0.011565385008931497</c:v>
              </c:pt>
              <c:pt idx="38">
                <c:v>0.010814140250117196</c:v>
              </c:pt>
              <c:pt idx="39">
                <c:v>0.01011169358036004</c:v>
              </c:pt>
              <c:pt idx="40">
                <c:v>0.009454875255754738</c:v>
              </c:pt>
              <c:pt idx="41">
                <c:v>0.008840721427270565</c:v>
              </c:pt>
              <c:pt idx="42">
                <c:v>0.008266460766579612</c:v>
              </c:pt>
              <c:pt idx="43">
                <c:v>0.007734625153596821</c:v>
              </c:pt>
              <c:pt idx="44">
                <c:v>0.007239799172674131</c:v>
              </c:pt>
              <c:pt idx="45">
                <c:v>0.006776629897349151</c:v>
              </c:pt>
              <c:pt idx="46">
                <c:v>0.0063430920762245595</c:v>
              </c:pt>
              <c:pt idx="47">
                <c:v>0.005937290024234857</c:v>
              </c:pt>
              <c:pt idx="48">
                <c:v>0.005557449333584407</c:v>
              </c:pt>
              <c:pt idx="49">
                <c:v>0.005201909114981804</c:v>
              </c:pt>
              <c:pt idx="50">
                <c:v>0.0048740991674994264</c:v>
              </c:pt>
              <c:pt idx="51">
                <c:v>0.004576463015255807</c:v>
              </c:pt>
              <c:pt idx="52">
                <c:v>0.004297001971084077</c:v>
              </c:pt>
              <c:pt idx="53">
                <c:v>0.004034606174670096</c:v>
              </c:pt>
              <c:pt idx="54">
                <c:v>0.0037882335391573826</c:v>
              </c:pt>
              <c:pt idx="55">
                <c:v>0.0035569056125707996</c:v>
              </c:pt>
              <c:pt idx="56">
                <c:v>0.0033397036919618605</c:v>
              </c:pt>
              <c:pt idx="57">
                <c:v>0.0031357651748431573</c:v>
              </c:pt>
              <c:pt idx="58">
                <c:v>0.0029442801334219146</c:v>
              </c:pt>
              <c:pt idx="59">
                <c:v>0.0027732154650986916</c:v>
              </c:pt>
              <c:pt idx="60">
                <c:v>0.0026145700937510144</c:v>
              </c:pt>
              <c:pt idx="61">
                <c:v>0.002465000235707946</c:v>
              </c:pt>
              <c:pt idx="62">
                <c:v>0.0023239867145129424</c:v>
              </c:pt>
              <c:pt idx="63">
                <c:v>0.0021910400538690147</c:v>
              </c:pt>
              <c:pt idx="64">
                <c:v>0.0020656987786027187</c:v>
              </c:pt>
              <c:pt idx="65">
                <c:v>0.0019475278128237546</c:v>
              </c:pt>
              <c:pt idx="66">
                <c:v>0.001836116969719878</c:v>
              </c:pt>
              <c:pt idx="67">
                <c:v>0.0017310795277450564</c:v>
              </c:pt>
              <c:pt idx="68">
                <c:v>0.0016320508882586172</c:v>
              </c:pt>
              <c:pt idx="69">
                <c:v>0.0015423736233589414</c:v>
              </c:pt>
              <c:pt idx="70">
                <c:v>0.0014589008244164895</c:v>
              </c:pt>
              <c:pt idx="71">
                <c:v>0.0013799455483736517</c:v>
              </c:pt>
              <c:pt idx="72">
                <c:v>0.0013052633082429692</c:v>
              </c:pt>
              <c:pt idx="73">
                <c:v>0.0012346228485995724</c:v>
              </c:pt>
              <c:pt idx="74">
                <c:v>0.0011678054294929933</c:v>
              </c:pt>
              <c:pt idx="75">
                <c:v>0.0011046041491134153</c:v>
              </c:pt>
              <c:pt idx="76">
                <c:v>0.0010448233031150626</c:v>
              </c:pt>
              <c:pt idx="77">
                <c:v>0.0009882777786127835</c:v>
              </c:pt>
              <c:pt idx="78">
                <c:v>0.0009347924809753771</c:v>
              </c:pt>
              <c:pt idx="79">
                <c:v>0.0008842017916406864</c:v>
              </c:pt>
              <c:pt idx="80">
                <c:v>0.0008363490552735761</c:v>
              </c:pt>
              <c:pt idx="81">
                <c:v>0.0007934992590218276</c:v>
              </c:pt>
              <c:pt idx="82">
                <c:v>0.0007529259710832943</c:v>
              </c:pt>
              <c:pt idx="83">
                <c:v>0.0007144272807898458</c:v>
              </c:pt>
              <c:pt idx="84">
                <c:v>0.0006778971095955305</c:v>
              </c:pt>
              <c:pt idx="85">
                <c:v>0.000643234802973814</c:v>
              </c:pt>
              <c:pt idx="86">
                <c:v>0.0006103448530760481</c:v>
              </c:pt>
              <c:pt idx="87">
                <c:v>0.0005791366355709892</c:v>
              </c:pt>
              <c:pt idx="88">
                <c:v>0.0005495241599402732</c:v>
              </c:pt>
              <c:pt idx="89">
                <c:v>0.0005214258325418043</c:v>
              </c:pt>
              <c:pt idx="90">
                <c:v>0.0004947642317882157</c:v>
              </c:pt>
              <c:pt idx="91">
                <c:v>0.0004694658948209239</c:v>
              </c:pt>
              <c:pt idx="92">
                <c:v>0.0004454611150919914</c:v>
              </c:pt>
              <c:pt idx="93">
                <c:v>0.0004226837502960524</c:v>
              </c:pt>
              <c:pt idx="94">
                <c:v>0.00040128887178151365</c:v>
              </c:pt>
              <c:pt idx="95">
                <c:v>0.00038197661599061715</c:v>
              </c:pt>
              <c:pt idx="96">
                <c:v>0.0003635937735225396</c:v>
              </c:pt>
              <c:pt idx="97">
                <c:v>0.00034609561583112046</c:v>
              </c:pt>
              <c:pt idx="98">
                <c:v>0.0003294395669569875</c:v>
              </c:pt>
              <c:pt idx="99">
                <c:v>0.00031358509993309344</c:v>
              </c:pt>
              <c:pt idx="100">
                <c:v>0.00029849363817579074</c:v>
              </c:pt>
              <c:pt idx="101">
                <c:v>0.00028412846162151817</c:v>
              </c:pt>
              <c:pt idx="102">
                <c:v>0.0002704546173807131</c:v>
              </c:pt>
              <c:pt idx="103">
                <c:v>0.0002574388346915556</c:v>
              </c:pt>
              <c:pt idx="104">
                <c:v>0.00024504944396661033</c:v>
              </c:pt>
              <c:pt idx="105">
                <c:v>0.00023325629973539684</c:v>
              </c:pt>
              <c:pt idx="106">
                <c:v>0.0002220307072953933</c:v>
              </c:pt>
              <c:pt idx="107">
                <c:v>0.00021134535289299913</c:v>
              </c:pt>
              <c:pt idx="108">
                <c:v>0.00020117423726458185</c:v>
              </c:pt>
              <c:pt idx="109">
                <c:v>0.00019149261237589677</c:v>
              </c:pt>
              <c:pt idx="110">
                <c:v>0.00018227692120596116</c:v>
              </c:pt>
            </c:numLit>
          </c:yVal>
        </c:ser>
        <c:ser>
          <c:idx val="2"/>
          <c:order val="2"/>
          <c:tx>
            <c:v>Propagator Swarm</c:v>
          </c:tx>
          <c:spPr>
            <a:ln xmlns:a="http://schemas.openxmlformats.org/drawingml/2006/main" w="22860">
              <a:solidFill>
                <a:srgbClr val="5DAA18"/>
              </a:solidFill>
              <a:prstDash val="solid"/>
            </a:ln>
          </c:spPr>
          <c:marker>
            <c:symbol val="none"/>
          </c:marker>
          <c:xVal>
            <c:numLit>
              <c:formatCode>General</c:formatCode>
              <c:ptCount val="111"/>
              <c:pt idx="0">
                <c:v>0.001</c:v>
              </c:pt>
              <c:pt idx="1">
                <c:v>0.7282636363636363</c:v>
              </c:pt>
              <c:pt idx="2">
                <c:v>1.4555272727272726</c:v>
              </c:pt>
              <c:pt idx="3">
                <c:v>2.182790909090909</c:v>
              </c:pt>
              <c:pt idx="4">
                <c:v>2.9100545454545452</c:v>
              </c:pt>
              <c:pt idx="5">
                <c:v>3.637318181818182</c:v>
              </c:pt>
              <c:pt idx="6">
                <c:v>4.364581818181819</c:v>
              </c:pt>
              <c:pt idx="7">
                <c:v>5.091845454545454</c:v>
              </c:pt>
              <c:pt idx="8">
                <c:v>5.819109090909091</c:v>
              </c:pt>
              <c:pt idx="9">
                <c:v>6.546372727272727</c:v>
              </c:pt>
              <c:pt idx="10">
                <c:v>7.273636363636364</c:v>
              </c:pt>
              <c:pt idx="11">
                <c:v>8.0009</c:v>
              </c:pt>
              <c:pt idx="12">
                <c:v>8.728163636363636</c:v>
              </c:pt>
              <c:pt idx="13">
                <c:v>9.45542727272727</c:v>
              </c:pt>
              <c:pt idx="14">
                <c:v>10.182690909090907</c:v>
              </c:pt>
              <c:pt idx="15">
                <c:v>10.909954545454545</c:v>
              </c:pt>
              <c:pt idx="16">
                <c:v>11.63721818181818</c:v>
              </c:pt>
              <c:pt idx="17">
                <c:v>12.364481818181817</c:v>
              </c:pt>
              <c:pt idx="18">
                <c:v>13.091745454545453</c:v>
              </c:pt>
              <c:pt idx="19">
                <c:v>13.81900909090909</c:v>
              </c:pt>
              <c:pt idx="20">
                <c:v>14.546272727272727</c:v>
              </c:pt>
              <c:pt idx="21">
                <c:v>15.273536363636362</c:v>
              </c:pt>
              <c:pt idx="22">
                <c:v>16.000799999999998</c:v>
              </c:pt>
              <c:pt idx="23">
                <c:v>16.728063636363636</c:v>
              </c:pt>
              <c:pt idx="24">
                <c:v>17.455327272727274</c:v>
              </c:pt>
              <c:pt idx="25">
                <c:v>18.18259090909091</c:v>
              </c:pt>
              <c:pt idx="26">
                <c:v>18.909854545454543</c:v>
              </c:pt>
              <c:pt idx="27">
                <c:v>19.63711818181818</c:v>
              </c:pt>
              <c:pt idx="28">
                <c:v>20.364381818181815</c:v>
              </c:pt>
              <c:pt idx="29">
                <c:v>21.091645454545457</c:v>
              </c:pt>
              <c:pt idx="30">
                <c:v>21.81890909090909</c:v>
              </c:pt>
              <c:pt idx="31">
                <c:v>22.54617272727273</c:v>
              </c:pt>
              <c:pt idx="32">
                <c:v>23.273436363636364</c:v>
              </c:pt>
              <c:pt idx="33">
                <c:v>24.0007</c:v>
              </c:pt>
              <c:pt idx="34">
                <c:v>24.727963636363636</c:v>
              </c:pt>
              <c:pt idx="35">
                <c:v>25.45522727272727</c:v>
              </c:pt>
              <c:pt idx="36">
                <c:v>26.18249090909091</c:v>
              </c:pt>
              <c:pt idx="37">
                <c:v>26.909754545454543</c:v>
              </c:pt>
              <c:pt idx="38">
                <c:v>27.63701818181818</c:v>
              </c:pt>
              <c:pt idx="39">
                <c:v>28.364281818181816</c:v>
              </c:pt>
              <c:pt idx="40">
                <c:v>29.091545454545457</c:v>
              </c:pt>
              <c:pt idx="41">
                <c:v>29.81880909090909</c:v>
              </c:pt>
              <c:pt idx="42">
                <c:v>30.546072727272726</c:v>
              </c:pt>
              <c:pt idx="43">
                <c:v>31.273336363636364</c:v>
              </c:pt>
              <c:pt idx="44">
                <c:v>32.0006</c:v>
              </c:pt>
              <c:pt idx="45">
                <c:v>32.72786363636364</c:v>
              </c:pt>
              <c:pt idx="46">
                <c:v>33.45512727272727</c:v>
              </c:pt>
              <c:pt idx="47">
                <c:v>34.182390909090905</c:v>
              </c:pt>
              <c:pt idx="48">
                <c:v>34.90965454545454</c:v>
              </c:pt>
              <c:pt idx="49">
                <c:v>35.636918181818174</c:v>
              </c:pt>
              <c:pt idx="50">
                <c:v>36.36418181818181</c:v>
              </c:pt>
              <c:pt idx="51">
                <c:v>37.09144545454545</c:v>
              </c:pt>
              <c:pt idx="52">
                <c:v>37.81870909090908</c:v>
              </c:pt>
              <c:pt idx="53">
                <c:v>38.545972727272726</c:v>
              </c:pt>
              <c:pt idx="54">
                <c:v>39.27323636363636</c:v>
              </c:pt>
              <c:pt idx="55">
                <c:v>40.000499999999995</c:v>
              </c:pt>
              <c:pt idx="56">
                <c:v>40.727763636363626</c:v>
              </c:pt>
              <c:pt idx="57">
                <c:v>41.455027272727264</c:v>
              </c:pt>
              <c:pt idx="58">
                <c:v>42.18229090909091</c:v>
              </c:pt>
              <c:pt idx="59">
                <c:v>42.90955454545454</c:v>
              </c:pt>
              <c:pt idx="60">
                <c:v>43.63681818181818</c:v>
              </c:pt>
              <c:pt idx="61">
                <c:v>44.36408181818181</c:v>
              </c:pt>
              <c:pt idx="62">
                <c:v>45.091345454545454</c:v>
              </c:pt>
              <c:pt idx="63">
                <c:v>45.818609090909085</c:v>
              </c:pt>
              <c:pt idx="64">
                <c:v>46.54587272727272</c:v>
              </c:pt>
              <c:pt idx="65">
                <c:v>47.273136363636354</c:v>
              </c:pt>
              <c:pt idx="66">
                <c:v>48.00039999999999</c:v>
              </c:pt>
              <c:pt idx="67">
                <c:v>48.72766363636364</c:v>
              </c:pt>
              <c:pt idx="68">
                <c:v>49.45492727272727</c:v>
              </c:pt>
              <c:pt idx="69">
                <c:v>50.182190909090906</c:v>
              </c:pt>
              <c:pt idx="70">
                <c:v>50.90945454545454</c:v>
              </c:pt>
              <c:pt idx="71">
                <c:v>51.63671818181818</c:v>
              </c:pt>
              <c:pt idx="72">
                <c:v>52.36398181818181</c:v>
              </c:pt>
              <c:pt idx="73">
                <c:v>53.09124545454545</c:v>
              </c:pt>
              <c:pt idx="74">
                <c:v>53.81850909090908</c:v>
              </c:pt>
              <c:pt idx="75">
                <c:v>54.54577272727272</c:v>
              </c:pt>
              <c:pt idx="76">
                <c:v>55.27303636363636</c:v>
              </c:pt>
              <c:pt idx="77">
                <c:v>56.000299999999996</c:v>
              </c:pt>
              <c:pt idx="78">
                <c:v>56.72756363636363</c:v>
              </c:pt>
              <c:pt idx="79">
                <c:v>57.454827272727265</c:v>
              </c:pt>
              <c:pt idx="80">
                <c:v>58.18209090909091</c:v>
              </c:pt>
              <c:pt idx="81">
                <c:v>58.90935454545454</c:v>
              </c:pt>
              <c:pt idx="82">
                <c:v>59.63661818181818</c:v>
              </c:pt>
              <c:pt idx="83">
                <c:v>60.36388181818181</c:v>
              </c:pt>
              <c:pt idx="84">
                <c:v>61.09114545454545</c:v>
              </c:pt>
              <c:pt idx="85">
                <c:v>61.818409090909086</c:v>
              </c:pt>
              <c:pt idx="86">
                <c:v>62.54567272727272</c:v>
              </c:pt>
              <c:pt idx="87">
                <c:v>63.272936363636354</c:v>
              </c:pt>
              <c:pt idx="88">
                <c:v>64.00019999999999</c:v>
              </c:pt>
              <c:pt idx="89">
                <c:v>64.72746363636364</c:v>
              </c:pt>
              <c:pt idx="90">
                <c:v>65.45472727272728</c:v>
              </c:pt>
              <c:pt idx="91">
                <c:v>66.18199090909091</c:v>
              </c:pt>
              <c:pt idx="92">
                <c:v>66.90925454545454</c:v>
              </c:pt>
              <c:pt idx="93">
                <c:v>67.63651818181818</c:v>
              </c:pt>
              <c:pt idx="94">
                <c:v>68.36378181818182</c:v>
              </c:pt>
              <c:pt idx="95">
                <c:v>69.09104545454545</c:v>
              </c:pt>
              <c:pt idx="96">
                <c:v>69.8183090909091</c:v>
              </c:pt>
              <c:pt idx="97">
                <c:v>70.54557272727273</c:v>
              </c:pt>
              <c:pt idx="98">
                <c:v>71.27283636363636</c:v>
              </c:pt>
              <c:pt idx="99">
                <c:v>72.0001</c:v>
              </c:pt>
              <c:pt idx="100">
                <c:v>72.72736363636363</c:v>
              </c:pt>
              <c:pt idx="101">
                <c:v>73.45462727272728</c:v>
              </c:pt>
              <c:pt idx="102">
                <c:v>74.18189090909091</c:v>
              </c:pt>
              <c:pt idx="103">
                <c:v>74.90915454545454</c:v>
              </c:pt>
              <c:pt idx="104">
                <c:v>75.63641818181817</c:v>
              </c:pt>
              <c:pt idx="105">
                <c:v>76.36368181818182</c:v>
              </c:pt>
              <c:pt idx="106">
                <c:v>77.09094545454546</c:v>
              </c:pt>
              <c:pt idx="107">
                <c:v>77.8182090909091</c:v>
              </c:pt>
              <c:pt idx="108">
                <c:v>78.54547272727272</c:v>
              </c:pt>
              <c:pt idx="109">
                <c:v>79.27273636363637</c:v>
              </c:pt>
              <c:pt idx="110">
                <c:v>80</c:v>
              </c:pt>
            </c:numLit>
          </c:xVal>
          <c:yVal>
            <c:numLit>
              <c:formatCode>0E+0</c:formatCode>
              <c:ptCount val="111"/>
              <c:pt idx="0">
                <c:v>0.0006405754020579931</c:v>
              </c:pt>
              <c:pt idx="1">
                <c:v>0.018289757065000016</c:v>
              </c:pt>
              <c:pt idx="2">
                <c:v>0.026401434203915587</c:v>
              </c:pt>
              <c:pt idx="3">
                <c:v>0.03251069066657422</c:v>
              </c:pt>
              <c:pt idx="4">
                <c:v>0.03739850570216339</c:v>
              </c:pt>
              <c:pt idx="5">
                <c:v>0.0412196485529668</c:v>
              </c:pt>
              <c:pt idx="6">
                <c:v>0.044273041810916174</c:v>
              </c:pt>
              <c:pt idx="7">
                <c:v>0.04659816265679509</c:v>
              </c:pt>
              <c:pt idx="8">
                <c:v>0.048268151970169156</c:v>
              </c:pt>
              <c:pt idx="9">
                <c:v>0.04939278490706444</c:v>
              </c:pt>
              <c:pt idx="10">
                <c:v>0.05002063721418507</c:v>
              </c:pt>
              <c:pt idx="11">
                <c:v>0.04995075109925436</c:v>
              </c:pt>
              <c:pt idx="12">
                <c:v>0.04967038755116483</c:v>
              </c:pt>
              <c:pt idx="13">
                <c:v>0.04865638949287559</c:v>
              </c:pt>
              <c:pt idx="14">
                <c:v>0.047598601705821315</c:v>
              </c:pt>
              <c:pt idx="15">
                <c:v>0.0458544971319223</c:v>
              </c:pt>
              <c:pt idx="16">
                <c:v>0.0441742999136111</c:v>
              </c:pt>
              <c:pt idx="17">
                <c:v>0.042178288755585644</c:v>
              </c:pt>
              <c:pt idx="18">
                <c:v>0.04010545313227815</c:v>
              </c:pt>
              <c:pt idx="19">
                <c:v>0.03813448621080802</c:v>
              </c:pt>
              <c:pt idx="20">
                <c:v>0.0359353820307219</c:v>
              </c:pt>
              <c:pt idx="21">
                <c:v>0.03381724337266991</c:v>
              </c:pt>
              <c:pt idx="22">
                <c:v>0.03182395412823757</c:v>
              </c:pt>
              <c:pt idx="23">
                <c:v>0.029841816667366187</c:v>
              </c:pt>
              <c:pt idx="24">
                <c:v>0.02790867836881578</c:v>
              </c:pt>
              <c:pt idx="25">
                <c:v>0.02610076782442584</c:v>
              </c:pt>
              <c:pt idx="26">
                <c:v>0.024409972841486785</c:v>
              </c:pt>
              <c:pt idx="27">
                <c:v>0.022804083169123503</c:v>
              </c:pt>
              <c:pt idx="28">
                <c:v>0.021294269268072468</c:v>
              </c:pt>
              <c:pt idx="29">
                <c:v>0.019884417202755</c:v>
              </c:pt>
              <c:pt idx="30">
                <c:v>0.018567908694854668</c:v>
              </c:pt>
              <c:pt idx="31">
                <c:v>0.01733808678297635</c:v>
              </c:pt>
              <c:pt idx="32">
                <c:v>0.01618760616931783</c:v>
              </c:pt>
              <c:pt idx="33">
                <c:v>0.01511346648410037</c:v>
              </c:pt>
              <c:pt idx="34">
                <c:v>0.014110602072773981</c:v>
              </c:pt>
              <c:pt idx="35">
                <c:v>0.013174283415762997</c:v>
              </c:pt>
              <c:pt idx="36">
                <c:v>0.01230009482399979</c:v>
              </c:pt>
              <c:pt idx="37">
                <c:v>0.011494153865987483</c:v>
              </c:pt>
              <c:pt idx="38">
                <c:v>0.010742568751672735</c:v>
              </c:pt>
              <c:pt idx="39">
                <c:v>0.01004012863668944</c:v>
              </c:pt>
              <c:pt idx="40">
                <c:v>0.009383620004812623</c:v>
              </c:pt>
              <c:pt idx="41">
                <c:v>0.008770039466720761</c:v>
              </c:pt>
              <c:pt idx="42">
                <c:v>0.0081965800201194</c:v>
              </c:pt>
              <c:pt idx="43">
                <c:v>0.007666860603003205</c:v>
              </c:pt>
              <c:pt idx="44">
                <c:v>0.007174778002035522</c:v>
              </c:pt>
              <c:pt idx="45">
                <c:v>0.006714278769895526</c:v>
              </c:pt>
              <c:pt idx="46">
                <c:v>0.006283335789216045</c:v>
              </c:pt>
              <c:pt idx="47">
                <c:v>0.005880052049232613</c:v>
              </c:pt>
              <c:pt idx="48">
                <c:v>0.005502652295143126</c:v>
              </c:pt>
              <c:pt idx="49">
                <c:v>0.005149475213437203</c:v>
              </c:pt>
              <c:pt idx="50">
                <c:v>0.004823981238625504</c:v>
              </c:pt>
              <c:pt idx="51">
                <c:v>0.004528634453982358</c:v>
              </c:pt>
              <c:pt idx="52">
                <c:v>0.004251370186431235</c:v>
              </c:pt>
              <c:pt idx="53">
                <c:v>0.003991081339361013</c:v>
              </c:pt>
              <c:pt idx="54">
                <c:v>0.003746728597813992</c:v>
              </c:pt>
              <c:pt idx="55">
                <c:v>0.003517336278574748</c:v>
              </c:pt>
              <c:pt idx="56">
                <c:v>0.0033019884343360923</c:v>
              </c:pt>
              <c:pt idx="57">
                <c:v>0.0030998251963862055</c:v>
              </c:pt>
              <c:pt idx="58">
                <c:v>0.0029100393412137366</c:v>
              </c:pt>
              <c:pt idx="59">
                <c:v>0.0027399055888568916</c:v>
              </c:pt>
              <c:pt idx="60">
                <c:v>0.0025820002533432965</c:v>
              </c:pt>
              <c:pt idx="61">
                <c:v>0.0024331952660625266</c:v>
              </c:pt>
              <c:pt idx="62">
                <c:v>0.0022929661587457336</c:v>
              </c:pt>
              <c:pt idx="63">
                <c:v>0.0021608186891064153</c:v>
              </c:pt>
              <c:pt idx="64">
                <c:v>0.0020362870988665676</c:v>
              </c:pt>
              <c:pt idx="65">
                <c:v>0.0019189324721756989</c:v>
              </c:pt>
              <c:pt idx="66">
                <c:v>0.0018083411886368912</c:v>
              </c:pt>
              <c:pt idx="67">
                <c:v>0.0017041234654875698</c:v>
              </c:pt>
              <c:pt idx="68">
                <c:v>0.0016059119837968188</c:v>
              </c:pt>
              <c:pt idx="69">
                <c:v>0.0015171619399247172</c:v>
              </c:pt>
              <c:pt idx="70">
                <c:v>0.001434633054867525</c:v>
              </c:pt>
              <c:pt idx="71">
                <c:v>0.0013565934841607307</c:v>
              </c:pt>
              <c:pt idx="72">
                <c:v>0.0012827990230834944</c:v>
              </c:pt>
              <c:pt idx="73">
                <c:v>0.001213018750891332</c:v>
              </c:pt>
              <c:pt idx="74">
                <c:v>0.0011470343082091638</c:v>
              </c:pt>
              <c:pt idx="75">
                <c:v>0.0010846392137319396</c:v>
              </c:pt>
              <c:pt idx="76">
                <c:v>0.0010256382180946185</c:v>
              </c:pt>
              <c:pt idx="77">
                <c:v>0.0009698466928896069</c:v>
              </c:pt>
              <c:pt idx="78">
                <c:v>0.0009170900529197449</c:v>
              </c:pt>
              <c:pt idx="79">
                <c:v>0.0008672032098789397</c:v>
              </c:pt>
              <c:pt idx="80">
                <c:v>0.0008200300557508571</c:v>
              </c:pt>
              <c:pt idx="81">
                <c:v>0.0007778004380867465</c:v>
              </c:pt>
              <c:pt idx="82">
                <c:v>0.0007378254516491563</c:v>
              </c:pt>
              <c:pt idx="83">
                <c:v>0.000699904976192065</c:v>
              </c:pt>
              <c:pt idx="84">
                <c:v>0.0006639334203008103</c:v>
              </c:pt>
              <c:pt idx="85">
                <c:v>0.0006298106194223828</c:v>
              </c:pt>
              <c:pt idx="86">
                <c:v>0.0005974415569523355</c:v>
              </c:pt>
              <c:pt idx="87">
                <c:v>0.0005667360996564136</c:v>
              </c:pt>
              <c:pt idx="88">
                <c:v>0.0005376087466901618</c:v>
              </c:pt>
              <c:pt idx="89">
                <c:v>0.0005099783915176534</c:v>
              </c:pt>
              <c:pt idx="90">
                <c:v>0.00048376809606638156</c:v>
              </c:pt>
              <c:pt idx="91">
                <c:v>0.00045890487648943956</c:v>
              </c:pt>
              <c:pt idx="92">
                <c:v>0.0004353194999384391</c:v>
              </c:pt>
              <c:pt idx="93">
                <c:v>0.00041294629178126286</c:v>
              </c:pt>
              <c:pt idx="94">
                <c:v>0.0003919527663517054</c:v>
              </c:pt>
              <c:pt idx="95">
                <c:v>0.000373081077201005</c:v>
              </c:pt>
              <c:pt idx="96">
                <c:v>0.0003551180196048555</c:v>
              </c:pt>
              <c:pt idx="97">
                <c:v>0.000338019844893208</c:v>
              </c:pt>
              <c:pt idx="98">
                <c:v>0.00032174491080110213</c:v>
              </c:pt>
              <c:pt idx="99">
                <c:v>0.0003062535800497589</c:v>
              </c:pt>
              <c:pt idx="100">
                <c:v>0.00029150812381077424</c:v>
              </c:pt>
              <c:pt idx="101">
                <c:v>0.0002774726298183053</c:v>
              </c:pt>
              <c:pt idx="102">
                <c:v>0.000264112914905464</c:v>
              </c:pt>
              <c:pt idx="103">
                <c:v>0.00025139644175188803</c:v>
              </c:pt>
              <c:pt idx="104">
                <c:v>0.00023929223963974736</c:v>
              </c:pt>
              <c:pt idx="105">
                <c:v>0.0002277708290251733</c:v>
              </c:pt>
              <c:pt idx="106">
                <c:v>0.00021680414974141634</c:v>
              </c:pt>
              <c:pt idx="107">
                <c:v>0.00020636549265886753</c:v>
              </c:pt>
              <c:pt idx="108">
                <c:v>0.00019642943463550193</c:v>
              </c:pt>
              <c:pt idx="109">
                <c:v>0.0001869717765993222</c:v>
              </c:pt>
              <c:pt idx="110">
                <c:v>0.0001779694846120005</c:v>
              </c:pt>
            </c:numLit>
          </c:yVal>
        </c:ser>
        <c:ser>
          <c:idx val="3"/>
          <c:order val="3"/>
          <c:tx>
            <c:v>COMSOL Maxwellian</c:v>
          </c:tx>
          <c:spPr>
            <a:ln xmlns:a="http://schemas.openxmlformats.org/drawingml/2006/main" w="19050">
              <a:solidFill>
                <a:srgbClr val="59636F"/>
              </a:solidFill>
              <a:prstDash val="dash"/>
            </a:ln>
          </c:spPr>
          <c:marker>
            <c:symbol val="none"/>
          </c:marker>
          <c:xVal>
            <c:numLit>
              <c:formatCode>General</c:formatCode>
              <c:ptCount val="111"/>
              <c:pt idx="0">
                <c:v>0.001</c:v>
              </c:pt>
              <c:pt idx="1">
                <c:v>0.7282636363636363</c:v>
              </c:pt>
              <c:pt idx="2">
                <c:v>1.4555272727272726</c:v>
              </c:pt>
              <c:pt idx="3">
                <c:v>2.182790909090909</c:v>
              </c:pt>
              <c:pt idx="4">
                <c:v>2.9100545454545452</c:v>
              </c:pt>
              <c:pt idx="5">
                <c:v>3.637318181818182</c:v>
              </c:pt>
              <c:pt idx="6">
                <c:v>4.364581818181819</c:v>
              </c:pt>
              <c:pt idx="7">
                <c:v>5.091845454545454</c:v>
              </c:pt>
              <c:pt idx="8">
                <c:v>5.819109090909091</c:v>
              </c:pt>
              <c:pt idx="9">
                <c:v>6.546372727272727</c:v>
              </c:pt>
              <c:pt idx="10">
                <c:v>7.273636363636364</c:v>
              </c:pt>
              <c:pt idx="11">
                <c:v>8.0009</c:v>
              </c:pt>
              <c:pt idx="12">
                <c:v>8.728163636363636</c:v>
              </c:pt>
              <c:pt idx="13">
                <c:v>9.45542727272727</c:v>
              </c:pt>
              <c:pt idx="14">
                <c:v>10.182690909090907</c:v>
              </c:pt>
              <c:pt idx="15">
                <c:v>10.909954545454545</c:v>
              </c:pt>
              <c:pt idx="16">
                <c:v>11.63721818181818</c:v>
              </c:pt>
              <c:pt idx="17">
                <c:v>12.364481818181817</c:v>
              </c:pt>
              <c:pt idx="18">
                <c:v>13.091745454545453</c:v>
              </c:pt>
              <c:pt idx="19">
                <c:v>13.81900909090909</c:v>
              </c:pt>
              <c:pt idx="20">
                <c:v>14.546272727272727</c:v>
              </c:pt>
              <c:pt idx="21">
                <c:v>15.273536363636362</c:v>
              </c:pt>
              <c:pt idx="22">
                <c:v>16.000799999999998</c:v>
              </c:pt>
              <c:pt idx="23">
                <c:v>16.728063636363636</c:v>
              </c:pt>
              <c:pt idx="24">
                <c:v>17.455327272727274</c:v>
              </c:pt>
              <c:pt idx="25">
                <c:v>18.18259090909091</c:v>
              </c:pt>
              <c:pt idx="26">
                <c:v>18.909854545454543</c:v>
              </c:pt>
              <c:pt idx="27">
                <c:v>19.63711818181818</c:v>
              </c:pt>
              <c:pt idx="28">
                <c:v>20.364381818181815</c:v>
              </c:pt>
              <c:pt idx="29">
                <c:v>21.091645454545457</c:v>
              </c:pt>
              <c:pt idx="30">
                <c:v>21.81890909090909</c:v>
              </c:pt>
              <c:pt idx="31">
                <c:v>22.54617272727273</c:v>
              </c:pt>
              <c:pt idx="32">
                <c:v>23.273436363636364</c:v>
              </c:pt>
              <c:pt idx="33">
                <c:v>24.0007</c:v>
              </c:pt>
              <c:pt idx="34">
                <c:v>24.727963636363636</c:v>
              </c:pt>
              <c:pt idx="35">
                <c:v>25.45522727272727</c:v>
              </c:pt>
              <c:pt idx="36">
                <c:v>26.18249090909091</c:v>
              </c:pt>
              <c:pt idx="37">
                <c:v>26.909754545454543</c:v>
              </c:pt>
              <c:pt idx="38">
                <c:v>27.63701818181818</c:v>
              </c:pt>
              <c:pt idx="39">
                <c:v>28.364281818181816</c:v>
              </c:pt>
              <c:pt idx="40">
                <c:v>29.091545454545457</c:v>
              </c:pt>
              <c:pt idx="41">
                <c:v>29.81880909090909</c:v>
              </c:pt>
              <c:pt idx="42">
                <c:v>30.546072727272726</c:v>
              </c:pt>
              <c:pt idx="43">
                <c:v>31.273336363636364</c:v>
              </c:pt>
              <c:pt idx="44">
                <c:v>32.0006</c:v>
              </c:pt>
              <c:pt idx="45">
                <c:v>32.72786363636364</c:v>
              </c:pt>
              <c:pt idx="46">
                <c:v>33.45512727272727</c:v>
              </c:pt>
              <c:pt idx="47">
                <c:v>34.182390909090905</c:v>
              </c:pt>
              <c:pt idx="48">
                <c:v>34.90965454545454</c:v>
              </c:pt>
              <c:pt idx="49">
                <c:v>35.636918181818174</c:v>
              </c:pt>
              <c:pt idx="50">
                <c:v>36.36418181818181</c:v>
              </c:pt>
              <c:pt idx="51">
                <c:v>37.09144545454545</c:v>
              </c:pt>
              <c:pt idx="52">
                <c:v>37.81870909090908</c:v>
              </c:pt>
              <c:pt idx="53">
                <c:v>38.545972727272726</c:v>
              </c:pt>
              <c:pt idx="54">
                <c:v>39.27323636363636</c:v>
              </c:pt>
              <c:pt idx="55">
                <c:v>40.000499999999995</c:v>
              </c:pt>
              <c:pt idx="56">
                <c:v>40.727763636363626</c:v>
              </c:pt>
              <c:pt idx="57">
                <c:v>41.455027272727264</c:v>
              </c:pt>
              <c:pt idx="58">
                <c:v>42.18229090909091</c:v>
              </c:pt>
              <c:pt idx="59">
                <c:v>42.90955454545454</c:v>
              </c:pt>
              <c:pt idx="60">
                <c:v>43.63681818181818</c:v>
              </c:pt>
              <c:pt idx="61">
                <c:v>44.36408181818181</c:v>
              </c:pt>
              <c:pt idx="62">
                <c:v>45.091345454545454</c:v>
              </c:pt>
              <c:pt idx="63">
                <c:v>45.818609090909085</c:v>
              </c:pt>
              <c:pt idx="64">
                <c:v>46.54587272727272</c:v>
              </c:pt>
              <c:pt idx="65">
                <c:v>47.273136363636354</c:v>
              </c:pt>
              <c:pt idx="66">
                <c:v>48.00039999999999</c:v>
              </c:pt>
              <c:pt idx="67">
                <c:v>48.72766363636364</c:v>
              </c:pt>
              <c:pt idx="68">
                <c:v>49.45492727272727</c:v>
              </c:pt>
              <c:pt idx="69">
                <c:v>50.182190909090906</c:v>
              </c:pt>
              <c:pt idx="70">
                <c:v>50.90945454545454</c:v>
              </c:pt>
              <c:pt idx="71">
                <c:v>51.63671818181818</c:v>
              </c:pt>
              <c:pt idx="72">
                <c:v>52.36398181818181</c:v>
              </c:pt>
              <c:pt idx="73">
                <c:v>53.09124545454545</c:v>
              </c:pt>
              <c:pt idx="74">
                <c:v>53.81850909090908</c:v>
              </c:pt>
              <c:pt idx="75">
                <c:v>54.54577272727272</c:v>
              </c:pt>
              <c:pt idx="76">
                <c:v>55.27303636363636</c:v>
              </c:pt>
              <c:pt idx="77">
                <c:v>56.000299999999996</c:v>
              </c:pt>
              <c:pt idx="78">
                <c:v>56.72756363636363</c:v>
              </c:pt>
              <c:pt idx="79">
                <c:v>57.454827272727265</c:v>
              </c:pt>
              <c:pt idx="80">
                <c:v>58.18209090909091</c:v>
              </c:pt>
              <c:pt idx="81">
                <c:v>58.90935454545454</c:v>
              </c:pt>
              <c:pt idx="82">
                <c:v>59.63661818181818</c:v>
              </c:pt>
              <c:pt idx="83">
                <c:v>60.36388181818181</c:v>
              </c:pt>
              <c:pt idx="84">
                <c:v>61.09114545454545</c:v>
              </c:pt>
              <c:pt idx="85">
                <c:v>61.818409090909086</c:v>
              </c:pt>
              <c:pt idx="86">
                <c:v>62.54567272727272</c:v>
              </c:pt>
              <c:pt idx="87">
                <c:v>63.272936363636354</c:v>
              </c:pt>
              <c:pt idx="88">
                <c:v>64.00019999999999</c:v>
              </c:pt>
              <c:pt idx="89">
                <c:v>64.72746363636364</c:v>
              </c:pt>
              <c:pt idx="90">
                <c:v>65.45472727272728</c:v>
              </c:pt>
              <c:pt idx="91">
                <c:v>66.18199090909091</c:v>
              </c:pt>
              <c:pt idx="92">
                <c:v>66.90925454545454</c:v>
              </c:pt>
              <c:pt idx="93">
                <c:v>67.63651818181818</c:v>
              </c:pt>
              <c:pt idx="94">
                <c:v>68.36378181818182</c:v>
              </c:pt>
              <c:pt idx="95">
                <c:v>69.09104545454545</c:v>
              </c:pt>
              <c:pt idx="96">
                <c:v>69.8183090909091</c:v>
              </c:pt>
              <c:pt idx="97">
                <c:v>70.54557272727273</c:v>
              </c:pt>
              <c:pt idx="98">
                <c:v>71.27283636363636</c:v>
              </c:pt>
              <c:pt idx="99">
                <c:v>72.0001</c:v>
              </c:pt>
              <c:pt idx="100">
                <c:v>72.72736363636363</c:v>
              </c:pt>
              <c:pt idx="101">
                <c:v>73.45462727272728</c:v>
              </c:pt>
              <c:pt idx="102">
                <c:v>74.18189090909091</c:v>
              </c:pt>
              <c:pt idx="103">
                <c:v>74.90915454545454</c:v>
              </c:pt>
              <c:pt idx="104">
                <c:v>75.63641818181817</c:v>
              </c:pt>
              <c:pt idx="105">
                <c:v>76.36368181818182</c:v>
              </c:pt>
              <c:pt idx="106">
                <c:v>77.09094545454546</c:v>
              </c:pt>
              <c:pt idx="107">
                <c:v>77.8182090909091</c:v>
              </c:pt>
              <c:pt idx="108">
                <c:v>78.54547272727272</c:v>
              </c:pt>
              <c:pt idx="109">
                <c:v>79.27273636363637</c:v>
              </c:pt>
              <c:pt idx="110">
                <c:v>80</c:v>
              </c:pt>
            </c:numLit>
          </c:xVal>
          <c:yVal>
            <c:numLit>
              <c:formatCode>0E+0</c:formatCode>
              <c:ptCount val="111"/>
              <c:pt idx="0">
                <c:v>0.0011043699729732161</c:v>
              </c:pt>
              <c:pt idx="1">
                <c:v>0.027740982112150238</c:v>
              </c:pt>
              <c:pt idx="2">
                <c:v>0.0365048546037504</c:v>
              </c:pt>
              <c:pt idx="3">
                <c:v>0.04161112400634777</c:v>
              </c:pt>
              <c:pt idx="4">
                <c:v>0.04472155268380445</c:v>
              </c:pt>
              <c:pt idx="5">
                <c:v>0.04653930411046921</c:v>
              </c:pt>
              <c:pt idx="6">
                <c:v>0.047452979643053506</c:v>
              </c:pt>
              <c:pt idx="7">
                <c:v>0.04770816411457402</c:v>
              </c:pt>
              <c:pt idx="8">
                <c:v>0.04747295622911129</c:v>
              </c:pt>
              <c:pt idx="9">
                <c:v>0.0468685288256187</c:v>
              </c:pt>
              <c:pt idx="10">
                <c:v>0.045985369383962145</c:v>
              </c:pt>
              <c:pt idx="11">
                <c:v>0.0448927528699563</c:v>
              </c:pt>
              <c:pt idx="12">
                <c:v>0.0436446671764492</c:v>
              </c:pt>
              <c:pt idx="13">
                <c:v>0.04228372649972607</c:v>
              </c:pt>
              <c:pt idx="14">
                <c:v>0.040843870075231097</c:v>
              </c:pt>
              <c:pt idx="15">
                <c:v>0.03935228960948343</c:v>
              </c:pt>
              <c:pt idx="16">
                <c:v>0.0378308459835808</c:v>
              </c:pt>
              <c:pt idx="17">
                <c:v>0.036297135659764536</c:v>
              </c:pt>
              <c:pt idx="18">
                <c:v>0.03476530953269774</c:v>
              </c:pt>
              <c:pt idx="19">
                <c:v>0.03324671228757246</c:v>
              </c:pt>
              <c:pt idx="20">
                <c:v>0.031750388699460515</c:v>
              </c:pt>
              <c:pt idx="21">
                <c:v>0.030283489380605474</c:v>
              </c:pt>
              <c:pt idx="22">
                <c:v>0.02885159925606028</c:v>
              </c:pt>
              <c:pt idx="23">
                <c:v>0.027459005780746667</c:v>
              </c:pt>
              <c:pt idx="24">
                <c:v>0.026108919556941626</c:v>
              </c:pt>
              <c:pt idx="25">
                <c:v>0.02480365692453674</c:v>
              </c:pt>
              <c:pt idx="26">
                <c:v>0.023544791867872093</c:v>
              </c:pt>
              <c:pt idx="27">
                <c:v>0.022333282947026054</c:v>
              </c:pt>
              <c:pt idx="28">
                <c:v>0.02116957974225581</c:v>
              </c:pt>
              <c:pt idx="29">
                <c:v>0.020053712379032543</c:v>
              </c:pt>
              <c:pt idx="30">
                <c:v>0.018985366996132992</c:v>
              </c:pt>
              <c:pt idx="31">
                <c:v>0.017963949473468747</c:v>
              </c:pt>
              <c:pt idx="32">
                <c:v>0.01698863930927977</c:v>
              </c:pt>
              <c:pt idx="33">
                <c:v>0.016058435198871342</c:v>
              </c:pt>
              <c:pt idx="34">
                <c:v>0.01517219359801927</c:v>
              </c:pt>
              <c:pt idx="35">
                <c:v>0.014328661337857044</c:v>
              </c:pt>
              <c:pt idx="36">
                <c:v>0.013526503182818658</c:v>
              </c:pt>
              <c:pt idx="37">
                <c:v>0.012764325080241777</c:v>
              </c:pt>
              <c:pt idx="38">
                <c:v>0.01204069373283797</c:v>
              </c:pt>
              <c:pt idx="39">
                <c:v>0.011354153028260124</c:v>
              </c:pt>
              <c:pt idx="40">
                <c:v>0.01070323777944943</c:v>
              </c:pt>
              <c:pt idx="41">
                <c:v>0.010086485162205056</c:v>
              </c:pt>
              <c:pt idx="42">
                <c:v>0.009502444180028451</c:v>
              </c:pt>
              <c:pt idx="43">
                <c:v>0.008949683438801169</c:v>
              </c:pt>
              <c:pt idx="44">
                <c:v>0.00842679747369858</c:v>
              </c:pt>
              <c:pt idx="45">
                <c:v>0.007932411836668471</c:v>
              </c:pt>
              <c:pt idx="46">
                <c:v>0.007465187123796817</c:v>
              </c:pt>
              <c:pt idx="47">
                <c:v>0.007023822097116017</c:v>
              </c:pt>
              <c:pt idx="48">
                <c:v>0.006607056034206995</c:v>
              </c:pt>
              <c:pt idx="49">
                <c:v>0.006213670420748069</c:v>
              </c:pt>
              <c:pt idx="50">
                <c:v>0.005842490085509949</c:v>
              </c:pt>
              <c:pt idx="51">
                <c:v>0.0054923838638047786</c:v>
              </c:pt>
              <c:pt idx="52">
                <c:v>0.0051622648637479444</c:v>
              </c:pt>
              <c:pt idx="53">
                <c:v>0.004851090399617355</c:v>
              </c:pt>
              <c:pt idx="54">
                <c:v>0.004557861647870309</c:v>
              </c:pt>
              <c:pt idx="55">
                <c:v>0.004281623073813</c:v>
              </c:pt>
              <c:pt idx="56">
                <c:v>0.0040214616703515525</c:v>
              </c:pt>
              <c:pt idx="57">
                <c:v>0.0037765060445483804</c:v>
              </c:pt>
              <c:pt idx="58">
                <c:v>0.0035459253827481688</c:v>
              </c:pt>
              <c:pt idx="59">
                <c:v>0.0033289283207232024</c:v>
              </c:pt>
              <c:pt idx="60">
                <c:v>0.0031247617415330127</c:v>
              </c:pt>
              <c:pt idx="61">
                <c:v>0.0029327095205252444</c:v>
              </c:pt>
              <c:pt idx="62">
                <c:v>0.002752091234059087</c:v>
              </c:pt>
              <c:pt idx="63">
                <c:v>0.0025822608460563086</c:v>
              </c:pt>
              <c:pt idx="64">
                <c:v>0.0024226053843292112</c:v>
              </c:pt>
              <c:pt idx="65">
                <c:v>0.0022725436167600256</c:v>
              </c:pt>
              <c:pt idx="66">
                <c:v>0.0021315247357760717</c:v>
              </c:pt>
              <c:pt idx="67">
                <c:v>0.0019990270581489054</c:v>
              </c:pt>
              <c:pt idx="68">
                <c:v>0.001874556745916747</c:v>
              </c:pt>
              <c:pt idx="69">
                <c:v>0.0017576465531641656</c:v>
              </c:pt>
              <c:pt idx="70">
                <c:v>0.001647854602471105</c:v>
              </c:pt>
              <c:pt idx="71">
                <c:v>0.0015447631940465865</c:v>
              </c:pt>
              <c:pt idx="72">
                <c:v>0.0014479776498757036</c:v>
              </c:pt>
              <c:pt idx="73">
                <c:v>0.0013571251946175704</c:v>
              </c:pt>
              <c:pt idx="74">
                <c:v>0.0012718538744852363</c:v>
              </c:pt>
              <c:pt idx="75">
                <c:v>0.0011918315149053067</c:v>
              </c:pt>
              <c:pt idx="76">
                <c:v>0.0011167447173860677</c:v>
              </c:pt>
              <c:pt idx="77">
                <c:v>0.0010462978957102233</c:v>
              </c:pt>
              <c:pt idx="78">
                <c:v>0.0009802123513046371</c:v>
              </c:pt>
              <c:pt idx="79">
                <c:v>0.0009182253874186542</c:v>
              </c:pt>
              <c:pt idx="80">
                <c:v>0.000860089461559008</c:v>
              </c:pt>
              <c:pt idx="81">
                <c:v>0.0008055713754782459</c:v>
              </c:pt>
              <c:pt idx="82">
                <c:v>0.0007544515018907461</c:v>
              </c:pt>
              <c:pt idx="83">
                <c:v>0.0007065230469920855</c:v>
              </c:pt>
              <c:pt idx="84">
                <c:v>0.0006615913477802531</c:v>
              </c:pt>
              <c:pt idx="85">
                <c:v>0.0006194732031184708</c:v>
              </c:pt>
              <c:pt idx="86">
                <c:v>0.0005799962374361876</c:v>
              </c:pt>
              <c:pt idx="87">
                <c:v>0.0005429982959353789</c:v>
              </c:pt>
              <c:pt idx="88">
                <c:v>0.0005083268701512787</c:v>
              </c:pt>
              <c:pt idx="89">
                <c:v>0.00047583855270866006</c:v>
              </c:pt>
              <c:pt idx="90">
                <c:v>0.0004453985201150659</c:v>
              </c:pt>
              <c:pt idx="91">
                <c:v>0.0004168800424397709</c:v>
              </c:pt>
              <c:pt idx="92">
                <c:v>0.0003901640187405579</c:v>
              </c:pt>
              <c:pt idx="93">
                <c:v>0.00036513853711856305</c:v>
              </c:pt>
              <c:pt idx="94">
                <c:v>0.0003416984583036531</c:v>
              </c:pt>
              <c:pt idx="95">
                <c:v>0.0003197450216982967</c:v>
              </c:pt>
              <c:pt idx="96">
                <c:v>0.00029918547283593874</c:v>
              </c:pt>
              <c:pt idx="97">
                <c:v>0.00027993271124001604</c:v>
              </c:pt>
              <c:pt idx="98">
                <c:v>0.00026190495770136323</c:v>
              </c:pt>
              <c:pt idx="99">
                <c:v>0.0002450254400244831</c:v>
              </c:pt>
              <c:pt idx="100">
                <c:v>0.00022922209632663025</c:v>
              </c:pt>
              <c:pt idx="101">
                <c:v>0.00021442729500749155</c:v>
              </c:pt>
              <c:pt idx="102">
                <c:v>0.00020057757054129914</c:v>
              </c:pt>
              <c:pt idx="103">
                <c:v>0.0001876133742771073</c:v>
              </c:pt>
              <c:pt idx="104">
                <c:v>0.00017547883946663235</c:v>
              </c:pt>
              <c:pt idx="105">
                <c:v>0.00016412155977227428</c:v>
              </c:pt>
              <c:pt idx="106">
                <c:v>0.00015349238054056382</c:v>
              </c:pt>
              <c:pt idx="107">
                <c:v>0.00014354520215826484</c:v>
              </c:pt>
              <c:pt idx="108">
                <c:v>0.0001342367948395407</c:v>
              </c:pt>
              <c:pt idx="109">
                <c:v>0.0001255266242229597</c:v>
              </c:pt>
              <c:pt idx="110">
                <c:v>0.00011737668718657657</c:v>
              </c:pt>
            </c:numLit>
          </c:yVal>
        </c:ser>
        <c:ser>
          <c:idx val="4"/>
          <c:order val="4"/>
          <c:tx>
            <c:v>COMSOL Druyvesteyn</c:v>
          </c:tx>
          <c:spPr>
            <a:ln xmlns:a="http://schemas.openxmlformats.org/drawingml/2006/main" w="19050">
              <a:solidFill>
                <a:srgbClr val="908747"/>
              </a:solidFill>
              <a:prstDash val="dot"/>
            </a:ln>
          </c:spPr>
          <c:marker>
            <c:symbol val="none"/>
          </c:marker>
          <c:xVal>
            <c:numLit>
              <c:formatCode>General</c:formatCode>
              <c:ptCount val="111"/>
              <c:pt idx="0">
                <c:v>0.001</c:v>
              </c:pt>
              <c:pt idx="1">
                <c:v>0.7282636363636363</c:v>
              </c:pt>
              <c:pt idx="2">
                <c:v>1.4555272727272726</c:v>
              </c:pt>
              <c:pt idx="3">
                <c:v>2.182790909090909</c:v>
              </c:pt>
              <c:pt idx="4">
                <c:v>2.9100545454545452</c:v>
              </c:pt>
              <c:pt idx="5">
                <c:v>3.637318181818182</c:v>
              </c:pt>
              <c:pt idx="6">
                <c:v>4.364581818181819</c:v>
              </c:pt>
              <c:pt idx="7">
                <c:v>5.091845454545454</c:v>
              </c:pt>
              <c:pt idx="8">
                <c:v>5.819109090909091</c:v>
              </c:pt>
              <c:pt idx="9">
                <c:v>6.546372727272727</c:v>
              </c:pt>
              <c:pt idx="10">
                <c:v>7.273636363636364</c:v>
              </c:pt>
              <c:pt idx="11">
                <c:v>8.0009</c:v>
              </c:pt>
              <c:pt idx="12">
                <c:v>8.728163636363636</c:v>
              </c:pt>
              <c:pt idx="13">
                <c:v>9.45542727272727</c:v>
              </c:pt>
              <c:pt idx="14">
                <c:v>10.182690909090907</c:v>
              </c:pt>
              <c:pt idx="15">
                <c:v>10.909954545454545</c:v>
              </c:pt>
              <c:pt idx="16">
                <c:v>11.63721818181818</c:v>
              </c:pt>
              <c:pt idx="17">
                <c:v>12.364481818181817</c:v>
              </c:pt>
              <c:pt idx="18">
                <c:v>13.091745454545453</c:v>
              </c:pt>
              <c:pt idx="19">
                <c:v>13.81900909090909</c:v>
              </c:pt>
              <c:pt idx="20">
                <c:v>14.546272727272727</c:v>
              </c:pt>
              <c:pt idx="21">
                <c:v>15.273536363636362</c:v>
              </c:pt>
              <c:pt idx="22">
                <c:v>16.000799999999998</c:v>
              </c:pt>
              <c:pt idx="23">
                <c:v>16.728063636363636</c:v>
              </c:pt>
              <c:pt idx="24">
                <c:v>17.455327272727274</c:v>
              </c:pt>
              <c:pt idx="25">
                <c:v>18.18259090909091</c:v>
              </c:pt>
              <c:pt idx="26">
                <c:v>18.909854545454543</c:v>
              </c:pt>
              <c:pt idx="27">
                <c:v>19.63711818181818</c:v>
              </c:pt>
              <c:pt idx="28">
                <c:v>20.364381818181815</c:v>
              </c:pt>
              <c:pt idx="29">
                <c:v>21.091645454545457</c:v>
              </c:pt>
              <c:pt idx="30">
                <c:v>21.81890909090909</c:v>
              </c:pt>
              <c:pt idx="31">
                <c:v>22.54617272727273</c:v>
              </c:pt>
              <c:pt idx="32">
                <c:v>23.273436363636364</c:v>
              </c:pt>
              <c:pt idx="33">
                <c:v>24.0007</c:v>
              </c:pt>
              <c:pt idx="34">
                <c:v>24.727963636363636</c:v>
              </c:pt>
              <c:pt idx="35">
                <c:v>25.45522727272727</c:v>
              </c:pt>
              <c:pt idx="36">
                <c:v>26.18249090909091</c:v>
              </c:pt>
              <c:pt idx="37">
                <c:v>26.909754545454543</c:v>
              </c:pt>
              <c:pt idx="38">
                <c:v>27.63701818181818</c:v>
              </c:pt>
              <c:pt idx="39">
                <c:v>28.364281818181816</c:v>
              </c:pt>
              <c:pt idx="40">
                <c:v>29.091545454545457</c:v>
              </c:pt>
              <c:pt idx="41">
                <c:v>29.81880909090909</c:v>
              </c:pt>
              <c:pt idx="42">
                <c:v>30.546072727272726</c:v>
              </c:pt>
              <c:pt idx="43">
                <c:v>31.273336363636364</c:v>
              </c:pt>
              <c:pt idx="44">
                <c:v>32.0006</c:v>
              </c:pt>
              <c:pt idx="45">
                <c:v>32.72786363636364</c:v>
              </c:pt>
              <c:pt idx="46">
                <c:v>33.45512727272727</c:v>
              </c:pt>
              <c:pt idx="47">
                <c:v>34.182390909090905</c:v>
              </c:pt>
              <c:pt idx="48">
                <c:v>34.90965454545454</c:v>
              </c:pt>
              <c:pt idx="49">
                <c:v>35.636918181818174</c:v>
              </c:pt>
              <c:pt idx="50">
                <c:v>36.36418181818181</c:v>
              </c:pt>
              <c:pt idx="51">
                <c:v>37.09144545454545</c:v>
              </c:pt>
              <c:pt idx="52">
                <c:v>37.81870909090908</c:v>
              </c:pt>
              <c:pt idx="53">
                <c:v>38.545972727272726</c:v>
              </c:pt>
              <c:pt idx="54">
                <c:v>39.27323636363636</c:v>
              </c:pt>
              <c:pt idx="55">
                <c:v>40.000499999999995</c:v>
              </c:pt>
              <c:pt idx="56">
                <c:v>40.727763636363626</c:v>
              </c:pt>
              <c:pt idx="57">
                <c:v>41.455027272727264</c:v>
              </c:pt>
              <c:pt idx="58">
                <c:v>42.18229090909091</c:v>
              </c:pt>
              <c:pt idx="59">
                <c:v>42.90955454545454</c:v>
              </c:pt>
              <c:pt idx="60">
                <c:v>43.63681818181818</c:v>
              </c:pt>
              <c:pt idx="61">
                <c:v>44.36408181818181</c:v>
              </c:pt>
              <c:pt idx="62">
                <c:v>45.091345454545454</c:v>
              </c:pt>
              <c:pt idx="63">
                <c:v>45.818609090909085</c:v>
              </c:pt>
              <c:pt idx="64">
                <c:v>46.54587272727272</c:v>
              </c:pt>
              <c:pt idx="65">
                <c:v>47.273136363636354</c:v>
              </c:pt>
              <c:pt idx="66">
                <c:v>48.00039999999999</c:v>
              </c:pt>
              <c:pt idx="67">
                <c:v>48.72766363636364</c:v>
              </c:pt>
              <c:pt idx="68">
                <c:v>49.45492727272727</c:v>
              </c:pt>
              <c:pt idx="69">
                <c:v>50.182190909090906</c:v>
              </c:pt>
              <c:pt idx="70">
                <c:v>50.90945454545454</c:v>
              </c:pt>
              <c:pt idx="71">
                <c:v>51.63671818181818</c:v>
              </c:pt>
              <c:pt idx="72">
                <c:v>52.36398181818181</c:v>
              </c:pt>
              <c:pt idx="73">
                <c:v>53.09124545454545</c:v>
              </c:pt>
              <c:pt idx="74">
                <c:v>53.81850909090908</c:v>
              </c:pt>
              <c:pt idx="75">
                <c:v>54.54577272727272</c:v>
              </c:pt>
              <c:pt idx="76">
                <c:v>55.27303636363636</c:v>
              </c:pt>
              <c:pt idx="77">
                <c:v>56.000299999999996</c:v>
              </c:pt>
              <c:pt idx="78">
                <c:v>56.72756363636363</c:v>
              </c:pt>
              <c:pt idx="79">
                <c:v>57.454827272727265</c:v>
              </c:pt>
              <c:pt idx="80">
                <c:v>58.18209090909091</c:v>
              </c:pt>
              <c:pt idx="81">
                <c:v>58.90935454545454</c:v>
              </c:pt>
              <c:pt idx="82">
                <c:v>59.63661818181818</c:v>
              </c:pt>
              <c:pt idx="83">
                <c:v>60.36388181818181</c:v>
              </c:pt>
              <c:pt idx="84">
                <c:v>61.09114545454545</c:v>
              </c:pt>
              <c:pt idx="85">
                <c:v>61.818409090909086</c:v>
              </c:pt>
              <c:pt idx="86">
                <c:v>62.54567272727272</c:v>
              </c:pt>
              <c:pt idx="87">
                <c:v>63.272936363636354</c:v>
              </c:pt>
              <c:pt idx="88">
                <c:v>64.00019999999999</c:v>
              </c:pt>
              <c:pt idx="89">
                <c:v>64.72746363636364</c:v>
              </c:pt>
              <c:pt idx="90">
                <c:v>65.45472727272728</c:v>
              </c:pt>
              <c:pt idx="91">
                <c:v>66.18199090909091</c:v>
              </c:pt>
              <c:pt idx="92">
                <c:v>66.90925454545454</c:v>
              </c:pt>
              <c:pt idx="93">
                <c:v>67.63651818181818</c:v>
              </c:pt>
              <c:pt idx="94">
                <c:v>68.36378181818182</c:v>
              </c:pt>
              <c:pt idx="95">
                <c:v>69.09104545454545</c:v>
              </c:pt>
              <c:pt idx="96">
                <c:v>69.8183090909091</c:v>
              </c:pt>
              <c:pt idx="97">
                <c:v>70.54557272727273</c:v>
              </c:pt>
              <c:pt idx="98">
                <c:v>71.27283636363636</c:v>
              </c:pt>
              <c:pt idx="99">
                <c:v>72.0001</c:v>
              </c:pt>
              <c:pt idx="100">
                <c:v>72.72736363636363</c:v>
              </c:pt>
              <c:pt idx="101">
                <c:v>73.45462727272728</c:v>
              </c:pt>
              <c:pt idx="102">
                <c:v>74.18189090909091</c:v>
              </c:pt>
              <c:pt idx="103">
                <c:v>74.90915454545454</c:v>
              </c:pt>
              <c:pt idx="104">
                <c:v>75.63641818181817</c:v>
              </c:pt>
              <c:pt idx="105">
                <c:v>76.36368181818182</c:v>
              </c:pt>
              <c:pt idx="106">
                <c:v>77.09094545454546</c:v>
              </c:pt>
              <c:pt idx="107">
                <c:v>77.8182090909091</c:v>
              </c:pt>
              <c:pt idx="108">
                <c:v>78.54547272727272</c:v>
              </c:pt>
              <c:pt idx="109">
                <c:v>79.27273636363637</c:v>
              </c:pt>
              <c:pt idx="110">
                <c:v>80</c:v>
              </c:pt>
            </c:numLit>
          </c:xVal>
          <c:yVal>
            <c:numLit>
              <c:formatCode>0E+0</c:formatCode>
              <c:ptCount val="111"/>
              <c:pt idx="0">
                <c:v>0.0005531814235434525</c:v>
              </c:pt>
              <c:pt idx="1">
                <c:v>0.014909654448054812</c:v>
              </c:pt>
              <c:pt idx="2">
                <c:v>0.020999234272424488</c:v>
              </c:pt>
              <c:pt idx="3">
                <c:v>0.025555460671743906</c:v>
              </c:pt>
              <c:pt idx="4">
                <c:v>0.029250070222931353</c:v>
              </c:pt>
              <c:pt idx="5">
                <c:v>0.03233553412201327</c:v>
              </c:pt>
              <c:pt idx="6">
                <c:v>0.03493720010475795</c:v>
              </c:pt>
              <c:pt idx="7">
                <c:v>0.037127534602855</c:v>
              </c:pt>
              <c:pt idx="8">
                <c:v>0.03895317147010405</c:v>
              </c:pt>
              <c:pt idx="9">
                <c:v>0.04044690989092818</c:v>
              </c:pt>
              <c:pt idx="10">
                <c:v>0.04163374971827621</c:v>
              </c:pt>
              <c:pt idx="11">
                <c:v>0.04253419801873856</c:v>
              </c:pt>
              <c:pt idx="12">
                <c:v>0.043166188388208813</c:v>
              </c:pt>
              <c:pt idx="13">
                <c:v>0.043546235512780945</c:v>
              </c:pt>
              <c:pt idx="14">
                <c:v>0.043690139941321794</c:v>
              </c:pt>
              <c:pt idx="15">
                <c:v>0.043613414070968914</c:v>
              </c:pt>
              <c:pt idx="16">
                <c:v>0.04333152791143683</c:v>
              </c:pt>
              <c:pt idx="17">
                <c:v>0.042860034529800146</c:v>
              </c:pt>
              <c:pt idx="18">
                <c:v>0.04221461338221308</c:v>
              </c:pt>
              <c:pt idx="19">
                <c:v>0.04141105702087656</c:v>
              </c:pt>
              <c:pt idx="20">
                <c:v>0.04046521890405434</c:v>
              </c:pt>
              <c:pt idx="21">
                <c:v>0.03939293511485268</c:v>
              </c:pt>
              <c:pt idx="22">
                <c:v>0.038209929547740426</c:v>
              </c:pt>
              <c:pt idx="23">
                <c:v>0.036931709890068505</c:v>
              </c:pt>
              <c:pt idx="24">
                <c:v>0.03557346012352862</c:v>
              </c:pt>
              <c:pt idx="25">
                <c:v>0.03414993406725629</c:v>
              </c:pt>
              <c:pt idx="26">
                <c:v>0.03267535354024334</c:v>
              </c:pt>
              <c:pt idx="27">
                <c:v>0.031163313950026233</c:v>
              </c:pt>
              <c:pt idx="28">
                <c:v>0.02962669946437422</c:v>
              </c:pt>
              <c:pt idx="29">
                <c:v>0.028077609360473533</c:v>
              </c:pt>
              <c:pt idx="30">
                <c:v>0.026527296652249528</c:v>
              </c:pt>
              <c:pt idx="31">
                <c:v>0.024986119659361965</c:v>
              </c:pt>
              <c:pt idx="32">
                <c:v>0.023463506794396495</c:v>
              </c:pt>
              <c:pt idx="33">
                <c:v>0.021967934504183183</c:v>
              </c:pt>
              <c:pt idx="34">
                <c:v>0.020506918005019574</c:v>
              </c:pt>
              <c:pt idx="35">
                <c:v>0.019087014198692704</c:v>
              </c:pt>
              <c:pt idx="36">
                <c:v>0.017713835945684476</c:v>
              </c:pt>
              <c:pt idx="37">
                <c:v>0.016392076702800722</c:v>
              </c:pt>
              <c:pt idx="38">
                <c:v>0.01512554440337043</c:v>
              </c:pt>
              <c:pt idx="39">
                <c:v>0.01391720336736638</c:v>
              </c:pt>
              <c:pt idx="40">
                <c:v>0.012769222974077746</c:v>
              </c:pt>
              <c:pt idx="41">
                <c:v>0.011683031808638335</c:v>
              </c:pt>
              <c:pt idx="42">
                <c:v>0.010659376002681614</c:v>
              </c:pt>
              <c:pt idx="43">
                <c:v>0.009698380525226322</c:v>
              </c:pt>
              <c:pt idx="44">
                <c:v>0.008799612238912317</c:v>
              </c:pt>
              <c:pt idx="45">
                <c:v>0.007962143615076741</c:v>
              </c:pt>
              <c:pt idx="46">
                <c:v>0.007184616095007968</c:v>
              </c:pt>
              <c:pt idx="47">
                <c:v>0.006465302190205634</c:v>
              </c:pt>
              <c:pt idx="48">
                <c:v>0.005802165527913379</c:v>
              </c:pt>
              <c:pt idx="49">
                <c:v>0.005192918166093289</c:v>
              </c:pt>
              <c:pt idx="50">
                <c:v>0.004635074621173156</c:v>
              </c:pt>
              <c:pt idx="51">
                <c:v>0.004126002169447236</c:v>
              </c:pt>
              <c:pt idx="52">
                <c:v>0.0036629670964446292</c:v>
              </c:pt>
              <c:pt idx="53">
                <c:v>0.0032431766757874216</c:v>
              </c:pt>
              <c:pt idx="54">
                <c:v>0.002863816758335011</c:v>
              </c:pt>
              <c:pt idx="55">
                <c:v>0.0025220849424464047</c:v>
              </c:pt>
              <c:pt idx="56">
                <c:v>0.0022152193760699565</c:v>
              </c:pt>
              <c:pt idx="57">
                <c:v>0.0019405233105350668</c:v>
              </c:pt>
              <c:pt idx="58">
                <c:v>0.0016953855841543286</c:v>
              </c:pt>
              <c:pt idx="59">
                <c:v>0.0014772972611238474</c:v>
              </c:pt>
              <c:pt idx="60">
                <c:v>0.0012838646880711127</c:v>
              </c:pt>
              <c:pt idx="61">
                <c:v>0.001112819257493485</c:v>
              </c:pt>
              <c:pt idx="62">
                <c:v>0.0009620241849793582</c:v>
              </c:pt>
              <c:pt idx="63">
                <c:v>0.0008294786163604509</c:v>
              </c:pt>
              <c:pt idx="64">
                <c:v>0.0007133193827489137</c:v>
              </c:pt>
              <c:pt idx="65">
                <c:v>0.0006118207167601856</c:v>
              </c:pt>
              <c:pt idx="66">
                <c:v>0.0005233922331227763</c:v>
              </c:pt>
              <c:pt idx="67">
                <c:v>0.00044657546232912946</c:v>
              </c:pt>
              <c:pt idx="68">
                <c:v>0.00038003920795036703</c:v>
              </c:pt>
              <c:pt idx="69">
                <c:v>0.00032257397762860767</c:v>
              </c:pt>
              <c:pt idx="70">
                <c:v>0.0002730857154075181</c:v>
              </c:pt>
              <c:pt idx="71">
                <c:v>0.000230589039715329</c:v>
              </c:pt>
              <c:pt idx="72">
                <c:v>0.00019420016763435082</c:v>
              </c:pt>
              <c:pt idx="73">
                <c:v>0.00016312968264259588</c:v>
              </c:pt>
              <c:pt idx="74">
                <c:v>0.0001366752802675857</c:v>
              </c:pt>
              <c:pt idx="75">
                <c:v>0.00011421460442913709</c:v>
              </c:pt>
              <c:pt idx="76">
                <c:v>9.519826695916072E-05</c:v>
              </c:pt>
              <c:pt idx="77">
                <c:v>7.914312408385747E-05</c:v>
              </c:pt>
              <c:pt idx="78">
                <c:v>6.562586667603771E-05</c:v>
              </c:pt>
              <c:pt idx="79">
                <c:v>5.427696590690914E-05</c:v>
              </c:pt>
              <c:pt idx="80">
                <c:v>4.477500256657493E-05</c:v>
              </c:pt>
              <c:pt idx="81">
                <c:v>3.684139675306152E-05</c:v>
              </c:pt>
              <c:pt idx="82">
                <c:v>3.0235544785647395E-05</c:v>
              </c:pt>
              <c:pt idx="83">
                <c:v>2.4750361984862155E-05</c:v>
              </c:pt>
              <c:pt idx="84">
                <c:v>2.020822326221306E-05</c:v>
              </c:pt>
              <c:pt idx="85">
                <c:v>1.6457288146131303E-05</c:v>
              </c:pt>
              <c:pt idx="86">
                <c:v>1.3368192796663413E-05</c:v>
              </c:pt>
              <c:pt idx="87">
                <c:v>1.0831088586407529E-05</c:v>
              </c:pt>
              <c:pt idx="88">
                <c:v>8.753004806296951E-06</c:v>
              </c:pt>
              <c:pt idx="89">
                <c:v>7.055511853615661E-06</c:v>
              </c:pt>
              <c:pt idx="90">
                <c:v>5.672660744761336E-06</c:v>
              </c:pt>
              <c:pt idx="91">
                <c:v>4.549174844567235E-06</c:v>
              </c:pt>
              <c:pt idx="92">
                <c:v>3.6388702057748825E-06</c:v>
              </c:pt>
              <c:pt idx="93">
                <c:v>2.903281766180303E-06</c:v>
              </c:pt>
              <c:pt idx="94">
                <c:v>2.3104737683905303E-06</c:v>
              </c:pt>
              <c:pt idx="95">
                <c:v>1.8340140709796545E-06</c:v>
              </c:pt>
              <c:pt idx="96">
                <c:v>1.4520934443325513E-06</c:v>
              </c:pt>
              <c:pt idx="97">
                <c:v>1.146772434469582E-06</c:v>
              </c:pt>
              <c:pt idx="98">
                <c:v>9.033398883829695E-07</c:v>
              </c:pt>
              <c:pt idx="99">
                <c:v>7.097687285967851E-07</c:v>
              </c:pt>
              <c:pt idx="100">
                <c:v>5.562560145191057E-07</c:v>
              </c:pt>
              <c:pt idx="101">
                <c:v>4.3483571247083216E-07</c:v>
              </c:pt>
              <c:pt idx="102">
                <c:v>3.390538999177665E-07</c:v>
              </c:pt>
              <c:pt idx="103">
                <c:v>2.636973424268533E-07</c:v>
              </c:pt>
              <c:pt idx="104">
                <c:v>2.0456749853151944E-07</c:v>
              </c:pt>
              <c:pt idx="105">
                <c:v>1.5829302583511282E-07</c:v>
              </c:pt>
              <c:pt idx="106">
                <c:v>1.221747818927172E-07</c:v>
              </c:pt>
              <c:pt idx="107">
                <c:v>9.405813841768242E-08</c:v>
              </c:pt>
              <c:pt idx="108">
                <c:v>7.222816147777851E-08</c:v>
              </c:pt>
              <c:pt idx="109">
                <c:v>5.532385901348232E-08</c:v>
              </c:pt>
              <c:pt idx="110">
                <c:v>4.226826638947387E-08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max val="1"/>
          <c:min val="1E-08"/>
        </c:scaling>
        <c:delete val="0"/>
        <c:axPos val="l"/>
        <c:majorGridlines>
          <c:spPr>
            <a:ln xmlns:a="http://schemas.openxmlformats.org/drawingml/2006/main" w="7620">
              <a:solidFill>
                <a:srgbClr val="D7DCE0"/>
              </a:solidFill>
              <a:prstDash val="solid"/>
            </a:ln>
          </c:spPr>
        </c:majorGridlines>
        <c:numFmt formatCode="0E+0"/>
        <c:majorTickMark val="none"/>
        <c:minorTickMark val="none"/>
        <c:spPr>
          <a:ln xmlns:a="http://schemas.openxmlformats.org/drawingml/2006/main" w="7620">
            <a:solidFill>
              <a:srgbClr val="4A4A4A"/>
            </a:solidFill>
            <a:prstDash val="solid"/>
          </a:ln>
        </c:spPr>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crossAx val="48650112"/>
      </c:valAx>
      <c:valAx>
        <c:axId val="48650112"/>
        <c:scaling>
          <c:orientation val="minMax"/>
          <c:max val="80"/>
          <c:min val="0"/>
        </c:scaling>
        <c:delete val="0"/>
        <c:axPos val="b"/>
        <c:majorGridlines>
          <c:spPr>
            <a:ln xmlns:a="http://schemas.openxmlformats.org/drawingml/2006/main" w="953">
              <a:solidFill>
                <a:srgbClr val="FFFFFF"/>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333333"/>
                    </a:solidFill>
                    <a:latin typeface="Noto Sans JP"/>
                    <a:ea typeface="Noto Sans JP"/>
                    <a:cs typeface="Noto Sans JP"/>
                  </a:rPr>
                  <a:t>Electron energy, ε (eV)</a:t>
                </a:r>
              </a:p>
            </c:rich>
          </c:tx>
          <c:overlay val="0"/>
          <c:txPr>
            <a:bodyPr xmlns:a="http://schemas.openxmlformats.org/drawingml/2006/main" anchorCtr="1"/>
            <a:lstStyle xmlns:a="http://schemas.openxmlformats.org/drawingml/2006/main"/>
            <a:p xmlns:a="http://schemas.openxmlformats.org/drawingml/2006/main">
              <a:pPr>
                <a:defRPr sz="675">
                  <a:solidFill>
                    <a:srgbClr val="333333"/>
                  </a:solidFill>
                  <a:latin typeface="Noto Sans JP"/>
                  <a:ea typeface="Noto Sans JP"/>
                  <a:cs typeface="Noto Sans JP"/>
                </a:defRPr>
              </a:pPr>
            </a:p>
          </c:txPr>
        </c:title>
        <c:numFmt formatCode="0"/>
        <c:majorTickMark val="none"/>
        <c:minorTickMark val="none"/>
        <c:spPr>
          <a:ln xmlns:a="http://schemas.openxmlformats.org/drawingml/2006/main" w="7620">
            <a:solidFill>
              <a:srgbClr val="4A4A4A"/>
            </a:solidFill>
            <a:prstDash val="solid"/>
          </a:ln>
        </c:spPr>
        <c:txPr>
          <a:bodyPr xmlns:a="http://schemas.openxmlformats.org/drawingml/2006/main" anchorCtr="1"/>
          <a:lstStyle xmlns:a="http://schemas.openxmlformats.org/drawingml/2006/main"/>
          <a:p xmlns:a="http://schemas.openxmlformats.org/drawingml/2006/main">
            <a:pPr>
              <a:defRPr sz="638">
                <a:solidFill>
                  <a:srgbClr val="333333"/>
                </a:solidFill>
                <a:latin typeface="Noto Sans JP"/>
                <a:ea typeface="Noto Sans JP"/>
                <a:cs typeface="Noto Sans JP"/>
              </a:defRPr>
            </a:pPr>
          </a:p>
        </c:txPr>
        <c:crossAx val="48672768"/>
        <c:majorUnit val="20"/>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B8BEC3"/>
      </a:solidFill>
      <a:prstDash val="solid"/>
    </a:ln>
  </c:spPr>
</c:chartSpace>
</file>

<file path=ppt/slides/charts/chart2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付着を含めた平均エネルギー変化</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barChart>
        <c:barDir val="col"/>
        <c:grouping val="clustered"/>
        <c:varyColors val="0"/>
        <c:ser>
          <c:idx val="0"/>
          <c:order val="0"/>
          <c:tx>
            <c:v>signed change</c:v>
          </c:tx>
          <c:spPr>
            <a:solidFill xmlns:a="http://schemas.openxmlformats.org/drawingml/2006/main">
              <a:srgbClr val="8233A6"/>
            </a:solidFill>
            <a:ln xmlns:a="http://schemas.openxmlformats.org/drawingml/2006/main" w="9525">
              <a:solidFill>
                <a:srgbClr val="8233A6"/>
              </a:solidFill>
              <a:prstDash val="solid"/>
            </a:ln>
          </c:spPr>
          <c:invertIfNegative val="0"/>
          <c:cat>
            <c:numLit>
              <c:formatCode>General</c:formatCode>
              <c:ptCount val="4"/>
              <c:pt idx="0">
                <c:v>1</c:v>
              </c:pt>
              <c:pt idx="1">
                <c:v>10</c:v>
              </c:pt>
              <c:pt idx="2">
                <c:v>100</c:v>
              </c:pt>
              <c:pt idx="3">
                <c:v>1000</c:v>
              </c:pt>
            </c:numLit>
          </c:cat>
          <c:val>
            <c:numLit>
              <c:formatCode>0.0</c:formatCode>
              <c:ptCount val="4"/>
              <c:pt idx="0">
                <c:v>-0.0002573208844460731</c:v>
              </c:pt>
              <c:pt idx="1">
                <c:v>-0.4577717624563696</c:v>
              </c:pt>
              <c:pt idx="2">
                <c:v>-0.009910357414216442</c:v>
              </c:pt>
              <c:pt idx="3">
                <c:v>0.0013903584548962855</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crossAx val="48672768"/>
      </c:catAx>
      <c:valAx>
        <c:axId val="48672768"/>
        <c:scaling>
          <c:orientation val="minMax"/>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δ⟨ε⟩ [%]</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2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平均電子エネルギー</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barChart>
        <c:barDir val="col"/>
        <c:grouping val="clustered"/>
        <c:varyColors val="0"/>
        <c:ser>
          <c:idx val="0"/>
          <c:order val="0"/>
          <c:tx>
            <c:v>two-term</c:v>
          </c:tx>
          <c:spPr>
            <a:solidFill xmlns:a="http://schemas.openxmlformats.org/drawingml/2006/main">
              <a:srgbClr val="007FAE"/>
            </a:solidFill>
            <a:ln xmlns:a="http://schemas.openxmlformats.org/drawingml/2006/main" w="9525">
              <a:solidFill>
                <a:srgbClr val="007FAE"/>
              </a:solidFill>
              <a:prstDash val="solid"/>
            </a:ln>
          </c:spPr>
          <c:cat>
            <c:strLit>
              <c:ptCount val="3"/>
              <c:pt idx="0">
                <c:v>Ar</c:v>
              </c:pt>
              <c:pt idx="1">
                <c:v>Ar/N₂</c:v>
              </c:pt>
              <c:pt idx="2">
                <c:v>Ar/O₂</c:v>
              </c:pt>
            </c:strLit>
          </c:cat>
          <c:val>
            <c:numLit>
              <c:formatCode>0.00</c:formatCode>
              <c:ptCount val="3"/>
              <c:pt idx="0">
                <c:v>6.931402805626483</c:v>
              </c:pt>
              <c:pt idx="1">
                <c:v>6.177802763079447</c:v>
              </c:pt>
              <c:pt idx="2">
                <c:v>6.202840232706981</c:v>
              </c:pt>
            </c:numLit>
          </c:val>
        </c:ser>
        <c:ser>
          <c:idx val="1"/>
          <c:order val="1"/>
          <c:tx>
            <c:v>Monte Carlo</c:v>
          </c:tx>
          <c:spPr>
            <a:solidFill xmlns:a="http://schemas.openxmlformats.org/drawingml/2006/main">
              <a:srgbClr val="B87900"/>
            </a:solidFill>
            <a:ln xmlns:a="http://schemas.openxmlformats.org/drawingml/2006/main" w="9525">
              <a:solidFill>
                <a:srgbClr val="B87900"/>
              </a:solidFill>
              <a:prstDash val="solid"/>
            </a:ln>
          </c:spPr>
          <c:cat>
            <c:strLit>
              <c:ptCount val="3"/>
              <c:pt idx="0">
                <c:v>Ar</c:v>
              </c:pt>
              <c:pt idx="1">
                <c:v>Ar/N₂</c:v>
              </c:pt>
              <c:pt idx="2">
                <c:v>Ar/O₂</c:v>
              </c:pt>
            </c:strLit>
          </c:cat>
          <c:val>
            <c:numLit>
              <c:formatCode>0.00</c:formatCode>
              <c:ptCount val="3"/>
              <c:pt idx="0">
                <c:v>6.919922603384709</c:v>
              </c:pt>
              <c:pt idx="1">
                <c:v>6.142216226067185</c:v>
              </c:pt>
              <c:pt idx="2">
                <c:v>6.186227281486664</c:v>
              </c:pt>
            </c:numLit>
          </c:val>
        </c:ser>
        <c:ser>
          <c:idx val="2"/>
          <c:order val="2"/>
          <c:tx>
            <c:v>propagator P1</c:v>
          </c:tx>
          <c:spPr>
            <a:solidFill xmlns:a="http://schemas.openxmlformats.org/drawingml/2006/main">
              <a:srgbClr val="72B51F"/>
            </a:solidFill>
            <a:ln xmlns:a="http://schemas.openxmlformats.org/drawingml/2006/main" w="9525">
              <a:solidFill>
                <a:srgbClr val="72B51F"/>
              </a:solidFill>
              <a:prstDash val="solid"/>
            </a:ln>
          </c:spPr>
          <c:cat>
            <c:strLit>
              <c:ptCount val="3"/>
              <c:pt idx="0">
                <c:v>Ar</c:v>
              </c:pt>
              <c:pt idx="1">
                <c:v>Ar/N₂</c:v>
              </c:pt>
              <c:pt idx="2">
                <c:v>Ar/O₂</c:v>
              </c:pt>
            </c:strLit>
          </c:cat>
          <c:val>
            <c:numLit>
              <c:formatCode>0.00</c:formatCode>
              <c:ptCount val="3"/>
              <c:pt idx="0">
                <c:v>6.9135313482861225</c:v>
              </c:pt>
              <c:pt idx="1">
                <c:v>6.1458206338685795</c:v>
              </c:pt>
              <c:pt idx="2">
                <c:v>6.177134282082839</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crossAx val="48672768"/>
      </c:catAx>
      <c:valAx>
        <c:axId val="48672768"/>
        <c:scaling>
          <c:orientation val="minMax"/>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⟨ε⟩ [eV]</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2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フラックス・ドリフト速度</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barChart>
        <c:barDir val="col"/>
        <c:grouping val="clustered"/>
        <c:varyColors val="0"/>
        <c:ser>
          <c:idx val="0"/>
          <c:order val="0"/>
          <c:tx>
            <c:v>two-term</c:v>
          </c:tx>
          <c:spPr>
            <a:solidFill xmlns:a="http://schemas.openxmlformats.org/drawingml/2006/main">
              <a:srgbClr val="007FAE"/>
            </a:solidFill>
            <a:ln xmlns:a="http://schemas.openxmlformats.org/drawingml/2006/main" w="9525">
              <a:solidFill>
                <a:srgbClr val="007FAE"/>
              </a:solidFill>
              <a:prstDash val="solid"/>
            </a:ln>
          </c:spPr>
          <c:cat>
            <c:strLit>
              <c:ptCount val="3"/>
              <c:pt idx="0">
                <c:v>Ar</c:v>
              </c:pt>
              <c:pt idx="1">
                <c:v>Ar/N₂</c:v>
              </c:pt>
              <c:pt idx="2">
                <c:v>Ar/O₂</c:v>
              </c:pt>
            </c:strLit>
          </c:cat>
          <c:val>
            <c:numLit>
              <c:formatCode>0.00</c:formatCode>
              <c:ptCount val="3"/>
              <c:pt idx="0">
                <c:v>0.8059205876310401</c:v>
              </c:pt>
              <c:pt idx="1">
                <c:v>0.8777720338436733</c:v>
              </c:pt>
              <c:pt idx="2">
                <c:v>0.8584339378293604</c:v>
              </c:pt>
            </c:numLit>
          </c:val>
        </c:ser>
        <c:ser>
          <c:idx val="1"/>
          <c:order val="1"/>
          <c:tx>
            <c:v>Monte Carlo</c:v>
          </c:tx>
          <c:spPr>
            <a:solidFill xmlns:a="http://schemas.openxmlformats.org/drawingml/2006/main">
              <a:srgbClr val="B87900"/>
            </a:solidFill>
            <a:ln xmlns:a="http://schemas.openxmlformats.org/drawingml/2006/main" w="9525">
              <a:solidFill>
                <a:srgbClr val="B87900"/>
              </a:solidFill>
              <a:prstDash val="solid"/>
            </a:ln>
          </c:spPr>
          <c:cat>
            <c:strLit>
              <c:ptCount val="3"/>
              <c:pt idx="0">
                <c:v>Ar</c:v>
              </c:pt>
              <c:pt idx="1">
                <c:v>Ar/N₂</c:v>
              </c:pt>
              <c:pt idx="2">
                <c:v>Ar/O₂</c:v>
              </c:pt>
            </c:strLit>
          </c:cat>
          <c:val>
            <c:numLit>
              <c:formatCode>0.00</c:formatCode>
              <c:ptCount val="3"/>
              <c:pt idx="0">
                <c:v>0.803677553435372</c:v>
              </c:pt>
              <c:pt idx="1">
                <c:v>0.871725103780113</c:v>
              </c:pt>
              <c:pt idx="2">
                <c:v>0.860493254737889</c:v>
              </c:pt>
            </c:numLit>
          </c:val>
        </c:ser>
        <c:ser>
          <c:idx val="2"/>
          <c:order val="2"/>
          <c:tx>
            <c:v>propagator P1</c:v>
          </c:tx>
          <c:spPr>
            <a:solidFill xmlns:a="http://schemas.openxmlformats.org/drawingml/2006/main">
              <a:srgbClr val="72B51F"/>
            </a:solidFill>
            <a:ln xmlns:a="http://schemas.openxmlformats.org/drawingml/2006/main" w="9525">
              <a:solidFill>
                <a:srgbClr val="72B51F"/>
              </a:solidFill>
              <a:prstDash val="solid"/>
            </a:ln>
          </c:spPr>
          <c:cat>
            <c:strLit>
              <c:ptCount val="3"/>
              <c:pt idx="0">
                <c:v>Ar</c:v>
              </c:pt>
              <c:pt idx="1">
                <c:v>Ar/N₂</c:v>
              </c:pt>
              <c:pt idx="2">
                <c:v>Ar/O₂</c:v>
              </c:pt>
            </c:strLit>
          </c:cat>
          <c:val>
            <c:numLit>
              <c:formatCode>0.00</c:formatCode>
              <c:ptCount val="3"/>
              <c:pt idx="0">
                <c:v>0.8027963099486843</c:v>
              </c:pt>
              <c:pt idx="1">
                <c:v>0.8739934816953907</c:v>
              </c:pt>
              <c:pt idx="2">
                <c:v>0.8551674108177223</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crossAx val="48672768"/>
      </c:catAx>
      <c:valAx>
        <c:axId val="48672768"/>
        <c:scaling>
          <c:orientation val="minMax"/>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W [10⁵ m s⁻¹]</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2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GEC ICP：物性表適用＋COMSOL計算</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barChart>
        <c:barDir val="col"/>
        <c:grouping val="clustered"/>
        <c:varyColors val="0"/>
        <c:ser>
          <c:idx val="0"/>
          <c:order val="0"/>
          <c:tx>
            <c:v>物性表生成</c:v>
          </c:tx>
          <c:spPr>
            <a:solidFill xmlns:a="http://schemas.openxmlformats.org/drawingml/2006/main">
              <a:srgbClr val="00A6D9"/>
            </a:solidFill>
            <a:ln xmlns:a="http://schemas.openxmlformats.org/drawingml/2006/main" w="9525">
              <a:solidFill>
                <a:srgbClr val="00A6D9"/>
              </a:solidFill>
              <a:prstDash val="solid"/>
            </a:ln>
          </c:spPr>
          <c:cat>
            <c:strLit>
              <c:ptCount val="3"/>
              <c:pt idx="0">
                <c:v>two-term</c:v>
              </c:pt>
              <c:pt idx="1">
                <c:v>MC</c:v>
              </c:pt>
              <c:pt idx="2">
                <c:v>propagator</c:v>
              </c:pt>
            </c:strLit>
          </c:cat>
          <c:val>
            <c:numLit>
              <c:formatCode>0.0</c:formatCode>
              <c:ptCount val="3"/>
              <c:pt idx="0">
                <c:v>33.011700699978974</c:v>
              </c:pt>
              <c:pt idx="1">
                <c:v>36.93385270005092</c:v>
              </c:pt>
              <c:pt idx="2">
                <c:v>32.14989970001625</c:v>
              </c:pt>
            </c:numLit>
          </c:val>
        </c:ser>
        <c:ser>
          <c:idx val="1"/>
          <c:order val="1"/>
          <c:tx>
            <c:v>COMSOL計算</c:v>
          </c:tx>
          <c:spPr>
            <a:solidFill xmlns:a="http://schemas.openxmlformats.org/drawingml/2006/main">
              <a:srgbClr val="211441"/>
            </a:solidFill>
            <a:ln xmlns:a="http://schemas.openxmlformats.org/drawingml/2006/main" w="9525">
              <a:solidFill>
                <a:srgbClr val="211441"/>
              </a:solidFill>
              <a:prstDash val="solid"/>
            </a:ln>
          </c:spPr>
          <c:cat>
            <c:strLit>
              <c:ptCount val="3"/>
              <c:pt idx="0">
                <c:v>two-term</c:v>
              </c:pt>
              <c:pt idx="1">
                <c:v>MC</c:v>
              </c:pt>
              <c:pt idx="2">
                <c:v>propagator</c:v>
              </c:pt>
            </c:strLit>
          </c:cat>
          <c:val>
            <c:numLit>
              <c:formatCode>0.0</c:formatCode>
              <c:ptCount val="3"/>
              <c:pt idx="0">
                <c:v>58.26749200001359</c:v>
              </c:pt>
              <c:pt idx="1">
                <c:v>68.89780589996371</c:v>
              </c:pt>
              <c:pt idx="2">
                <c:v>60.314553200034425</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crossAx val="48672768"/>
      </c:catAx>
      <c:valAx>
        <c:axId val="48672768"/>
        <c:scaling>
          <c:orientation val="minMax"/>
          <c:max val="80"/>
          <c:min val="0"/>
        </c:scaling>
        <c:delete val="0"/>
        <c:axPos val="l"/>
        <c:majorGridlines>
          <c:spPr>
            <a:ln xmlns:a="http://schemas.openxmlformats.org/drawingml/2006/main" w="9525">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666666"/>
                    </a:solidFill>
                    <a:latin typeface="Noto Sans JP"/>
                    <a:ea typeface="Noto Sans JP"/>
                    <a:cs typeface="Noto Sans JP"/>
                  </a:rPr>
                  <a:t>実行時間 [s]</a:t>
                </a:r>
              </a:p>
            </c:rich>
          </c:tx>
          <c:overlay val="0"/>
          <c:txPr>
            <a:bodyPr xmlns:a="http://schemas.openxmlformats.org/drawingml/2006/main" anchorCtr="1"/>
            <a:lstStyle xmlns:a="http://schemas.openxmlformats.org/drawingml/2006/main"/>
            <a:p xmlns:a="http://schemas.openxmlformats.org/drawingml/2006/main">
              <a:pPr>
                <a:defRPr sz="900">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66666"/>
                </a:solidFill>
                <a:latin typeface="Noto Sans JP"/>
                <a:ea typeface="Noto Sans JP"/>
                <a:cs typeface="Noto Sans JP"/>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25.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125" b="1">
                <a:solidFill>
                  <a:srgbClr val="333333"/>
                </a:solidFill>
                <a:latin typeface="Noto Sans JP"/>
                <a:ea typeface="Noto Sans JP"/>
                <a:cs typeface="Noto Sans JP"/>
              </a:rPr>
              <a:t>電子密度の径方向形状</a:t>
            </a:r>
          </a:p>
        </c:rich>
      </c:tx>
      <c:overlay val="0"/>
      <c:txPr>
        <a:bodyPr xmlns:a="http://schemas.openxmlformats.org/drawingml/2006/main" anchorCtr="1"/>
        <a:lstStyle xmlns:a="http://schemas.openxmlformats.org/drawingml/2006/main"/>
        <a:p xmlns:a="http://schemas.openxmlformats.org/drawingml/2006/main">
          <a:pPr>
            <a:defRPr sz="1125" b="1">
              <a:solidFill>
                <a:srgbClr val="333333"/>
              </a:solidFill>
              <a:latin typeface="Noto Sans JP"/>
              <a:ea typeface="Noto Sans JP"/>
              <a:cs typeface="Noto Sans JP"/>
            </a:defRPr>
          </a:pPr>
        </a:p>
      </c:txPr>
    </c:title>
    <c:plotArea>
      <c:scatterChart>
        <c:scatterStyle val="line"/>
        <c:ser>
          <c:idx val="0"/>
          <c:order val="0"/>
          <c:tx>
            <c:v>Original COMSOL</c:v>
          </c:tx>
          <c:spPr>
            <a:ln xmlns:a="http://schemas.openxmlformats.org/drawingml/2006/main" w="22860">
              <a:solidFill>
                <a:srgbClr val="59636F"/>
              </a:solidFill>
              <a:prstDash val="dash"/>
            </a:ln>
          </c:spPr>
          <c:marker>
            <c:symbol val="none"/>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0.0</c:formatCode>
              <c:ptCount val="12"/>
              <c:pt idx="0">
                <c:v>1</c:v>
              </c:pt>
              <c:pt idx="1">
                <c:v>0.9991106519842478</c:v>
              </c:pt>
              <c:pt idx="2">
                <c:v>0.9940825217807755</c:v>
              </c:pt>
              <c:pt idx="3">
                <c:v>0.993086147845261</c:v>
              </c:pt>
              <c:pt idx="4">
                <c:v>0.9718359590122967</c:v>
              </c:pt>
              <c:pt idx="5">
                <c:v>0.9581775984788903</c:v>
              </c:pt>
              <c:pt idx="6">
                <c:v>0.918929851953516</c:v>
              </c:pt>
              <c:pt idx="7">
                <c:v>0.8278561272868722</c:v>
              </c:pt>
              <c:pt idx="8">
                <c:v>0.7578493395155277</c:v>
              </c:pt>
              <c:pt idx="9">
                <c:v>0.746966740957028</c:v>
              </c:pt>
              <c:pt idx="10">
                <c:v>0.7359088135630666</c:v>
              </c:pt>
              <c:pt idx="11">
                <c:v>0.5468631321426946</c:v>
              </c:pt>
            </c:numLit>
          </c:yVal>
        </c:ser>
        <c:ser>
          <c:idx val="1"/>
          <c:order val="1"/>
          <c:tx>
            <c:v>Two-term Swarm</c:v>
          </c:tx>
          <c:spPr>
            <a:ln xmlns:a="http://schemas.openxmlformats.org/drawingml/2006/main" w="20955">
              <a:solidFill>
                <a:srgbClr val="3B67B0"/>
              </a:solidFill>
              <a:prstDash val="solid"/>
            </a:ln>
          </c:spPr>
          <c:marker>
            <c:symbol val="none"/>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0.0</c:formatCode>
              <c:ptCount val="12"/>
              <c:pt idx="0">
                <c:v>1</c:v>
              </c:pt>
              <c:pt idx="1">
                <c:v>1.004041607942284</c:v>
              </c:pt>
              <c:pt idx="2">
                <c:v>1.006159560424505</c:v>
              </c:pt>
              <c:pt idx="3">
                <c:v>1.0058283716043348</c:v>
              </c:pt>
              <c:pt idx="4">
                <c:v>0.981599876844746</c:v>
              </c:pt>
              <c:pt idx="5">
                <c:v>0.9608035454033907</c:v>
              </c:pt>
              <c:pt idx="6">
                <c:v>0.8956002615938848</c:v>
              </c:pt>
              <c:pt idx="7">
                <c:v>0.7436424734022062</c:v>
              </c:pt>
              <c:pt idx="8">
                <c:v>0.6354870679931267</c:v>
              </c:pt>
              <c:pt idx="9">
                <c:v>0.6195814970371966</c:v>
              </c:pt>
              <c:pt idx="10">
                <c:v>0.6036603515076834</c:v>
              </c:pt>
              <c:pt idx="11">
                <c:v>0.3762076543272278</c:v>
              </c:pt>
            </c:numLit>
          </c:yVal>
        </c:ser>
        <c:ser>
          <c:idx val="2"/>
          <c:order val="2"/>
          <c:tx>
            <c:v>Monte Carlo Swarm</c:v>
          </c:tx>
          <c:spPr>
            <a:ln xmlns:a="http://schemas.openxmlformats.org/drawingml/2006/main" w="20955">
              <a:solidFill>
                <a:srgbClr val="EDA24C"/>
              </a:solidFill>
              <a:prstDash val="dash"/>
            </a:ln>
          </c:spPr>
          <c:marker>
            <c:symbol val="none"/>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0.0</c:formatCode>
              <c:ptCount val="12"/>
              <c:pt idx="0">
                <c:v>1</c:v>
              </c:pt>
              <c:pt idx="1">
                <c:v>1.0040230240744776</c:v>
              </c:pt>
              <c:pt idx="2">
                <c:v>1.0061061993538398</c:v>
              </c:pt>
              <c:pt idx="3">
                <c:v>1.0057722326717538</c:v>
              </c:pt>
              <c:pt idx="4">
                <c:v>0.9815390942147334</c:v>
              </c:pt>
              <c:pt idx="5">
                <c:v>0.960756088119204</c:v>
              </c:pt>
              <c:pt idx="6">
                <c:v>0.8955853782912365</c:v>
              </c:pt>
              <c:pt idx="7">
                <c:v>0.7436628724833475</c:v>
              </c:pt>
              <c:pt idx="8">
                <c:v>0.6355933715096399</c:v>
              </c:pt>
              <c:pt idx="9">
                <c:v>0.6197098432700375</c:v>
              </c:pt>
              <c:pt idx="10">
                <c:v>0.6038138401257735</c:v>
              </c:pt>
              <c:pt idx="11">
                <c:v>0.3772578580697231</c:v>
              </c:pt>
            </c:numLit>
          </c:yVal>
        </c:ser>
        <c:ser>
          <c:idx val="3"/>
          <c:order val="3"/>
          <c:tx>
            <c:v>Propagator Swarm</c:v>
          </c:tx>
          <c:spPr>
            <a:ln xmlns:a="http://schemas.openxmlformats.org/drawingml/2006/main" w="20955">
              <a:solidFill>
                <a:srgbClr val="5DAA18"/>
              </a:solidFill>
              <a:prstDash val="solid"/>
            </a:ln>
          </c:spPr>
          <c:marker>
            <c:symbol val="none"/>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0.0</c:formatCode>
              <c:ptCount val="12"/>
              <c:pt idx="0">
                <c:v>1</c:v>
              </c:pt>
              <c:pt idx="1">
                <c:v>1.004036781605959</c:v>
              </c:pt>
              <c:pt idx="2">
                <c:v>1.0061312963893065</c:v>
              </c:pt>
              <c:pt idx="3">
                <c:v>1.0057968267612891</c:v>
              </c:pt>
              <c:pt idx="4">
                <c:v>0.9815032710438886</c:v>
              </c:pt>
              <c:pt idx="5">
                <c:v>0.9606680904507379</c:v>
              </c:pt>
              <c:pt idx="6">
                <c:v>0.8953462239484552</c:v>
              </c:pt>
              <c:pt idx="7">
                <c:v>0.7431288223402553</c:v>
              </c:pt>
              <c:pt idx="8">
                <c:v>0.6348420581743512</c:v>
              </c:pt>
              <c:pt idx="9">
                <c:v>0.6189216240456693</c:v>
              </c:pt>
              <c:pt idx="10">
                <c:v>0.6029868604777716</c:v>
              </c:pt>
              <c:pt idx="11">
                <c:v>0.3755603680970976</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1.15"/>
          <c:min val="0.2"/>
        </c:scaling>
        <c:delete val="0"/>
        <c:axPos val="l"/>
        <c:majorGridlines>
          <c:spPr>
            <a:ln xmlns:a="http://schemas.openxmlformats.org/drawingml/2006/main" w="6668">
              <a:solidFill>
                <a:srgbClr val="E2E5E8"/>
              </a:solidFill>
              <a:prstDash val="solid"/>
            </a:ln>
          </c:spPr>
        </c:majorGridlines>
        <c:title>
          <c:tx>
            <c:rich>
              <a:bodyPr xmlns:a="http://schemas.openxmlformats.org/drawingml/2006/main"/>
              <a:lstStyle xmlns:a="http://schemas.openxmlformats.org/drawingml/2006/main"/>
              <a:p xmlns:a="http://schemas.openxmlformats.org/drawingml/2006/main">
                <a:r>
                  <a:rPr sz="750">
                    <a:solidFill>
                      <a:srgbClr val="666666"/>
                    </a:solidFill>
                    <a:latin typeface="Noto Sans JP"/>
                    <a:ea typeface="Noto Sans JP"/>
                    <a:cs typeface="Noto Sans JP"/>
                  </a:rPr>
                  <a:t>nₑ(r) / nₑ(0)</a:t>
                </a:r>
              </a:p>
            </c:rich>
          </c:tx>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title>
        <c:numFmt formatCode="0.0"/>
        <c:majorTickMark val="none"/>
        <c:minorTickMark val="none"/>
        <c:spPr>
          <a:ln xmlns:a="http://schemas.openxmlformats.org/drawingml/2006/main" w="6668">
            <a:solidFill>
              <a:srgbClr val="555555"/>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8"/>
          <c:min val="0"/>
        </c:scaling>
        <c:delete val="0"/>
        <c:axPos val="b"/>
        <c:majorGridlines>
          <c:spPr>
            <a:ln xmlns:a="http://schemas.openxmlformats.org/drawingml/2006/main" w="6668">
              <a:solidFill>
                <a:srgbClr val="E2E5E8"/>
              </a:solidFill>
              <a:prstDash val="solid"/>
            </a:ln>
          </c:spPr>
        </c:majorGridlines>
        <c:title>
          <c:tx>
            <c:rich>
              <a:bodyPr xmlns:a="http://schemas.openxmlformats.org/drawingml/2006/main"/>
              <a:lstStyle xmlns:a="http://schemas.openxmlformats.org/drawingml/2006/main"/>
              <a:p xmlns:a="http://schemas.openxmlformats.org/drawingml/2006/main">
                <a:r>
                  <a:rPr sz="750">
                    <a:solidFill>
                      <a:srgbClr val="666666"/>
                    </a:solidFill>
                    <a:latin typeface="Noto Sans JP"/>
                    <a:ea typeface="Noto Sans JP"/>
                    <a:cs typeface="Noto Sans JP"/>
                  </a:rPr>
                  <a:t>r (cm)</a:t>
                </a:r>
              </a:p>
            </c:rich>
          </c:tx>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title>
        <c:numFmt formatCode="0"/>
        <c:majorTickMark val="none"/>
        <c:minorTickMark val="none"/>
        <c:spPr>
          <a:ln xmlns:a="http://schemas.openxmlformats.org/drawingml/2006/main" w="6668">
            <a:solidFill>
              <a:srgbClr val="555555"/>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C9CED2"/>
      </a:solidFill>
      <a:prstDash val="solid"/>
    </a:ln>
  </c:spPr>
</c:chartSpace>
</file>

<file path=ppt/slides/charts/chart26.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125" b="1">
                <a:solidFill>
                  <a:srgbClr val="333333"/>
                </a:solidFill>
                <a:latin typeface="Noto Sans JP"/>
                <a:ea typeface="Noto Sans JP"/>
                <a:cs typeface="Noto Sans JP"/>
              </a:rPr>
              <a:t>Ar*準安定粒子の径方向形状</a:t>
            </a:r>
          </a:p>
        </c:rich>
      </c:tx>
      <c:overlay val="0"/>
      <c:txPr>
        <a:bodyPr xmlns:a="http://schemas.openxmlformats.org/drawingml/2006/main" anchorCtr="1"/>
        <a:lstStyle xmlns:a="http://schemas.openxmlformats.org/drawingml/2006/main"/>
        <a:p xmlns:a="http://schemas.openxmlformats.org/drawingml/2006/main">
          <a:pPr>
            <a:defRPr sz="1125" b="1">
              <a:solidFill>
                <a:srgbClr val="333333"/>
              </a:solidFill>
              <a:latin typeface="Noto Sans JP"/>
              <a:ea typeface="Noto Sans JP"/>
              <a:cs typeface="Noto Sans JP"/>
            </a:defRPr>
          </a:pPr>
        </a:p>
      </c:txPr>
    </c:title>
    <c:plotArea>
      <c:scatterChart>
        <c:scatterStyle val="line"/>
        <c:ser>
          <c:idx val="0"/>
          <c:order val="0"/>
          <c:tx>
            <c:v>Original COMSOL</c:v>
          </c:tx>
          <c:spPr>
            <a:ln xmlns:a="http://schemas.openxmlformats.org/drawingml/2006/main" w="22860">
              <a:solidFill>
                <a:srgbClr val="59636F"/>
              </a:solidFill>
              <a:prstDash val="dash"/>
            </a:ln>
          </c:spPr>
          <c:marker>
            <c:symbol val="none"/>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0.0</c:formatCode>
              <c:ptCount val="12"/>
              <c:pt idx="0">
                <c:v>1</c:v>
              </c:pt>
              <c:pt idx="1">
                <c:v>0.9901185396169562</c:v>
              </c:pt>
              <c:pt idx="2">
                <c:v>0.9605042519599225</c:v>
              </c:pt>
              <c:pt idx="3">
                <c:v>0.9560449355942238</c:v>
              </c:pt>
              <c:pt idx="4">
                <c:v>0.8840732143402171</c:v>
              </c:pt>
              <c:pt idx="5">
                <c:v>0.8469725157102446</c:v>
              </c:pt>
              <c:pt idx="6">
                <c:v>0.7550496704788755</c:v>
              </c:pt>
              <c:pt idx="7">
                <c:v>0.582206546882645</c:v>
              </c:pt>
              <c:pt idx="8">
                <c:v>0.4734631128528109</c:v>
              </c:pt>
              <c:pt idx="9">
                <c:v>0.45825416399034286</c:v>
              </c:pt>
              <c:pt idx="10">
                <c:v>0.4432168184573568</c:v>
              </c:pt>
              <c:pt idx="11">
                <c:v>0.269721296516321</c:v>
              </c:pt>
            </c:numLit>
          </c:yVal>
        </c:ser>
        <c:ser>
          <c:idx val="1"/>
          <c:order val="1"/>
          <c:tx>
            <c:v>Two-term Swarm</c:v>
          </c:tx>
          <c:spPr>
            <a:ln xmlns:a="http://schemas.openxmlformats.org/drawingml/2006/main" w="20955">
              <a:solidFill>
                <a:srgbClr val="3B67B0"/>
              </a:solidFill>
              <a:prstDash val="solid"/>
            </a:ln>
          </c:spPr>
          <c:marker>
            <c:symbol val="none"/>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0.0</c:formatCode>
              <c:ptCount val="12"/>
              <c:pt idx="0">
                <c:v>1</c:v>
              </c:pt>
              <c:pt idx="1">
                <c:v>1.0059693894114203</c:v>
              </c:pt>
              <c:pt idx="2">
                <c:v>1.005120396717259</c:v>
              </c:pt>
              <c:pt idx="3">
                <c:v>1.0035893740926642</c:v>
              </c:pt>
              <c:pt idx="4">
                <c:v>0.9432566958198485</c:v>
              </c:pt>
              <c:pt idx="5">
                <c:v>0.8970303098168132</c:v>
              </c:pt>
              <c:pt idx="6">
                <c:v>0.7649469353255285</c:v>
              </c:pt>
              <c:pt idx="7">
                <c:v>0.5073318929277346</c:v>
              </c:pt>
              <c:pt idx="8">
                <c:v>0.35777798304136466</c:v>
              </c:pt>
              <c:pt idx="9">
                <c:v>0.33805196197840304</c:v>
              </c:pt>
              <c:pt idx="10">
                <c:v>0.31889497728121796</c:v>
              </c:pt>
              <c:pt idx="11">
                <c:v>0.11746042956791579</c:v>
              </c:pt>
            </c:numLit>
          </c:yVal>
        </c:ser>
        <c:ser>
          <c:idx val="2"/>
          <c:order val="2"/>
          <c:tx>
            <c:v>Monte Carlo Swarm</c:v>
          </c:tx>
          <c:spPr>
            <a:ln xmlns:a="http://schemas.openxmlformats.org/drawingml/2006/main" w="20955">
              <a:solidFill>
                <a:srgbClr val="EDA24C"/>
              </a:solidFill>
              <a:prstDash val="dash"/>
            </a:ln>
          </c:spPr>
          <c:marker>
            <c:symbol val="none"/>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0.0</c:formatCode>
              <c:ptCount val="12"/>
              <c:pt idx="0">
                <c:v>1</c:v>
              </c:pt>
              <c:pt idx="1">
                <c:v>1.0063243745273303</c:v>
              </c:pt>
              <c:pt idx="2">
                <c:v>1.0061336447827605</c:v>
              </c:pt>
              <c:pt idx="3">
                <c:v>1.0046709719611162</c:v>
              </c:pt>
              <c:pt idx="4">
                <c:v>0.9446248900711895</c:v>
              </c:pt>
              <c:pt idx="5">
                <c:v>0.8982011165689405</c:v>
              </c:pt>
              <c:pt idx="6">
                <c:v>0.7653433204310536</c:v>
              </c:pt>
              <c:pt idx="7">
                <c:v>0.5062921915195256</c:v>
              </c:pt>
              <c:pt idx="8">
                <c:v>0.3560056994244828</c:v>
              </c:pt>
              <c:pt idx="9">
                <c:v>0.33622466650374117</c:v>
              </c:pt>
              <c:pt idx="10">
                <c:v>0.31702907733968394</c:v>
              </c:pt>
              <c:pt idx="11">
                <c:v>0.11622325346044335</c:v>
              </c:pt>
            </c:numLit>
          </c:yVal>
        </c:ser>
        <c:ser>
          <c:idx val="3"/>
          <c:order val="3"/>
          <c:tx>
            <c:v>Propagator Swarm</c:v>
          </c:tx>
          <c:spPr>
            <a:ln xmlns:a="http://schemas.openxmlformats.org/drawingml/2006/main" w="20955">
              <a:solidFill>
                <a:srgbClr val="5DAA18"/>
              </a:solidFill>
              <a:prstDash val="solid"/>
            </a:ln>
          </c:spPr>
          <c:marker>
            <c:symbol val="none"/>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0.0</c:formatCode>
              <c:ptCount val="12"/>
              <c:pt idx="0">
                <c:v>1</c:v>
              </c:pt>
              <c:pt idx="1">
                <c:v>1.0062330953032566</c:v>
              </c:pt>
              <c:pt idx="2">
                <c:v>1.0059049777694238</c:v>
              </c:pt>
              <c:pt idx="3">
                <c:v>1.0044322499883038</c:v>
              </c:pt>
              <c:pt idx="4">
                <c:v>0.9444436174619751</c:v>
              </c:pt>
              <c:pt idx="5">
                <c:v>0.8981241765659044</c:v>
              </c:pt>
              <c:pt idx="6">
                <c:v>0.7655467014126692</c:v>
              </c:pt>
              <c:pt idx="7">
                <c:v>0.5070293772904355</c:v>
              </c:pt>
              <c:pt idx="8">
                <c:v>0.357277374818865</c:v>
              </c:pt>
              <c:pt idx="9">
                <c:v>0.33756340181286315</c:v>
              </c:pt>
              <c:pt idx="10">
                <c:v>0.3184246435978157</c:v>
              </c:pt>
              <c:pt idx="11">
                <c:v>0.11667797661255458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1.1"/>
          <c:min val="0"/>
        </c:scaling>
        <c:delete val="0"/>
        <c:axPos val="l"/>
        <c:majorGridlines>
          <c:spPr>
            <a:ln xmlns:a="http://schemas.openxmlformats.org/drawingml/2006/main" w="6668">
              <a:solidFill>
                <a:srgbClr val="E2E5E8"/>
              </a:solidFill>
              <a:prstDash val="solid"/>
            </a:ln>
          </c:spPr>
        </c:majorGridlines>
        <c:title>
          <c:tx>
            <c:rich>
              <a:bodyPr xmlns:a="http://schemas.openxmlformats.org/drawingml/2006/main"/>
              <a:lstStyle xmlns:a="http://schemas.openxmlformats.org/drawingml/2006/main"/>
              <a:p xmlns:a="http://schemas.openxmlformats.org/drawingml/2006/main">
                <a:r>
                  <a:rPr sz="750">
                    <a:solidFill>
                      <a:srgbClr val="666666"/>
                    </a:solidFill>
                    <a:latin typeface="Noto Sans JP"/>
                    <a:ea typeface="Noto Sans JP"/>
                    <a:cs typeface="Noto Sans JP"/>
                  </a:rPr>
                  <a:t>nAr*(r) / nAr*(0)</a:t>
                </a:r>
              </a:p>
            </c:rich>
          </c:tx>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title>
        <c:numFmt formatCode="0.0"/>
        <c:majorTickMark val="none"/>
        <c:minorTickMark val="none"/>
        <c:spPr>
          <a:ln xmlns:a="http://schemas.openxmlformats.org/drawingml/2006/main" w="6668">
            <a:solidFill>
              <a:srgbClr val="555555"/>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8"/>
          <c:min val="0"/>
        </c:scaling>
        <c:delete val="0"/>
        <c:axPos val="b"/>
        <c:majorGridlines>
          <c:spPr>
            <a:ln xmlns:a="http://schemas.openxmlformats.org/drawingml/2006/main" w="6668">
              <a:solidFill>
                <a:srgbClr val="E2E5E8"/>
              </a:solidFill>
              <a:prstDash val="solid"/>
            </a:ln>
          </c:spPr>
        </c:majorGridlines>
        <c:title>
          <c:tx>
            <c:rich>
              <a:bodyPr xmlns:a="http://schemas.openxmlformats.org/drawingml/2006/main"/>
              <a:lstStyle xmlns:a="http://schemas.openxmlformats.org/drawingml/2006/main"/>
              <a:p xmlns:a="http://schemas.openxmlformats.org/drawingml/2006/main">
                <a:r>
                  <a:rPr sz="750">
                    <a:solidFill>
                      <a:srgbClr val="666666"/>
                    </a:solidFill>
                    <a:latin typeface="Noto Sans JP"/>
                    <a:ea typeface="Noto Sans JP"/>
                    <a:cs typeface="Noto Sans JP"/>
                  </a:rPr>
                  <a:t>r (cm)</a:t>
                </a:r>
              </a:p>
            </c:rich>
          </c:tx>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title>
        <c:numFmt formatCode="0"/>
        <c:majorTickMark val="none"/>
        <c:minorTickMark val="none"/>
        <c:spPr>
          <a:ln xmlns:a="http://schemas.openxmlformats.org/drawingml/2006/main" w="6668">
            <a:solidFill>
              <a:srgbClr val="555555"/>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C9CED2"/>
      </a:solidFill>
      <a:prstDash val="solid"/>
    </a:ln>
  </c:spPr>
</c:chartSpace>
</file>

<file path=ppt/slides/charts/chart27.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125" b="1">
                <a:solidFill>
                  <a:srgbClr val="333333"/>
                </a:solidFill>
                <a:latin typeface="Noto Sans JP"/>
                <a:ea typeface="Noto Sans JP"/>
                <a:cs typeface="Noto Sans JP"/>
              </a:rPr>
              <a:t>平均電子エネルギー</a:t>
            </a:r>
          </a:p>
        </c:rich>
      </c:tx>
      <c:overlay val="0"/>
      <c:txPr>
        <a:bodyPr xmlns:a="http://schemas.openxmlformats.org/drawingml/2006/main" anchorCtr="1"/>
        <a:lstStyle xmlns:a="http://schemas.openxmlformats.org/drawingml/2006/main"/>
        <a:p xmlns:a="http://schemas.openxmlformats.org/drawingml/2006/main">
          <a:pPr>
            <a:defRPr sz="1125" b="1">
              <a:solidFill>
                <a:srgbClr val="333333"/>
              </a:solidFill>
              <a:latin typeface="Noto Sans JP"/>
              <a:ea typeface="Noto Sans JP"/>
              <a:cs typeface="Noto Sans JP"/>
            </a:defRPr>
          </a:pPr>
        </a:p>
      </c:txPr>
    </c:title>
    <c:plotArea>
      <c:scatterChart>
        <c:scatterStyle val="line"/>
        <c:ser>
          <c:idx val="0"/>
          <c:order val="0"/>
          <c:tx>
            <c:v>Original COMSOL</c:v>
          </c:tx>
          <c:spPr>
            <a:ln xmlns:a="http://schemas.openxmlformats.org/drawingml/2006/main" w="22860">
              <a:solidFill>
                <a:srgbClr val="59636F"/>
              </a:solidFill>
              <a:prstDash val="dash"/>
            </a:ln>
          </c:spPr>
          <c:marker>
            <c:symbol val="none"/>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0.0</c:formatCode>
              <c:ptCount val="12"/>
              <c:pt idx="0">
                <c:v>5.30250676073428</c:v>
              </c:pt>
              <c:pt idx="1">
                <c:v>5.301787353293841</c:v>
              </c:pt>
              <c:pt idx="2">
                <c:v>5.296803525244905</c:v>
              </c:pt>
              <c:pt idx="3">
                <c:v>5.295766298726393</c:v>
              </c:pt>
              <c:pt idx="4">
                <c:v>5.272536131085985</c:v>
              </c:pt>
              <c:pt idx="5">
                <c:v>5.256892092733552</c:v>
              </c:pt>
              <c:pt idx="6">
                <c:v>5.209537896597613</c:v>
              </c:pt>
              <c:pt idx="7">
                <c:v>5.087282360993414</c:v>
              </c:pt>
              <c:pt idx="8">
                <c:v>4.98114983262981</c:v>
              </c:pt>
              <c:pt idx="9">
                <c:v>4.963644806710892</c:v>
              </c:pt>
              <c:pt idx="10">
                <c:v>4.945549243248556</c:v>
              </c:pt>
              <c:pt idx="11">
                <c:v>4.581937045168297</c:v>
              </c:pt>
            </c:numLit>
          </c:yVal>
        </c:ser>
        <c:ser>
          <c:idx val="1"/>
          <c:order val="1"/>
          <c:tx>
            <c:v>Two-term Swarm</c:v>
          </c:tx>
          <c:spPr>
            <a:ln xmlns:a="http://schemas.openxmlformats.org/drawingml/2006/main" w="20955">
              <a:solidFill>
                <a:srgbClr val="3B67B0"/>
              </a:solidFill>
              <a:prstDash val="solid"/>
            </a:ln>
          </c:spPr>
          <c:marker>
            <c:symbol val="none"/>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0.0</c:formatCode>
              <c:ptCount val="12"/>
              <c:pt idx="0">
                <c:v>7.172598220527624</c:v>
              </c:pt>
              <c:pt idx="1">
                <c:v>7.1812081831652845</c:v>
              </c:pt>
              <c:pt idx="2">
                <c:v>7.190006737650512</c:v>
              </c:pt>
              <c:pt idx="3">
                <c:v>7.190097835949684</c:v>
              </c:pt>
              <c:pt idx="4">
                <c:v>7.157585425441043</c:v>
              </c:pt>
              <c:pt idx="5">
                <c:v>7.124464937202184</c:v>
              </c:pt>
              <c:pt idx="6">
                <c:v>7.0107881446477505</c:v>
              </c:pt>
              <c:pt idx="7">
                <c:v>6.702228693104478</c:v>
              </c:pt>
              <c:pt idx="8">
                <c:v>6.4451994181051475</c:v>
              </c:pt>
              <c:pt idx="9">
                <c:v>6.404578419379427</c:v>
              </c:pt>
              <c:pt idx="10">
                <c:v>6.363152861969657</c:v>
              </c:pt>
              <c:pt idx="11">
                <c:v>5.671738433357036</c:v>
              </c:pt>
            </c:numLit>
          </c:yVal>
        </c:ser>
        <c:ser>
          <c:idx val="2"/>
          <c:order val="2"/>
          <c:tx>
            <c:v>Monte Carlo Swarm</c:v>
          </c:tx>
          <c:spPr>
            <a:ln xmlns:a="http://schemas.openxmlformats.org/drawingml/2006/main" w="20955">
              <a:solidFill>
                <a:srgbClr val="EDA24C"/>
              </a:solidFill>
              <a:prstDash val="dash"/>
            </a:ln>
          </c:spPr>
          <c:marker>
            <c:symbol val="none"/>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0.0</c:formatCode>
              <c:ptCount val="12"/>
              <c:pt idx="0">
                <c:v>7.138705390962018</c:v>
              </c:pt>
              <c:pt idx="1">
                <c:v>7.1472696385402</c:v>
              </c:pt>
              <c:pt idx="2">
                <c:v>7.15603382020073</c:v>
              </c:pt>
              <c:pt idx="3">
                <c:v>7.156128132706504</c:v>
              </c:pt>
              <c:pt idx="4">
                <c:v>7.123869971934813</c:v>
              </c:pt>
              <c:pt idx="5">
                <c:v>7.09097600683078</c:v>
              </c:pt>
              <c:pt idx="6">
                <c:v>6.978004642869466</c:v>
              </c:pt>
              <c:pt idx="7">
                <c:v>6.671153037234846</c:v>
              </c:pt>
              <c:pt idx="8">
                <c:v>6.415645290083197</c:v>
              </c:pt>
              <c:pt idx="9">
                <c:v>6.375285153736577</c:v>
              </c:pt>
              <c:pt idx="10">
                <c:v>6.334133269192712</c:v>
              </c:pt>
              <c:pt idx="11">
                <c:v>5.6498350412269165</c:v>
              </c:pt>
            </c:numLit>
          </c:yVal>
        </c:ser>
        <c:ser>
          <c:idx val="3"/>
          <c:order val="3"/>
          <c:tx>
            <c:v>Propagator Swarm</c:v>
          </c:tx>
          <c:spPr>
            <a:ln xmlns:a="http://schemas.openxmlformats.org/drawingml/2006/main" w="20955">
              <a:solidFill>
                <a:srgbClr val="5DAA18"/>
              </a:solidFill>
              <a:prstDash val="solid"/>
            </a:ln>
          </c:spPr>
          <c:marker>
            <c:symbol val="none"/>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0.0</c:formatCode>
              <c:ptCount val="12"/>
              <c:pt idx="0">
                <c:v>7.126461334530921</c:v>
              </c:pt>
              <c:pt idx="1">
                <c:v>7.135040440053842</c:v>
              </c:pt>
              <c:pt idx="2">
                <c:v>7.143829931362138</c:v>
              </c:pt>
              <c:pt idx="3">
                <c:v>7.143927207818487</c:v>
              </c:pt>
              <c:pt idx="4">
                <c:v>7.111695233529706</c:v>
              </c:pt>
              <c:pt idx="5">
                <c:v>7.078808353251079</c:v>
              </c:pt>
              <c:pt idx="6">
                <c:v>6.965855713736641</c:v>
              </c:pt>
              <c:pt idx="7">
                <c:v>6.659063858985142</c:v>
              </c:pt>
              <c:pt idx="8">
                <c:v>6.4034729221570394</c:v>
              </c:pt>
              <c:pt idx="9">
                <c:v>6.36307665290359</c:v>
              </c:pt>
              <c:pt idx="10">
                <c:v>6.32187990246035</c:v>
              </c:pt>
              <c:pt idx="11">
                <c:v>5.634702498466868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7.5"/>
          <c:min val="4"/>
        </c:scaling>
        <c:delete val="0"/>
        <c:axPos val="l"/>
        <c:majorGridlines>
          <c:spPr>
            <a:ln xmlns:a="http://schemas.openxmlformats.org/drawingml/2006/main" w="6668">
              <a:solidFill>
                <a:srgbClr val="E2E5E8"/>
              </a:solidFill>
              <a:prstDash val="solid"/>
            </a:ln>
          </c:spPr>
        </c:majorGridlines>
        <c:title>
          <c:tx>
            <c:rich>
              <a:bodyPr xmlns:a="http://schemas.openxmlformats.org/drawingml/2006/main"/>
              <a:lstStyle xmlns:a="http://schemas.openxmlformats.org/drawingml/2006/main"/>
              <a:p xmlns:a="http://schemas.openxmlformats.org/drawingml/2006/main">
                <a:r>
                  <a:rPr sz="750">
                    <a:solidFill>
                      <a:srgbClr val="666666"/>
                    </a:solidFill>
                    <a:latin typeface="Noto Sans JP"/>
                    <a:ea typeface="Noto Sans JP"/>
                    <a:cs typeface="Noto Sans JP"/>
                  </a:rPr>
                  <a:t>〈ε〉 (eV)</a:t>
                </a:r>
              </a:p>
            </c:rich>
          </c:tx>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title>
        <c:numFmt formatCode="0.0"/>
        <c:majorTickMark val="none"/>
        <c:minorTickMark val="none"/>
        <c:spPr>
          <a:ln xmlns:a="http://schemas.openxmlformats.org/drawingml/2006/main" w="6668">
            <a:solidFill>
              <a:srgbClr val="555555"/>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8"/>
          <c:min val="0"/>
        </c:scaling>
        <c:delete val="0"/>
        <c:axPos val="b"/>
        <c:majorGridlines>
          <c:spPr>
            <a:ln xmlns:a="http://schemas.openxmlformats.org/drawingml/2006/main" w="6668">
              <a:solidFill>
                <a:srgbClr val="E2E5E8"/>
              </a:solidFill>
              <a:prstDash val="solid"/>
            </a:ln>
          </c:spPr>
        </c:majorGridlines>
        <c:title>
          <c:tx>
            <c:rich>
              <a:bodyPr xmlns:a="http://schemas.openxmlformats.org/drawingml/2006/main"/>
              <a:lstStyle xmlns:a="http://schemas.openxmlformats.org/drawingml/2006/main"/>
              <a:p xmlns:a="http://schemas.openxmlformats.org/drawingml/2006/main">
                <a:r>
                  <a:rPr sz="750">
                    <a:solidFill>
                      <a:srgbClr val="666666"/>
                    </a:solidFill>
                    <a:latin typeface="Noto Sans JP"/>
                    <a:ea typeface="Noto Sans JP"/>
                    <a:cs typeface="Noto Sans JP"/>
                  </a:rPr>
                  <a:t>r (cm)</a:t>
                </a:r>
              </a:p>
            </c:rich>
          </c:tx>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title>
        <c:numFmt formatCode="0"/>
        <c:majorTickMark val="none"/>
        <c:minorTickMark val="none"/>
        <c:spPr>
          <a:ln xmlns:a="http://schemas.openxmlformats.org/drawingml/2006/main" w="6668">
            <a:solidFill>
              <a:srgbClr val="555555"/>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C9CED2"/>
      </a:solidFill>
      <a:prstDash val="solid"/>
    </a:ln>
  </c:spPr>
</c:chartSpace>
</file>

<file path=ppt/slides/charts/chart28.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125" b="1">
                <a:solidFill>
                  <a:srgbClr val="333333"/>
                </a:solidFill>
                <a:latin typeface="Noto Sans JP"/>
                <a:ea typeface="Noto Sans JP"/>
                <a:cs typeface="Noto Sans JP"/>
              </a:rPr>
              <a:t>電子密度</a:t>
            </a:r>
          </a:p>
        </c:rich>
      </c:tx>
      <c:overlay val="0"/>
      <c:txPr>
        <a:bodyPr xmlns:a="http://schemas.openxmlformats.org/drawingml/2006/main" anchorCtr="1"/>
        <a:lstStyle xmlns:a="http://schemas.openxmlformats.org/drawingml/2006/main"/>
        <a:p xmlns:a="http://schemas.openxmlformats.org/drawingml/2006/main">
          <a:pPr>
            <a:defRPr sz="1125" b="1">
              <a:solidFill>
                <a:srgbClr val="333333"/>
              </a:solidFill>
              <a:latin typeface="Noto Sans JP"/>
              <a:ea typeface="Noto Sans JP"/>
              <a:cs typeface="Noto Sans JP"/>
            </a:defRPr>
          </a:pPr>
        </a:p>
      </c:txPr>
    </c:title>
    <c:plotArea>
      <c:scatterChart>
        <c:scatterStyle val="line"/>
        <c:ser>
          <c:idx val="0"/>
          <c:order val="0"/>
          <c:tx>
            <c:v>Original COMSOL</c:v>
          </c:tx>
          <c:spPr>
            <a:ln xmlns:a="http://schemas.openxmlformats.org/drawingml/2006/main" w="22860">
              <a:solidFill>
                <a:srgbClr val="59636F"/>
              </a:solidFill>
              <a:prstDash val="dash"/>
            </a:ln>
          </c:spPr>
          <c:marker>
            <c:symbol val="none"/>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0.0</c:formatCode>
              <c:ptCount val="30"/>
              <c:pt idx="0">
                <c:v>15.725651824986807</c:v>
              </c:pt>
              <c:pt idx="1">
                <c:v>15.863405710996323</c:v>
              </c:pt>
              <c:pt idx="2">
                <c:v>16.03004126417721</c:v>
              </c:pt>
              <c:pt idx="3">
                <c:v>16.21532526087967</c:v>
              </c:pt>
              <c:pt idx="4">
                <c:v>16.41032815849539</c:v>
              </c:pt>
              <c:pt idx="5">
                <c:v>16.598407140146115</c:v>
              </c:pt>
              <c:pt idx="6">
                <c:v>16.93337980795702</c:v>
              </c:pt>
              <c:pt idx="7">
                <c:v>17.226040809053018</c:v>
              </c:pt>
              <c:pt idx="8">
                <c:v>17.39716825043945</c:v>
              </c:pt>
              <c:pt idx="9">
                <c:v>17.65957736761947</c:v>
              </c:pt>
              <c:pt idx="10">
                <c:v>17.862042177386638</c:v>
              </c:pt>
              <c:pt idx="11">
                <c:v>18.016119177145207</c:v>
              </c:pt>
              <c:pt idx="12">
                <c:v>18.09857055437555</c:v>
              </c:pt>
              <c:pt idx="13">
                <c:v>18.142778581706423</c:v>
              </c:pt>
              <c:pt idx="14">
                <c:v>18.164824628487732</c:v>
              </c:pt>
              <c:pt idx="15">
                <c:v>18.16660276418526</c:v>
              </c:pt>
              <c:pt idx="16">
                <c:v>18.148088269729765</c:v>
              </c:pt>
              <c:pt idx="17">
                <c:v>18.107316616058235</c:v>
              </c:pt>
              <c:pt idx="18">
                <c:v>18.031243233871535</c:v>
              </c:pt>
              <c:pt idx="19">
                <c:v>17.907370121045528</c:v>
              </c:pt>
              <c:pt idx="20">
                <c:v>17.750940391820755</c:v>
              </c:pt>
              <c:pt idx="21">
                <c:v>17.509127981775507</c:v>
              </c:pt>
              <c:pt idx="22">
                <c:v>17.222421186843697</c:v>
              </c:pt>
              <c:pt idx="23">
                <c:v>16.926652593844093</c:v>
              </c:pt>
              <c:pt idx="24">
                <c:v>16.672217600694907</c:v>
              </c:pt>
              <c:pt idx="25">
                <c:v>16.488646087781856</c:v>
              </c:pt>
              <c:pt idx="26">
                <c:v>16.297517363638498</c:v>
              </c:pt>
              <c:pt idx="27">
                <c:v>16.11322020646565</c:v>
              </c:pt>
              <c:pt idx="28">
                <c:v>15.943592299635332</c:v>
              </c:pt>
              <c:pt idx="29">
                <c:v>15.801407179616817</c:v>
              </c:pt>
            </c:numLit>
          </c:yVal>
        </c:ser>
        <c:ser>
          <c:idx val="1"/>
          <c:order val="1"/>
          <c:tx>
            <c:v>Two-term Swarm</c:v>
          </c:tx>
          <c:spPr>
            <a:ln xmlns:a="http://schemas.openxmlformats.org/drawingml/2006/main" w="20955">
              <a:solidFill>
                <a:srgbClr val="3B67B0"/>
              </a:solidFill>
              <a:prstDash val="solid"/>
            </a:ln>
          </c:spPr>
          <c:marker>
            <c:symbol val="none"/>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0.0</c:formatCode>
              <c:ptCount val="30"/>
              <c:pt idx="0">
                <c:v>15.838222439129142</c:v>
              </c:pt>
              <c:pt idx="1">
                <c:v>15.927864602708043</c:v>
              </c:pt>
              <c:pt idx="2">
                <c:v>16.039411286650946</c:v>
              </c:pt>
              <c:pt idx="3">
                <c:v>16.16979927071515</c:v>
              </c:pt>
              <c:pt idx="4">
                <c:v>16.31623694152686</c:v>
              </c:pt>
              <c:pt idx="5">
                <c:v>16.468921596777303</c:v>
              </c:pt>
              <c:pt idx="6">
                <c:v>16.76567915134845</c:v>
              </c:pt>
              <c:pt idx="7">
                <c:v>17.040340488184317</c:v>
              </c:pt>
              <c:pt idx="8">
                <c:v>17.205201134908176</c:v>
              </c:pt>
              <c:pt idx="9">
                <c:v>17.46208188690966</c:v>
              </c:pt>
              <c:pt idx="10">
                <c:v>17.66406271990766</c:v>
              </c:pt>
              <c:pt idx="11">
                <c:v>17.8218215293966</c:v>
              </c:pt>
              <c:pt idx="12">
                <c:v>17.910418576996943</c:v>
              </c:pt>
              <c:pt idx="13">
                <c:v>17.961693591254466</c:v>
              </c:pt>
              <c:pt idx="14">
                <c:v>17.99185902200556</c:v>
              </c:pt>
              <c:pt idx="15">
                <c:v>18.002429063181545</c:v>
              </c:pt>
              <c:pt idx="16">
                <c:v>17.993002593600462</c:v>
              </c:pt>
              <c:pt idx="17">
                <c:v>17.961236264290022</c:v>
              </c:pt>
              <c:pt idx="18">
                <c:v>17.894259828063817</c:v>
              </c:pt>
              <c:pt idx="19">
                <c:v>17.779095923520174</c:v>
              </c:pt>
              <c:pt idx="20">
                <c:v>17.629730717302262</c:v>
              </c:pt>
              <c:pt idx="21">
                <c:v>17.396608015434875</c:v>
              </c:pt>
              <c:pt idx="22">
                <c:v>17.122675724134165</c:v>
              </c:pt>
              <c:pt idx="23">
                <c:v>16.84874859904136</c:v>
              </c:pt>
              <c:pt idx="24">
                <c:v>16.625446678631032</c:v>
              </c:pt>
              <c:pt idx="25">
                <c:v>16.475408524684397</c:v>
              </c:pt>
              <c:pt idx="26">
                <c:v>16.330188546764695</c:v>
              </c:pt>
              <c:pt idx="27">
                <c:v>16.198694022508985</c:v>
              </c:pt>
              <c:pt idx="28">
                <c:v>16.08338536237155</c:v>
              </c:pt>
              <c:pt idx="29">
                <c:v>15.989392157788805</c:v>
              </c:pt>
            </c:numLit>
          </c:yVal>
        </c:ser>
        <c:ser>
          <c:idx val="2"/>
          <c:order val="2"/>
          <c:tx>
            <c:v>Monte Carlo Swarm</c:v>
          </c:tx>
          <c:spPr>
            <a:ln xmlns:a="http://schemas.openxmlformats.org/drawingml/2006/main" w="20955">
              <a:solidFill>
                <a:srgbClr val="EDA24C"/>
              </a:solidFill>
              <a:prstDash val="dash"/>
            </a:ln>
          </c:spPr>
          <c:marker>
            <c:symbol val="none"/>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0.0</c:formatCode>
              <c:ptCount val="30"/>
              <c:pt idx="0">
                <c:v>15.840861997554816</c:v>
              </c:pt>
              <c:pt idx="1">
                <c:v>15.930426484839275</c:v>
              </c:pt>
              <c:pt idx="2">
                <c:v>16.041850709854295</c:v>
              </c:pt>
              <c:pt idx="3">
                <c:v>16.172045746592918</c:v>
              </c:pt>
              <c:pt idx="4">
                <c:v>16.318236131996358</c:v>
              </c:pt>
              <c:pt idx="5">
                <c:v>16.47066145527597</c:v>
              </c:pt>
              <c:pt idx="6">
                <c:v>16.767010981157533</c:v>
              </c:pt>
              <c:pt idx="7">
                <c:v>17.0414343061129</c:v>
              </c:pt>
              <c:pt idx="8">
                <c:v>17.206209186616416</c:v>
              </c:pt>
              <c:pt idx="9">
                <c:v>17.463025406656012</c:v>
              </c:pt>
              <c:pt idx="10">
                <c:v>17.66503486344136</c:v>
              </c:pt>
              <c:pt idx="11">
                <c:v>17.822919506150228</c:v>
              </c:pt>
              <c:pt idx="12">
                <c:v>17.911697148770546</c:v>
              </c:pt>
              <c:pt idx="13">
                <c:v>17.963176662536604</c:v>
              </c:pt>
              <c:pt idx="14">
                <c:v>17.99358327485734</c:v>
              </c:pt>
              <c:pt idx="15">
                <c:v>18.00442597436873</c:v>
              </c:pt>
              <c:pt idx="16">
                <c:v>17.995285766581095</c:v>
              </c:pt>
              <c:pt idx="17">
                <c:v>17.963799113416062</c:v>
              </c:pt>
              <c:pt idx="18">
                <c:v>17.897098905217774</c:v>
              </c:pt>
              <c:pt idx="19">
                <c:v>17.78217851904076</c:v>
              </c:pt>
              <c:pt idx="20">
                <c:v>17.632969103548852</c:v>
              </c:pt>
              <c:pt idx="21">
                <c:v>17.399950505761463</c:v>
              </c:pt>
              <c:pt idx="22">
                <c:v>17.126072902813604</c:v>
              </c:pt>
              <c:pt idx="23">
                <c:v>16.85217847681537</c:v>
              </c:pt>
              <c:pt idx="24">
                <c:v>16.628879566671504</c:v>
              </c:pt>
              <c:pt idx="25">
                <c:v>16.47879153069338</c:v>
              </c:pt>
              <c:pt idx="26">
                <c:v>16.333447981639154</c:v>
              </c:pt>
              <c:pt idx="27">
                <c:v>16.20175281354947</c:v>
              </c:pt>
              <c:pt idx="28">
                <c:v>16.086175599947698</c:v>
              </c:pt>
              <c:pt idx="29">
                <c:v>15.991919329425047</c:v>
              </c:pt>
            </c:numLit>
          </c:yVal>
        </c:ser>
        <c:ser>
          <c:idx val="3"/>
          <c:order val="3"/>
          <c:tx>
            <c:v>Propagator Swarm</c:v>
          </c:tx>
          <c:spPr>
            <a:ln xmlns:a="http://schemas.openxmlformats.org/drawingml/2006/main" w="20955">
              <a:solidFill>
                <a:srgbClr val="5DAA18"/>
              </a:solidFill>
              <a:prstDash val="solid"/>
            </a:ln>
          </c:spPr>
          <c:marker>
            <c:symbol val="none"/>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0.0</c:formatCode>
              <c:ptCount val="30"/>
              <c:pt idx="0">
                <c:v>15.840969791362243</c:v>
              </c:pt>
              <c:pt idx="1">
                <c:v>15.93070877972582</c:v>
              </c:pt>
              <c:pt idx="2">
                <c:v>16.042330911423086</c:v>
              </c:pt>
              <c:pt idx="3">
                <c:v>16.17272043463361</c:v>
              </c:pt>
              <c:pt idx="4">
                <c:v>16.31908356221444</c:v>
              </c:pt>
              <c:pt idx="5">
                <c:v>16.47163582762004</c:v>
              </c:pt>
              <c:pt idx="6">
                <c:v>16.76811998871133</c:v>
              </c:pt>
              <c:pt idx="7">
                <c:v>17.042602853134223</c:v>
              </c:pt>
              <c:pt idx="8">
                <c:v>17.207396627222895</c:v>
              </c:pt>
              <c:pt idx="9">
                <c:v>17.46422661427764</c:v>
              </c:pt>
              <c:pt idx="10">
                <c:v>17.666233462688517</c:v>
              </c:pt>
              <c:pt idx="11">
                <c:v>17.82410778346365</c:v>
              </c:pt>
              <c:pt idx="12">
                <c:v>17.912883093050674</c:v>
              </c:pt>
              <c:pt idx="13">
                <c:v>17.964369296608183</c:v>
              </c:pt>
              <c:pt idx="14">
                <c:v>17.994782236754894</c:v>
              </c:pt>
              <c:pt idx="15">
                <c:v>18.005622876252136</c:v>
              </c:pt>
              <c:pt idx="16">
                <c:v>17.996471954612268</c:v>
              </c:pt>
              <c:pt idx="17">
                <c:v>17.964969206857454</c:v>
              </c:pt>
              <c:pt idx="18">
                <c:v>17.898250488564912</c:v>
              </c:pt>
              <c:pt idx="19">
                <c:v>17.783315529810732</c:v>
              </c:pt>
              <c:pt idx="20">
                <c:v>17.634098460997016</c:v>
              </c:pt>
              <c:pt idx="21">
                <c:v>17.4010739646886</c:v>
              </c:pt>
              <c:pt idx="22">
                <c:v>17.12718544577793</c:v>
              </c:pt>
              <c:pt idx="23">
                <c:v>16.853263662721073</c:v>
              </c:pt>
              <c:pt idx="24">
                <c:v>16.629916079220024</c:v>
              </c:pt>
              <c:pt idx="25">
                <c:v>16.47976446309527</c:v>
              </c:pt>
              <c:pt idx="26">
                <c:v>16.334323496727173</c:v>
              </c:pt>
              <c:pt idx="27">
                <c:v>16.202504287804704</c:v>
              </c:pt>
              <c:pt idx="28">
                <c:v>16.086784821940448</c:v>
              </c:pt>
              <c:pt idx="29">
                <c:v>15.9923961572347</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18.3"/>
          <c:min val="15.5"/>
        </c:scaling>
        <c:delete val="0"/>
        <c:axPos val="l"/>
        <c:majorGridlines>
          <c:spPr>
            <a:ln xmlns:a="http://schemas.openxmlformats.org/drawingml/2006/main" w="6668">
              <a:solidFill>
                <a:srgbClr val="E2E5E8"/>
              </a:solidFill>
              <a:prstDash val="solid"/>
            </a:ln>
          </c:spPr>
        </c:majorGridlines>
        <c:title>
          <c:tx>
            <c:rich>
              <a:bodyPr xmlns:a="http://schemas.openxmlformats.org/drawingml/2006/main"/>
              <a:lstStyle xmlns:a="http://schemas.openxmlformats.org/drawingml/2006/main"/>
              <a:p xmlns:a="http://schemas.openxmlformats.org/drawingml/2006/main">
                <a:r>
                  <a:rPr sz="750">
                    <a:solidFill>
                      <a:srgbClr val="666666"/>
                    </a:solidFill>
                    <a:latin typeface="Noto Sans JP"/>
                    <a:ea typeface="Noto Sans JP"/>
                    <a:cs typeface="Noto Sans JP"/>
                  </a:rPr>
                  <a:t>log₁₀(nₑ / m⁻³)</a:t>
                </a:r>
              </a:p>
            </c:rich>
          </c:tx>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title>
        <c:numFmt formatCode="0.0"/>
        <c:majorTickMark val="none"/>
        <c:minorTickMark val="none"/>
        <c:spPr>
          <a:ln xmlns:a="http://schemas.openxmlformats.org/drawingml/2006/main" w="6668">
            <a:solidFill>
              <a:srgbClr val="555555"/>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4"/>
          <c:min val="0"/>
        </c:scaling>
        <c:delete val="0"/>
        <c:axPos val="b"/>
        <c:majorGridlines>
          <c:spPr>
            <a:ln xmlns:a="http://schemas.openxmlformats.org/drawingml/2006/main" w="6668">
              <a:solidFill>
                <a:srgbClr val="E2E5E8"/>
              </a:solidFill>
              <a:prstDash val="solid"/>
            </a:ln>
          </c:spPr>
        </c:majorGridlines>
        <c:title>
          <c:tx>
            <c:rich>
              <a:bodyPr xmlns:a="http://schemas.openxmlformats.org/drawingml/2006/main"/>
              <a:lstStyle xmlns:a="http://schemas.openxmlformats.org/drawingml/2006/main"/>
              <a:p xmlns:a="http://schemas.openxmlformats.org/drawingml/2006/main">
                <a:r>
                  <a:rPr sz="750">
                    <a:solidFill>
                      <a:srgbClr val="666666"/>
                    </a:solidFill>
                    <a:latin typeface="Noto Sans JP"/>
                    <a:ea typeface="Noto Sans JP"/>
                    <a:cs typeface="Noto Sans JP"/>
                  </a:rPr>
                  <a:t>z (cm)</a:t>
                </a:r>
              </a:p>
            </c:rich>
          </c:tx>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title>
        <c:numFmt formatCode="0"/>
        <c:majorTickMark val="none"/>
        <c:minorTickMark val="none"/>
        <c:spPr>
          <a:ln xmlns:a="http://schemas.openxmlformats.org/drawingml/2006/main" w="6668">
            <a:solidFill>
              <a:srgbClr val="555555"/>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C9CED2"/>
      </a:solidFill>
      <a:prstDash val="solid"/>
    </a:ln>
  </c:spPr>
</c:chartSpace>
</file>

<file path=ppt/slides/charts/chart29.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125" b="1">
                <a:solidFill>
                  <a:srgbClr val="333333"/>
                </a:solidFill>
                <a:latin typeface="Noto Sans JP"/>
                <a:ea typeface="Noto Sans JP"/>
                <a:cs typeface="Noto Sans JP"/>
              </a:rPr>
              <a:t>Ar*準安定粒子</a:t>
            </a:r>
          </a:p>
        </c:rich>
      </c:tx>
      <c:overlay val="0"/>
      <c:txPr>
        <a:bodyPr xmlns:a="http://schemas.openxmlformats.org/drawingml/2006/main" anchorCtr="1"/>
        <a:lstStyle xmlns:a="http://schemas.openxmlformats.org/drawingml/2006/main"/>
        <a:p xmlns:a="http://schemas.openxmlformats.org/drawingml/2006/main">
          <a:pPr>
            <a:defRPr sz="1125" b="1">
              <a:solidFill>
                <a:srgbClr val="333333"/>
              </a:solidFill>
              <a:latin typeface="Noto Sans JP"/>
              <a:ea typeface="Noto Sans JP"/>
              <a:cs typeface="Noto Sans JP"/>
            </a:defRPr>
          </a:pPr>
        </a:p>
      </c:txPr>
    </c:title>
    <c:plotArea>
      <c:scatterChart>
        <c:scatterStyle val="line"/>
        <c:ser>
          <c:idx val="0"/>
          <c:order val="0"/>
          <c:tx>
            <c:v>Original COMSOL</c:v>
          </c:tx>
          <c:spPr>
            <a:ln xmlns:a="http://schemas.openxmlformats.org/drawingml/2006/main" w="22860">
              <a:solidFill>
                <a:srgbClr val="59636F"/>
              </a:solidFill>
              <a:prstDash val="dash"/>
            </a:ln>
          </c:spPr>
          <c:marker>
            <c:symbol val="none"/>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0.0</c:formatCode>
              <c:ptCount val="30"/>
              <c:pt idx="0">
                <c:v>18.45537245770521</c:v>
              </c:pt>
              <c:pt idx="1">
                <c:v>18.459436302887653</c:v>
              </c:pt>
              <c:pt idx="2">
                <c:v>18.465060659764855</c:v>
              </c:pt>
              <c:pt idx="3">
                <c:v>18.472809444798106</c:v>
              </c:pt>
              <c:pt idx="4">
                <c:v>18.48341645119065</c:v>
              </c:pt>
              <c:pt idx="5">
                <c:v>18.4978001090627</c:v>
              </c:pt>
              <c:pt idx="6">
                <c:v>18.54067285386975</c:v>
              </c:pt>
              <c:pt idx="7">
                <c:v>18.603357748437315</c:v>
              </c:pt>
              <c:pt idx="8">
                <c:v>18.65597176092786</c:v>
              </c:pt>
              <c:pt idx="9">
                <c:v>18.75711676044282</c:v>
              </c:pt>
              <c:pt idx="10">
                <c:v>18.839554642051798</c:v>
              </c:pt>
              <c:pt idx="11">
                <c:v>18.8946103390429</c:v>
              </c:pt>
              <c:pt idx="12">
                <c:v>18.918212757467437</c:v>
              </c:pt>
              <c:pt idx="13">
                <c:v>18.92971285163683</c:v>
              </c:pt>
              <c:pt idx="14">
                <c:v>18.936433436006848</c:v>
              </c:pt>
              <c:pt idx="15">
                <c:v>18.93987307716559</c:v>
              </c:pt>
              <c:pt idx="16">
                <c:v>18.94004980136453</c:v>
              </c:pt>
              <c:pt idx="17">
                <c:v>18.935487112723045</c:v>
              </c:pt>
              <c:pt idx="18">
                <c:v>18.920042142306396</c:v>
              </c:pt>
              <c:pt idx="19">
                <c:v>18.88328656688413</c:v>
              </c:pt>
              <c:pt idx="20">
                <c:v>18.825051590183165</c:v>
              </c:pt>
              <c:pt idx="21">
                <c:v>18.73012276048641</c:v>
              </c:pt>
              <c:pt idx="22">
                <c:v>18.638075256802487</c:v>
              </c:pt>
              <c:pt idx="23">
                <c:v>18.575635875703338</c:v>
              </c:pt>
              <c:pt idx="24">
                <c:v>18.54247923719886</c:v>
              </c:pt>
              <c:pt idx="25">
                <c:v>18.526830474278903</c:v>
              </c:pt>
              <c:pt idx="26">
                <c:v>18.51527754030626</c:v>
              </c:pt>
              <c:pt idx="27">
                <c:v>18.506828288409327</c:v>
              </c:pt>
              <c:pt idx="28">
                <c:v>18.500690102590216</c:v>
              </c:pt>
              <c:pt idx="29">
                <c:v>18.496252107837158</c:v>
              </c:pt>
            </c:numLit>
          </c:yVal>
        </c:ser>
        <c:ser>
          <c:idx val="1"/>
          <c:order val="1"/>
          <c:tx>
            <c:v>Two-term Swarm</c:v>
          </c:tx>
          <c:spPr>
            <a:ln xmlns:a="http://schemas.openxmlformats.org/drawingml/2006/main" w="20955">
              <a:solidFill>
                <a:srgbClr val="3B67B0"/>
              </a:solidFill>
              <a:prstDash val="solid"/>
            </a:ln>
          </c:spPr>
          <c:marker>
            <c:symbol val="none"/>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0.0</c:formatCode>
              <c:ptCount val="30"/>
              <c:pt idx="0">
                <c:v>18.287053596001055</c:v>
              </c:pt>
              <c:pt idx="1">
                <c:v>18.291116766647445</c:v>
              </c:pt>
              <c:pt idx="2">
                <c:v>18.296737986615614</c:v>
              </c:pt>
              <c:pt idx="3">
                <c:v>18.304478417868186</c:v>
              </c:pt>
              <c:pt idx="4">
                <c:v>18.315067105102518</c:v>
              </c:pt>
              <c:pt idx="5">
                <c:v>18.32941560502615</c:v>
              </c:pt>
              <c:pt idx="6">
                <c:v>18.372154551978255</c:v>
              </c:pt>
              <c:pt idx="7">
                <c:v>18.434690506397615</c:v>
              </c:pt>
              <c:pt idx="8">
                <c:v>18.487469652672022</c:v>
              </c:pt>
              <c:pt idx="9">
                <c:v>18.5909551831029</c:v>
              </c:pt>
              <c:pt idx="10">
                <c:v>18.680226730262216</c:v>
              </c:pt>
              <c:pt idx="11">
                <c:v>18.74734021772328</c:v>
              </c:pt>
              <c:pt idx="12">
                <c:v>18.784647511525893</c:v>
              </c:pt>
              <c:pt idx="13">
                <c:v>18.81023791454256</c:v>
              </c:pt>
              <c:pt idx="14">
                <c:v>18.832536866915245</c:v>
              </c:pt>
              <c:pt idx="15">
                <c:v>18.852722988614754</c:v>
              </c:pt>
              <c:pt idx="16">
                <c:v>18.870498248102788</c:v>
              </c:pt>
              <c:pt idx="17">
                <c:v>18.88389227783303</c:v>
              </c:pt>
              <c:pt idx="18">
                <c:v>18.88723690878162</c:v>
              </c:pt>
              <c:pt idx="19">
                <c:v>18.868399297311555</c:v>
              </c:pt>
              <c:pt idx="20">
                <c:v>18.82290683392067</c:v>
              </c:pt>
              <c:pt idx="21">
                <c:v>18.736945182263497</c:v>
              </c:pt>
              <c:pt idx="22">
                <c:v>18.648892617381232</c:v>
              </c:pt>
              <c:pt idx="23">
                <c:v>18.5878713229467</c:v>
              </c:pt>
              <c:pt idx="24">
                <c:v>18.555112592092524</c:v>
              </c:pt>
              <c:pt idx="25">
                <c:v>18.539598081736305</c:v>
              </c:pt>
              <c:pt idx="26">
                <c:v>18.528107953221344</c:v>
              </c:pt>
              <c:pt idx="27">
                <c:v>18.519685773479896</c:v>
              </c:pt>
              <c:pt idx="28">
                <c:v>18.513557463632036</c:v>
              </c:pt>
              <c:pt idx="29">
                <c:v>18.509121563433645</c:v>
              </c:pt>
            </c:numLit>
          </c:yVal>
        </c:ser>
        <c:ser>
          <c:idx val="2"/>
          <c:order val="2"/>
          <c:tx>
            <c:v>Monte Carlo Swarm</c:v>
          </c:tx>
          <c:spPr>
            <a:ln xmlns:a="http://schemas.openxmlformats.org/drawingml/2006/main" w="20955">
              <a:solidFill>
                <a:srgbClr val="EDA24C"/>
              </a:solidFill>
              <a:prstDash val="dash"/>
            </a:ln>
          </c:spPr>
          <c:marker>
            <c:symbol val="none"/>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0.0</c:formatCode>
              <c:ptCount val="30"/>
              <c:pt idx="0">
                <c:v>18.279583410494602</c:v>
              </c:pt>
              <c:pt idx="1">
                <c:v>18.283646567843252</c:v>
              </c:pt>
              <c:pt idx="2">
                <c:v>18.289267727609857</c:v>
              </c:pt>
              <c:pt idx="3">
                <c:v>18.297008005128976</c:v>
              </c:pt>
              <c:pt idx="4">
                <c:v>18.30759637740408</c:v>
              </c:pt>
              <c:pt idx="5">
                <c:v>18.32194434561991</c:v>
              </c:pt>
              <c:pt idx="6">
                <c:v>18.364682323329774</c:v>
              </c:pt>
              <c:pt idx="7">
                <c:v>18.427222359202467</c:v>
              </c:pt>
              <c:pt idx="8">
                <c:v>18.48001865763221</c:v>
              </c:pt>
              <c:pt idx="9">
                <c:v>18.58360804839636</c:v>
              </c:pt>
              <c:pt idx="10">
                <c:v>18.67312493371612</c:v>
              </c:pt>
              <c:pt idx="11">
                <c:v>18.740702434451734</c:v>
              </c:pt>
              <c:pt idx="12">
                <c:v>18.7784503184716</c:v>
              </c:pt>
              <c:pt idx="13">
                <c:v>18.80442599091826</c:v>
              </c:pt>
              <c:pt idx="14">
                <c:v>18.827171306028614</c:v>
              </c:pt>
              <c:pt idx="15">
                <c:v>18.847951219105088</c:v>
              </c:pt>
              <c:pt idx="16">
                <c:v>18.866341324073492</c:v>
              </c:pt>
              <c:pt idx="17">
                <c:v>18.88030326152369</c:v>
              </c:pt>
              <c:pt idx="18">
                <c:v>18.88421423397405</c:v>
              </c:pt>
              <c:pt idx="19">
                <c:v>18.8658534842993</c:v>
              </c:pt>
              <c:pt idx="20">
                <c:v>18.820628274647973</c:v>
              </c:pt>
              <c:pt idx="21">
                <c:v>18.734834087000348</c:v>
              </c:pt>
              <c:pt idx="22">
                <c:v>18.646853905619867</c:v>
              </c:pt>
              <c:pt idx="23">
                <c:v>18.58585995707757</c:v>
              </c:pt>
              <c:pt idx="24">
                <c:v>18.55310951424451</c:v>
              </c:pt>
              <c:pt idx="25">
                <c:v>18.53759810445997</c:v>
              </c:pt>
              <c:pt idx="26">
                <c:v>18.526109463840367</c:v>
              </c:pt>
              <c:pt idx="27">
                <c:v>18.517687938954463</c:v>
              </c:pt>
              <c:pt idx="28">
                <c:v>18.511559872194024</c:v>
              </c:pt>
              <c:pt idx="29">
                <c:v>18.507124024256782</c:v>
              </c:pt>
            </c:numLit>
          </c:yVal>
        </c:ser>
        <c:ser>
          <c:idx val="3"/>
          <c:order val="3"/>
          <c:tx>
            <c:v>Propagator Swarm</c:v>
          </c:tx>
          <c:spPr>
            <a:ln xmlns:a="http://schemas.openxmlformats.org/drawingml/2006/main" w="20955">
              <a:solidFill>
                <a:srgbClr val="5DAA18"/>
              </a:solidFill>
              <a:prstDash val="solid"/>
            </a:ln>
          </c:spPr>
          <c:marker>
            <c:symbol val="none"/>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0.0</c:formatCode>
              <c:ptCount val="30"/>
              <c:pt idx="0">
                <c:v>18.28037047279138</c:v>
              </c:pt>
              <c:pt idx="1">
                <c:v>18.28443363192216</c:v>
              </c:pt>
              <c:pt idx="2">
                <c:v>18.290054799408793</c:v>
              </c:pt>
              <c:pt idx="3">
                <c:v>18.297795095040225</c:v>
              </c:pt>
              <c:pt idx="4">
                <c:v>18.3083834985879</c:v>
              </c:pt>
              <c:pt idx="5">
                <c:v>18.322731500220986</c:v>
              </c:pt>
              <c:pt idx="6">
                <c:v>18.365469256069638</c:v>
              </c:pt>
              <c:pt idx="7">
                <c:v>18.428007431117535</c:v>
              </c:pt>
              <c:pt idx="8">
                <c:v>18.480798113814924</c:v>
              </c:pt>
              <c:pt idx="9">
                <c:v>18.58434668978701</c:v>
              </c:pt>
              <c:pt idx="10">
                <c:v>18.67373544193021</c:v>
              </c:pt>
              <c:pt idx="11">
                <c:v>18.741075155843472</c:v>
              </c:pt>
              <c:pt idx="12">
                <c:v>18.778686246252217</c:v>
              </c:pt>
              <c:pt idx="13">
                <c:v>18.8046721807603</c:v>
              </c:pt>
              <c:pt idx="14">
                <c:v>18.827446423869787</c:v>
              </c:pt>
              <c:pt idx="15">
                <c:v>18.84817635592236</c:v>
              </c:pt>
              <c:pt idx="16">
                <c:v>18.866455453117712</c:v>
              </c:pt>
              <c:pt idx="17">
                <c:v>18.880282911733087</c:v>
              </c:pt>
              <c:pt idx="18">
                <c:v>18.884050214035128</c:v>
              </c:pt>
              <c:pt idx="19">
                <c:v>18.865590596644775</c:v>
              </c:pt>
              <c:pt idx="20">
                <c:v>18.820319679877944</c:v>
              </c:pt>
              <c:pt idx="21">
                <c:v>18.734503529994043</c:v>
              </c:pt>
              <c:pt idx="22">
                <c:v>18.64651406731537</c:v>
              </c:pt>
              <c:pt idx="23">
                <c:v>18.58551592632226</c:v>
              </c:pt>
              <c:pt idx="24">
                <c:v>18.552764138228174</c:v>
              </c:pt>
              <c:pt idx="25">
                <c:v>18.537252143361805</c:v>
              </c:pt>
              <c:pt idx="26">
                <c:v>18.525763213718054</c:v>
              </c:pt>
              <c:pt idx="27">
                <c:v>18.517341558685082</c:v>
              </c:pt>
              <c:pt idx="28">
                <c:v>18.51121344285013</c:v>
              </c:pt>
              <c:pt idx="29">
                <c:v>18.50677758426481</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19"/>
          <c:min val="18.2"/>
        </c:scaling>
        <c:delete val="0"/>
        <c:axPos val="l"/>
        <c:majorGridlines>
          <c:spPr>
            <a:ln xmlns:a="http://schemas.openxmlformats.org/drawingml/2006/main" w="6668">
              <a:solidFill>
                <a:srgbClr val="E2E5E8"/>
              </a:solidFill>
              <a:prstDash val="solid"/>
            </a:ln>
          </c:spPr>
        </c:majorGridlines>
        <c:title>
          <c:tx>
            <c:rich>
              <a:bodyPr xmlns:a="http://schemas.openxmlformats.org/drawingml/2006/main"/>
              <a:lstStyle xmlns:a="http://schemas.openxmlformats.org/drawingml/2006/main"/>
              <a:p xmlns:a="http://schemas.openxmlformats.org/drawingml/2006/main">
                <a:r>
                  <a:rPr sz="750">
                    <a:solidFill>
                      <a:srgbClr val="666666"/>
                    </a:solidFill>
                    <a:latin typeface="Noto Sans JP"/>
                    <a:ea typeface="Noto Sans JP"/>
                    <a:cs typeface="Noto Sans JP"/>
                  </a:rPr>
                  <a:t>log₁₀(nAr* / m⁻³)</a:t>
                </a:r>
              </a:p>
            </c:rich>
          </c:tx>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title>
        <c:numFmt formatCode="0.0"/>
        <c:majorTickMark val="none"/>
        <c:minorTickMark val="none"/>
        <c:spPr>
          <a:ln xmlns:a="http://schemas.openxmlformats.org/drawingml/2006/main" w="6668">
            <a:solidFill>
              <a:srgbClr val="555555"/>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4"/>
          <c:min val="0"/>
        </c:scaling>
        <c:delete val="0"/>
        <c:axPos val="b"/>
        <c:majorGridlines>
          <c:spPr>
            <a:ln xmlns:a="http://schemas.openxmlformats.org/drawingml/2006/main" w="6668">
              <a:solidFill>
                <a:srgbClr val="E2E5E8"/>
              </a:solidFill>
              <a:prstDash val="solid"/>
            </a:ln>
          </c:spPr>
        </c:majorGridlines>
        <c:title>
          <c:tx>
            <c:rich>
              <a:bodyPr xmlns:a="http://schemas.openxmlformats.org/drawingml/2006/main"/>
              <a:lstStyle xmlns:a="http://schemas.openxmlformats.org/drawingml/2006/main"/>
              <a:p xmlns:a="http://schemas.openxmlformats.org/drawingml/2006/main">
                <a:r>
                  <a:rPr sz="750">
                    <a:solidFill>
                      <a:srgbClr val="666666"/>
                    </a:solidFill>
                    <a:latin typeface="Noto Sans JP"/>
                    <a:ea typeface="Noto Sans JP"/>
                    <a:cs typeface="Noto Sans JP"/>
                  </a:rPr>
                  <a:t>z (cm)</a:t>
                </a:r>
              </a:p>
            </c:rich>
          </c:tx>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title>
        <c:numFmt formatCode="0"/>
        <c:majorTickMark val="none"/>
        <c:minorTickMark val="none"/>
        <c:spPr>
          <a:ln xmlns:a="http://schemas.openxmlformats.org/drawingml/2006/main" w="6668">
            <a:solidFill>
              <a:srgbClr val="555555"/>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C9CED2"/>
      </a:solidFill>
      <a:prstDash val="solid"/>
    </a:ln>
  </c:spPr>
</c:chartSpace>
</file>

<file path=ppt/slides/charts/chart30.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125" b="1">
                <a:solidFill>
                  <a:srgbClr val="333333"/>
                </a:solidFill>
                <a:latin typeface="Noto Sans JP"/>
                <a:ea typeface="Noto Sans JP"/>
                <a:cs typeface="Noto Sans JP"/>
              </a:rPr>
              <a:t>RF吸収密度</a:t>
            </a:r>
          </a:p>
        </c:rich>
      </c:tx>
      <c:overlay val="0"/>
      <c:txPr>
        <a:bodyPr xmlns:a="http://schemas.openxmlformats.org/drawingml/2006/main" anchorCtr="1"/>
        <a:lstStyle xmlns:a="http://schemas.openxmlformats.org/drawingml/2006/main"/>
        <a:p xmlns:a="http://schemas.openxmlformats.org/drawingml/2006/main">
          <a:pPr>
            <a:defRPr sz="1125" b="1">
              <a:solidFill>
                <a:srgbClr val="333333"/>
              </a:solidFill>
              <a:latin typeface="Noto Sans JP"/>
              <a:ea typeface="Noto Sans JP"/>
              <a:cs typeface="Noto Sans JP"/>
            </a:defRPr>
          </a:pPr>
        </a:p>
      </c:txPr>
    </c:title>
    <c:plotArea>
      <c:scatterChart>
        <c:scatterStyle val="line"/>
        <c:ser>
          <c:idx val="0"/>
          <c:order val="0"/>
          <c:tx>
            <c:v>Original COMSOL</c:v>
          </c:tx>
          <c:spPr>
            <a:ln xmlns:a="http://schemas.openxmlformats.org/drawingml/2006/main" w="22860">
              <a:solidFill>
                <a:srgbClr val="59636F"/>
              </a:solidFill>
              <a:prstDash val="dash"/>
            </a:ln>
          </c:spPr>
          <c:marker>
            <c:symbol val="none"/>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0.0</c:formatCode>
              <c:ptCount val="30"/>
              <c:pt idx="0">
                <c:v>-6</c:v>
              </c:pt>
              <c:pt idx="1">
                <c:v>-6</c:v>
              </c:pt>
              <c:pt idx="2">
                <c:v>-5.810403005081385</c:v>
              </c:pt>
              <c:pt idx="3">
                <c:v>-5.106763853039019</c:v>
              </c:pt>
              <c:pt idx="4">
                <c:v>-4.488257017862887</c:v>
              </c:pt>
              <c:pt idx="5">
                <c:v>-3.8321670380291977</c:v>
              </c:pt>
              <c:pt idx="6">
                <c:v>-2.940403507437168</c:v>
              </c:pt>
              <c:pt idx="7">
                <c:v>-1.8767544260933362</c:v>
              </c:pt>
              <c:pt idx="8">
                <c:v>-1.1607813950982595</c:v>
              </c:pt>
              <c:pt idx="9">
                <c:v>-0.339528730065642</c:v>
              </c:pt>
              <c:pt idx="10">
                <c:v>0.3777238484478456</c:v>
              </c:pt>
              <c:pt idx="11">
                <c:v>1.1026186656025263</c:v>
              </c:pt>
              <c:pt idx="12">
                <c:v>1.673481093462637</c:v>
              </c:pt>
              <c:pt idx="13">
                <c:v>2.1764549629542542</c:v>
              </c:pt>
              <c:pt idx="14">
                <c:v>2.6810991706783844</c:v>
              </c:pt>
              <c:pt idx="15">
                <c:v>3.1840714115834055</c:v>
              </c:pt>
              <c:pt idx="16">
                <c:v>3.6572917290330342</c:v>
              </c:pt>
              <c:pt idx="17">
                <c:v>4.105529517822993</c:v>
              </c:pt>
              <c:pt idx="18">
                <c:v>4.571074450968054</c:v>
              </c:pt>
              <c:pt idx="19">
                <c:v>4.821957517870391</c:v>
              </c:pt>
              <c:pt idx="20">
                <c:v>4.926403873350038</c:v>
              </c:pt>
              <c:pt idx="21">
                <c:v>4.895720209303516</c:v>
              </c:pt>
              <c:pt idx="22">
                <c:v>4.62002565123708</c:v>
              </c:pt>
              <c:pt idx="23">
                <c:v>4.206024929011128</c:v>
              </c:pt>
              <c:pt idx="24">
                <c:v>4.067907431880162</c:v>
              </c:pt>
              <c:pt idx="25">
                <c:v>3.948262659862403</c:v>
              </c:pt>
              <c:pt idx="26">
                <c:v>3.7662078437792545</c:v>
              </c:pt>
              <c:pt idx="27">
                <c:v>3.5901771252029673</c:v>
              </c:pt>
              <c:pt idx="28">
                <c:v>3.4273005049742196</c:v>
              </c:pt>
              <c:pt idx="29">
                <c:v>3.2903552355382293</c:v>
              </c:pt>
            </c:numLit>
          </c:yVal>
        </c:ser>
        <c:ser>
          <c:idx val="1"/>
          <c:order val="1"/>
          <c:tx>
            <c:v>Two-term Swarm</c:v>
          </c:tx>
          <c:spPr>
            <a:ln xmlns:a="http://schemas.openxmlformats.org/drawingml/2006/main" w="20955">
              <a:solidFill>
                <a:srgbClr val="3B67B0"/>
              </a:solidFill>
              <a:prstDash val="solid"/>
            </a:ln>
          </c:spPr>
          <c:marker>
            <c:symbol val="none"/>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0.0</c:formatCode>
              <c:ptCount val="30"/>
              <c:pt idx="0">
                <c:v>-6</c:v>
              </c:pt>
              <c:pt idx="1">
                <c:v>-4.598821784733403</c:v>
              </c:pt>
              <c:pt idx="2">
                <c:v>-3.7269603893828314</c:v>
              </c:pt>
              <c:pt idx="3">
                <c:v>-3.0782940802178778</c:v>
              </c:pt>
              <c:pt idx="4">
                <c:v>-2.508449868150291</c:v>
              </c:pt>
              <c:pt idx="5">
                <c:v>-1.887646111154071</c:v>
              </c:pt>
              <c:pt idx="6">
                <c:v>-1.0343784787328223</c:v>
              </c:pt>
              <c:pt idx="7">
                <c:v>0.01112377861389584</c:v>
              </c:pt>
              <c:pt idx="8">
                <c:v>0.7200394920097661</c:v>
              </c:pt>
              <c:pt idx="9">
                <c:v>1.525426667311673</c:v>
              </c:pt>
              <c:pt idx="10">
                <c:v>2.1884364807991847</c:v>
              </c:pt>
              <c:pt idx="11">
                <c:v>2.801365529757558</c:v>
              </c:pt>
              <c:pt idx="12">
                <c:v>3.2251580477627053</c:v>
              </c:pt>
              <c:pt idx="13">
                <c:v>3.53454123914238</c:v>
              </c:pt>
              <c:pt idx="14">
                <c:v>3.8169391792192404</c:v>
              </c:pt>
              <c:pt idx="15">
                <c:v>4.085990535177651</c:v>
              </c:pt>
              <c:pt idx="16">
                <c:v>4.330608836871628</c:v>
              </c:pt>
              <c:pt idx="17">
                <c:v>4.560779057544721</c:v>
              </c:pt>
              <c:pt idx="18">
                <c:v>4.7939429714228075</c:v>
              </c:pt>
              <c:pt idx="19">
                <c:v>4.874858965758498</c:v>
              </c:pt>
              <c:pt idx="20">
                <c:v>4.8460532937896605</c:v>
              </c:pt>
              <c:pt idx="21">
                <c:v>4.729817500179315</c:v>
              </c:pt>
              <c:pt idx="22">
                <c:v>4.420933335946633</c:v>
              </c:pt>
              <c:pt idx="23">
                <c:v>4.0024170062952225</c:v>
              </c:pt>
              <c:pt idx="24">
                <c:v>3.8828644221114716</c:v>
              </c:pt>
              <c:pt idx="25">
                <c:v>3.790592722960876</c:v>
              </c:pt>
              <c:pt idx="26">
                <c:v>3.6514338050829345</c:v>
              </c:pt>
              <c:pt idx="27">
                <c:v>3.5261166185751462</c:v>
              </c:pt>
              <c:pt idx="28">
                <c:v>3.416089588142386</c:v>
              </c:pt>
              <c:pt idx="29">
                <c:v>3.3262863639046736</c:v>
              </c:pt>
            </c:numLit>
          </c:yVal>
        </c:ser>
        <c:ser>
          <c:idx val="2"/>
          <c:order val="2"/>
          <c:tx>
            <c:v>Monte Carlo Swarm</c:v>
          </c:tx>
          <c:spPr>
            <a:ln xmlns:a="http://schemas.openxmlformats.org/drawingml/2006/main" w="20955">
              <a:solidFill>
                <a:srgbClr val="EDA24C"/>
              </a:solidFill>
              <a:prstDash val="dash"/>
            </a:ln>
          </c:spPr>
          <c:marker>
            <c:symbol val="none"/>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0.0</c:formatCode>
              <c:ptCount val="30"/>
              <c:pt idx="0">
                <c:v>-6</c:v>
              </c:pt>
              <c:pt idx="1">
                <c:v>-4.6016245907846365</c:v>
              </c:pt>
              <c:pt idx="2">
                <c:v>-3.729888291622047</c:v>
              </c:pt>
              <c:pt idx="3">
                <c:v>-3.081420057556693</c:v>
              </c:pt>
              <c:pt idx="4">
                <c:v>-2.5118310526872127</c:v>
              </c:pt>
              <c:pt idx="5">
                <c:v>-1.891297149750762</c:v>
              </c:pt>
              <c:pt idx="6">
                <c:v>-1.038465809764457</c:v>
              </c:pt>
              <c:pt idx="7">
                <c:v>0.006764718740032042</c:v>
              </c:pt>
              <c:pt idx="8">
                <c:v>0.71557170054695</c:v>
              </c:pt>
              <c:pt idx="9">
                <c:v>1.5208531441395923</c:v>
              </c:pt>
              <c:pt idx="10">
                <c:v>2.1838500039062154</c:v>
              </c:pt>
              <c:pt idx="11">
                <c:v>2.796859111284518</c:v>
              </c:pt>
              <c:pt idx="12">
                <c:v>3.2208022153166462</c:v>
              </c:pt>
              <c:pt idx="13">
                <c:v>3.5303933989459457</c:v>
              </c:pt>
              <c:pt idx="14">
                <c:v>3.8130925592056553</c:v>
              </c:pt>
              <c:pt idx="15">
                <c:v>4.082558433238676</c:v>
              </c:pt>
              <c:pt idx="16">
                <c:v>4.327693132915729</c:v>
              </c:pt>
              <c:pt idx="17">
                <c:v>4.558459433158201</c:v>
              </c:pt>
              <c:pt idx="18">
                <c:v>4.7923225862568914</c:v>
              </c:pt>
              <c:pt idx="19">
                <c:v>4.873867938557354</c:v>
              </c:pt>
              <c:pt idx="20">
                <c:v>4.845581395307532</c:v>
              </c:pt>
              <c:pt idx="21">
                <c:v>4.729733689521434</c:v>
              </c:pt>
              <c:pt idx="22">
                <c:v>4.421076653536181</c:v>
              </c:pt>
              <c:pt idx="23">
                <c:v>4.002709216270473</c:v>
              </c:pt>
              <c:pt idx="24">
                <c:v>3.8832235979700087</c:v>
              </c:pt>
              <c:pt idx="25">
                <c:v>3.790935181630414</c:v>
              </c:pt>
              <c:pt idx="26">
                <c:v>3.651672177961696</c:v>
              </c:pt>
              <c:pt idx="27">
                <c:v>3.5261677756208605</c:v>
              </c:pt>
              <c:pt idx="28">
                <c:v>3.4158807318758897</c:v>
              </c:pt>
              <c:pt idx="29">
                <c:v>3.3258192576699868</c:v>
              </c:pt>
            </c:numLit>
          </c:yVal>
        </c:ser>
        <c:ser>
          <c:idx val="3"/>
          <c:order val="3"/>
          <c:tx>
            <c:v>Propagator Swarm</c:v>
          </c:tx>
          <c:spPr>
            <a:ln xmlns:a="http://schemas.openxmlformats.org/drawingml/2006/main" w="20955">
              <a:solidFill>
                <a:srgbClr val="5DAA18"/>
              </a:solidFill>
              <a:prstDash val="solid"/>
            </a:ln>
          </c:spPr>
          <c:marker>
            <c:symbol val="none"/>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0.0</c:formatCode>
              <c:ptCount val="30"/>
              <c:pt idx="0">
                <c:v>-6</c:v>
              </c:pt>
              <c:pt idx="1">
                <c:v>-4.600658391389352</c:v>
              </c:pt>
              <c:pt idx="2">
                <c:v>-3.728726055808752</c:v>
              </c:pt>
              <c:pt idx="3">
                <c:v>-3.0800669224780335</c:v>
              </c:pt>
              <c:pt idx="4">
                <c:v>-2.5103106564014355</c:v>
              </c:pt>
              <c:pt idx="5">
                <c:v>-1.8896572303802095</c:v>
              </c:pt>
              <c:pt idx="6">
                <c:v>-1.0367106778220374</c:v>
              </c:pt>
              <c:pt idx="7">
                <c:v>0.00855500796657395</c:v>
              </c:pt>
              <c:pt idx="8">
                <c:v>0.7173621785712099</c:v>
              </c:pt>
              <c:pt idx="9">
                <c:v>1.5226199033938765</c:v>
              </c:pt>
              <c:pt idx="10">
                <c:v>2.185567916614275</c:v>
              </c:pt>
              <c:pt idx="11">
                <c:v>2.7985046585832336</c:v>
              </c:pt>
              <c:pt idx="12">
                <c:v>3.2223752067776594</c:v>
              </c:pt>
              <c:pt idx="13">
                <c:v>3.531885810522441</c:v>
              </c:pt>
              <c:pt idx="14">
                <c:v>3.8144795325423706</c:v>
              </c:pt>
              <c:pt idx="15">
                <c:v>4.0838051127319765</c:v>
              </c:pt>
              <c:pt idx="16">
                <c:v>4.328765415992666</c:v>
              </c:pt>
              <c:pt idx="17">
                <c:v>4.559328020518565</c:v>
              </c:pt>
              <c:pt idx="18">
                <c:v>4.792938393876255</c:v>
              </c:pt>
              <c:pt idx="19">
                <c:v>4.874261034098363</c:v>
              </c:pt>
              <c:pt idx="20">
                <c:v>4.845797868948439</c:v>
              </c:pt>
              <c:pt idx="21">
                <c:v>4.729843978068357</c:v>
              </c:pt>
              <c:pt idx="22">
                <c:v>4.421149119568433</c:v>
              </c:pt>
              <c:pt idx="23">
                <c:v>4.002751631674327</c:v>
              </c:pt>
              <c:pt idx="24">
                <c:v>3.883222595815188</c:v>
              </c:pt>
              <c:pt idx="25">
                <c:v>3.7908740382058745</c:v>
              </c:pt>
              <c:pt idx="26">
                <c:v>3.6515183526372983</c:v>
              </c:pt>
              <c:pt idx="27">
                <c:v>3.5258929239237493</c:v>
              </c:pt>
              <c:pt idx="28">
                <c:v>3.4154647124262665</c:v>
              </c:pt>
              <c:pt idx="29">
                <c:v>3.325270256214884</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5.2"/>
          <c:min val="-6.5"/>
        </c:scaling>
        <c:delete val="0"/>
        <c:axPos val="l"/>
        <c:majorGridlines>
          <c:spPr>
            <a:ln xmlns:a="http://schemas.openxmlformats.org/drawingml/2006/main" w="6668">
              <a:solidFill>
                <a:srgbClr val="E2E5E8"/>
              </a:solidFill>
              <a:prstDash val="solid"/>
            </a:ln>
          </c:spPr>
        </c:majorGridlines>
        <c:title>
          <c:tx>
            <c:rich>
              <a:bodyPr xmlns:a="http://schemas.openxmlformats.org/drawingml/2006/main"/>
              <a:lstStyle xmlns:a="http://schemas.openxmlformats.org/drawingml/2006/main"/>
              <a:p xmlns:a="http://schemas.openxmlformats.org/drawingml/2006/main">
                <a:r>
                  <a:rPr sz="750">
                    <a:solidFill>
                      <a:srgbClr val="666666"/>
                    </a:solidFill>
                    <a:latin typeface="Noto Sans JP"/>
                    <a:ea typeface="Noto Sans JP"/>
                    <a:cs typeface="Noto Sans JP"/>
                  </a:rPr>
                  <a:t>log₁₀(Qrh / W m⁻³)</a:t>
                </a:r>
              </a:p>
            </c:rich>
          </c:tx>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title>
        <c:numFmt formatCode="0.0"/>
        <c:majorTickMark val="none"/>
        <c:minorTickMark val="none"/>
        <c:spPr>
          <a:ln xmlns:a="http://schemas.openxmlformats.org/drawingml/2006/main" w="6668">
            <a:solidFill>
              <a:srgbClr val="555555"/>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4"/>
          <c:min val="0"/>
        </c:scaling>
        <c:delete val="0"/>
        <c:axPos val="b"/>
        <c:majorGridlines>
          <c:spPr>
            <a:ln xmlns:a="http://schemas.openxmlformats.org/drawingml/2006/main" w="6668">
              <a:solidFill>
                <a:srgbClr val="E2E5E8"/>
              </a:solidFill>
              <a:prstDash val="solid"/>
            </a:ln>
          </c:spPr>
        </c:majorGridlines>
        <c:title>
          <c:tx>
            <c:rich>
              <a:bodyPr xmlns:a="http://schemas.openxmlformats.org/drawingml/2006/main"/>
              <a:lstStyle xmlns:a="http://schemas.openxmlformats.org/drawingml/2006/main"/>
              <a:p xmlns:a="http://schemas.openxmlformats.org/drawingml/2006/main">
                <a:r>
                  <a:rPr sz="750">
                    <a:solidFill>
                      <a:srgbClr val="666666"/>
                    </a:solidFill>
                    <a:latin typeface="Noto Sans JP"/>
                    <a:ea typeface="Noto Sans JP"/>
                    <a:cs typeface="Noto Sans JP"/>
                  </a:rPr>
                  <a:t>z (cm)</a:t>
                </a:r>
              </a:p>
            </c:rich>
          </c:tx>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title>
        <c:numFmt formatCode="0"/>
        <c:majorTickMark val="none"/>
        <c:minorTickMark val="none"/>
        <c:spPr>
          <a:ln xmlns:a="http://schemas.openxmlformats.org/drawingml/2006/main" w="6668">
            <a:solidFill>
              <a:srgbClr val="555555"/>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C9CED2"/>
      </a:solidFill>
      <a:prstDash val="solid"/>
    </a:ln>
  </c:spPr>
</c:chartSpace>
</file>

<file path=ppt/slides/charts/chart3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標準COMSOLからの符号付き差</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barChart>
        <c:barDir val="col"/>
        <c:grouping val="clustered"/>
        <c:varyColors val="0"/>
        <c:ser>
          <c:idx val="0"/>
          <c:order val="0"/>
          <c:tx>
            <c:v>two-term</c:v>
          </c:tx>
          <c:spPr>
            <a:solidFill xmlns:a="http://schemas.openxmlformats.org/drawingml/2006/main">
              <a:srgbClr val="007FAE"/>
            </a:solidFill>
            <a:ln xmlns:a="http://schemas.openxmlformats.org/drawingml/2006/main" w="9525">
              <a:solidFill>
                <a:srgbClr val="007FAE"/>
              </a:solidFill>
              <a:prstDash val="solid"/>
            </a:ln>
          </c:spPr>
          <c:invertIfNegative val="0"/>
          <c:cat>
            <c:strLit>
              <c:ptCount val="4"/>
              <c:pt idx="0">
                <c:v>電子数</c:v>
              </c:pt>
              <c:pt idx="1">
                <c:v>平均エネルギー</c:v>
              </c:pt>
              <c:pt idx="2">
                <c:v>Ar*</c:v>
              </c:pt>
              <c:pt idx="3">
                <c:v>RF吸収</c:v>
              </c:pt>
            </c:strLit>
          </c:cat>
          <c:val>
            <c:numLit>
              <c:formatCode>0.0</c:formatCode>
              <c:ptCount val="4"/>
              <c:pt idx="0">
                <c:v>-35.39196273201437</c:v>
              </c:pt>
              <c:pt idx="1">
                <c:v>46.72962395103222</c:v>
              </c:pt>
              <c:pt idx="2">
                <c:v>-44.978352589074234</c:v>
              </c:pt>
              <c:pt idx="3">
                <c:v>15.450946807591048</c:v>
              </c:pt>
            </c:numLit>
          </c:val>
        </c:ser>
        <c:ser>
          <c:idx val="1"/>
          <c:order val="1"/>
          <c:tx>
            <c:v>Monte Carlo</c:v>
          </c:tx>
          <c:spPr>
            <a:solidFill xmlns:a="http://schemas.openxmlformats.org/drawingml/2006/main">
              <a:srgbClr val="B87900"/>
            </a:solidFill>
            <a:ln xmlns:a="http://schemas.openxmlformats.org/drawingml/2006/main" w="9525">
              <a:solidFill>
                <a:srgbClr val="B87900"/>
              </a:solidFill>
              <a:prstDash val="solid"/>
            </a:ln>
          </c:spPr>
          <c:invertIfNegative val="0"/>
          <c:cat>
            <c:strLit>
              <c:ptCount val="4"/>
              <c:pt idx="0">
                <c:v>電子数</c:v>
              </c:pt>
              <c:pt idx="1">
                <c:v>平均エネルギー</c:v>
              </c:pt>
              <c:pt idx="2">
                <c:v>Ar*</c:v>
              </c:pt>
              <c:pt idx="3">
                <c:v>RF吸収</c:v>
              </c:pt>
            </c:strLit>
          </c:cat>
          <c:val>
            <c:numLit>
              <c:formatCode>0.0</c:formatCode>
              <c:ptCount val="4"/>
              <c:pt idx="0">
                <c:v>-34.962239379342044</c:v>
              </c:pt>
              <c:pt idx="1">
                <c:v>46.11484512727508</c:v>
              </c:pt>
              <c:pt idx="2">
                <c:v>-45.542566144853524</c:v>
              </c:pt>
              <c:pt idx="3">
                <c:v>15.482610689471832</c:v>
              </c:pt>
            </c:numLit>
          </c:val>
        </c:ser>
        <c:ser>
          <c:idx val="2"/>
          <c:order val="2"/>
          <c:tx>
            <c:v>propagator P1</c:v>
          </c:tx>
          <c:spPr>
            <a:solidFill xmlns:a="http://schemas.openxmlformats.org/drawingml/2006/main">
              <a:srgbClr val="72B51F"/>
            </a:solidFill>
            <a:ln xmlns:a="http://schemas.openxmlformats.org/drawingml/2006/main" w="9525">
              <a:solidFill>
                <a:srgbClr val="72B51F"/>
              </a:solidFill>
              <a:prstDash val="solid"/>
            </a:ln>
          </c:spPr>
          <c:invertIfNegative val="0"/>
          <c:cat>
            <c:strLit>
              <c:ptCount val="4"/>
              <c:pt idx="0">
                <c:v>電子数</c:v>
              </c:pt>
              <c:pt idx="1">
                <c:v>平均エネルギー</c:v>
              </c:pt>
              <c:pt idx="2">
                <c:v>Ar*</c:v>
              </c:pt>
              <c:pt idx="3">
                <c:v>RF吸収</c:v>
              </c:pt>
            </c:strLit>
          </c:cat>
          <c:val>
            <c:numLit>
              <c:formatCode>0.0</c:formatCode>
              <c:ptCount val="4"/>
              <c:pt idx="0">
                <c:v>-34.80246399366912</c:v>
              </c:pt>
              <c:pt idx="1">
                <c:v>45.88013985335786</c:v>
              </c:pt>
              <c:pt idx="2">
                <c:v>-45.5125891356742</c:v>
              </c:pt>
              <c:pt idx="3">
                <c:v>15.494613095134424</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crossAx val="48672768"/>
      </c:catAx>
      <c:valAx>
        <c:axId val="48672768"/>
        <c:scaling>
          <c:orientation val="minMax"/>
          <c:max val="60"/>
          <c:min val="-60"/>
        </c:scaling>
        <c:delete val="0"/>
        <c:axPos val="l"/>
        <c:majorGridlines>
          <c:spPr>
            <a:ln xmlns:a="http://schemas.openxmlformats.org/drawingml/2006/main" w="9525">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666666"/>
                    </a:solidFill>
                    <a:latin typeface="Noto Sans JP"/>
                    <a:ea typeface="Noto Sans JP"/>
                    <a:cs typeface="Noto Sans JP"/>
                  </a:rPr>
                  <a:t>標準COMSOL比 [%]</a:t>
                </a:r>
              </a:p>
            </c:rich>
          </c:tx>
          <c:overlay val="0"/>
          <c:txPr>
            <a:bodyPr xmlns:a="http://schemas.openxmlformats.org/drawingml/2006/main" anchorCtr="1"/>
            <a:lstStyle xmlns:a="http://schemas.openxmlformats.org/drawingml/2006/main"/>
            <a:p xmlns:a="http://schemas.openxmlformats.org/drawingml/2006/main">
              <a:pPr>
                <a:defRPr sz="900">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66666"/>
                </a:solidFill>
                <a:latin typeface="Noto Sans JP"/>
                <a:ea typeface="Noto Sans JP"/>
                <a:cs typeface="Noto Sans JP"/>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3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体積積分電子数</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標準COMSOL</c:v>
          </c:tx>
          <c:spPr>
            <a:ln xmlns:a="http://schemas.openxmlformats.org/drawingml/2006/main" w="20955">
              <a:solidFill>
                <a:srgbClr val="666666"/>
              </a:solidFill>
              <a:prstDash val="dash"/>
            </a:ln>
          </c:spPr>
          <c:marker>
            <c:symbol val="none"/>
            <c:size val="2"/>
          </c:marker>
          <c:xVal>
            <c:numLit>
              <c:formatCode>General</c:formatCode>
              <c:ptCount val="17"/>
              <c:pt idx="0">
                <c:v>-7</c:v>
              </c:pt>
              <c:pt idx="1">
                <c:v>-6.75</c:v>
              </c:pt>
              <c:pt idx="2">
                <c:v>-6.5</c:v>
              </c:pt>
              <c:pt idx="3">
                <c:v>-6.25</c:v>
              </c:pt>
              <c:pt idx="4">
                <c:v>-6</c:v>
              </c:pt>
              <c:pt idx="5">
                <c:v>-5.75</c:v>
              </c:pt>
              <c:pt idx="6">
                <c:v>-5.5</c:v>
              </c:pt>
              <c:pt idx="7">
                <c:v>-5.25</c:v>
              </c:pt>
              <c:pt idx="8">
                <c:v>-5</c:v>
              </c:pt>
              <c:pt idx="9">
                <c:v>-4.75</c:v>
              </c:pt>
              <c:pt idx="10">
                <c:v>-4.5</c:v>
              </c:pt>
              <c:pt idx="11">
                <c:v>-4.25</c:v>
              </c:pt>
              <c:pt idx="12">
                <c:v>-4</c:v>
              </c:pt>
              <c:pt idx="13">
                <c:v>-3.75</c:v>
              </c:pt>
              <c:pt idx="14">
                <c:v>-3.5</c:v>
              </c:pt>
              <c:pt idx="15">
                <c:v>-3.25</c:v>
              </c:pt>
              <c:pt idx="16">
                <c:v>-3</c:v>
              </c:pt>
            </c:numLit>
          </c:xVal>
          <c:yVal>
            <c:numLit>
              <c:formatCode>General</c:formatCode>
              <c:ptCount val="17"/>
              <c:pt idx="0">
                <c:v>0.05385174600511415</c:v>
              </c:pt>
              <c:pt idx="1">
                <c:v>0.07577880743817608</c:v>
              </c:pt>
              <c:pt idx="2">
                <c:v>0.17417378252180363</c:v>
              </c:pt>
              <c:pt idx="3">
                <c:v>0.4179735409521065</c:v>
              </c:pt>
              <c:pt idx="4">
                <c:v>0.7645716988142623</c:v>
              </c:pt>
              <c:pt idx="5">
                <c:v>1.1221699662466273</c:v>
              </c:pt>
              <c:pt idx="6">
                <c:v>1.4122337015005297</c:v>
              </c:pt>
              <c:pt idx="7">
                <c:v>1.646511217154882</c:v>
              </c:pt>
              <c:pt idx="8">
                <c:v>1.9419005619955403</c:v>
              </c:pt>
              <c:pt idx="9">
                <c:v>2.3367771239955313</c:v>
              </c:pt>
              <c:pt idx="10">
                <c:v>2.645332226266917</c:v>
              </c:pt>
              <c:pt idx="11">
                <c:v>2.7571720171362415</c:v>
              </c:pt>
              <c:pt idx="12">
                <c:v>2.8168970924227974</c:v>
              </c:pt>
              <c:pt idx="13">
                <c:v>2.860463886291182</c:v>
              </c:pt>
              <c:pt idx="14">
                <c:v>2.8975019973879226</c:v>
              </c:pt>
              <c:pt idx="15">
                <c:v>2.9275517316867976</c:v>
              </c:pt>
              <c:pt idx="16">
                <c:v>2.943044430673796</c:v>
              </c:pt>
            </c:numLit>
          </c:yVal>
        </c:ser>
        <c:ser>
          <c:idx val="1"/>
          <c:order val="1"/>
          <c:tx>
            <c:v>two-term</c:v>
          </c:tx>
          <c:spPr>
            <a:ln xmlns:a="http://schemas.openxmlformats.org/drawingml/2006/main" w="20955">
              <a:solidFill>
                <a:srgbClr val="007FAE"/>
              </a:solidFill>
              <a:prstDash val="solid"/>
            </a:ln>
          </c:spPr>
          <c:marker>
            <c:symbol val="none"/>
            <c:size val="2"/>
          </c:marker>
          <c:xVal>
            <c:numLit>
              <c:formatCode>General</c:formatCode>
              <c:ptCount val="21"/>
              <c:pt idx="0">
                <c:v>-7</c:v>
              </c:pt>
              <c:pt idx="1">
                <c:v>-6.75</c:v>
              </c:pt>
              <c:pt idx="2">
                <c:v>-6.5</c:v>
              </c:pt>
              <c:pt idx="3">
                <c:v>-6.25</c:v>
              </c:pt>
              <c:pt idx="4">
                <c:v>-6</c:v>
              </c:pt>
              <c:pt idx="5">
                <c:v>-5.75</c:v>
              </c:pt>
              <c:pt idx="6">
                <c:v>-5.5</c:v>
              </c:pt>
              <c:pt idx="7">
                <c:v>-5.25</c:v>
              </c:pt>
              <c:pt idx="8">
                <c:v>-5</c:v>
              </c:pt>
              <c:pt idx="9">
                <c:v>-4.75</c:v>
              </c:pt>
              <c:pt idx="10">
                <c:v>-4.5</c:v>
              </c:pt>
              <c:pt idx="11">
                <c:v>-4.25</c:v>
              </c:pt>
              <c:pt idx="12">
                <c:v>-4</c:v>
              </c:pt>
              <c:pt idx="13">
                <c:v>-3.7499999999999996</c:v>
              </c:pt>
              <c:pt idx="14">
                <c:v>-3.5</c:v>
              </c:pt>
              <c:pt idx="15">
                <c:v>-3.25</c:v>
              </c:pt>
              <c:pt idx="16">
                <c:v>-2.9999999999999996</c:v>
              </c:pt>
              <c:pt idx="17">
                <c:v>-2.75</c:v>
              </c:pt>
              <c:pt idx="18">
                <c:v>-2.5</c:v>
              </c:pt>
              <c:pt idx="19">
                <c:v>-2.25</c:v>
              </c:pt>
              <c:pt idx="20">
                <c:v>-2</c:v>
              </c:pt>
            </c:numLit>
          </c:xVal>
          <c:yVal>
            <c:numLit>
              <c:formatCode>General</c:formatCode>
              <c:ptCount val="21"/>
              <c:pt idx="0">
                <c:v>0.06372313719443344</c:v>
              </c:pt>
              <c:pt idx="1">
                <c:v>0.11858786525107579</c:v>
              </c:pt>
              <c:pt idx="2">
                <c:v>0.279697618398132</c:v>
              </c:pt>
              <c:pt idx="3">
                <c:v>0.5258027170903224</c:v>
              </c:pt>
              <c:pt idx="4">
                <c:v>0.7810824477497591</c:v>
              </c:pt>
              <c:pt idx="5">
                <c:v>0.9841029266697159</c:v>
              </c:pt>
              <c:pt idx="6">
                <c:v>1.121130046305079</c:v>
              </c:pt>
              <c:pt idx="7">
                <c:v>1.26317905859739</c:v>
              </c:pt>
              <c:pt idx="8">
                <c:v>1.4814492121822072</c:v>
              </c:pt>
              <c:pt idx="9">
                <c:v>1.7098103039113173</c:v>
              </c:pt>
              <c:pt idx="10">
                <c:v>1.844445999870261</c:v>
              </c:pt>
              <c:pt idx="11">
                <c:v>1.87263492574906</c:v>
              </c:pt>
              <c:pt idx="12">
                <c:v>1.8887343809272965</c:v>
              </c:pt>
              <c:pt idx="13">
                <c:v>1.8962564344083046</c:v>
              </c:pt>
              <c:pt idx="14">
                <c:v>1.899309031865048</c:v>
              </c:pt>
              <c:pt idx="15">
                <c:v>1.9007403081740497</c:v>
              </c:pt>
              <c:pt idx="16">
                <c:v>1.9014432425831018</c:v>
              </c:pt>
              <c:pt idx="17">
                <c:v>1.9016878277747125</c:v>
              </c:pt>
              <c:pt idx="18">
                <c:v>1.9017116346759566</c:v>
              </c:pt>
              <c:pt idx="19">
                <c:v>1.9017123526724946</c:v>
              </c:pt>
              <c:pt idx="20">
                <c:v>1.9017123785777905</c:v>
              </c:pt>
            </c:numLit>
          </c:yVal>
        </c:ser>
        <c:ser>
          <c:idx val="2"/>
          <c:order val="2"/>
          <c:tx>
            <c:v>Monte Carlo</c:v>
          </c:tx>
          <c:spPr>
            <a:ln xmlns:a="http://schemas.openxmlformats.org/drawingml/2006/main" w="20955">
              <a:solidFill>
                <a:srgbClr val="B87900"/>
              </a:solidFill>
              <a:prstDash val="solid"/>
            </a:ln>
          </c:spPr>
          <c:marker>
            <c:symbol val="none"/>
            <c:size val="2"/>
          </c:marker>
          <c:xVal>
            <c:numLit>
              <c:formatCode>General</c:formatCode>
              <c:ptCount val="21"/>
              <c:pt idx="0">
                <c:v>-7</c:v>
              </c:pt>
              <c:pt idx="1">
                <c:v>-6.75</c:v>
              </c:pt>
              <c:pt idx="2">
                <c:v>-6.5</c:v>
              </c:pt>
              <c:pt idx="3">
                <c:v>-6.25</c:v>
              </c:pt>
              <c:pt idx="4">
                <c:v>-6</c:v>
              </c:pt>
              <c:pt idx="5">
                <c:v>-5.75</c:v>
              </c:pt>
              <c:pt idx="6">
                <c:v>-5.5</c:v>
              </c:pt>
              <c:pt idx="7">
                <c:v>-5.25</c:v>
              </c:pt>
              <c:pt idx="8">
                <c:v>-5</c:v>
              </c:pt>
              <c:pt idx="9">
                <c:v>-4.75</c:v>
              </c:pt>
              <c:pt idx="10">
                <c:v>-4.5</c:v>
              </c:pt>
              <c:pt idx="11">
                <c:v>-4.25</c:v>
              </c:pt>
              <c:pt idx="12">
                <c:v>-4</c:v>
              </c:pt>
              <c:pt idx="13">
                <c:v>-3.7499999999999996</c:v>
              </c:pt>
              <c:pt idx="14">
                <c:v>-3.5</c:v>
              </c:pt>
              <c:pt idx="15">
                <c:v>-3.25</c:v>
              </c:pt>
              <c:pt idx="16">
                <c:v>-2.9999999999999996</c:v>
              </c:pt>
              <c:pt idx="17">
                <c:v>-2.75</c:v>
              </c:pt>
              <c:pt idx="18">
                <c:v>-2.5</c:v>
              </c:pt>
              <c:pt idx="19">
                <c:v>-2.25</c:v>
              </c:pt>
              <c:pt idx="20">
                <c:v>-2</c:v>
              </c:pt>
            </c:numLit>
          </c:xVal>
          <c:yVal>
            <c:numLit>
              <c:formatCode>General</c:formatCode>
              <c:ptCount val="21"/>
              <c:pt idx="0">
                <c:v>0.06277731673832983</c:v>
              </c:pt>
              <c:pt idx="1">
                <c:v>0.11506801899763743</c:v>
              </c:pt>
              <c:pt idx="2">
                <c:v>0.2762176080432534</c:v>
              </c:pt>
              <c:pt idx="3">
                <c:v>0.5284368033993787</c:v>
              </c:pt>
              <c:pt idx="4">
                <c:v>0.7890866487553329</c:v>
              </c:pt>
              <c:pt idx="5">
                <c:v>0.9955578820156795</c:v>
              </c:pt>
              <c:pt idx="6">
                <c:v>1.135169502922383</c:v>
              </c:pt>
              <c:pt idx="7">
                <c:v>1.2787450183924107</c:v>
              </c:pt>
              <c:pt idx="8">
                <c:v>1.4951172659250107</c:v>
              </c:pt>
              <c:pt idx="9">
                <c:v>1.73914345099748</c:v>
              </c:pt>
              <c:pt idx="10">
                <c:v>1.8566713116973435</c:v>
              </c:pt>
              <c:pt idx="11">
                <c:v>1.886011867346336</c:v>
              </c:pt>
              <c:pt idx="12">
                <c:v>1.901924518133645</c:v>
              </c:pt>
              <c:pt idx="13">
                <c:v>1.909013227036159</c:v>
              </c:pt>
              <c:pt idx="14">
                <c:v>1.9120133263105907</c:v>
              </c:pt>
              <c:pt idx="15">
                <c:v>1.9134137531909572</c:v>
              </c:pt>
              <c:pt idx="16">
                <c:v>1.9140901917812294</c:v>
              </c:pt>
              <c:pt idx="17">
                <c:v>1.9143282072711678</c:v>
              </c:pt>
              <c:pt idx="18">
                <c:v>1.9143530887930253</c:v>
              </c:pt>
              <c:pt idx="19">
                <c:v>1.9143524022043559</c:v>
              </c:pt>
              <c:pt idx="20">
                <c:v>1.9143523718101356</c:v>
              </c:pt>
            </c:numLit>
          </c:yVal>
        </c:ser>
        <c:ser>
          <c:idx val="3"/>
          <c:order val="3"/>
          <c:tx>
            <c:v>propagator P1</c:v>
          </c:tx>
          <c:spPr>
            <a:ln xmlns:a="http://schemas.openxmlformats.org/drawingml/2006/main" w="20955">
              <a:solidFill>
                <a:srgbClr val="72B51F"/>
              </a:solidFill>
              <a:prstDash val="solid"/>
            </a:ln>
          </c:spPr>
          <c:marker>
            <c:symbol val="none"/>
            <c:size val="2"/>
          </c:marker>
          <c:xVal>
            <c:numLit>
              <c:formatCode>General</c:formatCode>
              <c:ptCount val="21"/>
              <c:pt idx="0">
                <c:v>-7</c:v>
              </c:pt>
              <c:pt idx="1">
                <c:v>-6.75</c:v>
              </c:pt>
              <c:pt idx="2">
                <c:v>-6.5</c:v>
              </c:pt>
              <c:pt idx="3">
                <c:v>-6.25</c:v>
              </c:pt>
              <c:pt idx="4">
                <c:v>-6</c:v>
              </c:pt>
              <c:pt idx="5">
                <c:v>-5.75</c:v>
              </c:pt>
              <c:pt idx="6">
                <c:v>-5.5</c:v>
              </c:pt>
              <c:pt idx="7">
                <c:v>-5.25</c:v>
              </c:pt>
              <c:pt idx="8">
                <c:v>-5</c:v>
              </c:pt>
              <c:pt idx="9">
                <c:v>-4.75</c:v>
              </c:pt>
              <c:pt idx="10">
                <c:v>-4.5</c:v>
              </c:pt>
              <c:pt idx="11">
                <c:v>-4.25</c:v>
              </c:pt>
              <c:pt idx="12">
                <c:v>-4</c:v>
              </c:pt>
              <c:pt idx="13">
                <c:v>-3.7499999999999996</c:v>
              </c:pt>
              <c:pt idx="14">
                <c:v>-3.5</c:v>
              </c:pt>
              <c:pt idx="15">
                <c:v>-3.25</c:v>
              </c:pt>
              <c:pt idx="16">
                <c:v>-2.9999999999999996</c:v>
              </c:pt>
              <c:pt idx="17">
                <c:v>-2.75</c:v>
              </c:pt>
              <c:pt idx="18">
                <c:v>-2.5</c:v>
              </c:pt>
              <c:pt idx="19">
                <c:v>-2.25</c:v>
              </c:pt>
              <c:pt idx="20">
                <c:v>-2</c:v>
              </c:pt>
            </c:numLit>
          </c:xVal>
          <c:yVal>
            <c:numLit>
              <c:formatCode>General</c:formatCode>
              <c:ptCount val="21"/>
              <c:pt idx="0">
                <c:v>0.06251313981595834</c:v>
              </c:pt>
              <c:pt idx="1">
                <c:v>0.11412096525162435</c:v>
              </c:pt>
              <c:pt idx="2">
                <c:v>0.2747559678085361</c:v>
              </c:pt>
              <c:pt idx="3">
                <c:v>0.5276334984564912</c:v>
              </c:pt>
              <c:pt idx="4">
                <c:v>0.7898364768908486</c:v>
              </c:pt>
              <c:pt idx="5">
                <c:v>0.9982992871940797</c:v>
              </c:pt>
              <c:pt idx="6">
                <c:v>1.1389993776817156</c:v>
              </c:pt>
              <c:pt idx="7">
                <c:v>1.283149051544484</c:v>
              </c:pt>
              <c:pt idx="8">
                <c:v>1.4994899680602691</c:v>
              </c:pt>
              <c:pt idx="9">
                <c:v>1.74196796434038</c:v>
              </c:pt>
              <c:pt idx="10">
                <c:v>1.860988558964805</c:v>
              </c:pt>
              <c:pt idx="11">
                <c:v>1.8905289547423012</c:v>
              </c:pt>
              <c:pt idx="12">
                <c:v>1.9065561292133015</c:v>
              </c:pt>
              <c:pt idx="13">
                <c:v>1.9136018878467906</c:v>
              </c:pt>
              <c:pt idx="14">
                <c:v>1.9167082357325218</c:v>
              </c:pt>
              <c:pt idx="15">
                <c:v>1.9181103987057522</c:v>
              </c:pt>
              <c:pt idx="16">
                <c:v>1.9187924523708642</c:v>
              </c:pt>
              <c:pt idx="17">
                <c:v>1.9190286859186891</c:v>
              </c:pt>
              <c:pt idx="18">
                <c:v>1.9190528108406373</c:v>
              </c:pt>
              <c:pt idx="19">
                <c:v>1.9190517650055128</c:v>
              </c:pt>
              <c:pt idx="20">
                <c:v>1.9190517264878768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Ne [10¹⁴]</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2"/>
          <c:min val="-7"/>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t [s]</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3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体積積分Ar*</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標準COMSOL</c:v>
          </c:tx>
          <c:spPr>
            <a:ln xmlns:a="http://schemas.openxmlformats.org/drawingml/2006/main" w="20955">
              <a:solidFill>
                <a:srgbClr val="666666"/>
              </a:solidFill>
              <a:prstDash val="dash"/>
            </a:ln>
          </c:spPr>
          <c:marker>
            <c:symbol val="none"/>
            <c:size val="2"/>
          </c:marker>
          <c:xVal>
            <c:numLit>
              <c:formatCode>General</c:formatCode>
              <c:ptCount val="17"/>
              <c:pt idx="0">
                <c:v>-7</c:v>
              </c:pt>
              <c:pt idx="1">
                <c:v>-6.75</c:v>
              </c:pt>
              <c:pt idx="2">
                <c:v>-6.5</c:v>
              </c:pt>
              <c:pt idx="3">
                <c:v>-6.25</c:v>
              </c:pt>
              <c:pt idx="4">
                <c:v>-6</c:v>
              </c:pt>
              <c:pt idx="5">
                <c:v>-5.75</c:v>
              </c:pt>
              <c:pt idx="6">
                <c:v>-5.5</c:v>
              </c:pt>
              <c:pt idx="7">
                <c:v>-5.25</c:v>
              </c:pt>
              <c:pt idx="8">
                <c:v>-5</c:v>
              </c:pt>
              <c:pt idx="9">
                <c:v>-4.75</c:v>
              </c:pt>
              <c:pt idx="10">
                <c:v>-4.5</c:v>
              </c:pt>
              <c:pt idx="11">
                <c:v>-4.25</c:v>
              </c:pt>
              <c:pt idx="12">
                <c:v>-4</c:v>
              </c:pt>
              <c:pt idx="13">
                <c:v>-3.75</c:v>
              </c:pt>
              <c:pt idx="14">
                <c:v>-3.5</c:v>
              </c:pt>
              <c:pt idx="15">
                <c:v>-3.25</c:v>
              </c:pt>
              <c:pt idx="16">
                <c:v>-3</c:v>
              </c:pt>
            </c:numLit>
          </c:xVal>
          <c:yVal>
            <c:numLit>
              <c:formatCode>General</c:formatCode>
              <c:ptCount val="17"/>
              <c:pt idx="0">
                <c:v>0.001207641667943163</c:v>
              </c:pt>
              <c:pt idx="1">
                <c:v>0.0038247296785471024</c:v>
              </c:pt>
              <c:pt idx="2">
                <c:v>0.014646673626580323</c:v>
              </c:pt>
              <c:pt idx="3">
                <c:v>0.048579375018015215</c:v>
              </c:pt>
              <c:pt idx="4">
                <c:v>0.12215033176649422</c:v>
              </c:pt>
              <c:pt idx="5">
                <c:v>0.2569019410185345</c:v>
              </c:pt>
              <c:pt idx="6">
                <c:v>0.48630440676724657</c:v>
              </c:pt>
              <c:pt idx="7">
                <c:v>0.85206518159736</c:v>
              </c:pt>
              <c:pt idx="8">
                <c:v>1.430307834546895</c:v>
              </c:pt>
              <c:pt idx="9">
                <c:v>2.135203856968078</c:v>
              </c:pt>
              <c:pt idx="10">
                <c:v>2.7677504882791295</c:v>
              </c:pt>
              <c:pt idx="11">
                <c:v>3.306322401692441</c:v>
              </c:pt>
              <c:pt idx="12">
                <c:v>3.817326736639269</c:v>
              </c:pt>
              <c:pt idx="13">
                <c:v>4.343454313004056</c:v>
              </c:pt>
              <c:pt idx="14">
                <c:v>4.910244442088036</c:v>
              </c:pt>
              <c:pt idx="15">
                <c:v>5.431268754591354</c:v>
              </c:pt>
              <c:pt idx="16">
                <c:v>5.707998639363053</c:v>
              </c:pt>
            </c:numLit>
          </c:yVal>
        </c:ser>
        <c:ser>
          <c:idx val="1"/>
          <c:order val="1"/>
          <c:tx>
            <c:v>two-term</c:v>
          </c:tx>
          <c:spPr>
            <a:ln xmlns:a="http://schemas.openxmlformats.org/drawingml/2006/main" w="20955">
              <a:solidFill>
                <a:srgbClr val="007FAE"/>
              </a:solidFill>
              <a:prstDash val="solid"/>
            </a:ln>
          </c:spPr>
          <c:marker>
            <c:symbol val="none"/>
            <c:size val="2"/>
          </c:marker>
          <c:xVal>
            <c:numLit>
              <c:formatCode>General</c:formatCode>
              <c:ptCount val="21"/>
              <c:pt idx="0">
                <c:v>-7</c:v>
              </c:pt>
              <c:pt idx="1">
                <c:v>-6.75</c:v>
              </c:pt>
              <c:pt idx="2">
                <c:v>-6.5</c:v>
              </c:pt>
              <c:pt idx="3">
                <c:v>-6.25</c:v>
              </c:pt>
              <c:pt idx="4">
                <c:v>-6</c:v>
              </c:pt>
              <c:pt idx="5">
                <c:v>-5.75</c:v>
              </c:pt>
              <c:pt idx="6">
                <c:v>-5.5</c:v>
              </c:pt>
              <c:pt idx="7">
                <c:v>-5.25</c:v>
              </c:pt>
              <c:pt idx="8">
                <c:v>-5</c:v>
              </c:pt>
              <c:pt idx="9">
                <c:v>-4.75</c:v>
              </c:pt>
              <c:pt idx="10">
                <c:v>-4.5</c:v>
              </c:pt>
              <c:pt idx="11">
                <c:v>-4.25</c:v>
              </c:pt>
              <c:pt idx="12">
                <c:v>-4</c:v>
              </c:pt>
              <c:pt idx="13">
                <c:v>-3.7499999999999996</c:v>
              </c:pt>
              <c:pt idx="14">
                <c:v>-3.5</c:v>
              </c:pt>
              <c:pt idx="15">
                <c:v>-3.25</c:v>
              </c:pt>
              <c:pt idx="16">
                <c:v>-2.9999999999999996</c:v>
              </c:pt>
              <c:pt idx="17">
                <c:v>-2.75</c:v>
              </c:pt>
              <c:pt idx="18">
                <c:v>-2.5</c:v>
              </c:pt>
              <c:pt idx="19">
                <c:v>-2.25</c:v>
              </c:pt>
              <c:pt idx="20">
                <c:v>-2</c:v>
              </c:pt>
            </c:numLit>
          </c:xVal>
          <c:yVal>
            <c:numLit>
              <c:formatCode>General</c:formatCode>
              <c:ptCount val="21"/>
              <c:pt idx="0">
                <c:v>0.001583834800985991</c:v>
              </c:pt>
              <c:pt idx="1">
                <c:v>0.00644611963549461</c:v>
              </c:pt>
              <c:pt idx="2">
                <c:v>0.02476331944081269</c:v>
              </c:pt>
              <c:pt idx="3">
                <c:v>0.06981252337180976</c:v>
              </c:pt>
              <c:pt idx="4">
                <c:v>0.1573771926194917</c:v>
              </c:pt>
              <c:pt idx="5">
                <c:v>0.3110969837953947</c:v>
              </c:pt>
              <c:pt idx="6">
                <c:v>0.5646746358478786</c:v>
              </c:pt>
              <c:pt idx="7">
                <c:v>0.9545293706491206</c:v>
              </c:pt>
              <c:pt idx="8">
                <c:v>1.487196138140956</c:v>
              </c:pt>
              <c:pt idx="9">
                <c:v>1.9851964924500958</c:v>
              </c:pt>
              <c:pt idx="10">
                <c:v>2.3901456881133893</c:v>
              </c:pt>
              <c:pt idx="11">
                <c:v>2.643400319992022</c:v>
              </c:pt>
              <c:pt idx="12">
                <c:v>2.8134462602291364</c:v>
              </c:pt>
              <c:pt idx="13">
                <c:v>2.927990737170407</c:v>
              </c:pt>
              <c:pt idx="14">
                <c:v>3.011917542788761</c:v>
              </c:pt>
              <c:pt idx="15">
                <c:v>3.086238316101701</c:v>
              </c:pt>
              <c:pt idx="16">
                <c:v>3.140634885570779</c:v>
              </c:pt>
              <c:pt idx="17">
                <c:v>3.161628287653593</c:v>
              </c:pt>
              <c:pt idx="18">
                <c:v>3.1637158587676093</c:v>
              </c:pt>
              <c:pt idx="19">
                <c:v>3.1637800162966396</c:v>
              </c:pt>
              <c:pt idx="20">
                <c:v>3.163782309417538</c:v>
              </c:pt>
            </c:numLit>
          </c:yVal>
        </c:ser>
        <c:ser>
          <c:idx val="2"/>
          <c:order val="2"/>
          <c:tx>
            <c:v>Monte Carlo</c:v>
          </c:tx>
          <c:spPr>
            <a:ln xmlns:a="http://schemas.openxmlformats.org/drawingml/2006/main" w="20955">
              <a:solidFill>
                <a:srgbClr val="B87900"/>
              </a:solidFill>
              <a:prstDash val="solid"/>
            </a:ln>
          </c:spPr>
          <c:marker>
            <c:symbol val="none"/>
            <c:size val="2"/>
          </c:marker>
          <c:xVal>
            <c:numLit>
              <c:formatCode>General</c:formatCode>
              <c:ptCount val="21"/>
              <c:pt idx="0">
                <c:v>-7</c:v>
              </c:pt>
              <c:pt idx="1">
                <c:v>-6.75</c:v>
              </c:pt>
              <c:pt idx="2">
                <c:v>-6.5</c:v>
              </c:pt>
              <c:pt idx="3">
                <c:v>-6.25</c:v>
              </c:pt>
              <c:pt idx="4">
                <c:v>-6</c:v>
              </c:pt>
              <c:pt idx="5">
                <c:v>-5.75</c:v>
              </c:pt>
              <c:pt idx="6">
                <c:v>-5.5</c:v>
              </c:pt>
              <c:pt idx="7">
                <c:v>-5.25</c:v>
              </c:pt>
              <c:pt idx="8">
                <c:v>-5</c:v>
              </c:pt>
              <c:pt idx="9">
                <c:v>-4.75</c:v>
              </c:pt>
              <c:pt idx="10">
                <c:v>-4.5</c:v>
              </c:pt>
              <c:pt idx="11">
                <c:v>-4.25</c:v>
              </c:pt>
              <c:pt idx="12">
                <c:v>-4</c:v>
              </c:pt>
              <c:pt idx="13">
                <c:v>-3.7499999999999996</c:v>
              </c:pt>
              <c:pt idx="14">
                <c:v>-3.5</c:v>
              </c:pt>
              <c:pt idx="15">
                <c:v>-3.25</c:v>
              </c:pt>
              <c:pt idx="16">
                <c:v>-2.9999999999999996</c:v>
              </c:pt>
              <c:pt idx="17">
                <c:v>-2.75</c:v>
              </c:pt>
              <c:pt idx="18">
                <c:v>-2.5</c:v>
              </c:pt>
              <c:pt idx="19">
                <c:v>-2.25</c:v>
              </c:pt>
              <c:pt idx="20">
                <c:v>-2</c:v>
              </c:pt>
            </c:numLit>
          </c:xVal>
          <c:yVal>
            <c:numLit>
              <c:formatCode>General</c:formatCode>
              <c:ptCount val="21"/>
              <c:pt idx="0">
                <c:v>0.0014909729630860503</c:v>
              </c:pt>
              <c:pt idx="1">
                <c:v>0.006022680139181661</c:v>
              </c:pt>
              <c:pt idx="2">
                <c:v>0.0236295187401644</c:v>
              </c:pt>
              <c:pt idx="3">
                <c:v>0.067924778490244</c:v>
              </c:pt>
              <c:pt idx="4">
                <c:v>0.15486457060818543</c:v>
              </c:pt>
              <c:pt idx="5">
                <c:v>0.30775782306593163</c:v>
              </c:pt>
              <c:pt idx="6">
                <c:v>0.5601928112533657</c:v>
              </c:pt>
              <c:pt idx="7">
                <c:v>0.9476014002702432</c:v>
              </c:pt>
              <c:pt idx="8">
                <c:v>1.4687522420766383</c:v>
              </c:pt>
              <c:pt idx="9">
                <c:v>1.9976221826629308</c:v>
              </c:pt>
              <c:pt idx="10">
                <c:v>2.37468476631342</c:v>
              </c:pt>
              <c:pt idx="11">
                <c:v>2.623781474418268</c:v>
              </c:pt>
              <c:pt idx="12">
                <c:v>2.791009879910159</c:v>
              </c:pt>
              <c:pt idx="13">
                <c:v>2.9008239367616846</c:v>
              </c:pt>
              <c:pt idx="14">
                <c:v>2.9827227424945795</c:v>
              </c:pt>
              <c:pt idx="15">
                <c:v>3.055746879000937</c:v>
              </c:pt>
              <c:pt idx="16">
                <c:v>3.1084295834837956</c:v>
              </c:pt>
              <c:pt idx="17">
                <c:v>3.1288791954920536</c:v>
              </c:pt>
              <c:pt idx="18">
                <c:v>3.1310624327454377</c:v>
              </c:pt>
              <c:pt idx="19">
                <c:v>3.13100346178311</c:v>
              </c:pt>
              <c:pt idx="20">
                <c:v>3.1310008159481977</c:v>
              </c:pt>
            </c:numLit>
          </c:yVal>
        </c:ser>
        <c:ser>
          <c:idx val="3"/>
          <c:order val="3"/>
          <c:tx>
            <c:v>propagator P1</c:v>
          </c:tx>
          <c:spPr>
            <a:ln xmlns:a="http://schemas.openxmlformats.org/drawingml/2006/main" w="20955">
              <a:solidFill>
                <a:srgbClr val="72B51F"/>
              </a:solidFill>
              <a:prstDash val="solid"/>
            </a:ln>
          </c:spPr>
          <c:marker>
            <c:symbol val="none"/>
            <c:size val="2"/>
          </c:marker>
          <c:xVal>
            <c:numLit>
              <c:formatCode>General</c:formatCode>
              <c:ptCount val="21"/>
              <c:pt idx="0">
                <c:v>-7</c:v>
              </c:pt>
              <c:pt idx="1">
                <c:v>-6.75</c:v>
              </c:pt>
              <c:pt idx="2">
                <c:v>-6.5</c:v>
              </c:pt>
              <c:pt idx="3">
                <c:v>-6.25</c:v>
              </c:pt>
              <c:pt idx="4">
                <c:v>-6</c:v>
              </c:pt>
              <c:pt idx="5">
                <c:v>-5.75</c:v>
              </c:pt>
              <c:pt idx="6">
                <c:v>-5.5</c:v>
              </c:pt>
              <c:pt idx="7">
                <c:v>-5.25</c:v>
              </c:pt>
              <c:pt idx="8">
                <c:v>-5</c:v>
              </c:pt>
              <c:pt idx="9">
                <c:v>-4.75</c:v>
              </c:pt>
              <c:pt idx="10">
                <c:v>-4.5</c:v>
              </c:pt>
              <c:pt idx="11">
                <c:v>-4.25</c:v>
              </c:pt>
              <c:pt idx="12">
                <c:v>-4</c:v>
              </c:pt>
              <c:pt idx="13">
                <c:v>-3.7499999999999996</c:v>
              </c:pt>
              <c:pt idx="14">
                <c:v>-3.5</c:v>
              </c:pt>
              <c:pt idx="15">
                <c:v>-3.25</c:v>
              </c:pt>
              <c:pt idx="16">
                <c:v>-2.9999999999999996</c:v>
              </c:pt>
              <c:pt idx="17">
                <c:v>-2.75</c:v>
              </c:pt>
              <c:pt idx="18">
                <c:v>-2.5</c:v>
              </c:pt>
              <c:pt idx="19">
                <c:v>-2.25</c:v>
              </c:pt>
              <c:pt idx="20">
                <c:v>-2</c:v>
              </c:pt>
            </c:numLit>
          </c:xVal>
          <c:yVal>
            <c:numLit>
              <c:formatCode>General</c:formatCode>
              <c:ptCount val="21"/>
              <c:pt idx="0">
                <c:v>0.0014710006469217675</c:v>
              </c:pt>
              <c:pt idx="1">
                <c:v>0.0059398591460208495</c:v>
              </c:pt>
              <c:pt idx="2">
                <c:v>0.023419196310673834</c:v>
              </c:pt>
              <c:pt idx="3">
                <c:v>0.06760012359673534</c:v>
              </c:pt>
              <c:pt idx="4">
                <c:v>0.15435799597027058</c:v>
              </c:pt>
              <c:pt idx="5">
                <c:v>0.3069023232397632</c:v>
              </c:pt>
              <c:pt idx="6">
                <c:v>0.5586059851457154</c:v>
              </c:pt>
              <c:pt idx="7">
                <c:v>0.945638850297877</c:v>
              </c:pt>
              <c:pt idx="8">
                <c:v>1.4663207810081746</c:v>
              </c:pt>
              <c:pt idx="9">
                <c:v>1.9931325455010367</c:v>
              </c:pt>
              <c:pt idx="10">
                <c:v>2.3732117458458966</c:v>
              </c:pt>
              <c:pt idx="11">
                <c:v>2.6233891198863817</c:v>
              </c:pt>
              <c:pt idx="12">
                <c:v>2.791357368574898</c:v>
              </c:pt>
              <c:pt idx="13">
                <c:v>2.900474863818399</c:v>
              </c:pt>
              <c:pt idx="14">
                <c:v>2.9836777372229535</c:v>
              </c:pt>
              <c:pt idx="15">
                <c:v>3.056810274879822</c:v>
              </c:pt>
              <c:pt idx="16">
                <c:v>3.110140670759873</c:v>
              </c:pt>
              <c:pt idx="17">
                <c:v>3.13058348730637</c:v>
              </c:pt>
              <c:pt idx="18">
                <c:v>3.132714111267333</c:v>
              </c:pt>
              <c:pt idx="19">
                <c:v>3.132622913567836</c:v>
              </c:pt>
              <c:pt idx="20">
                <c:v>3.13261951315536</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7"/>
          <c:min val="0"/>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NAr* [10¹⁵]</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2"/>
          <c:min val="-7"/>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t [s]</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3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Swarm EEDF参照表 − 標準Maxwell型（t = 1 ms）</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barChart>
        <c:barDir val="col"/>
        <c:grouping val="clustered"/>
        <c:varyColors val="0"/>
        <c:ser>
          <c:idx val="0"/>
          <c:order val="0"/>
          <c:tx>
            <c:v>two-term</c:v>
          </c:tx>
          <c:spPr>
            <a:solidFill xmlns:a="http://schemas.openxmlformats.org/drawingml/2006/main">
              <a:srgbClr val="007FAE"/>
            </a:solidFill>
            <a:ln xmlns:a="http://schemas.openxmlformats.org/drawingml/2006/main" w="9525">
              <a:solidFill>
                <a:srgbClr val="007FAE"/>
              </a:solidFill>
              <a:prstDash val="solid"/>
            </a:ln>
          </c:spPr>
          <c:invertIfNegative val="0"/>
          <c:cat>
            <c:strLit>
              <c:ptCount val="4"/>
              <c:pt idx="0">
                <c:v>体積積分電子数</c:v>
              </c:pt>
              <c:pt idx="1">
                <c:v>平均エネルギー</c:v>
              </c:pt>
              <c:pt idx="2">
                <c:v>体積積分Ar*</c:v>
              </c:pt>
              <c:pt idx="3">
                <c:v>RF吸収</c:v>
              </c:pt>
            </c:strLit>
          </c:cat>
          <c:val>
            <c:numLit>
              <c:formatCode>0.0</c:formatCode>
              <c:ptCount val="4"/>
              <c:pt idx="0">
                <c:v>-35.39196273201436</c:v>
              </c:pt>
              <c:pt idx="1">
                <c:v>46.729623951032224</c:v>
              </c:pt>
              <c:pt idx="2">
                <c:v>-44.97835258907424</c:v>
              </c:pt>
              <c:pt idx="3">
                <c:v>15.450946807591043</c:v>
              </c:pt>
            </c:numLit>
          </c:val>
        </c:ser>
        <c:ser>
          <c:idx val="1"/>
          <c:order val="1"/>
          <c:tx>
            <c:v>Monte Carlo</c:v>
          </c:tx>
          <c:spPr>
            <a:solidFill xmlns:a="http://schemas.openxmlformats.org/drawingml/2006/main">
              <a:srgbClr val="B87900"/>
            </a:solidFill>
            <a:ln xmlns:a="http://schemas.openxmlformats.org/drawingml/2006/main" w="9525">
              <a:solidFill>
                <a:srgbClr val="B87900"/>
              </a:solidFill>
              <a:prstDash val="solid"/>
            </a:ln>
          </c:spPr>
          <c:invertIfNegative val="0"/>
          <c:cat>
            <c:strLit>
              <c:ptCount val="4"/>
              <c:pt idx="0">
                <c:v>体積積分電子数</c:v>
              </c:pt>
              <c:pt idx="1">
                <c:v>平均エネルギー</c:v>
              </c:pt>
              <c:pt idx="2">
                <c:v>体積積分Ar*</c:v>
              </c:pt>
              <c:pt idx="3">
                <c:v>RF吸収</c:v>
              </c:pt>
            </c:strLit>
          </c:cat>
          <c:val>
            <c:numLit>
              <c:formatCode>0.0</c:formatCode>
              <c:ptCount val="4"/>
              <c:pt idx="0">
                <c:v>-34.962239379342044</c:v>
              </c:pt>
              <c:pt idx="1">
                <c:v>46.11484512727509</c:v>
              </c:pt>
              <c:pt idx="2">
                <c:v>-45.542566144853524</c:v>
              </c:pt>
              <c:pt idx="3">
                <c:v>15.482610689471832</c:v>
              </c:pt>
            </c:numLit>
          </c:val>
        </c:ser>
        <c:ser>
          <c:idx val="2"/>
          <c:order val="2"/>
          <c:tx>
            <c:v>propagator P1</c:v>
          </c:tx>
          <c:spPr>
            <a:solidFill xmlns:a="http://schemas.openxmlformats.org/drawingml/2006/main">
              <a:srgbClr val="72B51F"/>
            </a:solidFill>
            <a:ln xmlns:a="http://schemas.openxmlformats.org/drawingml/2006/main" w="9525">
              <a:solidFill>
                <a:srgbClr val="72B51F"/>
              </a:solidFill>
              <a:prstDash val="solid"/>
            </a:ln>
          </c:spPr>
          <c:invertIfNegative val="0"/>
          <c:cat>
            <c:strLit>
              <c:ptCount val="4"/>
              <c:pt idx="0">
                <c:v>体積積分電子数</c:v>
              </c:pt>
              <c:pt idx="1">
                <c:v>平均エネルギー</c:v>
              </c:pt>
              <c:pt idx="2">
                <c:v>体積積分Ar*</c:v>
              </c:pt>
              <c:pt idx="3">
                <c:v>RF吸収</c:v>
              </c:pt>
            </c:strLit>
          </c:cat>
          <c:val>
            <c:numLit>
              <c:formatCode>0.0</c:formatCode>
              <c:ptCount val="4"/>
              <c:pt idx="0">
                <c:v>-34.80246399366912</c:v>
              </c:pt>
              <c:pt idx="1">
                <c:v>45.880139853357846</c:v>
              </c:pt>
              <c:pt idx="2">
                <c:v>-45.5125891356742</c:v>
              </c:pt>
              <c:pt idx="3">
                <c:v>15.494613095134424</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crossAx val="48672768"/>
      </c:catAx>
      <c:valAx>
        <c:axId val="48672768"/>
        <c:scaling>
          <c:orientation val="minMax"/>
          <c:max val="60"/>
          <c:min val="-60"/>
        </c:scaling>
        <c:delete val="0"/>
        <c:axPos val="l"/>
        <c:majorGridlines>
          <c:spPr>
            <a:ln xmlns:a="http://schemas.openxmlformats.org/drawingml/2006/main" w="9525">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666666"/>
                    </a:solidFill>
                    <a:latin typeface="Noto Sans JP"/>
                    <a:ea typeface="Noto Sans JP"/>
                    <a:cs typeface="Noto Sans JP"/>
                  </a:rPr>
                  <a:t>標準COMSOL比 [%]</a:t>
                </a:r>
              </a:p>
            </c:rich>
          </c:tx>
          <c:overlay val="0"/>
          <c:txPr>
            <a:bodyPr xmlns:a="http://schemas.openxmlformats.org/drawingml/2006/main" anchorCtr="1"/>
            <a:lstStyle xmlns:a="http://schemas.openxmlformats.org/drawingml/2006/main"/>
            <a:p xmlns:a="http://schemas.openxmlformats.org/drawingml/2006/main">
              <a:pPr>
                <a:defRPr sz="900">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66666"/>
                </a:solidFill>
                <a:latin typeface="Noto Sans JP"/>
                <a:ea typeface="Noto Sans JP"/>
                <a:cs typeface="Noto Sans JP"/>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24164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29D2C6B-4211-4831-98EE-1AFA62202D6C}"/>
              </a:ext>
            </a:extLst>
          </p:cNvPr>
          <p:cNvSpPr>
            <a:spLocks xmlns:a="http://schemas.openxmlformats.org/drawingml/2006/main" noGrp="1"/>
          </p:cNvSpPr>
          <p:nvPr/>
        </p:nvSpPr>
        <p:spPr>
          <a:xfrm xmlns:a="http://schemas.openxmlformats.org/drawingml/2006/main">
            <a:off x="685800" y="666750"/>
            <a:ext cx="542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200" b="1" i="0">
                <a:solidFill>
                  <a:srgbClr val="9CD9E8"/>
                </a:solidFill>
                <a:latin typeface="Noto Sans JP"/>
                <a:ea typeface="Noto Sans JP"/>
                <a:cs typeface="Noto Sans JP"/>
              </a:defRPr>
            </a:pPr>
            <a:r>
              <a:rPr sz="1200" b="1" i="0">
                <a:solidFill>
                  <a:srgbClr val="9CD9E8"/>
                </a:solidFill>
                <a:latin typeface="Noto Sans JP"/>
                <a:ea typeface="Noto Sans JP"/>
                <a:cs typeface="Noto Sans JP"/>
              </a:rPr>
              <a:t>PLASMA MODELING / ENGINEERING REVIEW</a:t>
            </a:r>
          </a:p>
        </p:txBody>
      </p:sp>
      <p:sp>
        <p:nvSpPr>
          <p:cNvPr id="2" name="">
            <a:extLst xmlns:a="http://schemas.openxmlformats.org/drawingml/2006/main">
              <a:ext uri="{FF2B5EF4-FFF2-40B4-BE49-F238E27FC236}">
                <a16:creationId xmlns:a16="http://schemas.microsoft.com/office/drawing/2014/main" id="{98C10FA8-FCE1-4E32-976F-5EB8A0F3D9ED}"/>
              </a:ext>
            </a:extLst>
          </p:cNvPr>
          <p:cNvSpPr>
            <a:spLocks xmlns:a="http://schemas.openxmlformats.org/drawingml/2006/main" noGrp="1"/>
          </p:cNvSpPr>
          <p:nvPr/>
        </p:nvSpPr>
        <p:spPr>
          <a:xfrm xmlns:a="http://schemas.openxmlformats.org/drawingml/2006/main">
            <a:off x="685800" y="1504950"/>
            <a:ext cx="55721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3000" b="0" i="0">
                <a:solidFill>
                  <a:srgbClr val="FFFFFF"/>
                </a:solidFill>
                <a:latin typeface="Noto Sans JP"/>
                <a:ea typeface="Noto Sans JP"/>
                <a:cs typeface="Noto Sans JP"/>
              </a:defRPr>
            </a:pPr>
            <a:r>
              <a:rPr sz="3000" b="0" i="0">
                <a:solidFill>
                  <a:srgbClr val="FFFFFF"/>
                </a:solidFill>
                <a:latin typeface="Noto Sans JP"/>
                <a:ea typeface="Noto Sans JP"/>
                <a:cs typeface="Noto Sans JP"/>
              </a:rPr>
              <a:t>電子Swarm計算とCOMSOL連携</a:t>
            </a:r>
          </a:p>
        </p:txBody>
      </p:sp>
      <p:sp>
        <p:nvSpPr>
          <p:cNvPr id="3" name="">
            <a:extLst xmlns:a="http://schemas.openxmlformats.org/drawingml/2006/main">
              <a:ext uri="{FF2B5EF4-FFF2-40B4-BE49-F238E27FC236}">
                <a16:creationId xmlns:a16="http://schemas.microsoft.com/office/drawing/2014/main" id="{AA0A5737-1F10-4EEF-A434-37B102C9AAA8}"/>
              </a:ext>
            </a:extLst>
          </p:cNvPr>
          <p:cNvSpPr>
            <a:spLocks xmlns:a="http://schemas.openxmlformats.org/drawingml/2006/main" noGrp="1"/>
          </p:cNvSpPr>
          <p:nvPr/>
        </p:nvSpPr>
        <p:spPr>
          <a:xfrm xmlns:a="http://schemas.openxmlformats.org/drawingml/2006/main">
            <a:off x="685800" y="2305050"/>
            <a:ext cx="581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175" b="0" i="0">
                <a:solidFill>
                  <a:srgbClr val="FFFFFF"/>
                </a:solidFill>
                <a:latin typeface="Noto Sans JP"/>
                <a:ea typeface="Noto Sans JP"/>
                <a:cs typeface="Noto Sans JP"/>
              </a:defRPr>
            </a:pPr>
            <a:r>
              <a:rPr sz="2175" b="0" i="0">
                <a:solidFill>
                  <a:srgbClr val="FFFFFF"/>
                </a:solidFill>
                <a:latin typeface="Noto Sans JP"/>
                <a:ea typeface="Noto Sans JP"/>
                <a:cs typeface="Noto Sans JP"/>
              </a:rPr>
              <a:t>計算法・物理的意味・装置開発への使い方</a:t>
            </a:r>
          </a:p>
        </p:txBody>
      </p:sp>
      <p:sp>
        <p:nvSpPr>
          <p:cNvPr id="4" name="">
            <a:extLst xmlns:a="http://schemas.openxmlformats.org/drawingml/2006/main">
              <a:ext uri="{FF2B5EF4-FFF2-40B4-BE49-F238E27FC236}">
                <a16:creationId xmlns:a16="http://schemas.microsoft.com/office/drawing/2014/main" id="{6DD24BF7-C854-4114-936A-E46E9A03FC47}"/>
              </a:ext>
            </a:extLst>
          </p:cNvPr>
          <p:cNvSpPr>
            <a:spLocks xmlns:a="http://schemas.openxmlformats.org/drawingml/2006/main" noGrp="1"/>
          </p:cNvSpPr>
          <p:nvPr/>
        </p:nvSpPr>
        <p:spPr>
          <a:xfrm xmlns:a="http://schemas.openxmlformats.org/drawingml/2006/main">
            <a:off x="723900" y="3267075"/>
            <a:ext cx="85725" cy="85725"/>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E0D2ED5-10E6-4B11-99AC-3671CD52A235}"/>
              </a:ext>
            </a:extLst>
          </p:cNvPr>
          <p:cNvSpPr>
            <a:spLocks xmlns:a="http://schemas.openxmlformats.org/drawingml/2006/main" noGrp="1"/>
          </p:cNvSpPr>
          <p:nvPr/>
        </p:nvSpPr>
        <p:spPr>
          <a:xfrm xmlns:a="http://schemas.openxmlformats.org/drawingml/2006/main">
            <a:off x="933450" y="3114675"/>
            <a:ext cx="5572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D9F4FA"/>
                </a:solidFill>
                <a:latin typeface="Noto Sans JP"/>
                <a:ea typeface="Noto Sans JP"/>
                <a:cs typeface="Noto Sans JP"/>
              </a:defRPr>
            </a:pPr>
            <a:r>
              <a:rPr sz="1350" b="0" i="0">
                <a:solidFill>
                  <a:srgbClr val="D9F4FA"/>
                </a:solidFill>
                <a:latin typeface="Noto Sans JP"/>
                <a:ea typeface="Noto Sans JP"/>
                <a:cs typeface="Noto Sans JP"/>
              </a:rPr>
              <a:t>two-term / multi-term PN / Monte Carlo / propagator P1</a:t>
            </a:r>
          </a:p>
        </p:txBody>
      </p:sp>
      <p:sp>
        <p:nvSpPr>
          <p:cNvPr id="6" name="">
            <a:extLst xmlns:a="http://schemas.openxmlformats.org/drawingml/2006/main">
              <a:ext uri="{FF2B5EF4-FFF2-40B4-BE49-F238E27FC236}">
                <a16:creationId xmlns:a16="http://schemas.microsoft.com/office/drawing/2014/main" id="{B05940FA-039E-461C-8B0C-512F981E963F}"/>
              </a:ext>
            </a:extLst>
          </p:cNvPr>
          <p:cNvSpPr>
            <a:spLocks xmlns:a="http://schemas.openxmlformats.org/drawingml/2006/main" noGrp="1"/>
          </p:cNvSpPr>
          <p:nvPr/>
        </p:nvSpPr>
        <p:spPr>
          <a:xfrm xmlns:a="http://schemas.openxmlformats.org/drawingml/2006/main">
            <a:off x="685800" y="3857625"/>
            <a:ext cx="581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D3D3DE"/>
                </a:solidFill>
                <a:latin typeface="Noto Sans JP"/>
                <a:ea typeface="Noto Sans JP"/>
                <a:cs typeface="Noto Sans JP"/>
              </a:defRPr>
            </a:pPr>
            <a:r>
              <a:rPr sz="1350" b="0" i="0">
                <a:solidFill>
                  <a:srgbClr val="D3D3DE"/>
                </a:solidFill>
                <a:latin typeface="Noto Sans JP"/>
                <a:ea typeface="Noto Sans JP"/>
                <a:cs typeface="Noto Sans JP"/>
              </a:rPr>
              <a:t>Ar・N₂・O₂  |  EEDF・輸送係数・反応速度  |  GEC ICP / CCP</a:t>
            </a:r>
          </a:p>
        </p:txBody>
      </p:sp>
      <p:sp>
        <p:nvSpPr>
          <p:cNvPr id="7" name="">
            <a:extLst xmlns:a="http://schemas.openxmlformats.org/drawingml/2006/main">
              <a:ext uri="{FF2B5EF4-FFF2-40B4-BE49-F238E27FC236}">
                <a16:creationId xmlns:a16="http://schemas.microsoft.com/office/drawing/2014/main" id="{DE64611C-5DB9-4971-B51A-4840AA83C4BA}"/>
              </a:ext>
            </a:extLst>
          </p:cNvPr>
          <p:cNvSpPr>
            <a:spLocks xmlns:a="http://schemas.openxmlformats.org/drawingml/2006/main" noGrp="1"/>
          </p:cNvSpPr>
          <p:nvPr/>
        </p:nvSpPr>
        <p:spPr>
          <a:xfrm xmlns:a="http://schemas.openxmlformats.org/drawingml/2006/main">
            <a:off x="685800" y="4857750"/>
            <a:ext cx="542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9CD9E8"/>
                </a:solidFill>
                <a:latin typeface="Noto Sans JP"/>
                <a:ea typeface="Noto Sans JP"/>
                <a:cs typeface="Noto Sans JP"/>
              </a:defRPr>
            </a:pPr>
            <a:r>
              <a:rPr sz="1500" b="1" i="0">
                <a:solidFill>
                  <a:srgbClr val="9CD9E8"/>
                </a:solidFill>
                <a:latin typeface="Noto Sans JP"/>
                <a:ea typeface="Noto Sans JP"/>
                <a:cs typeface="Noto Sans JP"/>
              </a:rPr>
              <a:t>物理仮定 → 数値収束 → COMSOL空間分布 → 装置判断</a:t>
            </a:r>
          </a:p>
        </p:txBody>
      </p:sp>
      <p:sp>
        <p:nvSpPr>
          <p:cNvPr id="8" name="">
            <a:extLst xmlns:a="http://schemas.openxmlformats.org/drawingml/2006/main">
              <a:ext uri="{FF2B5EF4-FFF2-40B4-BE49-F238E27FC236}">
                <a16:creationId xmlns:a16="http://schemas.microsoft.com/office/drawing/2014/main" id="{6093A694-9AD6-491A-B1CB-2B9A9646A850}"/>
              </a:ext>
            </a:extLst>
          </p:cNvPr>
          <p:cNvSpPr>
            <a:spLocks xmlns:a="http://schemas.openxmlformats.org/drawingml/2006/main" noGrp="1"/>
          </p:cNvSpPr>
          <p:nvPr/>
        </p:nvSpPr>
        <p:spPr>
          <a:xfrm xmlns:a="http://schemas.openxmlformats.org/drawingml/2006/main">
            <a:off x="6438900" y="742950"/>
            <a:ext cx="5372100" cy="2266950"/>
          </a:xfrm>
          <a:prstGeom xmlns:a="http://schemas.openxmlformats.org/drawingml/2006/main" prst="rect">
            <a:avLst/>
          </a:prstGeom>
          <a:solidFill xmlns:a="http://schemas.openxmlformats.org/drawingml/2006/main">
            <a:srgbClr val="FFFFFF"/>
          </a:solidFill>
          <a:ln xmlns:a="http://schemas.openxmlformats.org/drawingml/2006/main" w="9525">
            <a:solidFill>
              <a:srgbClr val="74C7DA"/>
            </a:solidFill>
            <a:prstDash val="solid"/>
          </a:ln>
        </p:spPr>
      </p:sp>
      <p:sp>
        <p:nvSpPr>
          <p:cNvPr id="9" name="">
            <a:extLst xmlns:a="http://schemas.openxmlformats.org/drawingml/2006/main">
              <a:ext uri="{FF2B5EF4-FFF2-40B4-BE49-F238E27FC236}">
                <a16:creationId xmlns:a16="http://schemas.microsoft.com/office/drawing/2014/main" id="{0EA3341A-E1DA-4EB8-AB48-F7B47583ABAB}"/>
              </a:ext>
            </a:extLst>
          </p:cNvPr>
          <p:cNvSpPr>
            <a:spLocks xmlns:a="http://schemas.openxmlformats.org/drawingml/2006/main" noGrp="1"/>
          </p:cNvSpPr>
          <p:nvPr/>
        </p:nvSpPr>
        <p:spPr>
          <a:xfrm xmlns:a="http://schemas.openxmlformats.org/drawingml/2006/main">
            <a:off x="6438900" y="3562350"/>
            <a:ext cx="5372100" cy="2266950"/>
          </a:xfrm>
          <a:prstGeom xmlns:a="http://schemas.openxmlformats.org/drawingml/2006/main" prst="rect">
            <a:avLst/>
          </a:prstGeom>
          <a:solidFill xmlns:a="http://schemas.openxmlformats.org/drawingml/2006/main">
            <a:srgbClr val="FFFFFF"/>
          </a:solidFill>
          <a:ln xmlns:a="http://schemas.openxmlformats.org/drawingml/2006/main" w="9525">
            <a:solidFill>
              <a:srgbClr val="74C7DA"/>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181a1621c31e4ab2"/>
          <a:stretch xmlns:a="http://schemas.openxmlformats.org/drawingml/2006/main"/>
        </p:blipFill>
        <p:spPr>
          <a:xfrm xmlns:a="http://schemas.openxmlformats.org/drawingml/2006/main">
            <a:off x="6496050" y="1039425"/>
            <a:ext cx="5257800" cy="1674000"/>
          </a:xfrm>
          <a:prstGeom xmlns:a="http://schemas.openxmlformats.org/drawingml/2006/main" prst="rect">
            <a:avLst/>
          </a:prstGeom>
        </p:spPr>
      </p:pic>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da6bd54f356d4baf"/>
          <a:stretch xmlns:a="http://schemas.openxmlformats.org/drawingml/2006/main"/>
        </p:blipFill>
        <p:spPr>
          <a:xfrm xmlns:a="http://schemas.openxmlformats.org/drawingml/2006/main">
            <a:off x="6496050" y="3869625"/>
            <a:ext cx="5257800" cy="1652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AFA55CF-E92E-4075-9636-097797A5232F}"/>
              </a:ext>
            </a:extLst>
          </p:cNvPr>
          <p:cNvSpPr>
            <a:spLocks xmlns:a="http://schemas.openxmlformats.org/drawingml/2006/main" noGrp="1"/>
          </p:cNvSpPr>
          <p:nvPr/>
        </p:nvSpPr>
        <p:spPr>
          <a:xfrm xmlns:a="http://schemas.openxmlformats.org/drawingml/2006/main">
            <a:off x="6953250" y="26670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r">
              <a:lnSpc>
                <a:spcPct val="102000"/>
              </a:lnSpc>
              <a:buNone/>
              <a:defRPr sz="975" b="1" i="0">
                <a:solidFill>
                  <a:srgbClr val="BFEAF4"/>
                </a:solidFill>
                <a:latin typeface="Noto Sans JP"/>
                <a:ea typeface="Noto Sans JP"/>
                <a:cs typeface="Noto Sans JP"/>
              </a:defRPr>
            </a:pPr>
            <a:r>
              <a:rPr sz="975" b="1" i="0">
                <a:solidFill>
                  <a:srgbClr val="BFEAF4"/>
                </a:solidFill>
                <a:latin typeface="Noto Sans JP"/>
                <a:ea typeface="Noto Sans JP"/>
                <a:cs typeface="Noto Sans JP"/>
              </a:rPr>
              <a:t>GEC CCP / period-average / common color scale</a:t>
            </a:r>
          </a:p>
        </p:txBody>
      </p:sp>
      <p:sp>
        <p:nvSpPr>
          <p:cNvPr id="13" name="footer">
            <a:extLst xmlns:a="http://schemas.openxmlformats.org/drawingml/2006/main">
              <a:ext uri="{FF2B5EF4-FFF2-40B4-BE49-F238E27FC236}">
                <a16:creationId xmlns:a16="http://schemas.microsoft.com/office/drawing/2014/main" id="{050DE32C-8C8B-47FD-A04E-18A3C69D112B}"/>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4" name="page">
            <a:extLst xmlns:a="http://schemas.openxmlformats.org/drawingml/2006/main">
              <a:ext uri="{FF2B5EF4-FFF2-40B4-BE49-F238E27FC236}">
                <a16:creationId xmlns:a16="http://schemas.microsoft.com/office/drawing/2014/main" id="{CF73B1BF-3F64-402F-8470-AD66162B4301}"/>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01</a:t>
            </a:r>
          </a:p>
        </p:txBody>
      </p:sp>
    </p:spTree>
    <p:extLst>
      <p:ext uri="{BB962C8B-B14F-4D97-AF65-F5344CB8AC3E}">
        <p14:creationId xmlns:p14="http://schemas.microsoft.com/office/powerpoint/2010/main" val="6079860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F9DEDE2E-BF83-4592-8BC2-35B4CFB275C0}"/>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この資料で理解できること</a:t>
            </a:r>
          </a:p>
        </p:txBody>
      </p:sp>
      <p:sp>
        <p:nvSpPr>
          <p:cNvPr id="3" name="">
            <a:extLst xmlns:a="http://schemas.openxmlformats.org/drawingml/2006/main">
              <a:ext uri="{FF2B5EF4-FFF2-40B4-BE49-F238E27FC236}">
                <a16:creationId xmlns:a16="http://schemas.microsoft.com/office/drawing/2014/main" id="{66C2F5A4-CB63-4F77-905C-D2C79544F596}"/>
              </a:ext>
            </a:extLst>
          </p:cNvPr>
          <p:cNvSpPr>
            <a:spLocks xmlns:a="http://schemas.openxmlformats.org/drawingml/2006/main" noGrp="1"/>
          </p:cNvSpPr>
          <p:nvPr/>
        </p:nvSpPr>
        <p:spPr>
          <a:xfrm xmlns:a="http://schemas.openxmlformats.org/drawingml/2006/main">
            <a:off x="590550" y="138112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01</a:t>
            </a:r>
          </a:p>
        </p:txBody>
      </p:sp>
      <p:sp>
        <p:nvSpPr>
          <p:cNvPr id="4" name="">
            <a:extLst xmlns:a="http://schemas.openxmlformats.org/drawingml/2006/main">
              <a:ext uri="{FF2B5EF4-FFF2-40B4-BE49-F238E27FC236}">
                <a16:creationId xmlns:a16="http://schemas.microsoft.com/office/drawing/2014/main" id="{4398A96C-4713-4B13-B3CC-6764B55DC379}"/>
              </a:ext>
            </a:extLst>
          </p:cNvPr>
          <p:cNvSpPr>
            <a:spLocks xmlns:a="http://schemas.openxmlformats.org/drawingml/2006/main" noGrp="1"/>
          </p:cNvSpPr>
          <p:nvPr/>
        </p:nvSpPr>
        <p:spPr>
          <a:xfrm xmlns:a="http://schemas.openxmlformats.org/drawingml/2006/main">
            <a:off x="1238250" y="1362075"/>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Swarmとは何か</a:t>
            </a:r>
          </a:p>
        </p:txBody>
      </p:sp>
      <p:sp>
        <p:nvSpPr>
          <p:cNvPr id="5" name="">
            <a:extLst xmlns:a="http://schemas.openxmlformats.org/drawingml/2006/main">
              <a:ext uri="{FF2B5EF4-FFF2-40B4-BE49-F238E27FC236}">
                <a16:creationId xmlns:a16="http://schemas.microsoft.com/office/drawing/2014/main" id="{38F121F3-E5A3-4973-9A56-B6BD8DA9130F}"/>
              </a:ext>
            </a:extLst>
          </p:cNvPr>
          <p:cNvSpPr>
            <a:spLocks xmlns:a="http://schemas.openxmlformats.org/drawingml/2006/main" noGrp="1"/>
          </p:cNvSpPr>
          <p:nvPr/>
        </p:nvSpPr>
        <p:spPr>
          <a:xfrm xmlns:a="http://schemas.openxmlformats.org/drawingml/2006/main">
            <a:off x="4524375" y="1362075"/>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希薄な電子群が、電場と気体分子衝突のもとで示す速度・エネルギー分布を求める計算。</a:t>
            </a:r>
          </a:p>
        </p:txBody>
      </p:sp>
      <p:sp>
        <p:nvSpPr>
          <p:cNvPr id="6" name="">
            <a:extLst xmlns:a="http://schemas.openxmlformats.org/drawingml/2006/main">
              <a:ext uri="{FF2B5EF4-FFF2-40B4-BE49-F238E27FC236}">
                <a16:creationId xmlns:a16="http://schemas.microsoft.com/office/drawing/2014/main" id="{3992CF57-EE7F-4A72-8ED9-7D990F39D002}"/>
              </a:ext>
            </a:extLst>
          </p:cNvPr>
          <p:cNvSpPr>
            <a:spLocks xmlns:a="http://schemas.openxmlformats.org/drawingml/2006/main" noGrp="1"/>
          </p:cNvSpPr>
          <p:nvPr/>
        </p:nvSpPr>
        <p:spPr>
          <a:xfrm xmlns:a="http://schemas.openxmlformats.org/drawingml/2006/main">
            <a:off x="1238250" y="1885950"/>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7" name="">
            <a:extLst xmlns:a="http://schemas.openxmlformats.org/drawingml/2006/main">
              <a:ext uri="{FF2B5EF4-FFF2-40B4-BE49-F238E27FC236}">
                <a16:creationId xmlns:a16="http://schemas.microsoft.com/office/drawing/2014/main" id="{88EA5C45-88CB-46A8-9B62-3ED3C94B905A}"/>
              </a:ext>
            </a:extLst>
          </p:cNvPr>
          <p:cNvSpPr>
            <a:spLocks xmlns:a="http://schemas.openxmlformats.org/drawingml/2006/main" noGrp="1"/>
          </p:cNvSpPr>
          <p:nvPr/>
        </p:nvSpPr>
        <p:spPr>
          <a:xfrm xmlns:a="http://schemas.openxmlformats.org/drawingml/2006/main">
            <a:off x="590550" y="224790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02</a:t>
            </a:r>
          </a:p>
        </p:txBody>
      </p:sp>
      <p:sp>
        <p:nvSpPr>
          <p:cNvPr id="8" name="">
            <a:extLst xmlns:a="http://schemas.openxmlformats.org/drawingml/2006/main">
              <a:ext uri="{FF2B5EF4-FFF2-40B4-BE49-F238E27FC236}">
                <a16:creationId xmlns:a16="http://schemas.microsoft.com/office/drawing/2014/main" id="{E0CA0506-975C-49A5-B99E-07C28E0D20BB}"/>
              </a:ext>
            </a:extLst>
          </p:cNvPr>
          <p:cNvSpPr>
            <a:spLocks xmlns:a="http://schemas.openxmlformats.org/drawingml/2006/main" noGrp="1"/>
          </p:cNvSpPr>
          <p:nvPr/>
        </p:nvSpPr>
        <p:spPr>
          <a:xfrm xmlns:a="http://schemas.openxmlformats.org/drawingml/2006/main">
            <a:off x="1238250" y="2228850"/>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なぜ必要か</a:t>
            </a:r>
          </a:p>
        </p:txBody>
      </p:sp>
      <p:sp>
        <p:nvSpPr>
          <p:cNvPr id="9" name="">
            <a:extLst xmlns:a="http://schemas.openxmlformats.org/drawingml/2006/main">
              <a:ext uri="{FF2B5EF4-FFF2-40B4-BE49-F238E27FC236}">
                <a16:creationId xmlns:a16="http://schemas.microsoft.com/office/drawing/2014/main" id="{5B4FA9A8-49DC-4F91-94B9-AD15F743B4AB}"/>
              </a:ext>
            </a:extLst>
          </p:cNvPr>
          <p:cNvSpPr>
            <a:spLocks xmlns:a="http://schemas.openxmlformats.org/drawingml/2006/main" noGrp="1"/>
          </p:cNvSpPr>
          <p:nvPr/>
        </p:nvSpPr>
        <p:spPr>
          <a:xfrm xmlns:a="http://schemas.openxmlformats.org/drawingml/2006/main">
            <a:off x="4524375" y="2228850"/>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EEDFが電子移動度、拡散、励起・電離・解離・付着の速度係数を同時に決めるため。</a:t>
            </a:r>
          </a:p>
        </p:txBody>
      </p:sp>
      <p:sp>
        <p:nvSpPr>
          <p:cNvPr id="10" name="">
            <a:extLst xmlns:a="http://schemas.openxmlformats.org/drawingml/2006/main">
              <a:ext uri="{FF2B5EF4-FFF2-40B4-BE49-F238E27FC236}">
                <a16:creationId xmlns:a16="http://schemas.microsoft.com/office/drawing/2014/main" id="{9C353216-4BBD-4627-9233-0A5E9533528C}"/>
              </a:ext>
            </a:extLst>
          </p:cNvPr>
          <p:cNvSpPr>
            <a:spLocks xmlns:a="http://schemas.openxmlformats.org/drawingml/2006/main" noGrp="1"/>
          </p:cNvSpPr>
          <p:nvPr/>
        </p:nvSpPr>
        <p:spPr>
          <a:xfrm xmlns:a="http://schemas.openxmlformats.org/drawingml/2006/main">
            <a:off x="1238250" y="2752725"/>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1" name="">
            <a:extLst xmlns:a="http://schemas.openxmlformats.org/drawingml/2006/main">
              <a:ext uri="{FF2B5EF4-FFF2-40B4-BE49-F238E27FC236}">
                <a16:creationId xmlns:a16="http://schemas.microsoft.com/office/drawing/2014/main" id="{33BA54C0-279C-48E2-B574-D17A0984BD01}"/>
              </a:ext>
            </a:extLst>
          </p:cNvPr>
          <p:cNvSpPr>
            <a:spLocks xmlns:a="http://schemas.openxmlformats.org/drawingml/2006/main" noGrp="1"/>
          </p:cNvSpPr>
          <p:nvPr/>
        </p:nvSpPr>
        <p:spPr>
          <a:xfrm xmlns:a="http://schemas.openxmlformats.org/drawingml/2006/main">
            <a:off x="590550" y="311467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03</a:t>
            </a:r>
          </a:p>
        </p:txBody>
      </p:sp>
      <p:sp>
        <p:nvSpPr>
          <p:cNvPr id="12" name="">
            <a:extLst xmlns:a="http://schemas.openxmlformats.org/drawingml/2006/main">
              <a:ext uri="{FF2B5EF4-FFF2-40B4-BE49-F238E27FC236}">
                <a16:creationId xmlns:a16="http://schemas.microsoft.com/office/drawing/2014/main" id="{91D0339D-3A94-48CE-B31E-23D015313A89}"/>
              </a:ext>
            </a:extLst>
          </p:cNvPr>
          <p:cNvSpPr>
            <a:spLocks xmlns:a="http://schemas.openxmlformats.org/drawingml/2006/main" noGrp="1"/>
          </p:cNvSpPr>
          <p:nvPr/>
        </p:nvSpPr>
        <p:spPr>
          <a:xfrm xmlns:a="http://schemas.openxmlformats.org/drawingml/2006/main">
            <a:off x="1238250" y="3095625"/>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4手法は何が違うか</a:t>
            </a:r>
          </a:p>
        </p:txBody>
      </p:sp>
      <p:sp>
        <p:nvSpPr>
          <p:cNvPr id="13" name="">
            <a:extLst xmlns:a="http://schemas.openxmlformats.org/drawingml/2006/main">
              <a:ext uri="{FF2B5EF4-FFF2-40B4-BE49-F238E27FC236}">
                <a16:creationId xmlns:a16="http://schemas.microsoft.com/office/drawing/2014/main" id="{4384134D-2672-42EF-B768-AA8F94DEB14F}"/>
              </a:ext>
            </a:extLst>
          </p:cNvPr>
          <p:cNvSpPr>
            <a:spLocks xmlns:a="http://schemas.openxmlformats.org/drawingml/2006/main" noGrp="1"/>
          </p:cNvSpPr>
          <p:nvPr/>
        </p:nvSpPr>
        <p:spPr>
          <a:xfrm xmlns:a="http://schemas.openxmlformats.org/drawingml/2006/main">
            <a:off x="4524375" y="3095625"/>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7573"/>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角度展開、粒子軌道、位相空間離散化の違いが、近似誤差・統計ノイズ・計算時間に現れる。</a:t>
            </a:r>
          </a:p>
        </p:txBody>
      </p:sp>
      <p:sp>
        <p:nvSpPr>
          <p:cNvPr id="14" name="">
            <a:extLst xmlns:a="http://schemas.openxmlformats.org/drawingml/2006/main">
              <a:ext uri="{FF2B5EF4-FFF2-40B4-BE49-F238E27FC236}">
                <a16:creationId xmlns:a16="http://schemas.microsoft.com/office/drawing/2014/main" id="{604AF7DB-F33F-4B47-84E5-14FCBDD9EE93}"/>
              </a:ext>
            </a:extLst>
          </p:cNvPr>
          <p:cNvSpPr>
            <a:spLocks xmlns:a="http://schemas.openxmlformats.org/drawingml/2006/main" noGrp="1"/>
          </p:cNvSpPr>
          <p:nvPr/>
        </p:nvSpPr>
        <p:spPr>
          <a:xfrm xmlns:a="http://schemas.openxmlformats.org/drawingml/2006/main">
            <a:off x="1238250" y="3619500"/>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5" name="">
            <a:extLst xmlns:a="http://schemas.openxmlformats.org/drawingml/2006/main">
              <a:ext uri="{FF2B5EF4-FFF2-40B4-BE49-F238E27FC236}">
                <a16:creationId xmlns:a16="http://schemas.microsoft.com/office/drawing/2014/main" id="{025325BB-00BE-41D9-AA4B-D0703E6CF312}"/>
              </a:ext>
            </a:extLst>
          </p:cNvPr>
          <p:cNvSpPr>
            <a:spLocks xmlns:a="http://schemas.openxmlformats.org/drawingml/2006/main" noGrp="1"/>
          </p:cNvSpPr>
          <p:nvPr/>
        </p:nvSpPr>
        <p:spPr>
          <a:xfrm xmlns:a="http://schemas.openxmlformats.org/drawingml/2006/main">
            <a:off x="590550" y="398145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04</a:t>
            </a:r>
          </a:p>
        </p:txBody>
      </p:sp>
      <p:sp>
        <p:nvSpPr>
          <p:cNvPr id="16" name="">
            <a:extLst xmlns:a="http://schemas.openxmlformats.org/drawingml/2006/main">
              <a:ext uri="{FF2B5EF4-FFF2-40B4-BE49-F238E27FC236}">
                <a16:creationId xmlns:a16="http://schemas.microsoft.com/office/drawing/2014/main" id="{9A43F1A4-9D51-429D-9D3C-EF091C6222EB}"/>
              </a:ext>
            </a:extLst>
          </p:cNvPr>
          <p:cNvSpPr>
            <a:spLocks xmlns:a="http://schemas.openxmlformats.org/drawingml/2006/main" noGrp="1"/>
          </p:cNvSpPr>
          <p:nvPr/>
        </p:nvSpPr>
        <p:spPr>
          <a:xfrm xmlns:a="http://schemas.openxmlformats.org/drawingml/2006/main">
            <a:off x="1238250" y="3962400"/>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どう比較するか</a:t>
            </a:r>
          </a:p>
        </p:txBody>
      </p:sp>
      <p:sp>
        <p:nvSpPr>
          <p:cNvPr id="17" name="">
            <a:extLst xmlns:a="http://schemas.openxmlformats.org/drawingml/2006/main">
              <a:ext uri="{FF2B5EF4-FFF2-40B4-BE49-F238E27FC236}">
                <a16:creationId xmlns:a16="http://schemas.microsoft.com/office/drawing/2014/main" id="{A1E59CAE-C5E4-42B3-B927-DEDBCFF9E81A}"/>
              </a:ext>
            </a:extLst>
          </p:cNvPr>
          <p:cNvSpPr>
            <a:spLocks xmlns:a="http://schemas.openxmlformats.org/drawingml/2006/main" noGrp="1"/>
          </p:cNvSpPr>
          <p:nvPr/>
        </p:nvSpPr>
        <p:spPr>
          <a:xfrm xmlns:a="http://schemas.openxmlformats.org/drawingml/2006/main">
            <a:off x="4524375" y="3962400"/>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485"/>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同じ断面積・混合比・E/Nで、正規化、格子収束、統計誤差、反応閾値への感度を確認する。</a:t>
            </a:r>
          </a:p>
        </p:txBody>
      </p:sp>
      <p:sp>
        <p:nvSpPr>
          <p:cNvPr id="18" name="">
            <a:extLst xmlns:a="http://schemas.openxmlformats.org/drawingml/2006/main">
              <a:ext uri="{FF2B5EF4-FFF2-40B4-BE49-F238E27FC236}">
                <a16:creationId xmlns:a16="http://schemas.microsoft.com/office/drawing/2014/main" id="{91FF113C-6B8C-4533-B259-2BB98E5F5229}"/>
              </a:ext>
            </a:extLst>
          </p:cNvPr>
          <p:cNvSpPr>
            <a:spLocks xmlns:a="http://schemas.openxmlformats.org/drawingml/2006/main" noGrp="1"/>
          </p:cNvSpPr>
          <p:nvPr/>
        </p:nvSpPr>
        <p:spPr>
          <a:xfrm xmlns:a="http://schemas.openxmlformats.org/drawingml/2006/main">
            <a:off x="1238250" y="4486275"/>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9" name="">
            <a:extLst xmlns:a="http://schemas.openxmlformats.org/drawingml/2006/main">
              <a:ext uri="{FF2B5EF4-FFF2-40B4-BE49-F238E27FC236}">
                <a16:creationId xmlns:a16="http://schemas.microsoft.com/office/drawing/2014/main" id="{47EA1C0C-ED06-48BC-B47A-AB2E19A5C411}"/>
              </a:ext>
            </a:extLst>
          </p:cNvPr>
          <p:cNvSpPr>
            <a:spLocks xmlns:a="http://schemas.openxmlformats.org/drawingml/2006/main" noGrp="1"/>
          </p:cNvSpPr>
          <p:nvPr/>
        </p:nvSpPr>
        <p:spPr>
          <a:xfrm xmlns:a="http://schemas.openxmlformats.org/drawingml/2006/main">
            <a:off x="590550" y="484822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05</a:t>
            </a:r>
          </a:p>
        </p:txBody>
      </p:sp>
      <p:sp>
        <p:nvSpPr>
          <p:cNvPr id="20" name="">
            <a:extLst xmlns:a="http://schemas.openxmlformats.org/drawingml/2006/main">
              <a:ext uri="{FF2B5EF4-FFF2-40B4-BE49-F238E27FC236}">
                <a16:creationId xmlns:a16="http://schemas.microsoft.com/office/drawing/2014/main" id="{E3B9259A-55DD-44D1-ADE1-519FC37C0DAD}"/>
              </a:ext>
            </a:extLst>
          </p:cNvPr>
          <p:cNvSpPr>
            <a:spLocks xmlns:a="http://schemas.openxmlformats.org/drawingml/2006/main" noGrp="1"/>
          </p:cNvSpPr>
          <p:nvPr/>
        </p:nvSpPr>
        <p:spPr>
          <a:xfrm xmlns:a="http://schemas.openxmlformats.org/drawingml/2006/main">
            <a:off x="1238250" y="4829175"/>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装置開発にどう使うか</a:t>
            </a:r>
          </a:p>
        </p:txBody>
      </p:sp>
      <p:sp>
        <p:nvSpPr>
          <p:cNvPr id="21" name="">
            <a:extLst xmlns:a="http://schemas.openxmlformats.org/drawingml/2006/main">
              <a:ext uri="{FF2B5EF4-FFF2-40B4-BE49-F238E27FC236}">
                <a16:creationId xmlns:a16="http://schemas.microsoft.com/office/drawing/2014/main" id="{14ECDDB6-F62B-4449-9A0F-0FCE8D43C6FA}"/>
              </a:ext>
            </a:extLst>
          </p:cNvPr>
          <p:cNvSpPr>
            <a:spLocks xmlns:a="http://schemas.openxmlformats.org/drawingml/2006/main" noGrp="1"/>
          </p:cNvSpPr>
          <p:nvPr/>
        </p:nvSpPr>
        <p:spPr>
          <a:xfrm xmlns:a="http://schemas.openxmlformats.org/drawingml/2006/main">
            <a:off x="4524375" y="4829175"/>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495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物性表をCOMSOLへ渡し、2次元分布と装置KPIへの影響を見て、精密計算が必要な条件を絞る。</a:t>
            </a:r>
          </a:p>
        </p:txBody>
      </p:sp>
      <p:sp>
        <p:nvSpPr>
          <p:cNvPr id="22" name="takeaway-bullet">
            <a:extLst xmlns:a="http://schemas.openxmlformats.org/drawingml/2006/main">
              <a:ext uri="{FF2B5EF4-FFF2-40B4-BE49-F238E27FC236}">
                <a16:creationId xmlns:a16="http://schemas.microsoft.com/office/drawing/2014/main" id="{45CE493C-9C9F-4100-9EFE-2F302F976FC4}"/>
              </a:ext>
            </a:extLst>
          </p:cNvPr>
          <p:cNvSpPr>
            <a:spLocks xmlns:a="http://schemas.openxmlformats.org/drawingml/2006/main" noGrp="1"/>
          </p:cNvSpPr>
          <p:nvPr/>
        </p:nvSpPr>
        <p:spPr>
          <a:xfrm xmlns:a="http://schemas.openxmlformats.org/drawingml/2006/main">
            <a:off x="457200" y="60007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3" name="takeaway">
            <a:extLst xmlns:a="http://schemas.openxmlformats.org/drawingml/2006/main">
              <a:ext uri="{FF2B5EF4-FFF2-40B4-BE49-F238E27FC236}">
                <a16:creationId xmlns:a16="http://schemas.microsoft.com/office/drawing/2014/main" id="{4828D2EB-1770-4A9F-952E-D6929FA3275D}"/>
              </a:ext>
            </a:extLst>
          </p:cNvPr>
          <p:cNvSpPr>
            <a:spLocks xmlns:a="http://schemas.openxmlformats.org/drawingml/2006/main" noGrp="1"/>
          </p:cNvSpPr>
          <p:nvPr/>
        </p:nvSpPr>
        <p:spPr>
          <a:xfrm xmlns:a="http://schemas.openxmlformats.org/drawingml/2006/main">
            <a:off x="647700" y="58769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目的は手法の優劣を決めることではなく、装置予測を支配する仮定を特定すること。</a:t>
            </a:r>
          </a:p>
        </p:txBody>
      </p:sp>
      <p:sp>
        <p:nvSpPr>
          <p:cNvPr id="25" name="footer">
            <a:extLst xmlns:a="http://schemas.openxmlformats.org/drawingml/2006/main">
              <a:ext uri="{FF2B5EF4-FFF2-40B4-BE49-F238E27FC236}">
                <a16:creationId xmlns:a16="http://schemas.microsoft.com/office/drawing/2014/main" id="{39D9D24C-BF67-4B02-9AA9-C99F763B9248}"/>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26" name="page">
            <a:extLst xmlns:a="http://schemas.openxmlformats.org/drawingml/2006/main">
              <a:ext uri="{FF2B5EF4-FFF2-40B4-BE49-F238E27FC236}">
                <a16:creationId xmlns:a16="http://schemas.microsoft.com/office/drawing/2014/main" id="{BD07721D-60AE-48BA-AF64-4C505584CBD3}"/>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02</a:t>
            </a:r>
          </a:p>
        </p:txBody>
      </p:sp>
      <p:sp>
        <p:nvSpPr>
          <p:cNvPr id="27" name="section">
            <a:extLst xmlns:a="http://schemas.openxmlformats.org/drawingml/2006/main">
              <a:ext uri="{FF2B5EF4-FFF2-40B4-BE49-F238E27FC236}">
                <a16:creationId xmlns:a16="http://schemas.microsoft.com/office/drawing/2014/main" id="{0D47F698-C438-42D5-AAEF-9363FD84E38F}"/>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 目的と基礎</a:t>
            </a:r>
          </a:p>
        </p:txBody>
      </p:sp>
    </p:spTree>
    <p:extLst>
      <p:ext uri="{BB962C8B-B14F-4D97-AF65-F5344CB8AC3E}">
        <p14:creationId xmlns:p14="http://schemas.microsoft.com/office/powerpoint/2010/main" val="5429213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4DE4C672-B8D2-4B12-9D8F-0CAC6568B27E}"/>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Swarm計算は、衝突断面積を装置方程式へつなぐ</a:t>
            </a:r>
          </a:p>
        </p:txBody>
      </p:sp>
      <p:sp>
        <p:nvSpPr>
          <p:cNvPr id="3" name="subtitle">
            <a:extLst xmlns:a="http://schemas.openxmlformats.org/drawingml/2006/main">
              <a:ext uri="{FF2B5EF4-FFF2-40B4-BE49-F238E27FC236}">
                <a16:creationId xmlns:a16="http://schemas.microsoft.com/office/drawing/2014/main" id="{CF51B4BD-5655-494F-8852-96F5969DB38E}"/>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微視的な衝突情報を、COMSOLが使える電子物性へ変換する橋渡し</a:t>
            </a:r>
          </a:p>
        </p:txBody>
      </p:sp>
      <p:sp>
        <p:nvSpPr>
          <p:cNvPr id="4" name="">
            <a:extLst xmlns:a="http://schemas.openxmlformats.org/drawingml/2006/main">
              <a:ext uri="{FF2B5EF4-FFF2-40B4-BE49-F238E27FC236}">
                <a16:creationId xmlns:a16="http://schemas.microsoft.com/office/drawing/2014/main" id="{05A1B33A-081A-478F-B510-F5ACA8529544}"/>
              </a:ext>
            </a:extLst>
          </p:cNvPr>
          <p:cNvSpPr>
            <a:spLocks xmlns:a="http://schemas.openxmlformats.org/drawingml/2006/main" noGrp="1"/>
          </p:cNvSpPr>
          <p:nvPr/>
        </p:nvSpPr>
        <p:spPr>
          <a:xfrm xmlns:a="http://schemas.openxmlformats.org/drawingml/2006/main">
            <a:off x="428625" y="1666875"/>
            <a:ext cx="400050" cy="4000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1</a:t>
            </a:r>
          </a:p>
        </p:txBody>
      </p:sp>
      <p:sp>
        <p:nvSpPr>
          <p:cNvPr id="5" name="">
            <a:extLst xmlns:a="http://schemas.openxmlformats.org/drawingml/2006/main">
              <a:ext uri="{FF2B5EF4-FFF2-40B4-BE49-F238E27FC236}">
                <a16:creationId xmlns:a16="http://schemas.microsoft.com/office/drawing/2014/main" id="{6637F5DF-1C49-4CE2-A574-91768B216ACE}"/>
              </a:ext>
            </a:extLst>
          </p:cNvPr>
          <p:cNvSpPr>
            <a:spLocks xmlns:a="http://schemas.openxmlformats.org/drawingml/2006/main" noGrp="1"/>
          </p:cNvSpPr>
          <p:nvPr/>
        </p:nvSpPr>
        <p:spPr>
          <a:xfrm xmlns:a="http://schemas.openxmlformats.org/drawingml/2006/main">
            <a:off x="428625" y="2190750"/>
            <a:ext cx="200025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AFC4CC"/>
            </a:solidFill>
            <a:prstDash val="solid"/>
          </a:ln>
        </p:spPr>
      </p:sp>
      <p:sp>
        <p:nvSpPr>
          <p:cNvPr id="6" name="">
            <a:extLst xmlns:a="http://schemas.openxmlformats.org/drawingml/2006/main">
              <a:ext uri="{FF2B5EF4-FFF2-40B4-BE49-F238E27FC236}">
                <a16:creationId xmlns:a16="http://schemas.microsoft.com/office/drawing/2014/main" id="{8D57E925-9876-4AB9-B40E-49F885B3BE86}"/>
              </a:ext>
            </a:extLst>
          </p:cNvPr>
          <p:cNvSpPr>
            <a:spLocks xmlns:a="http://schemas.openxmlformats.org/drawingml/2006/main" noGrp="1"/>
          </p:cNvSpPr>
          <p:nvPr/>
        </p:nvSpPr>
        <p:spPr>
          <a:xfrm xmlns:a="http://schemas.openxmlformats.org/drawingml/2006/main">
            <a:off x="542925" y="2333625"/>
            <a:ext cx="1771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衝突断面積</a:t>
            </a:r>
          </a:p>
        </p:txBody>
      </p:sp>
      <p:sp>
        <p:nvSpPr>
          <p:cNvPr id="7" name="">
            <a:extLst xmlns:a="http://schemas.openxmlformats.org/drawingml/2006/main">
              <a:ext uri="{FF2B5EF4-FFF2-40B4-BE49-F238E27FC236}">
                <a16:creationId xmlns:a16="http://schemas.microsoft.com/office/drawing/2014/main" id="{BC60AF86-B47B-47E0-98E6-E54A5561B527}"/>
              </a:ext>
            </a:extLst>
          </p:cNvPr>
          <p:cNvSpPr>
            <a:spLocks xmlns:a="http://schemas.openxmlformats.org/drawingml/2006/main" noGrp="1"/>
          </p:cNvSpPr>
          <p:nvPr/>
        </p:nvSpPr>
        <p:spPr>
          <a:xfrm xmlns:a="http://schemas.openxmlformats.org/drawingml/2006/main">
            <a:off x="619125" y="2857500"/>
            <a:ext cx="1619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8" name="">
            <a:extLst xmlns:a="http://schemas.openxmlformats.org/drawingml/2006/main">
              <a:ext uri="{FF2B5EF4-FFF2-40B4-BE49-F238E27FC236}">
                <a16:creationId xmlns:a16="http://schemas.microsoft.com/office/drawing/2014/main" id="{51DDE5D3-6694-4C23-98C1-34774C13C5E2}"/>
              </a:ext>
            </a:extLst>
          </p:cNvPr>
          <p:cNvSpPr>
            <a:spLocks xmlns:a="http://schemas.openxmlformats.org/drawingml/2006/main" noGrp="1"/>
          </p:cNvSpPr>
          <p:nvPr/>
        </p:nvSpPr>
        <p:spPr>
          <a:xfrm xmlns:a="http://schemas.openxmlformats.org/drawingml/2006/main">
            <a:off x="552450" y="3028950"/>
            <a:ext cx="1752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弾性・励起・電離・解離・付着</a:t>
            </a:r>
          </a:p>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σⱼ(ε)</a:t>
            </a:r>
          </a:p>
        </p:txBody>
      </p:sp>
      <p:sp>
        <p:nvSpPr>
          <p:cNvPr id="9" name="">
            <a:extLst xmlns:a="http://schemas.openxmlformats.org/drawingml/2006/main">
              <a:ext uri="{FF2B5EF4-FFF2-40B4-BE49-F238E27FC236}">
                <a16:creationId xmlns:a16="http://schemas.microsoft.com/office/drawing/2014/main" id="{7BCEB327-346D-4DCE-AA83-75816FD7821B}"/>
              </a:ext>
            </a:extLst>
          </p:cNvPr>
          <p:cNvSpPr>
            <a:spLocks xmlns:a="http://schemas.openxmlformats.org/drawingml/2006/main" noGrp="1"/>
          </p:cNvSpPr>
          <p:nvPr/>
        </p:nvSpPr>
        <p:spPr>
          <a:xfrm xmlns:a="http://schemas.openxmlformats.org/drawingml/2006/main">
            <a:off x="2752725" y="1666875"/>
            <a:ext cx="400050" cy="4000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2</a:t>
            </a:r>
          </a:p>
        </p:txBody>
      </p:sp>
      <p:sp>
        <p:nvSpPr>
          <p:cNvPr id="10" name="">
            <a:extLst xmlns:a="http://schemas.openxmlformats.org/drawingml/2006/main">
              <a:ext uri="{FF2B5EF4-FFF2-40B4-BE49-F238E27FC236}">
                <a16:creationId xmlns:a16="http://schemas.microsoft.com/office/drawing/2014/main" id="{4F506AF9-CA8D-4622-B8D1-8BCD4439F509}"/>
              </a:ext>
            </a:extLst>
          </p:cNvPr>
          <p:cNvSpPr>
            <a:spLocks xmlns:a="http://schemas.openxmlformats.org/drawingml/2006/main" noGrp="1"/>
          </p:cNvSpPr>
          <p:nvPr/>
        </p:nvSpPr>
        <p:spPr>
          <a:xfrm xmlns:a="http://schemas.openxmlformats.org/drawingml/2006/main">
            <a:off x="2752725" y="2190750"/>
            <a:ext cx="200025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AFC4CC"/>
            </a:solidFill>
            <a:prstDash val="solid"/>
          </a:ln>
        </p:spPr>
      </p:sp>
      <p:sp>
        <p:nvSpPr>
          <p:cNvPr id="11" name="">
            <a:extLst xmlns:a="http://schemas.openxmlformats.org/drawingml/2006/main">
              <a:ext uri="{FF2B5EF4-FFF2-40B4-BE49-F238E27FC236}">
                <a16:creationId xmlns:a16="http://schemas.microsoft.com/office/drawing/2014/main" id="{39307045-38E3-43BC-8007-49103FA6D549}"/>
              </a:ext>
            </a:extLst>
          </p:cNvPr>
          <p:cNvSpPr>
            <a:spLocks xmlns:a="http://schemas.openxmlformats.org/drawingml/2006/main" noGrp="1"/>
          </p:cNvSpPr>
          <p:nvPr/>
        </p:nvSpPr>
        <p:spPr>
          <a:xfrm xmlns:a="http://schemas.openxmlformats.org/drawingml/2006/main">
            <a:off x="2867025" y="2333625"/>
            <a:ext cx="1771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712"/>
          </a:bodyPr>
          <a:lstStyle xmlns:a="http://schemas.openxmlformats.org/drawingml/2006/main"/>
          <a:p xmlns:a="http://schemas.openxmlformats.org/drawingml/2006/main">
            <a:pPr algn="ctr">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電子エネルギー分布</a:t>
            </a:r>
          </a:p>
        </p:txBody>
      </p:sp>
      <p:sp>
        <p:nvSpPr>
          <p:cNvPr id="12" name="">
            <a:extLst xmlns:a="http://schemas.openxmlformats.org/drawingml/2006/main">
              <a:ext uri="{FF2B5EF4-FFF2-40B4-BE49-F238E27FC236}">
                <a16:creationId xmlns:a16="http://schemas.microsoft.com/office/drawing/2014/main" id="{75AC2F0D-E3A9-4B54-8FE2-0C90760B3A0E}"/>
              </a:ext>
            </a:extLst>
          </p:cNvPr>
          <p:cNvSpPr>
            <a:spLocks xmlns:a="http://schemas.openxmlformats.org/drawingml/2006/main" noGrp="1"/>
          </p:cNvSpPr>
          <p:nvPr/>
        </p:nvSpPr>
        <p:spPr>
          <a:xfrm xmlns:a="http://schemas.openxmlformats.org/drawingml/2006/main">
            <a:off x="2943225" y="2857500"/>
            <a:ext cx="1619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3" name="">
            <a:extLst xmlns:a="http://schemas.openxmlformats.org/drawingml/2006/main">
              <a:ext uri="{FF2B5EF4-FFF2-40B4-BE49-F238E27FC236}">
                <a16:creationId xmlns:a16="http://schemas.microsoft.com/office/drawing/2014/main" id="{9D899B1B-42C6-4B0D-9772-AC4C642E10CC}"/>
              </a:ext>
            </a:extLst>
          </p:cNvPr>
          <p:cNvSpPr>
            <a:spLocks xmlns:a="http://schemas.openxmlformats.org/drawingml/2006/main" noGrp="1"/>
          </p:cNvSpPr>
          <p:nvPr/>
        </p:nvSpPr>
        <p:spPr>
          <a:xfrm xmlns:a="http://schemas.openxmlformats.org/drawingml/2006/main">
            <a:off x="2876550" y="3028950"/>
            <a:ext cx="1752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各エネルギーに存在する電子割合</a:t>
            </a:r>
          </a:p>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p(ε)</a:t>
            </a:r>
          </a:p>
        </p:txBody>
      </p:sp>
      <p:sp>
        <p:nvSpPr>
          <p:cNvPr id="14" name="">
            <a:extLst xmlns:a="http://schemas.openxmlformats.org/drawingml/2006/main">
              <a:ext uri="{FF2B5EF4-FFF2-40B4-BE49-F238E27FC236}">
                <a16:creationId xmlns:a16="http://schemas.microsoft.com/office/drawing/2014/main" id="{6E41DB88-0A4C-4328-9242-B39D9A864A70}"/>
              </a:ext>
            </a:extLst>
          </p:cNvPr>
          <p:cNvSpPr>
            <a:spLocks xmlns:a="http://schemas.openxmlformats.org/drawingml/2006/main" noGrp="1"/>
          </p:cNvSpPr>
          <p:nvPr/>
        </p:nvSpPr>
        <p:spPr>
          <a:xfrm xmlns:a="http://schemas.openxmlformats.org/drawingml/2006/main">
            <a:off x="5076825" y="1666875"/>
            <a:ext cx="400050" cy="4000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3</a:t>
            </a:r>
          </a:p>
        </p:txBody>
      </p:sp>
      <p:sp>
        <p:nvSpPr>
          <p:cNvPr id="15" name="">
            <a:extLst xmlns:a="http://schemas.openxmlformats.org/drawingml/2006/main">
              <a:ext uri="{FF2B5EF4-FFF2-40B4-BE49-F238E27FC236}">
                <a16:creationId xmlns:a16="http://schemas.microsoft.com/office/drawing/2014/main" id="{7BBBB7CE-7771-45A5-BF01-A535D020D748}"/>
              </a:ext>
            </a:extLst>
          </p:cNvPr>
          <p:cNvSpPr>
            <a:spLocks xmlns:a="http://schemas.openxmlformats.org/drawingml/2006/main" noGrp="1"/>
          </p:cNvSpPr>
          <p:nvPr/>
        </p:nvSpPr>
        <p:spPr>
          <a:xfrm xmlns:a="http://schemas.openxmlformats.org/drawingml/2006/main">
            <a:off x="5076825" y="2190750"/>
            <a:ext cx="200025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AFC4CC"/>
            </a:solidFill>
            <a:prstDash val="solid"/>
          </a:ln>
        </p:spPr>
      </p:sp>
      <p:sp>
        <p:nvSpPr>
          <p:cNvPr id="16" name="">
            <a:extLst xmlns:a="http://schemas.openxmlformats.org/drawingml/2006/main">
              <a:ext uri="{FF2B5EF4-FFF2-40B4-BE49-F238E27FC236}">
                <a16:creationId xmlns:a16="http://schemas.microsoft.com/office/drawing/2014/main" id="{490ACE50-9A80-4415-9866-AE7BC4C3832E}"/>
              </a:ext>
            </a:extLst>
          </p:cNvPr>
          <p:cNvSpPr>
            <a:spLocks xmlns:a="http://schemas.openxmlformats.org/drawingml/2006/main" noGrp="1"/>
          </p:cNvSpPr>
          <p:nvPr/>
        </p:nvSpPr>
        <p:spPr>
          <a:xfrm xmlns:a="http://schemas.openxmlformats.org/drawingml/2006/main">
            <a:off x="5191125" y="2333625"/>
            <a:ext cx="1771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電子物性</a:t>
            </a:r>
          </a:p>
        </p:txBody>
      </p:sp>
      <p:sp>
        <p:nvSpPr>
          <p:cNvPr id="17" name="">
            <a:extLst xmlns:a="http://schemas.openxmlformats.org/drawingml/2006/main">
              <a:ext uri="{FF2B5EF4-FFF2-40B4-BE49-F238E27FC236}">
                <a16:creationId xmlns:a16="http://schemas.microsoft.com/office/drawing/2014/main" id="{CC391CAB-D731-4188-9237-87BE31C21221}"/>
              </a:ext>
            </a:extLst>
          </p:cNvPr>
          <p:cNvSpPr>
            <a:spLocks xmlns:a="http://schemas.openxmlformats.org/drawingml/2006/main" noGrp="1"/>
          </p:cNvSpPr>
          <p:nvPr/>
        </p:nvSpPr>
        <p:spPr>
          <a:xfrm xmlns:a="http://schemas.openxmlformats.org/drawingml/2006/main">
            <a:off x="5267325" y="2857500"/>
            <a:ext cx="1619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8" name="">
            <a:extLst xmlns:a="http://schemas.openxmlformats.org/drawingml/2006/main">
              <a:ext uri="{FF2B5EF4-FFF2-40B4-BE49-F238E27FC236}">
                <a16:creationId xmlns:a16="http://schemas.microsoft.com/office/drawing/2014/main" id="{F9558D73-6912-41F8-960A-BBEEA6E58631}"/>
              </a:ext>
            </a:extLst>
          </p:cNvPr>
          <p:cNvSpPr>
            <a:spLocks xmlns:a="http://schemas.openxmlformats.org/drawingml/2006/main" noGrp="1"/>
          </p:cNvSpPr>
          <p:nvPr/>
        </p:nvSpPr>
        <p:spPr>
          <a:xfrm xmlns:a="http://schemas.openxmlformats.org/drawingml/2006/main">
            <a:off x="5200650" y="3028950"/>
            <a:ext cx="1752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移動度・拡散・反応速度</a:t>
            </a:r>
          </a:p>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μ, D, kⱼ</a:t>
            </a:r>
          </a:p>
        </p:txBody>
      </p:sp>
      <p:sp>
        <p:nvSpPr>
          <p:cNvPr id="19" name="">
            <a:extLst xmlns:a="http://schemas.openxmlformats.org/drawingml/2006/main">
              <a:ext uri="{FF2B5EF4-FFF2-40B4-BE49-F238E27FC236}">
                <a16:creationId xmlns:a16="http://schemas.microsoft.com/office/drawing/2014/main" id="{1A6D7267-42FF-4CAF-94F0-F04DC82CBC4C}"/>
              </a:ext>
            </a:extLst>
          </p:cNvPr>
          <p:cNvSpPr>
            <a:spLocks xmlns:a="http://schemas.openxmlformats.org/drawingml/2006/main" noGrp="1"/>
          </p:cNvSpPr>
          <p:nvPr/>
        </p:nvSpPr>
        <p:spPr>
          <a:xfrm xmlns:a="http://schemas.openxmlformats.org/drawingml/2006/main">
            <a:off x="7400925" y="1666875"/>
            <a:ext cx="400050" cy="4000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4</a:t>
            </a:r>
          </a:p>
        </p:txBody>
      </p:sp>
      <p:sp>
        <p:nvSpPr>
          <p:cNvPr id="20" name="">
            <a:extLst xmlns:a="http://schemas.openxmlformats.org/drawingml/2006/main">
              <a:ext uri="{FF2B5EF4-FFF2-40B4-BE49-F238E27FC236}">
                <a16:creationId xmlns:a16="http://schemas.microsoft.com/office/drawing/2014/main" id="{49E5F7FB-7C3F-4494-AC01-DD18DA68A6FC}"/>
              </a:ext>
            </a:extLst>
          </p:cNvPr>
          <p:cNvSpPr>
            <a:spLocks xmlns:a="http://schemas.openxmlformats.org/drawingml/2006/main" noGrp="1"/>
          </p:cNvSpPr>
          <p:nvPr/>
        </p:nvSpPr>
        <p:spPr>
          <a:xfrm xmlns:a="http://schemas.openxmlformats.org/drawingml/2006/main">
            <a:off x="7400925" y="2190750"/>
            <a:ext cx="200025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AFC4CC"/>
            </a:solidFill>
            <a:prstDash val="solid"/>
          </a:ln>
        </p:spPr>
      </p:sp>
      <p:sp>
        <p:nvSpPr>
          <p:cNvPr id="21" name="">
            <a:extLst xmlns:a="http://schemas.openxmlformats.org/drawingml/2006/main">
              <a:ext uri="{FF2B5EF4-FFF2-40B4-BE49-F238E27FC236}">
                <a16:creationId xmlns:a16="http://schemas.microsoft.com/office/drawing/2014/main" id="{A4052904-3CD1-4F90-AEF7-6D7A9734B655}"/>
              </a:ext>
            </a:extLst>
          </p:cNvPr>
          <p:cNvSpPr>
            <a:spLocks xmlns:a="http://schemas.openxmlformats.org/drawingml/2006/main" noGrp="1"/>
          </p:cNvSpPr>
          <p:nvPr/>
        </p:nvSpPr>
        <p:spPr>
          <a:xfrm xmlns:a="http://schemas.openxmlformats.org/drawingml/2006/main">
            <a:off x="7515225" y="2333625"/>
            <a:ext cx="1771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6827"/>
          </a:bodyPr>
          <a:lstStyle xmlns:a="http://schemas.openxmlformats.org/drawingml/2006/main"/>
          <a:p xmlns:a="http://schemas.openxmlformats.org/drawingml/2006/main">
            <a:pPr algn="ctr">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COMSOL装置モデル</a:t>
            </a:r>
          </a:p>
        </p:txBody>
      </p:sp>
      <p:sp>
        <p:nvSpPr>
          <p:cNvPr id="22" name="">
            <a:extLst xmlns:a="http://schemas.openxmlformats.org/drawingml/2006/main">
              <a:ext uri="{FF2B5EF4-FFF2-40B4-BE49-F238E27FC236}">
                <a16:creationId xmlns:a16="http://schemas.microsoft.com/office/drawing/2014/main" id="{A51F4340-1CA6-4E19-8D90-F70336E893A2}"/>
              </a:ext>
            </a:extLst>
          </p:cNvPr>
          <p:cNvSpPr>
            <a:spLocks xmlns:a="http://schemas.openxmlformats.org/drawingml/2006/main" noGrp="1"/>
          </p:cNvSpPr>
          <p:nvPr/>
        </p:nvSpPr>
        <p:spPr>
          <a:xfrm xmlns:a="http://schemas.openxmlformats.org/drawingml/2006/main">
            <a:off x="7591425" y="2857500"/>
            <a:ext cx="1619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23" name="">
            <a:extLst xmlns:a="http://schemas.openxmlformats.org/drawingml/2006/main">
              <a:ext uri="{FF2B5EF4-FFF2-40B4-BE49-F238E27FC236}">
                <a16:creationId xmlns:a16="http://schemas.microsoft.com/office/drawing/2014/main" id="{4193DE3A-EA6E-4C50-A1A1-E335A9ACF902}"/>
              </a:ext>
            </a:extLst>
          </p:cNvPr>
          <p:cNvSpPr>
            <a:spLocks xmlns:a="http://schemas.openxmlformats.org/drawingml/2006/main" noGrp="1"/>
          </p:cNvSpPr>
          <p:nvPr/>
        </p:nvSpPr>
        <p:spPr>
          <a:xfrm xmlns:a="http://schemas.openxmlformats.org/drawingml/2006/main">
            <a:off x="7524750" y="3028950"/>
            <a:ext cx="1752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電子密度・平均エネルギー・種・電磁場</a:t>
            </a:r>
          </a:p>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nₑ(r,z,t)</a:t>
            </a:r>
          </a:p>
        </p:txBody>
      </p:sp>
      <p:sp>
        <p:nvSpPr>
          <p:cNvPr id="24" name="">
            <a:extLst xmlns:a="http://schemas.openxmlformats.org/drawingml/2006/main">
              <a:ext uri="{FF2B5EF4-FFF2-40B4-BE49-F238E27FC236}">
                <a16:creationId xmlns:a16="http://schemas.microsoft.com/office/drawing/2014/main" id="{63F6111E-C2A0-4243-B039-CA22E9362F4B}"/>
              </a:ext>
            </a:extLst>
          </p:cNvPr>
          <p:cNvSpPr>
            <a:spLocks xmlns:a="http://schemas.openxmlformats.org/drawingml/2006/main" noGrp="1"/>
          </p:cNvSpPr>
          <p:nvPr/>
        </p:nvSpPr>
        <p:spPr>
          <a:xfrm xmlns:a="http://schemas.openxmlformats.org/drawingml/2006/main">
            <a:off x="9725025" y="1666875"/>
            <a:ext cx="400050" cy="40005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5</a:t>
            </a:r>
          </a:p>
        </p:txBody>
      </p:sp>
      <p:sp>
        <p:nvSpPr>
          <p:cNvPr id="25" name="">
            <a:extLst xmlns:a="http://schemas.openxmlformats.org/drawingml/2006/main">
              <a:ext uri="{FF2B5EF4-FFF2-40B4-BE49-F238E27FC236}">
                <a16:creationId xmlns:a16="http://schemas.microsoft.com/office/drawing/2014/main" id="{B5ECE26A-7BCE-43E3-B023-E354D87D90D6}"/>
              </a:ext>
            </a:extLst>
          </p:cNvPr>
          <p:cNvSpPr>
            <a:spLocks xmlns:a="http://schemas.openxmlformats.org/drawingml/2006/main" noGrp="1"/>
          </p:cNvSpPr>
          <p:nvPr/>
        </p:nvSpPr>
        <p:spPr>
          <a:xfrm xmlns:a="http://schemas.openxmlformats.org/drawingml/2006/main">
            <a:off x="9725025" y="2190750"/>
            <a:ext cx="200025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AFC4CC"/>
            </a:solidFill>
            <a:prstDash val="solid"/>
          </a:ln>
        </p:spPr>
      </p:sp>
      <p:sp>
        <p:nvSpPr>
          <p:cNvPr id="26" name="">
            <a:extLst xmlns:a="http://schemas.openxmlformats.org/drawingml/2006/main">
              <a:ext uri="{FF2B5EF4-FFF2-40B4-BE49-F238E27FC236}">
                <a16:creationId xmlns:a16="http://schemas.microsoft.com/office/drawing/2014/main" id="{C4BC5F9D-8F94-4DC8-AADA-5933FE6B1CD0}"/>
              </a:ext>
            </a:extLst>
          </p:cNvPr>
          <p:cNvSpPr>
            <a:spLocks xmlns:a="http://schemas.openxmlformats.org/drawingml/2006/main" noGrp="1"/>
          </p:cNvSpPr>
          <p:nvPr/>
        </p:nvSpPr>
        <p:spPr>
          <a:xfrm xmlns:a="http://schemas.openxmlformats.org/drawingml/2006/main">
            <a:off x="9839325" y="2333625"/>
            <a:ext cx="1771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開発判断</a:t>
            </a:r>
          </a:p>
        </p:txBody>
      </p:sp>
      <p:sp>
        <p:nvSpPr>
          <p:cNvPr id="27" name="">
            <a:extLst xmlns:a="http://schemas.openxmlformats.org/drawingml/2006/main">
              <a:ext uri="{FF2B5EF4-FFF2-40B4-BE49-F238E27FC236}">
                <a16:creationId xmlns:a16="http://schemas.microsoft.com/office/drawing/2014/main" id="{9BE6012E-09F6-4E8E-AE47-9591BCF6C326}"/>
              </a:ext>
            </a:extLst>
          </p:cNvPr>
          <p:cNvSpPr>
            <a:spLocks xmlns:a="http://schemas.openxmlformats.org/drawingml/2006/main" noGrp="1"/>
          </p:cNvSpPr>
          <p:nvPr/>
        </p:nvSpPr>
        <p:spPr>
          <a:xfrm xmlns:a="http://schemas.openxmlformats.org/drawingml/2006/main">
            <a:off x="9915525" y="2857500"/>
            <a:ext cx="1619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28" name="">
            <a:extLst xmlns:a="http://schemas.openxmlformats.org/drawingml/2006/main">
              <a:ext uri="{FF2B5EF4-FFF2-40B4-BE49-F238E27FC236}">
                <a16:creationId xmlns:a16="http://schemas.microsoft.com/office/drawing/2014/main" id="{4FCC6DC6-340F-4CC1-B3B0-3EF562E599B2}"/>
              </a:ext>
            </a:extLst>
          </p:cNvPr>
          <p:cNvSpPr>
            <a:spLocks xmlns:a="http://schemas.openxmlformats.org/drawingml/2006/main" noGrp="1"/>
          </p:cNvSpPr>
          <p:nvPr/>
        </p:nvSpPr>
        <p:spPr>
          <a:xfrm xmlns:a="http://schemas.openxmlformats.org/drawingml/2006/main">
            <a:off x="9848850" y="3028950"/>
            <a:ext cx="1752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均一性・反応源・損傷余裕</a:t>
            </a:r>
          </a:p>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条件窓</a:t>
            </a:r>
          </a:p>
        </p:txBody>
      </p:sp>
      <p:cxnSp>
        <p:nvCxnSpPr>
          <p:cNvPr id="131" name=""/>
          <p:cNvCxnSpPr>
            <a:stCxn xmlns:a="http://schemas.openxmlformats.org/drawingml/2006/main" id="5" idx="3"/>
            <a:endCxn xmlns:a="http://schemas.openxmlformats.org/drawingml/2006/main" id="10" idx="1"/>
          </p:cNvCxnSpPr>
          <p:nvPr/>
        </p:nvCxnSpPr>
        <p:spPr>
          <a:xfrm xmlns:a="http://schemas.openxmlformats.org/drawingml/2006/main">
            <a:off x="2428875" y="3167063"/>
            <a:ext cx="323850" cy="0"/>
          </a:xfrm>
          <a:prstGeom xmlns:a="http://schemas.openxmlformats.org/drawingml/2006/main" prst="straightConnector1">
            <a:avLst/>
          </a:prstGeom>
          <a:ln xmlns:a="http://schemas.openxmlformats.org/drawingml/2006/main" w="14288">
            <a:solidFill>
              <a:srgbClr val="7D8A90"/>
            </a:solidFill>
            <a:prstDash val="solid"/>
            <a:tailEnd type="arrow" w="sm" len="sm"/>
          </a:ln>
        </p:spPr>
      </p:cxnSp>
      <p:cxnSp>
        <p:nvCxnSpPr>
          <p:cNvPr id="132" name=""/>
          <p:cNvCxnSpPr>
            <a:stCxn xmlns:a="http://schemas.openxmlformats.org/drawingml/2006/main" id="10" idx="3"/>
            <a:endCxn xmlns:a="http://schemas.openxmlformats.org/drawingml/2006/main" id="15" idx="1"/>
          </p:cNvCxnSpPr>
          <p:nvPr/>
        </p:nvCxnSpPr>
        <p:spPr>
          <a:xfrm xmlns:a="http://schemas.openxmlformats.org/drawingml/2006/main">
            <a:off x="4752975" y="3167063"/>
            <a:ext cx="323850" cy="0"/>
          </a:xfrm>
          <a:prstGeom xmlns:a="http://schemas.openxmlformats.org/drawingml/2006/main" prst="straightConnector1">
            <a:avLst/>
          </a:prstGeom>
          <a:ln xmlns:a="http://schemas.openxmlformats.org/drawingml/2006/main" w="14288">
            <a:solidFill>
              <a:srgbClr val="7D8A90"/>
            </a:solidFill>
            <a:prstDash val="solid"/>
            <a:tailEnd type="arrow" w="sm" len="sm"/>
          </a:ln>
        </p:spPr>
      </p:cxnSp>
      <p:cxnSp>
        <p:nvCxnSpPr>
          <p:cNvPr id="133" name=""/>
          <p:cNvCxnSpPr>
            <a:stCxn xmlns:a="http://schemas.openxmlformats.org/drawingml/2006/main" id="15" idx="3"/>
            <a:endCxn xmlns:a="http://schemas.openxmlformats.org/drawingml/2006/main" id="20" idx="1"/>
          </p:cNvCxnSpPr>
          <p:nvPr/>
        </p:nvCxnSpPr>
        <p:spPr>
          <a:xfrm xmlns:a="http://schemas.openxmlformats.org/drawingml/2006/main">
            <a:off x="7077075" y="3167063"/>
            <a:ext cx="323850" cy="0"/>
          </a:xfrm>
          <a:prstGeom xmlns:a="http://schemas.openxmlformats.org/drawingml/2006/main" prst="straightConnector1">
            <a:avLst/>
          </a:prstGeom>
          <a:ln xmlns:a="http://schemas.openxmlformats.org/drawingml/2006/main" w="14288">
            <a:solidFill>
              <a:srgbClr val="7D8A90"/>
            </a:solidFill>
            <a:prstDash val="solid"/>
            <a:tailEnd type="arrow" w="sm" len="sm"/>
          </a:ln>
        </p:spPr>
      </p:cxnSp>
      <p:cxnSp>
        <p:nvCxnSpPr>
          <p:cNvPr id="134" name=""/>
          <p:cNvCxnSpPr>
            <a:stCxn xmlns:a="http://schemas.openxmlformats.org/drawingml/2006/main" id="20" idx="3"/>
            <a:endCxn xmlns:a="http://schemas.openxmlformats.org/drawingml/2006/main" id="25" idx="1"/>
          </p:cNvCxnSpPr>
          <p:nvPr/>
        </p:nvCxnSpPr>
        <p:spPr>
          <a:xfrm xmlns:a="http://schemas.openxmlformats.org/drawingml/2006/main">
            <a:off x="9401175" y="3167063"/>
            <a:ext cx="323850" cy="0"/>
          </a:xfrm>
          <a:prstGeom xmlns:a="http://schemas.openxmlformats.org/drawingml/2006/main" prst="straightConnector1">
            <a:avLst/>
          </a:prstGeom>
          <a:ln xmlns:a="http://schemas.openxmlformats.org/drawingml/2006/main" w="14288">
            <a:solidFill>
              <a:srgbClr val="7D8A90"/>
            </a:solidFill>
            <a:prstDash val="solid"/>
            <a:tailEnd type="arrow" w="sm" len="sm"/>
          </a:ln>
        </p:spPr>
      </p:cxnSp>
      <p:sp>
        <p:nvSpPr>
          <p:cNvPr id="33" name="">
            <a:extLst xmlns:a="http://schemas.openxmlformats.org/drawingml/2006/main">
              <a:ext uri="{FF2B5EF4-FFF2-40B4-BE49-F238E27FC236}">
                <a16:creationId xmlns:a16="http://schemas.microsoft.com/office/drawing/2014/main" id="{B43F456E-28E5-45D7-9236-C91843A0F12D}"/>
              </a:ext>
            </a:extLst>
          </p:cNvPr>
          <p:cNvSpPr>
            <a:spLocks xmlns:a="http://schemas.openxmlformats.org/drawingml/2006/main" noGrp="1"/>
          </p:cNvSpPr>
          <p:nvPr/>
        </p:nvSpPr>
        <p:spPr>
          <a:xfrm xmlns:a="http://schemas.openxmlformats.org/drawingml/2006/main">
            <a:off x="2647950" y="44767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008DB6"/>
                </a:solidFill>
                <a:latin typeface="Noto Sans JP"/>
                <a:ea typeface="Noto Sans JP"/>
                <a:cs typeface="Noto Sans JP"/>
              </a:defRPr>
            </a:pPr>
            <a:r>
              <a:rPr sz="1275" b="1" i="0">
                <a:solidFill>
                  <a:srgbClr val="008DB6"/>
                </a:solidFill>
                <a:latin typeface="Noto Sans JP"/>
                <a:ea typeface="Noto Sans JP"/>
                <a:cs typeface="Noto Sans JP"/>
              </a:rPr>
              <a:t>Swarmが直接解く範囲</a:t>
            </a:r>
          </a:p>
        </p:txBody>
      </p:sp>
      <p:sp>
        <p:nvSpPr>
          <p:cNvPr id="34" name="">
            <a:extLst xmlns:a="http://schemas.openxmlformats.org/drawingml/2006/main">
              <a:ext uri="{FF2B5EF4-FFF2-40B4-BE49-F238E27FC236}">
                <a16:creationId xmlns:a16="http://schemas.microsoft.com/office/drawing/2014/main" id="{29BA9C7D-C447-4683-BD20-46710066BB70}"/>
              </a:ext>
            </a:extLst>
          </p:cNvPr>
          <p:cNvSpPr>
            <a:spLocks xmlns:a="http://schemas.openxmlformats.org/drawingml/2006/main" noGrp="1"/>
          </p:cNvSpPr>
          <p:nvPr/>
        </p:nvSpPr>
        <p:spPr>
          <a:xfrm xmlns:a="http://schemas.openxmlformats.org/drawingml/2006/main">
            <a:off x="2714625" y="4857750"/>
            <a:ext cx="3857625" cy="0"/>
          </a:xfrm>
          <a:prstGeom xmlns:a="http://schemas.openxmlformats.org/drawingml/2006/main" prst="line">
            <a:avLst/>
          </a:prstGeom>
          <a:noFill xmlns:a="http://schemas.openxmlformats.org/drawingml/2006/main"/>
          <a:ln xmlns:a="http://schemas.openxmlformats.org/drawingml/2006/main" w="38100">
            <a:solidFill>
              <a:srgbClr val="00A6D6"/>
            </a:solidFill>
            <a:prstDash val="solid"/>
          </a:ln>
        </p:spPr>
      </p:sp>
      <p:sp>
        <p:nvSpPr>
          <p:cNvPr id="35" name="">
            <a:extLst xmlns:a="http://schemas.openxmlformats.org/drawingml/2006/main">
              <a:ext uri="{FF2B5EF4-FFF2-40B4-BE49-F238E27FC236}">
                <a16:creationId xmlns:a16="http://schemas.microsoft.com/office/drawing/2014/main" id="{2D98C1D6-5401-4874-90E3-AA7BFF86DB3D}"/>
              </a:ext>
            </a:extLst>
          </p:cNvPr>
          <p:cNvSpPr>
            <a:spLocks xmlns:a="http://schemas.openxmlformats.org/drawingml/2006/main" noGrp="1"/>
          </p:cNvSpPr>
          <p:nvPr/>
        </p:nvSpPr>
        <p:spPr>
          <a:xfrm xmlns:a="http://schemas.openxmlformats.org/drawingml/2006/main">
            <a:off x="6953250" y="4476750"/>
            <a:ext cx="419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9497"/>
          </a:bodyPr>
          <a:lstStyle xmlns:a="http://schemas.openxmlformats.org/drawingml/2006/main"/>
          <a:p xmlns:a="http://schemas.openxmlformats.org/drawingml/2006/main">
            <a:pPr algn="ctr">
              <a:lnSpc>
                <a:spcPct val="102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装置形状・壁反応・RF場・空間輸送はCOMSOL側で解く</a:t>
            </a:r>
          </a:p>
        </p:txBody>
      </p:sp>
      <p:sp>
        <p:nvSpPr>
          <p:cNvPr id="36" name="takeaway-bullet">
            <a:extLst xmlns:a="http://schemas.openxmlformats.org/drawingml/2006/main">
              <a:ext uri="{FF2B5EF4-FFF2-40B4-BE49-F238E27FC236}">
                <a16:creationId xmlns:a16="http://schemas.microsoft.com/office/drawing/2014/main" id="{9AC42E6A-A8BC-40E3-B4F8-1A161368A6D7}"/>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37" name="takeaway">
            <a:extLst xmlns:a="http://schemas.openxmlformats.org/drawingml/2006/main">
              <a:ext uri="{FF2B5EF4-FFF2-40B4-BE49-F238E27FC236}">
                <a16:creationId xmlns:a16="http://schemas.microsoft.com/office/drawing/2014/main" id="{BA94E621-B779-4B05-B658-930170EE80C5}"/>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Swarmだけではエッチ速度や膜質は出ない。電子物性の不確かさを、装置計算へ正しく受け渡す。</a:t>
            </a:r>
          </a:p>
        </p:txBody>
      </p:sp>
      <p:sp>
        <p:nvSpPr>
          <p:cNvPr id="39" name="footer">
            <a:extLst xmlns:a="http://schemas.openxmlformats.org/drawingml/2006/main">
              <a:ext uri="{FF2B5EF4-FFF2-40B4-BE49-F238E27FC236}">
                <a16:creationId xmlns:a16="http://schemas.microsoft.com/office/drawing/2014/main" id="{C9472CC9-B7FF-4B44-A2CA-397E8FD82201}"/>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40" name="page">
            <a:extLst xmlns:a="http://schemas.openxmlformats.org/drawingml/2006/main">
              <a:ext uri="{FF2B5EF4-FFF2-40B4-BE49-F238E27FC236}">
                <a16:creationId xmlns:a16="http://schemas.microsoft.com/office/drawing/2014/main" id="{61BC23BF-5334-4E43-9429-DD30349AE692}"/>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03</a:t>
            </a:r>
          </a:p>
        </p:txBody>
      </p:sp>
      <p:sp>
        <p:nvSpPr>
          <p:cNvPr id="72" name="section">
            <a:extLst xmlns:a="http://schemas.openxmlformats.org/drawingml/2006/main">
              <a:ext uri="{FF2B5EF4-FFF2-40B4-BE49-F238E27FC236}">
                <a16:creationId xmlns:a16="http://schemas.microsoft.com/office/drawing/2014/main" id="{F488A72B-E36B-4860-809C-04A0C47A07CD}"/>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 目的と基礎</a:t>
            </a:r>
          </a:p>
        </p:txBody>
      </p:sp>
    </p:spTree>
    <p:extLst>
      <p:ext uri="{BB962C8B-B14F-4D97-AF65-F5344CB8AC3E}">
        <p14:creationId xmlns:p14="http://schemas.microsoft.com/office/powerpoint/2010/main" val="176236463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6FF25E48-60CF-4F7A-94DB-1820403FB18D}"/>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電子Swarmとは何か</a:t>
            </a:r>
          </a:p>
        </p:txBody>
      </p:sp>
      <p:sp>
        <p:nvSpPr>
          <p:cNvPr id="3" name="subtitle">
            <a:extLst xmlns:a="http://schemas.openxmlformats.org/drawingml/2006/main">
              <a:ext uri="{FF2B5EF4-FFF2-40B4-BE49-F238E27FC236}">
                <a16:creationId xmlns:a16="http://schemas.microsoft.com/office/drawing/2014/main" id="{331CD83D-A81C-43AD-A6F9-8CBF6C9B66EA}"/>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少数電子が気体を乱さない極限で、電場加熱と衝突冷却の定常バランスを求める</a:t>
            </a:r>
          </a:p>
        </p:txBody>
      </p:sp>
      <p:sp>
        <p:nvSpPr>
          <p:cNvPr id="4" name="">
            <a:extLst xmlns:a="http://schemas.openxmlformats.org/drawingml/2006/main">
              <a:ext uri="{FF2B5EF4-FFF2-40B4-BE49-F238E27FC236}">
                <a16:creationId xmlns:a16="http://schemas.microsoft.com/office/drawing/2014/main" id="{1115547B-27E0-494A-9330-B15519B3C39C}"/>
              </a:ext>
            </a:extLst>
          </p:cNvPr>
          <p:cNvSpPr>
            <a:spLocks xmlns:a="http://schemas.openxmlformats.org/drawingml/2006/main" noGrp="1"/>
          </p:cNvSpPr>
          <p:nvPr/>
        </p:nvSpPr>
        <p:spPr>
          <a:xfrm xmlns:a="http://schemas.openxmlformats.org/drawingml/2006/main">
            <a:off x="476250" y="1428750"/>
            <a:ext cx="4953000" cy="3714750"/>
          </a:xfrm>
          <a:prstGeom xmlns:a="http://schemas.openxmlformats.org/drawingml/2006/main" prst="rect">
            <a:avLst/>
          </a:prstGeom>
          <a:solidFill xmlns:a="http://schemas.openxmlformats.org/drawingml/2006/main">
            <a:srgbClr val="F8FAFA"/>
          </a:solidFill>
          <a:ln xmlns:a="http://schemas.openxmlformats.org/drawingml/2006/main" w="9525">
            <a:solidFill>
              <a:srgbClr val="C8D2D7"/>
            </a:solidFill>
            <a:prstDash val="solid"/>
          </a:ln>
        </p:spPr>
      </p:sp>
      <p:sp>
        <p:nvSpPr>
          <p:cNvPr id="5" name="">
            <a:extLst xmlns:a="http://schemas.openxmlformats.org/drawingml/2006/main">
              <a:ext uri="{FF2B5EF4-FFF2-40B4-BE49-F238E27FC236}">
                <a16:creationId xmlns:a16="http://schemas.microsoft.com/office/drawing/2014/main" id="{7282B4ED-6939-4866-A37A-D2DC8BEF3EE4}"/>
              </a:ext>
            </a:extLst>
          </p:cNvPr>
          <p:cNvSpPr>
            <a:spLocks xmlns:a="http://schemas.openxmlformats.org/drawingml/2006/main" noGrp="1"/>
          </p:cNvSpPr>
          <p:nvPr/>
        </p:nvSpPr>
        <p:spPr>
          <a:xfrm xmlns:a="http://schemas.openxmlformats.org/drawingml/2006/main">
            <a:off x="952500" y="1905000"/>
            <a:ext cx="266700" cy="266700"/>
          </a:xfrm>
          <a:prstGeom xmlns:a="http://schemas.openxmlformats.org/drawingml/2006/main" prst="ellipse">
            <a:avLst/>
          </a:prstGeom>
          <a:solidFill xmlns:a="http://schemas.openxmlformats.org/drawingml/2006/main">
            <a:srgbClr val="E1F2F7"/>
          </a:solidFill>
          <a:ln xmlns:a="http://schemas.openxmlformats.org/drawingml/2006/main" w="6668">
            <a:solidFill>
              <a:srgbClr val="9DAAB0"/>
            </a:solidFill>
            <a:prstDash val="solid"/>
          </a:ln>
        </p:spPr>
      </p:sp>
      <p:sp>
        <p:nvSpPr>
          <p:cNvPr id="6" name="">
            <a:extLst xmlns:a="http://schemas.openxmlformats.org/drawingml/2006/main">
              <a:ext uri="{FF2B5EF4-FFF2-40B4-BE49-F238E27FC236}">
                <a16:creationId xmlns:a16="http://schemas.microsoft.com/office/drawing/2014/main" id="{06F7CC81-8693-4763-8779-683FEAC39DF6}"/>
              </a:ext>
            </a:extLst>
          </p:cNvPr>
          <p:cNvSpPr>
            <a:spLocks xmlns:a="http://schemas.openxmlformats.org/drawingml/2006/main" noGrp="1"/>
          </p:cNvSpPr>
          <p:nvPr/>
        </p:nvSpPr>
        <p:spPr>
          <a:xfrm xmlns:a="http://schemas.openxmlformats.org/drawingml/2006/main">
            <a:off x="2095500" y="1714500"/>
            <a:ext cx="266700" cy="266700"/>
          </a:xfrm>
          <a:prstGeom xmlns:a="http://schemas.openxmlformats.org/drawingml/2006/main" prst="ellipse">
            <a:avLst/>
          </a:prstGeom>
          <a:solidFill xmlns:a="http://schemas.openxmlformats.org/drawingml/2006/main">
            <a:srgbClr val="E9EAEC"/>
          </a:solidFill>
          <a:ln xmlns:a="http://schemas.openxmlformats.org/drawingml/2006/main" w="6668">
            <a:solidFill>
              <a:srgbClr val="9DAAB0"/>
            </a:solidFill>
            <a:prstDash val="solid"/>
          </a:ln>
        </p:spPr>
      </p:sp>
      <p:sp>
        <p:nvSpPr>
          <p:cNvPr id="7" name="">
            <a:extLst xmlns:a="http://schemas.openxmlformats.org/drawingml/2006/main">
              <a:ext uri="{FF2B5EF4-FFF2-40B4-BE49-F238E27FC236}">
                <a16:creationId xmlns:a16="http://schemas.microsoft.com/office/drawing/2014/main" id="{A5E894EC-6963-46AA-900B-314C445A2556}"/>
              </a:ext>
            </a:extLst>
          </p:cNvPr>
          <p:cNvSpPr>
            <a:spLocks xmlns:a="http://schemas.openxmlformats.org/drawingml/2006/main" noGrp="1"/>
          </p:cNvSpPr>
          <p:nvPr/>
        </p:nvSpPr>
        <p:spPr>
          <a:xfrm xmlns:a="http://schemas.openxmlformats.org/drawingml/2006/main">
            <a:off x="3333750" y="2047875"/>
            <a:ext cx="266700" cy="266700"/>
          </a:xfrm>
          <a:prstGeom xmlns:a="http://schemas.openxmlformats.org/drawingml/2006/main" prst="ellipse">
            <a:avLst/>
          </a:prstGeom>
          <a:solidFill xmlns:a="http://schemas.openxmlformats.org/drawingml/2006/main">
            <a:srgbClr val="E9EAEC"/>
          </a:solidFill>
          <a:ln xmlns:a="http://schemas.openxmlformats.org/drawingml/2006/main" w="6668">
            <a:solidFill>
              <a:srgbClr val="9DAAB0"/>
            </a:solidFill>
            <a:prstDash val="solid"/>
          </a:ln>
        </p:spPr>
      </p:sp>
      <p:sp>
        <p:nvSpPr>
          <p:cNvPr id="8" name="">
            <a:extLst xmlns:a="http://schemas.openxmlformats.org/drawingml/2006/main">
              <a:ext uri="{FF2B5EF4-FFF2-40B4-BE49-F238E27FC236}">
                <a16:creationId xmlns:a16="http://schemas.microsoft.com/office/drawing/2014/main" id="{A77C5081-DE63-4E00-8D84-8BE793751C10}"/>
              </a:ext>
            </a:extLst>
          </p:cNvPr>
          <p:cNvSpPr>
            <a:spLocks xmlns:a="http://schemas.openxmlformats.org/drawingml/2006/main" noGrp="1"/>
          </p:cNvSpPr>
          <p:nvPr/>
        </p:nvSpPr>
        <p:spPr>
          <a:xfrm xmlns:a="http://schemas.openxmlformats.org/drawingml/2006/main">
            <a:off x="4476750" y="1762125"/>
            <a:ext cx="266700" cy="266700"/>
          </a:xfrm>
          <a:prstGeom xmlns:a="http://schemas.openxmlformats.org/drawingml/2006/main" prst="ellipse">
            <a:avLst/>
          </a:prstGeom>
          <a:solidFill xmlns:a="http://schemas.openxmlformats.org/drawingml/2006/main">
            <a:srgbClr val="E1F2F7"/>
          </a:solidFill>
          <a:ln xmlns:a="http://schemas.openxmlformats.org/drawingml/2006/main" w="6668">
            <a:solidFill>
              <a:srgbClr val="9DAAB0"/>
            </a:solidFill>
            <a:prstDash val="solid"/>
          </a:ln>
        </p:spPr>
      </p:sp>
      <p:sp>
        <p:nvSpPr>
          <p:cNvPr id="9" name="">
            <a:extLst xmlns:a="http://schemas.openxmlformats.org/drawingml/2006/main">
              <a:ext uri="{FF2B5EF4-FFF2-40B4-BE49-F238E27FC236}">
                <a16:creationId xmlns:a16="http://schemas.microsoft.com/office/drawing/2014/main" id="{879B443F-2EBC-40F9-8AAC-C80CA2B932E3}"/>
              </a:ext>
            </a:extLst>
          </p:cNvPr>
          <p:cNvSpPr>
            <a:spLocks xmlns:a="http://schemas.openxmlformats.org/drawingml/2006/main" noGrp="1"/>
          </p:cNvSpPr>
          <p:nvPr/>
        </p:nvSpPr>
        <p:spPr>
          <a:xfrm xmlns:a="http://schemas.openxmlformats.org/drawingml/2006/main">
            <a:off x="1428750" y="2857500"/>
            <a:ext cx="266700" cy="266700"/>
          </a:xfrm>
          <a:prstGeom xmlns:a="http://schemas.openxmlformats.org/drawingml/2006/main" prst="ellipse">
            <a:avLst/>
          </a:prstGeom>
          <a:solidFill xmlns:a="http://schemas.openxmlformats.org/drawingml/2006/main">
            <a:srgbClr val="E9EAEC"/>
          </a:solidFill>
          <a:ln xmlns:a="http://schemas.openxmlformats.org/drawingml/2006/main" w="6668">
            <a:solidFill>
              <a:srgbClr val="9DAAB0"/>
            </a:solidFill>
            <a:prstDash val="solid"/>
          </a:ln>
        </p:spPr>
      </p:sp>
      <p:sp>
        <p:nvSpPr>
          <p:cNvPr id="10" name="">
            <a:extLst xmlns:a="http://schemas.openxmlformats.org/drawingml/2006/main">
              <a:ext uri="{FF2B5EF4-FFF2-40B4-BE49-F238E27FC236}">
                <a16:creationId xmlns:a16="http://schemas.microsoft.com/office/drawing/2014/main" id="{00A4B3CD-1A96-4D62-B0A3-1B0395564CA9}"/>
              </a:ext>
            </a:extLst>
          </p:cNvPr>
          <p:cNvSpPr>
            <a:spLocks xmlns:a="http://schemas.openxmlformats.org/drawingml/2006/main" noGrp="1"/>
          </p:cNvSpPr>
          <p:nvPr/>
        </p:nvSpPr>
        <p:spPr>
          <a:xfrm xmlns:a="http://schemas.openxmlformats.org/drawingml/2006/main">
            <a:off x="2762250" y="2714625"/>
            <a:ext cx="266700" cy="266700"/>
          </a:xfrm>
          <a:prstGeom xmlns:a="http://schemas.openxmlformats.org/drawingml/2006/main" prst="ellipse">
            <a:avLst/>
          </a:prstGeom>
          <a:solidFill xmlns:a="http://schemas.openxmlformats.org/drawingml/2006/main">
            <a:srgbClr val="E9EAEC"/>
          </a:solidFill>
          <a:ln xmlns:a="http://schemas.openxmlformats.org/drawingml/2006/main" w="6668">
            <a:solidFill>
              <a:srgbClr val="9DAAB0"/>
            </a:solidFill>
            <a:prstDash val="solid"/>
          </a:ln>
        </p:spPr>
      </p:sp>
      <p:sp>
        <p:nvSpPr>
          <p:cNvPr id="11" name="">
            <a:extLst xmlns:a="http://schemas.openxmlformats.org/drawingml/2006/main">
              <a:ext uri="{FF2B5EF4-FFF2-40B4-BE49-F238E27FC236}">
                <a16:creationId xmlns:a16="http://schemas.microsoft.com/office/drawing/2014/main" id="{9F04D74C-0C3A-45C7-9D22-DD234F766A7A}"/>
              </a:ext>
            </a:extLst>
          </p:cNvPr>
          <p:cNvSpPr>
            <a:spLocks xmlns:a="http://schemas.openxmlformats.org/drawingml/2006/main" noGrp="1"/>
          </p:cNvSpPr>
          <p:nvPr/>
        </p:nvSpPr>
        <p:spPr>
          <a:xfrm xmlns:a="http://schemas.openxmlformats.org/drawingml/2006/main">
            <a:off x="4095750" y="3000375"/>
            <a:ext cx="266700" cy="266700"/>
          </a:xfrm>
          <a:prstGeom xmlns:a="http://schemas.openxmlformats.org/drawingml/2006/main" prst="ellipse">
            <a:avLst/>
          </a:prstGeom>
          <a:solidFill xmlns:a="http://schemas.openxmlformats.org/drawingml/2006/main">
            <a:srgbClr val="E1F2F7"/>
          </a:solidFill>
          <a:ln xmlns:a="http://schemas.openxmlformats.org/drawingml/2006/main" w="6668">
            <a:solidFill>
              <a:srgbClr val="9DAAB0"/>
            </a:solidFill>
            <a:prstDash val="solid"/>
          </a:ln>
        </p:spPr>
      </p:sp>
      <p:sp>
        <p:nvSpPr>
          <p:cNvPr id="12" name="">
            <a:extLst xmlns:a="http://schemas.openxmlformats.org/drawingml/2006/main">
              <a:ext uri="{FF2B5EF4-FFF2-40B4-BE49-F238E27FC236}">
                <a16:creationId xmlns:a16="http://schemas.microsoft.com/office/drawing/2014/main" id="{396C8D74-6E3F-49A2-9804-2543CEFE046F}"/>
              </a:ext>
            </a:extLst>
          </p:cNvPr>
          <p:cNvSpPr>
            <a:spLocks xmlns:a="http://schemas.openxmlformats.org/drawingml/2006/main" noGrp="1"/>
          </p:cNvSpPr>
          <p:nvPr/>
        </p:nvSpPr>
        <p:spPr>
          <a:xfrm xmlns:a="http://schemas.openxmlformats.org/drawingml/2006/main">
            <a:off x="904875" y="4000500"/>
            <a:ext cx="266700" cy="266700"/>
          </a:xfrm>
          <a:prstGeom xmlns:a="http://schemas.openxmlformats.org/drawingml/2006/main" prst="ellipse">
            <a:avLst/>
          </a:prstGeom>
          <a:solidFill xmlns:a="http://schemas.openxmlformats.org/drawingml/2006/main">
            <a:srgbClr val="E9EAEC"/>
          </a:solidFill>
          <a:ln xmlns:a="http://schemas.openxmlformats.org/drawingml/2006/main" w="6668">
            <a:solidFill>
              <a:srgbClr val="9DAAB0"/>
            </a:solidFill>
            <a:prstDash val="solid"/>
          </a:ln>
        </p:spPr>
      </p:sp>
      <p:sp>
        <p:nvSpPr>
          <p:cNvPr id="13" name="">
            <a:extLst xmlns:a="http://schemas.openxmlformats.org/drawingml/2006/main">
              <a:ext uri="{FF2B5EF4-FFF2-40B4-BE49-F238E27FC236}">
                <a16:creationId xmlns:a16="http://schemas.microsoft.com/office/drawing/2014/main" id="{94AB2245-D642-4C22-9684-25CED9D0A811}"/>
              </a:ext>
            </a:extLst>
          </p:cNvPr>
          <p:cNvSpPr>
            <a:spLocks xmlns:a="http://schemas.openxmlformats.org/drawingml/2006/main" noGrp="1"/>
          </p:cNvSpPr>
          <p:nvPr/>
        </p:nvSpPr>
        <p:spPr>
          <a:xfrm xmlns:a="http://schemas.openxmlformats.org/drawingml/2006/main">
            <a:off x="2333625" y="4286250"/>
            <a:ext cx="266700" cy="266700"/>
          </a:xfrm>
          <a:prstGeom xmlns:a="http://schemas.openxmlformats.org/drawingml/2006/main" prst="ellipse">
            <a:avLst/>
          </a:prstGeom>
          <a:solidFill xmlns:a="http://schemas.openxmlformats.org/drawingml/2006/main">
            <a:srgbClr val="E9EAEC"/>
          </a:solidFill>
          <a:ln xmlns:a="http://schemas.openxmlformats.org/drawingml/2006/main" w="6668">
            <a:solidFill>
              <a:srgbClr val="9DAAB0"/>
            </a:solidFill>
            <a:prstDash val="solid"/>
          </a:ln>
        </p:spPr>
      </p:sp>
      <p:sp>
        <p:nvSpPr>
          <p:cNvPr id="14" name="">
            <a:extLst xmlns:a="http://schemas.openxmlformats.org/drawingml/2006/main">
              <a:ext uri="{FF2B5EF4-FFF2-40B4-BE49-F238E27FC236}">
                <a16:creationId xmlns:a16="http://schemas.microsoft.com/office/drawing/2014/main" id="{55373C17-3606-4C75-B85C-0DF35ACF970E}"/>
              </a:ext>
            </a:extLst>
          </p:cNvPr>
          <p:cNvSpPr>
            <a:spLocks xmlns:a="http://schemas.openxmlformats.org/drawingml/2006/main" noGrp="1"/>
          </p:cNvSpPr>
          <p:nvPr/>
        </p:nvSpPr>
        <p:spPr>
          <a:xfrm xmlns:a="http://schemas.openxmlformats.org/drawingml/2006/main">
            <a:off x="3714750" y="4048125"/>
            <a:ext cx="266700" cy="266700"/>
          </a:xfrm>
          <a:prstGeom xmlns:a="http://schemas.openxmlformats.org/drawingml/2006/main" prst="ellipse">
            <a:avLst/>
          </a:prstGeom>
          <a:solidFill xmlns:a="http://schemas.openxmlformats.org/drawingml/2006/main">
            <a:srgbClr val="E1F2F7"/>
          </a:solidFill>
          <a:ln xmlns:a="http://schemas.openxmlformats.org/drawingml/2006/main" w="6668">
            <a:solidFill>
              <a:srgbClr val="9DAAB0"/>
            </a:solidFill>
            <a:prstDash val="solid"/>
          </a:ln>
        </p:spPr>
      </p:sp>
      <p:sp>
        <p:nvSpPr>
          <p:cNvPr id="15" name="">
            <a:extLst xmlns:a="http://schemas.openxmlformats.org/drawingml/2006/main">
              <a:ext uri="{FF2B5EF4-FFF2-40B4-BE49-F238E27FC236}">
                <a16:creationId xmlns:a16="http://schemas.microsoft.com/office/drawing/2014/main" id="{CB7071EE-5C50-4CDA-B674-CC7640B70129}"/>
              </a:ext>
            </a:extLst>
          </p:cNvPr>
          <p:cNvSpPr>
            <a:spLocks xmlns:a="http://schemas.openxmlformats.org/drawingml/2006/main" noGrp="1"/>
          </p:cNvSpPr>
          <p:nvPr/>
        </p:nvSpPr>
        <p:spPr>
          <a:xfrm xmlns:a="http://schemas.openxmlformats.org/drawingml/2006/main">
            <a:off x="4810125" y="4333875"/>
            <a:ext cx="266700" cy="266700"/>
          </a:xfrm>
          <a:prstGeom xmlns:a="http://schemas.openxmlformats.org/drawingml/2006/main" prst="ellipse">
            <a:avLst/>
          </a:prstGeom>
          <a:solidFill xmlns:a="http://schemas.openxmlformats.org/drawingml/2006/main">
            <a:srgbClr val="E9EAEC"/>
          </a:solidFill>
          <a:ln xmlns:a="http://schemas.openxmlformats.org/drawingml/2006/main" w="6668">
            <a:solidFill>
              <a:srgbClr val="9DAAB0"/>
            </a:solidFill>
            <a:prstDash val="solid"/>
          </a:ln>
        </p:spPr>
      </p:sp>
      <p:sp>
        <p:nvSpPr>
          <p:cNvPr id="16" name="">
            <a:extLst xmlns:a="http://schemas.openxmlformats.org/drawingml/2006/main">
              <a:ext uri="{FF2B5EF4-FFF2-40B4-BE49-F238E27FC236}">
                <a16:creationId xmlns:a16="http://schemas.microsoft.com/office/drawing/2014/main" id="{26E0B2E3-8CED-497C-A043-CA932B718273}"/>
              </a:ext>
            </a:extLst>
          </p:cNvPr>
          <p:cNvSpPr>
            <a:spLocks xmlns:a="http://schemas.openxmlformats.org/drawingml/2006/main" noGrp="1"/>
          </p:cNvSpPr>
          <p:nvPr/>
        </p:nvSpPr>
        <p:spPr>
          <a:xfrm xmlns:a="http://schemas.openxmlformats.org/drawingml/2006/main">
            <a:off x="857250" y="1504950"/>
            <a:ext cx="1619250" cy="228600"/>
          </a:xfrm>
          <a:prstGeom xmlns:a="http://schemas.openxmlformats.org/drawingml/2006/main" prst="rightArrow">
            <a:avLst/>
          </a:prstGeom>
          <a:solidFill xmlns:a="http://schemas.openxmlformats.org/drawingml/2006/main">
            <a:srgbClr val="00A6D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803BA42-14F8-414C-94E4-222513B841A1}"/>
              </a:ext>
            </a:extLst>
          </p:cNvPr>
          <p:cNvSpPr>
            <a:spLocks xmlns:a="http://schemas.openxmlformats.org/drawingml/2006/main" noGrp="1"/>
          </p:cNvSpPr>
          <p:nvPr/>
        </p:nvSpPr>
        <p:spPr>
          <a:xfrm xmlns:a="http://schemas.openxmlformats.org/drawingml/2006/main">
            <a:off x="2619375" y="1428750"/>
            <a:ext cx="95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1" i="0">
                <a:solidFill>
                  <a:srgbClr val="008DB6"/>
                </a:solidFill>
                <a:latin typeface="Noto Sans JP"/>
                <a:ea typeface="Noto Sans JP"/>
                <a:cs typeface="Noto Sans JP"/>
              </a:defRPr>
            </a:pPr>
            <a:r>
              <a:rPr sz="1275" b="1" i="0">
                <a:solidFill>
                  <a:srgbClr val="008DB6"/>
                </a:solidFill>
                <a:latin typeface="Noto Sans JP"/>
                <a:ea typeface="Noto Sans JP"/>
                <a:cs typeface="Noto Sans JP"/>
              </a:rPr>
              <a:t>電場 E</a:t>
            </a:r>
          </a:p>
        </p:txBody>
      </p:sp>
      <p:sp>
        <p:nvSpPr>
          <p:cNvPr id="18" name="">
            <a:extLst xmlns:a="http://schemas.openxmlformats.org/drawingml/2006/main">
              <a:ext uri="{FF2B5EF4-FFF2-40B4-BE49-F238E27FC236}">
                <a16:creationId xmlns:a16="http://schemas.microsoft.com/office/drawing/2014/main" id="{5BDEEE03-063A-4D63-AA74-B59AFE8B9EC9}"/>
              </a:ext>
            </a:extLst>
          </p:cNvPr>
          <p:cNvSpPr>
            <a:spLocks xmlns:a="http://schemas.openxmlformats.org/drawingml/2006/main" noGrp="1"/>
          </p:cNvSpPr>
          <p:nvPr/>
        </p:nvSpPr>
        <p:spPr>
          <a:xfrm xmlns:a="http://schemas.openxmlformats.org/drawingml/2006/main">
            <a:off x="857250" y="2381250"/>
            <a:ext cx="762000" cy="142875"/>
          </a:xfrm>
          <a:prstGeom xmlns:a="http://schemas.openxmlformats.org/drawingml/2006/main" prst="line">
            <a:avLst/>
          </a:prstGeom>
          <a:noFill xmlns:a="http://schemas.openxmlformats.org/drawingml/2006/main"/>
          <a:ln xmlns:a="http://schemas.openxmlformats.org/drawingml/2006/main" w="22860">
            <a:solidFill>
              <a:srgbClr val="7B2FA3"/>
            </a:solidFill>
            <a:prstDash val="solid"/>
          </a:ln>
        </p:spPr>
      </p:sp>
      <p:sp>
        <p:nvSpPr>
          <p:cNvPr id="19" name="">
            <a:extLst xmlns:a="http://schemas.openxmlformats.org/drawingml/2006/main">
              <a:ext uri="{FF2B5EF4-FFF2-40B4-BE49-F238E27FC236}">
                <a16:creationId xmlns:a16="http://schemas.microsoft.com/office/drawing/2014/main" id="{899687D1-E901-4464-A2A1-2E2CE039CB33}"/>
              </a:ext>
            </a:extLst>
          </p:cNvPr>
          <p:cNvSpPr>
            <a:spLocks xmlns:a="http://schemas.openxmlformats.org/drawingml/2006/main" noGrp="1"/>
          </p:cNvSpPr>
          <p:nvPr/>
        </p:nvSpPr>
        <p:spPr>
          <a:xfrm xmlns:a="http://schemas.openxmlformats.org/drawingml/2006/main">
            <a:off x="1619250" y="2286000"/>
            <a:ext cx="714375" cy="238125"/>
          </a:xfrm>
          <a:prstGeom xmlns:a="http://schemas.openxmlformats.org/drawingml/2006/main" prst="line">
            <a:avLst/>
          </a:prstGeom>
          <a:noFill xmlns:a="http://schemas.openxmlformats.org/drawingml/2006/main"/>
          <a:ln xmlns:a="http://schemas.openxmlformats.org/drawingml/2006/main" w="22860">
            <a:solidFill>
              <a:srgbClr val="7B2FA3"/>
            </a:solidFill>
            <a:prstDash val="solid"/>
          </a:ln>
        </p:spPr>
      </p:sp>
      <p:sp>
        <p:nvSpPr>
          <p:cNvPr id="20" name="">
            <a:extLst xmlns:a="http://schemas.openxmlformats.org/drawingml/2006/main">
              <a:ext uri="{FF2B5EF4-FFF2-40B4-BE49-F238E27FC236}">
                <a16:creationId xmlns:a16="http://schemas.microsoft.com/office/drawing/2014/main" id="{32F00560-2FFB-4ABA-B690-EC781D5109C5}"/>
              </a:ext>
            </a:extLst>
          </p:cNvPr>
          <p:cNvSpPr>
            <a:spLocks xmlns:a="http://schemas.openxmlformats.org/drawingml/2006/main" noGrp="1"/>
          </p:cNvSpPr>
          <p:nvPr/>
        </p:nvSpPr>
        <p:spPr>
          <a:xfrm xmlns:a="http://schemas.openxmlformats.org/drawingml/2006/main">
            <a:off x="2333625" y="2286000"/>
            <a:ext cx="809625" cy="285750"/>
          </a:xfrm>
          <a:prstGeom xmlns:a="http://schemas.openxmlformats.org/drawingml/2006/main" prst="line">
            <a:avLst/>
          </a:prstGeom>
          <a:noFill xmlns:a="http://schemas.openxmlformats.org/drawingml/2006/main"/>
          <a:ln xmlns:a="http://schemas.openxmlformats.org/drawingml/2006/main" w="22860">
            <a:solidFill>
              <a:srgbClr val="7B2FA3"/>
            </a:solidFill>
            <a:prstDash val="solid"/>
          </a:ln>
        </p:spPr>
      </p:sp>
      <p:sp>
        <p:nvSpPr>
          <p:cNvPr id="21" name="">
            <a:extLst xmlns:a="http://schemas.openxmlformats.org/drawingml/2006/main">
              <a:ext uri="{FF2B5EF4-FFF2-40B4-BE49-F238E27FC236}">
                <a16:creationId xmlns:a16="http://schemas.microsoft.com/office/drawing/2014/main" id="{2527A401-21DA-44E4-B35E-DC0BE694D9A0}"/>
              </a:ext>
            </a:extLst>
          </p:cNvPr>
          <p:cNvSpPr>
            <a:spLocks xmlns:a="http://schemas.openxmlformats.org/drawingml/2006/main" noGrp="1"/>
          </p:cNvSpPr>
          <p:nvPr/>
        </p:nvSpPr>
        <p:spPr>
          <a:xfrm xmlns:a="http://schemas.openxmlformats.org/drawingml/2006/main">
            <a:off x="3143250" y="2333625"/>
            <a:ext cx="857250" cy="238125"/>
          </a:xfrm>
          <a:prstGeom xmlns:a="http://schemas.openxmlformats.org/drawingml/2006/main" prst="line">
            <a:avLst/>
          </a:prstGeom>
          <a:noFill xmlns:a="http://schemas.openxmlformats.org/drawingml/2006/main"/>
          <a:ln xmlns:a="http://schemas.openxmlformats.org/drawingml/2006/main" w="22860">
            <a:solidFill>
              <a:srgbClr val="7B2FA3"/>
            </a:solidFill>
            <a:prstDash val="solid"/>
          </a:ln>
        </p:spPr>
      </p:sp>
      <p:sp>
        <p:nvSpPr>
          <p:cNvPr id="22" name="">
            <a:extLst xmlns:a="http://schemas.openxmlformats.org/drawingml/2006/main">
              <a:ext uri="{FF2B5EF4-FFF2-40B4-BE49-F238E27FC236}">
                <a16:creationId xmlns:a16="http://schemas.microsoft.com/office/drawing/2014/main" id="{F0017F6A-FCE7-4B67-AFAB-6708529ACCB2}"/>
              </a:ext>
            </a:extLst>
          </p:cNvPr>
          <p:cNvSpPr>
            <a:spLocks xmlns:a="http://schemas.openxmlformats.org/drawingml/2006/main" noGrp="1"/>
          </p:cNvSpPr>
          <p:nvPr/>
        </p:nvSpPr>
        <p:spPr>
          <a:xfrm xmlns:a="http://schemas.openxmlformats.org/drawingml/2006/main">
            <a:off x="4000500" y="2333625"/>
            <a:ext cx="904875" cy="333375"/>
          </a:xfrm>
          <a:prstGeom xmlns:a="http://schemas.openxmlformats.org/drawingml/2006/main" prst="line">
            <a:avLst/>
          </a:prstGeom>
          <a:noFill xmlns:a="http://schemas.openxmlformats.org/drawingml/2006/main"/>
          <a:ln xmlns:a="http://schemas.openxmlformats.org/drawingml/2006/main" w="22860">
            <a:solidFill>
              <a:srgbClr val="7B2FA3"/>
            </a:solidFill>
            <a:prstDash val="solid"/>
          </a:ln>
        </p:spPr>
      </p:sp>
      <p:sp>
        <p:nvSpPr>
          <p:cNvPr id="23" name="">
            <a:extLst xmlns:a="http://schemas.openxmlformats.org/drawingml/2006/main">
              <a:ext uri="{FF2B5EF4-FFF2-40B4-BE49-F238E27FC236}">
                <a16:creationId xmlns:a16="http://schemas.microsoft.com/office/drawing/2014/main" id="{CCAAA14A-7F5E-4758-8646-3D34DF765D33}"/>
              </a:ext>
            </a:extLst>
          </p:cNvPr>
          <p:cNvSpPr>
            <a:spLocks xmlns:a="http://schemas.openxmlformats.org/drawingml/2006/main" noGrp="1"/>
          </p:cNvSpPr>
          <p:nvPr/>
        </p:nvSpPr>
        <p:spPr>
          <a:xfrm xmlns:a="http://schemas.openxmlformats.org/drawingml/2006/main">
            <a:off x="809625" y="2333625"/>
            <a:ext cx="95250" cy="95250"/>
          </a:xfrm>
          <a:prstGeom xmlns:a="http://schemas.openxmlformats.org/drawingml/2006/main" prst="ellipse">
            <a:avLst/>
          </a:prstGeom>
          <a:solidFill xmlns:a="http://schemas.openxmlformats.org/drawingml/2006/main">
            <a:srgbClr val="00A6D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0929FE8-1876-410E-B75C-7ADAFA229402}"/>
              </a:ext>
            </a:extLst>
          </p:cNvPr>
          <p:cNvSpPr>
            <a:spLocks xmlns:a="http://schemas.openxmlformats.org/drawingml/2006/main" noGrp="1"/>
          </p:cNvSpPr>
          <p:nvPr/>
        </p:nvSpPr>
        <p:spPr>
          <a:xfrm xmlns:a="http://schemas.openxmlformats.org/drawingml/2006/main">
            <a:off x="1571625" y="2476500"/>
            <a:ext cx="95250" cy="95250"/>
          </a:xfrm>
          <a:prstGeom xmlns:a="http://schemas.openxmlformats.org/drawingml/2006/main" prst="ellipse">
            <a:avLst/>
          </a:prstGeom>
          <a:solidFill xmlns:a="http://schemas.openxmlformats.org/drawingml/2006/main">
            <a:srgbClr val="00A6D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13984BB-3594-4D96-A1CB-91E84C50CCAF}"/>
              </a:ext>
            </a:extLst>
          </p:cNvPr>
          <p:cNvSpPr>
            <a:spLocks xmlns:a="http://schemas.openxmlformats.org/drawingml/2006/main" noGrp="1"/>
          </p:cNvSpPr>
          <p:nvPr/>
        </p:nvSpPr>
        <p:spPr>
          <a:xfrm xmlns:a="http://schemas.openxmlformats.org/drawingml/2006/main">
            <a:off x="2286000" y="2238375"/>
            <a:ext cx="95250" cy="95250"/>
          </a:xfrm>
          <a:prstGeom xmlns:a="http://schemas.openxmlformats.org/drawingml/2006/main" prst="ellipse">
            <a:avLst/>
          </a:prstGeom>
          <a:solidFill xmlns:a="http://schemas.openxmlformats.org/drawingml/2006/main">
            <a:srgbClr val="D64045"/>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EB2372D-4D0A-4E44-A827-BB3157810EE1}"/>
              </a:ext>
            </a:extLst>
          </p:cNvPr>
          <p:cNvSpPr>
            <a:spLocks xmlns:a="http://schemas.openxmlformats.org/drawingml/2006/main" noGrp="1"/>
          </p:cNvSpPr>
          <p:nvPr/>
        </p:nvSpPr>
        <p:spPr>
          <a:xfrm xmlns:a="http://schemas.openxmlformats.org/drawingml/2006/main">
            <a:off x="3095625" y="2524125"/>
            <a:ext cx="95250" cy="95250"/>
          </a:xfrm>
          <a:prstGeom xmlns:a="http://schemas.openxmlformats.org/drawingml/2006/main" prst="ellipse">
            <a:avLst/>
          </a:prstGeom>
          <a:solidFill xmlns:a="http://schemas.openxmlformats.org/drawingml/2006/main">
            <a:srgbClr val="00A6D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F099960-3492-47BD-828D-39F86280E8D0}"/>
              </a:ext>
            </a:extLst>
          </p:cNvPr>
          <p:cNvSpPr>
            <a:spLocks xmlns:a="http://schemas.openxmlformats.org/drawingml/2006/main" noGrp="1"/>
          </p:cNvSpPr>
          <p:nvPr/>
        </p:nvSpPr>
        <p:spPr>
          <a:xfrm xmlns:a="http://schemas.openxmlformats.org/drawingml/2006/main">
            <a:off x="3952875" y="2286000"/>
            <a:ext cx="95250" cy="95250"/>
          </a:xfrm>
          <a:prstGeom xmlns:a="http://schemas.openxmlformats.org/drawingml/2006/main" prst="ellipse">
            <a:avLst/>
          </a:prstGeom>
          <a:solidFill xmlns:a="http://schemas.openxmlformats.org/drawingml/2006/main">
            <a:srgbClr val="D64045"/>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8878356-F8C2-493E-B967-7BF036EBE210}"/>
              </a:ext>
            </a:extLst>
          </p:cNvPr>
          <p:cNvSpPr>
            <a:spLocks xmlns:a="http://schemas.openxmlformats.org/drawingml/2006/main" noGrp="1"/>
          </p:cNvSpPr>
          <p:nvPr/>
        </p:nvSpPr>
        <p:spPr>
          <a:xfrm xmlns:a="http://schemas.openxmlformats.org/drawingml/2006/main">
            <a:off x="4857750" y="2619375"/>
            <a:ext cx="95250" cy="95250"/>
          </a:xfrm>
          <a:prstGeom xmlns:a="http://schemas.openxmlformats.org/drawingml/2006/main" prst="ellipse">
            <a:avLst/>
          </a:prstGeom>
          <a:solidFill xmlns:a="http://schemas.openxmlformats.org/drawingml/2006/main">
            <a:srgbClr val="00A6D6"/>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8F4A3D4-2BA0-415F-907D-D049A5DB20C6}"/>
              </a:ext>
            </a:extLst>
          </p:cNvPr>
          <p:cNvSpPr>
            <a:spLocks xmlns:a="http://schemas.openxmlformats.org/drawingml/2006/main" noGrp="1"/>
          </p:cNvSpPr>
          <p:nvPr/>
        </p:nvSpPr>
        <p:spPr>
          <a:xfrm xmlns:a="http://schemas.openxmlformats.org/drawingml/2006/main">
            <a:off x="1000125" y="25717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125" b="0" i="0">
                <a:solidFill>
                  <a:srgbClr val="7B2FA3"/>
                </a:solidFill>
                <a:latin typeface="Noto Sans JP"/>
                <a:ea typeface="Noto Sans JP"/>
                <a:cs typeface="Noto Sans JP"/>
              </a:defRPr>
            </a:pPr>
            <a:r>
              <a:rPr sz="1125" b="0" i="0">
                <a:solidFill>
                  <a:srgbClr val="7B2FA3"/>
                </a:solidFill>
                <a:latin typeface="Noto Sans JP"/>
                <a:ea typeface="Noto Sans JP"/>
                <a:cs typeface="Noto Sans JP"/>
              </a:rPr>
              <a:t>自由飛行</a:t>
            </a:r>
          </a:p>
        </p:txBody>
      </p:sp>
      <p:sp>
        <p:nvSpPr>
          <p:cNvPr id="30" name="">
            <a:extLst xmlns:a="http://schemas.openxmlformats.org/drawingml/2006/main">
              <a:ext uri="{FF2B5EF4-FFF2-40B4-BE49-F238E27FC236}">
                <a16:creationId xmlns:a16="http://schemas.microsoft.com/office/drawing/2014/main" id="{BC539FC3-5B61-4575-BA0B-725A85CFAE71}"/>
              </a:ext>
            </a:extLst>
          </p:cNvPr>
          <p:cNvSpPr>
            <a:spLocks xmlns:a="http://schemas.openxmlformats.org/drawingml/2006/main" noGrp="1"/>
          </p:cNvSpPr>
          <p:nvPr/>
        </p:nvSpPr>
        <p:spPr>
          <a:xfrm xmlns:a="http://schemas.openxmlformats.org/drawingml/2006/main">
            <a:off x="2143125" y="2000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1" i="0">
                <a:solidFill>
                  <a:srgbClr val="D64045"/>
                </a:solidFill>
                <a:latin typeface="Noto Sans JP"/>
                <a:ea typeface="Noto Sans JP"/>
                <a:cs typeface="Noto Sans JP"/>
              </a:defRPr>
            </a:pPr>
            <a:r>
              <a:rPr sz="1125" b="1" i="0">
                <a:solidFill>
                  <a:srgbClr val="D64045"/>
                </a:solidFill>
                <a:latin typeface="Noto Sans JP"/>
                <a:ea typeface="Noto Sans JP"/>
                <a:cs typeface="Noto Sans JP"/>
              </a:rPr>
              <a:t>衝突</a:t>
            </a:r>
          </a:p>
        </p:txBody>
      </p:sp>
      <p:sp>
        <p:nvSpPr>
          <p:cNvPr id="31" name="">
            <a:extLst xmlns:a="http://schemas.openxmlformats.org/drawingml/2006/main">
              <a:ext uri="{FF2B5EF4-FFF2-40B4-BE49-F238E27FC236}">
                <a16:creationId xmlns:a16="http://schemas.microsoft.com/office/drawing/2014/main" id="{E9BEEEF3-C798-4F59-BAD2-D70B06E911E6}"/>
              </a:ext>
            </a:extLst>
          </p:cNvPr>
          <p:cNvSpPr>
            <a:spLocks xmlns:a="http://schemas.openxmlformats.org/drawingml/2006/main" noGrp="1"/>
          </p:cNvSpPr>
          <p:nvPr/>
        </p:nvSpPr>
        <p:spPr>
          <a:xfrm xmlns:a="http://schemas.openxmlformats.org/drawingml/2006/main">
            <a:off x="1190625" y="3476625"/>
            <a:ext cx="3619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電子群は衝突のたびに</a:t>
            </a:r>
          </a:p>
          <a:p xmlns:a="http://schemas.openxmlformats.org/drawingml/2006/main">
            <a:pPr algn="ctr">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向きとエネルギーを変える</a:t>
            </a:r>
          </a:p>
        </p:txBody>
      </p:sp>
      <p:sp>
        <p:nvSpPr>
          <p:cNvPr id="32" name="">
            <a:extLst xmlns:a="http://schemas.openxmlformats.org/drawingml/2006/main">
              <a:ext uri="{FF2B5EF4-FFF2-40B4-BE49-F238E27FC236}">
                <a16:creationId xmlns:a16="http://schemas.microsoft.com/office/drawing/2014/main" id="{8E77DFD0-422D-4AF7-83C8-87F969D307E7}"/>
              </a:ext>
            </a:extLst>
          </p:cNvPr>
          <p:cNvSpPr>
            <a:spLocks xmlns:a="http://schemas.openxmlformats.org/drawingml/2006/main" noGrp="1"/>
          </p:cNvSpPr>
          <p:nvPr/>
        </p:nvSpPr>
        <p:spPr>
          <a:xfrm xmlns:a="http://schemas.openxmlformats.org/drawingml/2006/main">
            <a:off x="5857875" y="1524000"/>
            <a:ext cx="1143000" cy="74295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BOLTZMANN方程式</a:t>
            </a:r>
          </a:p>
        </p:txBody>
      </p:sp>
      <p:sp>
        <p:nvSpPr>
          <p:cNvPr id="33" name="">
            <a:extLst xmlns:a="http://schemas.openxmlformats.org/drawingml/2006/main">
              <a:ext uri="{FF2B5EF4-FFF2-40B4-BE49-F238E27FC236}">
                <a16:creationId xmlns:a16="http://schemas.microsoft.com/office/drawing/2014/main" id="{65FAEBCD-5432-4CA2-ABC6-85511AA8C92B}"/>
              </a:ext>
            </a:extLst>
          </p:cNvPr>
          <p:cNvSpPr>
            <a:spLocks xmlns:a="http://schemas.openxmlformats.org/drawingml/2006/main" noGrp="1"/>
          </p:cNvSpPr>
          <p:nvPr/>
        </p:nvSpPr>
        <p:spPr>
          <a:xfrm xmlns:a="http://schemas.openxmlformats.org/drawingml/2006/main">
            <a:off x="7000875" y="1524000"/>
            <a:ext cx="4429125" cy="74295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∂f/∂t − (e/mₑ) E·∇ᵥf = C_el[f] + C_inel[f] + C_ion[f] + C_att[f]</a:t>
            </a:r>
          </a:p>
        </p:txBody>
      </p:sp>
      <p:sp>
        <p:nvSpPr>
          <p:cNvPr id="34" name="">
            <a:extLst xmlns:a="http://schemas.openxmlformats.org/drawingml/2006/main">
              <a:ext uri="{FF2B5EF4-FFF2-40B4-BE49-F238E27FC236}">
                <a16:creationId xmlns:a16="http://schemas.microsoft.com/office/drawing/2014/main" id="{190AF91B-17E8-4D6A-93DF-8969180D388C}"/>
              </a:ext>
            </a:extLst>
          </p:cNvPr>
          <p:cNvSpPr>
            <a:spLocks xmlns:a="http://schemas.openxmlformats.org/drawingml/2006/main" noGrp="1"/>
          </p:cNvSpPr>
          <p:nvPr/>
        </p:nvSpPr>
        <p:spPr>
          <a:xfrm xmlns:a="http://schemas.openxmlformats.org/drawingml/2006/main">
            <a:off x="6000750" y="25717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75" b="1" i="0">
                <a:solidFill>
                  <a:srgbClr val="241646"/>
                </a:solidFill>
                <a:latin typeface="Noto Sans JP"/>
                <a:ea typeface="Noto Sans JP"/>
                <a:cs typeface="Noto Sans JP"/>
              </a:defRPr>
            </a:pPr>
            <a:r>
              <a:rPr sz="1575" b="1" i="0">
                <a:solidFill>
                  <a:srgbClr val="241646"/>
                </a:solidFill>
                <a:latin typeface="Noto Sans JP"/>
                <a:ea typeface="Noto Sans JP"/>
                <a:cs typeface="Noto Sans JP"/>
              </a:rPr>
              <a:t>Swarm極限の前提</a:t>
            </a:r>
          </a:p>
        </p:txBody>
      </p:sp>
      <p:sp>
        <p:nvSpPr>
          <p:cNvPr id="35" name="">
            <a:extLst xmlns:a="http://schemas.openxmlformats.org/drawingml/2006/main">
              <a:ext uri="{FF2B5EF4-FFF2-40B4-BE49-F238E27FC236}">
                <a16:creationId xmlns:a16="http://schemas.microsoft.com/office/drawing/2014/main" id="{17B69E8C-D332-4D48-AEAB-494D8121D4D7}"/>
              </a:ext>
            </a:extLst>
          </p:cNvPr>
          <p:cNvSpPr>
            <a:spLocks xmlns:a="http://schemas.openxmlformats.org/drawingml/2006/main" noGrp="1"/>
          </p:cNvSpPr>
          <p:nvPr/>
        </p:nvSpPr>
        <p:spPr>
          <a:xfrm xmlns:a="http://schemas.openxmlformats.org/drawingml/2006/main">
            <a:off x="6096000" y="309562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544160EA-9B77-4EF0-B89E-49EC8EBA6D25}"/>
              </a:ext>
            </a:extLst>
          </p:cNvPr>
          <p:cNvSpPr>
            <a:spLocks xmlns:a="http://schemas.openxmlformats.org/drawingml/2006/main" noGrp="1"/>
          </p:cNvSpPr>
          <p:nvPr/>
        </p:nvSpPr>
        <p:spPr>
          <a:xfrm xmlns:a="http://schemas.openxmlformats.org/drawingml/2006/main">
            <a:off x="6334125" y="2952750"/>
            <a:ext cx="5000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nₑ ≪ n_g：電子が電場・中性気体を変えない</a:t>
            </a:r>
          </a:p>
        </p:txBody>
      </p:sp>
      <p:sp>
        <p:nvSpPr>
          <p:cNvPr id="37" name="">
            <a:extLst xmlns:a="http://schemas.openxmlformats.org/drawingml/2006/main">
              <a:ext uri="{FF2B5EF4-FFF2-40B4-BE49-F238E27FC236}">
                <a16:creationId xmlns:a16="http://schemas.microsoft.com/office/drawing/2014/main" id="{C5DB3E70-60E7-474E-847F-C78BBF9D5336}"/>
              </a:ext>
            </a:extLst>
          </p:cNvPr>
          <p:cNvSpPr>
            <a:spLocks xmlns:a="http://schemas.openxmlformats.org/drawingml/2006/main" noGrp="1"/>
          </p:cNvSpPr>
          <p:nvPr/>
        </p:nvSpPr>
        <p:spPr>
          <a:xfrm xmlns:a="http://schemas.openxmlformats.org/drawingml/2006/main">
            <a:off x="6096000" y="36385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BF3FB6D9-A668-46FB-8250-A766463A66D7}"/>
              </a:ext>
            </a:extLst>
          </p:cNvPr>
          <p:cNvSpPr>
            <a:spLocks xmlns:a="http://schemas.openxmlformats.org/drawingml/2006/main" noGrp="1"/>
          </p:cNvSpPr>
          <p:nvPr/>
        </p:nvSpPr>
        <p:spPr>
          <a:xfrm xmlns:a="http://schemas.openxmlformats.org/drawingml/2006/main">
            <a:off x="6334125" y="3495675"/>
            <a:ext cx="5000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一様な気体組成と温度を与える</a:t>
            </a:r>
          </a:p>
        </p:txBody>
      </p:sp>
      <p:sp>
        <p:nvSpPr>
          <p:cNvPr id="39" name="">
            <a:extLst xmlns:a="http://schemas.openxmlformats.org/drawingml/2006/main">
              <a:ext uri="{FF2B5EF4-FFF2-40B4-BE49-F238E27FC236}">
                <a16:creationId xmlns:a16="http://schemas.microsoft.com/office/drawing/2014/main" id="{46803D5E-9EC3-4407-A489-13FA51E5D275}"/>
              </a:ext>
            </a:extLst>
          </p:cNvPr>
          <p:cNvSpPr>
            <a:spLocks xmlns:a="http://schemas.openxmlformats.org/drawingml/2006/main" noGrp="1"/>
          </p:cNvSpPr>
          <p:nvPr/>
        </p:nvSpPr>
        <p:spPr>
          <a:xfrm xmlns:a="http://schemas.openxmlformats.org/drawingml/2006/main">
            <a:off x="6096000" y="41814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2F295D76-D444-45C4-B7D4-539C77E89ADC}"/>
              </a:ext>
            </a:extLst>
          </p:cNvPr>
          <p:cNvSpPr>
            <a:spLocks xmlns:a="http://schemas.openxmlformats.org/drawingml/2006/main" noGrp="1"/>
          </p:cNvSpPr>
          <p:nvPr/>
        </p:nvSpPr>
        <p:spPr>
          <a:xfrm xmlns:a="http://schemas.openxmlformats.org/drawingml/2006/main">
            <a:off x="6334125" y="4038600"/>
            <a:ext cx="5000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入力は衝突断面積 σⱼ(ε) と E/N</a:t>
            </a:r>
          </a:p>
        </p:txBody>
      </p:sp>
      <p:sp>
        <p:nvSpPr>
          <p:cNvPr id="41" name="">
            <a:extLst xmlns:a="http://schemas.openxmlformats.org/drawingml/2006/main">
              <a:ext uri="{FF2B5EF4-FFF2-40B4-BE49-F238E27FC236}">
                <a16:creationId xmlns:a16="http://schemas.microsoft.com/office/drawing/2014/main" id="{9C906D0C-7785-4B1F-87AF-9300762634E5}"/>
              </a:ext>
            </a:extLst>
          </p:cNvPr>
          <p:cNvSpPr>
            <a:spLocks xmlns:a="http://schemas.openxmlformats.org/drawingml/2006/main" noGrp="1"/>
          </p:cNvSpPr>
          <p:nvPr/>
        </p:nvSpPr>
        <p:spPr>
          <a:xfrm xmlns:a="http://schemas.openxmlformats.org/drawingml/2006/main">
            <a:off x="6096000" y="472440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215C0299-6E6D-46D0-AA39-370EF33CEBDB}"/>
              </a:ext>
            </a:extLst>
          </p:cNvPr>
          <p:cNvSpPr>
            <a:spLocks xmlns:a="http://schemas.openxmlformats.org/drawingml/2006/main" noGrp="1"/>
          </p:cNvSpPr>
          <p:nvPr/>
        </p:nvSpPr>
        <p:spPr>
          <a:xfrm xmlns:a="http://schemas.openxmlformats.org/drawingml/2006/main">
            <a:off x="6334125" y="4581525"/>
            <a:ext cx="5000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出力はEEDF、輸送係数、反応速度係数</a:t>
            </a:r>
          </a:p>
        </p:txBody>
      </p:sp>
      <p:sp>
        <p:nvSpPr>
          <p:cNvPr id="43" name="takeaway-bullet">
            <a:extLst xmlns:a="http://schemas.openxmlformats.org/drawingml/2006/main">
              <a:ext uri="{FF2B5EF4-FFF2-40B4-BE49-F238E27FC236}">
                <a16:creationId xmlns:a16="http://schemas.microsoft.com/office/drawing/2014/main" id="{B4ABB7CA-7597-4B6B-A93C-FF0D1F59D4E8}"/>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44" name="takeaway">
            <a:extLst xmlns:a="http://schemas.openxmlformats.org/drawingml/2006/main">
              <a:ext uri="{FF2B5EF4-FFF2-40B4-BE49-F238E27FC236}">
                <a16:creationId xmlns:a16="http://schemas.microsoft.com/office/drawing/2014/main" id="{71FA2DEB-7E43-4561-A581-5A733CDBE64D}"/>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Swarmは「電子1個の軌道」ではなく、衝突を繰り返す電子集団の統計的応答を求める。</a:t>
            </a:r>
          </a:p>
        </p:txBody>
      </p:sp>
      <p:sp>
        <p:nvSpPr>
          <p:cNvPr id="45" name="source">
            <a:extLst xmlns:a="http://schemas.openxmlformats.org/drawingml/2006/main">
              <a:ext uri="{FF2B5EF4-FFF2-40B4-BE49-F238E27FC236}">
                <a16:creationId xmlns:a16="http://schemas.microsoft.com/office/drawing/2014/main" id="{3271F972-9880-4E4D-89FF-4F18741449BF}"/>
              </a:ext>
            </a:extLst>
          </p:cNvPr>
          <p:cNvSpPr>
            <a:spLocks xmlns:a="http://schemas.openxmlformats.org/drawingml/2006/main" noGrp="1"/>
          </p:cNvSpPr>
          <p:nvPr/>
        </p:nvSpPr>
        <p:spPr>
          <a:xfrm xmlns:a="http://schemas.openxmlformats.org/drawingml/2006/main">
            <a:off x="419100" y="63341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Electron-swarm and Boltzmann-equation definitions: [R1–R5]</a:t>
            </a:r>
          </a:p>
        </p:txBody>
      </p:sp>
      <p:sp>
        <p:nvSpPr>
          <p:cNvPr id="47" name="footer">
            <a:extLst xmlns:a="http://schemas.openxmlformats.org/drawingml/2006/main">
              <a:ext uri="{FF2B5EF4-FFF2-40B4-BE49-F238E27FC236}">
                <a16:creationId xmlns:a16="http://schemas.microsoft.com/office/drawing/2014/main" id="{6900712F-A715-438F-94CB-5EF60B708750}"/>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48" name="page">
            <a:extLst xmlns:a="http://schemas.openxmlformats.org/drawingml/2006/main">
              <a:ext uri="{FF2B5EF4-FFF2-40B4-BE49-F238E27FC236}">
                <a16:creationId xmlns:a16="http://schemas.microsoft.com/office/drawing/2014/main" id="{66F63321-946C-4993-9A13-EB43D85246EE}"/>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04</a:t>
            </a:r>
          </a:p>
        </p:txBody>
      </p:sp>
      <p:sp>
        <p:nvSpPr>
          <p:cNvPr id="49" name="section">
            <a:extLst xmlns:a="http://schemas.openxmlformats.org/drawingml/2006/main">
              <a:ext uri="{FF2B5EF4-FFF2-40B4-BE49-F238E27FC236}">
                <a16:creationId xmlns:a16="http://schemas.microsoft.com/office/drawing/2014/main" id="{A44EEEBC-3D65-43B4-8D6B-E0CB9E0637AF}"/>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 目的と基礎</a:t>
            </a:r>
          </a:p>
        </p:txBody>
      </p:sp>
    </p:spTree>
    <p:extLst>
      <p:ext uri="{BB962C8B-B14F-4D97-AF65-F5344CB8AC3E}">
        <p14:creationId xmlns:p14="http://schemas.microsoft.com/office/powerpoint/2010/main" val="11290506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D7D81497-11C6-49C1-B0C9-3EF277531883}"/>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平均エネルギーだけでは反応速度を決められない</a:t>
            </a:r>
          </a:p>
        </p:txBody>
      </p:sp>
      <p:sp>
        <p:nvSpPr>
          <p:cNvPr id="3" name="subtitle">
            <a:extLst xmlns:a="http://schemas.openxmlformats.org/drawingml/2006/main">
              <a:ext uri="{FF2B5EF4-FFF2-40B4-BE49-F238E27FC236}">
                <a16:creationId xmlns:a16="http://schemas.microsoft.com/office/drawing/2014/main" id="{D739210A-43E3-41B0-94F7-71668C244FDE}"/>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同じ平均エネルギーでも、高エネルギー尾部の形が違えば閾値反応は大きく変わる</a:t>
            </a:r>
          </a:p>
        </p:txBody>
      </p:sp>
      <p:graphicFrame>
        <p:nvGraphicFramePr>
          <p:cNvPr id="20" name="Chart"/>
          <p:cNvGraphicFramePr/>
          <p:nvPr/>
        </p:nvGraphicFramePr>
        <p:xfrm>
          <a:off xmlns:a="http://schemas.openxmlformats.org/drawingml/2006/main" x="523875" y="1428750"/>
          <a:ext xmlns:a="http://schemas.openxmlformats.org/drawingml/2006/main" cx="6667500" cy="3905250"/>
        </p:xfrm>
        <a:graphic xmlns:a="http://schemas.openxmlformats.org/drawingml/2006/main">
          <a:graphicData uri="http://schemas.openxmlformats.org/drawingml/2006/chart">
            <c:chart xmlns:r="http://schemas.openxmlformats.org/officeDocument/2006/relationships" xmlns:c="http://schemas.openxmlformats.org/drawingml/2006/chart" r:id="R7c299482759c4cca"/>
          </a:graphicData>
        </a:graphic>
      </p:graphicFrame>
      <p:sp>
        <p:nvSpPr>
          <p:cNvPr id="5" name="">
            <a:extLst xmlns:a="http://schemas.openxmlformats.org/drawingml/2006/main">
              <a:ext uri="{FF2B5EF4-FFF2-40B4-BE49-F238E27FC236}">
                <a16:creationId xmlns:a16="http://schemas.microsoft.com/office/drawing/2014/main" id="{21BCA1FA-4F9A-46CE-A642-AF0F5B80F32A}"/>
              </a:ext>
            </a:extLst>
          </p:cNvPr>
          <p:cNvSpPr>
            <a:spLocks xmlns:a="http://schemas.openxmlformats.org/drawingml/2006/main" noGrp="1"/>
          </p:cNvSpPr>
          <p:nvPr/>
        </p:nvSpPr>
        <p:spPr>
          <a:xfrm xmlns:a="http://schemas.openxmlformats.org/drawingml/2006/main">
            <a:off x="7620000" y="1714500"/>
            <a:ext cx="1143000" cy="714375"/>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反応速度係数</a:t>
            </a:r>
          </a:p>
        </p:txBody>
      </p:sp>
      <p:sp>
        <p:nvSpPr>
          <p:cNvPr id="6" name="">
            <a:extLst xmlns:a="http://schemas.openxmlformats.org/drawingml/2006/main">
              <a:ext uri="{FF2B5EF4-FFF2-40B4-BE49-F238E27FC236}">
                <a16:creationId xmlns:a16="http://schemas.microsoft.com/office/drawing/2014/main" id="{CD11E924-145B-4B33-BD69-FD5028E07C66}"/>
              </a:ext>
            </a:extLst>
          </p:cNvPr>
          <p:cNvSpPr>
            <a:spLocks xmlns:a="http://schemas.openxmlformats.org/drawingml/2006/main" noGrp="1"/>
          </p:cNvSpPr>
          <p:nvPr/>
        </p:nvSpPr>
        <p:spPr>
          <a:xfrm xmlns:a="http://schemas.openxmlformats.org/drawingml/2006/main">
            <a:off x="8763000" y="1714500"/>
            <a:ext cx="2667000" cy="714375"/>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kⱼ = ∫₀∞ σⱼ(ε) v(ε) p(ε) dε</a:t>
            </a:r>
          </a:p>
        </p:txBody>
      </p:sp>
      <p:sp>
        <p:nvSpPr>
          <p:cNvPr id="7" name="">
            <a:extLst xmlns:a="http://schemas.openxmlformats.org/drawingml/2006/main">
              <a:ext uri="{FF2B5EF4-FFF2-40B4-BE49-F238E27FC236}">
                <a16:creationId xmlns:a16="http://schemas.microsoft.com/office/drawing/2014/main" id="{E41EA938-328F-4360-9B13-EA2880D0EDEF}"/>
              </a:ext>
            </a:extLst>
          </p:cNvPr>
          <p:cNvSpPr>
            <a:spLocks xmlns:a="http://schemas.openxmlformats.org/drawingml/2006/main" noGrp="1"/>
          </p:cNvSpPr>
          <p:nvPr/>
        </p:nvSpPr>
        <p:spPr>
          <a:xfrm xmlns:a="http://schemas.openxmlformats.org/drawingml/2006/main">
            <a:off x="7858125" y="27813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75" b="1" i="0">
                <a:solidFill>
                  <a:srgbClr val="241646"/>
                </a:solidFill>
                <a:latin typeface="Noto Sans JP"/>
                <a:ea typeface="Noto Sans JP"/>
                <a:cs typeface="Noto Sans JP"/>
              </a:defRPr>
            </a:pPr>
            <a:r>
              <a:rPr sz="1575" b="1" i="0">
                <a:solidFill>
                  <a:srgbClr val="241646"/>
                </a:solidFill>
                <a:latin typeface="Noto Sans JP"/>
                <a:ea typeface="Noto Sans JP"/>
                <a:cs typeface="Noto Sans JP"/>
              </a:rPr>
              <a:t>閾値反応で見る領域</a:t>
            </a:r>
          </a:p>
        </p:txBody>
      </p:sp>
      <p:sp>
        <p:nvSpPr>
          <p:cNvPr id="8" name="">
            <a:extLst xmlns:a="http://schemas.openxmlformats.org/drawingml/2006/main">
              <a:ext uri="{FF2B5EF4-FFF2-40B4-BE49-F238E27FC236}">
                <a16:creationId xmlns:a16="http://schemas.microsoft.com/office/drawing/2014/main" id="{0966C832-93BA-4275-ABC3-4C7A682DC9F7}"/>
              </a:ext>
            </a:extLst>
          </p:cNvPr>
          <p:cNvSpPr>
            <a:spLocks xmlns:a="http://schemas.openxmlformats.org/drawingml/2006/main" noGrp="1"/>
          </p:cNvSpPr>
          <p:nvPr/>
        </p:nvSpPr>
        <p:spPr>
          <a:xfrm xmlns:a="http://schemas.openxmlformats.org/drawingml/2006/main">
            <a:off x="8001000" y="3257550"/>
            <a:ext cx="2857500" cy="1143000"/>
          </a:xfrm>
          <a:prstGeom xmlns:a="http://schemas.openxmlformats.org/drawingml/2006/main" prst="rect">
            <a:avLst/>
          </a:prstGeom>
          <a:solidFill xmlns:a="http://schemas.openxmlformats.org/drawingml/2006/main">
            <a:srgbClr val="F2F3F4"/>
          </a:solidFill>
          <a:ln xmlns:a="http://schemas.openxmlformats.org/drawingml/2006/main" w="7620">
            <a:solidFill>
              <a:srgbClr val="D0D5D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425" b="0" i="0">
                <a:solidFill>
                  <a:srgbClr val="333333"/>
                </a:solidFill>
                <a:latin typeface="Noto Sans JP"/>
                <a:ea typeface="Noto Sans JP"/>
                <a:cs typeface="Noto Sans JP"/>
              </a:defRPr>
            </a:pPr>
            <a:r>
              <a:rPr sz="1425" b="0" i="0">
                <a:solidFill>
                  <a:srgbClr val="333333"/>
                </a:solidFill>
                <a:latin typeface="Noto Sans JP"/>
                <a:ea typeface="Noto Sans JP"/>
                <a:cs typeface="Noto Sans JP"/>
              </a:rPr>
              <a:t>励起 11.5 eV</a:t>
            </a:r>
          </a:p>
          <a:p xmlns:a="http://schemas.openxmlformats.org/drawingml/2006/main">
            <a:pPr algn="ctr">
              <a:lnSpc>
                <a:spcPct val="102000"/>
              </a:lnSpc>
              <a:buNone/>
              <a:defRPr sz="1425" b="0" i="0">
                <a:solidFill>
                  <a:srgbClr val="333333"/>
                </a:solidFill>
                <a:latin typeface="Noto Sans JP"/>
                <a:ea typeface="Noto Sans JP"/>
                <a:cs typeface="Noto Sans JP"/>
              </a:defRPr>
            </a:pPr>
            <a:r>
              <a:rPr sz="1425" b="0" i="0">
                <a:solidFill>
                  <a:srgbClr val="333333"/>
                </a:solidFill>
                <a:latin typeface="Noto Sans JP"/>
                <a:ea typeface="Noto Sans JP"/>
                <a:cs typeface="Noto Sans JP"/>
              </a:rPr>
              <a:t>電離 15.8 eV</a:t>
            </a:r>
          </a:p>
          <a:p xmlns:a="http://schemas.openxmlformats.org/drawingml/2006/main">
            <a:pPr algn="ctr">
              <a:lnSpc>
                <a:spcPct val="102000"/>
              </a:lnSpc>
              <a:buNone/>
              <a:defRPr sz="1425" b="0" i="0">
                <a:solidFill>
                  <a:srgbClr val="333333"/>
                </a:solidFill>
                <a:latin typeface="Noto Sans JP"/>
                <a:ea typeface="Noto Sans JP"/>
                <a:cs typeface="Noto Sans JP"/>
              </a:defRPr>
            </a:pPr>
            <a:r>
              <a:rPr sz="1425" b="0" i="0">
                <a:solidFill>
                  <a:srgbClr val="333333"/>
                </a:solidFill>
                <a:latin typeface="Noto Sans JP"/>
                <a:ea typeface="Noto Sans JP"/>
                <a:cs typeface="Noto Sans JP"/>
              </a:rPr>
              <a:t>解離・付着は分子ごとの閾値・共鳴</a:t>
            </a:r>
          </a:p>
        </p:txBody>
      </p:sp>
      <p:sp>
        <p:nvSpPr>
          <p:cNvPr id="9" name="">
            <a:extLst xmlns:a="http://schemas.openxmlformats.org/drawingml/2006/main">
              <a:ext uri="{FF2B5EF4-FFF2-40B4-BE49-F238E27FC236}">
                <a16:creationId xmlns:a16="http://schemas.microsoft.com/office/drawing/2014/main" id="{8F163328-908E-4A8E-B36B-AFED81082975}"/>
              </a:ext>
            </a:extLst>
          </p:cNvPr>
          <p:cNvSpPr>
            <a:spLocks xmlns:a="http://schemas.openxmlformats.org/drawingml/2006/main" noGrp="1"/>
          </p:cNvSpPr>
          <p:nvPr/>
        </p:nvSpPr>
        <p:spPr>
          <a:xfrm xmlns:a="http://schemas.openxmlformats.org/drawingml/2006/main">
            <a:off x="7667625" y="4667250"/>
            <a:ext cx="3762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D64045"/>
                </a:solidFill>
                <a:latin typeface="Noto Sans JP"/>
                <a:ea typeface="Noto Sans JP"/>
                <a:cs typeface="Noto Sans JP"/>
              </a:defRPr>
            </a:pPr>
            <a:r>
              <a:rPr sz="1275" b="1" i="0">
                <a:solidFill>
                  <a:srgbClr val="D64045"/>
                </a:solidFill>
                <a:latin typeface="Noto Sans JP"/>
                <a:ea typeface="Noto Sans JP"/>
                <a:cs typeface="Noto Sans JP"/>
              </a:rPr>
              <a:t>曲線の面積ではなく、σⱼvで重み付けした尾部が効く</a:t>
            </a:r>
          </a:p>
        </p:txBody>
      </p:sp>
      <p:sp>
        <p:nvSpPr>
          <p:cNvPr id="10" name="takeaway-bullet">
            <a:extLst xmlns:a="http://schemas.openxmlformats.org/drawingml/2006/main">
              <a:ext uri="{FF2B5EF4-FFF2-40B4-BE49-F238E27FC236}">
                <a16:creationId xmlns:a16="http://schemas.microsoft.com/office/drawing/2014/main" id="{14C9CBAB-FA10-4C2B-BEAA-2E3632418123}"/>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1" name="takeaway">
            <a:extLst xmlns:a="http://schemas.openxmlformats.org/drawingml/2006/main">
              <a:ext uri="{FF2B5EF4-FFF2-40B4-BE49-F238E27FC236}">
                <a16:creationId xmlns:a16="http://schemas.microsoft.com/office/drawing/2014/main" id="{9734C867-F482-428B-B60F-C1FA6CD84119}"/>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平均エネルギーが一致しても、励起・電離・解離・付着の速度係数が一致するとは限らない。</a:t>
            </a:r>
          </a:p>
        </p:txBody>
      </p:sp>
      <p:sp>
        <p:nvSpPr>
          <p:cNvPr id="13" name="footer">
            <a:extLst xmlns:a="http://schemas.openxmlformats.org/drawingml/2006/main">
              <a:ext uri="{FF2B5EF4-FFF2-40B4-BE49-F238E27FC236}">
                <a16:creationId xmlns:a16="http://schemas.microsoft.com/office/drawing/2014/main" id="{5CDD1148-E0EE-4C33-805B-B48A7905C4D5}"/>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4" name="page">
            <a:extLst xmlns:a="http://schemas.openxmlformats.org/drawingml/2006/main">
              <a:ext uri="{FF2B5EF4-FFF2-40B4-BE49-F238E27FC236}">
                <a16:creationId xmlns:a16="http://schemas.microsoft.com/office/drawing/2014/main" id="{236EBC79-83EF-47F3-9F4D-FFF836E6CEE4}"/>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05</a:t>
            </a:r>
          </a:p>
        </p:txBody>
      </p:sp>
      <p:sp>
        <p:nvSpPr>
          <p:cNvPr id="16" name="section">
            <a:extLst xmlns:a="http://schemas.openxmlformats.org/drawingml/2006/main">
              <a:ext uri="{FF2B5EF4-FFF2-40B4-BE49-F238E27FC236}">
                <a16:creationId xmlns:a16="http://schemas.microsoft.com/office/drawing/2014/main" id="{44ACD201-8D24-43FA-BE74-B3AE1CB22FC1}"/>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 目的と基礎</a:t>
            </a:r>
          </a:p>
        </p:txBody>
      </p:sp>
    </p:spTree>
    <p:extLst>
      <p:ext uri="{BB962C8B-B14F-4D97-AF65-F5344CB8AC3E}">
        <p14:creationId xmlns:p14="http://schemas.microsoft.com/office/powerpoint/2010/main" val="74413645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48EF4157-E8A2-4D54-8B81-2844D3255400}"/>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E/Nは電子が衝突の間に得るエネルギーを表す</a:t>
            </a:r>
          </a:p>
        </p:txBody>
      </p:sp>
      <p:sp>
        <p:nvSpPr>
          <p:cNvPr id="3" name="subtitle">
            <a:extLst xmlns:a="http://schemas.openxmlformats.org/drawingml/2006/main">
              <a:ext uri="{FF2B5EF4-FFF2-40B4-BE49-F238E27FC236}">
                <a16:creationId xmlns:a16="http://schemas.microsoft.com/office/drawing/2014/main" id="{47C8671D-1A20-4639-B8FA-CA3985FBB973}"/>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電場 E を気体数密度 N で割った換算電界。1 Td = 10⁻²¹ V m²</a:t>
            </a:r>
          </a:p>
        </p:txBody>
      </p:sp>
      <p:sp>
        <p:nvSpPr>
          <p:cNvPr id="4" name="">
            <a:extLst xmlns:a="http://schemas.openxmlformats.org/drawingml/2006/main">
              <a:ext uri="{FF2B5EF4-FFF2-40B4-BE49-F238E27FC236}">
                <a16:creationId xmlns:a16="http://schemas.microsoft.com/office/drawing/2014/main" id="{FD149472-7E24-4146-8A3F-96C97CCDD25B}"/>
              </a:ext>
            </a:extLst>
          </p:cNvPr>
          <p:cNvSpPr>
            <a:spLocks xmlns:a="http://schemas.openxmlformats.org/drawingml/2006/main" noGrp="1"/>
          </p:cNvSpPr>
          <p:nvPr/>
        </p:nvSpPr>
        <p:spPr>
          <a:xfrm xmlns:a="http://schemas.openxmlformats.org/drawingml/2006/main">
            <a:off x="857250" y="1619250"/>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4350" b="0" i="0">
                <a:solidFill>
                  <a:srgbClr val="00A6D6"/>
                </a:solidFill>
                <a:latin typeface="Noto Sans JP"/>
                <a:ea typeface="Noto Sans JP"/>
                <a:cs typeface="Noto Sans JP"/>
              </a:defRPr>
            </a:pPr>
            <a:r>
              <a:rPr sz="4350" b="0" i="0">
                <a:solidFill>
                  <a:srgbClr val="00A6D6"/>
                </a:solidFill>
                <a:latin typeface="Noto Sans JP"/>
                <a:ea typeface="Noto Sans JP"/>
                <a:cs typeface="Noto Sans JP"/>
              </a:rPr>
              <a:t>E/N</a:t>
            </a:r>
          </a:p>
        </p:txBody>
      </p:sp>
      <p:sp>
        <p:nvSpPr>
          <p:cNvPr id="5" name="">
            <a:extLst xmlns:a="http://schemas.openxmlformats.org/drawingml/2006/main">
              <a:ext uri="{FF2B5EF4-FFF2-40B4-BE49-F238E27FC236}">
                <a16:creationId xmlns:a16="http://schemas.microsoft.com/office/drawing/2014/main" id="{AAFCCADE-B00E-435C-A9FF-A44992928B1C}"/>
              </a:ext>
            </a:extLst>
          </p:cNvPr>
          <p:cNvSpPr>
            <a:spLocks xmlns:a="http://schemas.openxmlformats.org/drawingml/2006/main" noGrp="1"/>
          </p:cNvSpPr>
          <p:nvPr/>
        </p:nvSpPr>
        <p:spPr>
          <a:xfrm xmlns:a="http://schemas.openxmlformats.org/drawingml/2006/main">
            <a:off x="857250" y="2667000"/>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 電場による加速</a:t>
            </a:r>
          </a:p>
          <a:p xmlns:a="http://schemas.openxmlformats.org/drawingml/2006/main">
            <a:pPr algn="ctr">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 衝突頻度の尺度</a:t>
            </a:r>
          </a:p>
        </p:txBody>
      </p:sp>
      <p:sp>
        <p:nvSpPr>
          <p:cNvPr id="6" name="">
            <a:extLst xmlns:a="http://schemas.openxmlformats.org/drawingml/2006/main">
              <a:ext uri="{FF2B5EF4-FFF2-40B4-BE49-F238E27FC236}">
                <a16:creationId xmlns:a16="http://schemas.microsoft.com/office/drawing/2014/main" id="{FEFBCA4D-9A53-442C-B82D-98E0BA2CE62D}"/>
              </a:ext>
            </a:extLst>
          </p:cNvPr>
          <p:cNvSpPr>
            <a:spLocks xmlns:a="http://schemas.openxmlformats.org/drawingml/2006/main" noGrp="1"/>
          </p:cNvSpPr>
          <p:nvPr/>
        </p:nvSpPr>
        <p:spPr>
          <a:xfrm xmlns:a="http://schemas.openxmlformats.org/drawingml/2006/main">
            <a:off x="3286125" y="1476375"/>
            <a:ext cx="0" cy="3667125"/>
          </a:xfrm>
          <a:prstGeom xmlns:a="http://schemas.openxmlformats.org/drawingml/2006/main" prst="line">
            <a:avLst/>
          </a:prstGeom>
          <a:noFill xmlns:a="http://schemas.openxmlformats.org/drawingml/2006/main"/>
          <a:ln xmlns:a="http://schemas.openxmlformats.org/drawingml/2006/main" w="9525">
            <a:solidFill>
              <a:srgbClr val="C7D1D6"/>
            </a:solidFill>
            <a:prstDash val="solid"/>
          </a:ln>
        </p:spPr>
      </p:sp>
      <p:sp>
        <p:nvSpPr>
          <p:cNvPr id="7" name="">
            <a:extLst xmlns:a="http://schemas.openxmlformats.org/drawingml/2006/main">
              <a:ext uri="{FF2B5EF4-FFF2-40B4-BE49-F238E27FC236}">
                <a16:creationId xmlns:a16="http://schemas.microsoft.com/office/drawing/2014/main" id="{4C30426A-60E3-4960-BF54-F6E099882D62}"/>
              </a:ext>
            </a:extLst>
          </p:cNvPr>
          <p:cNvSpPr>
            <a:spLocks xmlns:a="http://schemas.openxmlformats.org/drawingml/2006/main" noGrp="1"/>
          </p:cNvSpPr>
          <p:nvPr/>
        </p:nvSpPr>
        <p:spPr>
          <a:xfrm xmlns:a="http://schemas.openxmlformats.org/drawingml/2006/main">
            <a:off x="3762375" y="1571625"/>
            <a:ext cx="2190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75" b="1" i="0">
                <a:solidFill>
                  <a:srgbClr val="00AFA5"/>
                </a:solidFill>
                <a:latin typeface="Noto Sans JP"/>
                <a:ea typeface="Noto Sans JP"/>
                <a:cs typeface="Noto Sans JP"/>
              </a:defRPr>
            </a:pPr>
            <a:r>
              <a:rPr sz="1575" b="1" i="0">
                <a:solidFill>
                  <a:srgbClr val="00AFA5"/>
                </a:solidFill>
                <a:latin typeface="Noto Sans JP"/>
                <a:ea typeface="Noto Sans JP"/>
                <a:cs typeface="Noto Sans JP"/>
              </a:rPr>
              <a:t>E/Nが小さい</a:t>
            </a:r>
          </a:p>
        </p:txBody>
      </p:sp>
      <p:sp>
        <p:nvSpPr>
          <p:cNvPr id="8" name="">
            <a:extLst xmlns:a="http://schemas.openxmlformats.org/drawingml/2006/main">
              <a:ext uri="{FF2B5EF4-FFF2-40B4-BE49-F238E27FC236}">
                <a16:creationId xmlns:a16="http://schemas.microsoft.com/office/drawing/2014/main" id="{D849A92F-70AC-4C51-8DA2-D5021C4B67A6}"/>
              </a:ext>
            </a:extLst>
          </p:cNvPr>
          <p:cNvSpPr>
            <a:spLocks xmlns:a="http://schemas.openxmlformats.org/drawingml/2006/main" noGrp="1"/>
          </p:cNvSpPr>
          <p:nvPr/>
        </p:nvSpPr>
        <p:spPr>
          <a:xfrm xmlns:a="http://schemas.openxmlformats.org/drawingml/2006/main">
            <a:off x="3952875" y="2076450"/>
            <a:ext cx="18097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9" name="">
            <a:extLst xmlns:a="http://schemas.openxmlformats.org/drawingml/2006/main">
              <a:ext uri="{FF2B5EF4-FFF2-40B4-BE49-F238E27FC236}">
                <a16:creationId xmlns:a16="http://schemas.microsoft.com/office/drawing/2014/main" id="{DEF0578E-F695-4C5A-A729-CB0F4DE11936}"/>
              </a:ext>
            </a:extLst>
          </p:cNvPr>
          <p:cNvSpPr>
            <a:spLocks xmlns:a="http://schemas.openxmlformats.org/drawingml/2006/main" noGrp="1"/>
          </p:cNvSpPr>
          <p:nvPr/>
        </p:nvSpPr>
        <p:spPr>
          <a:xfrm xmlns:a="http://schemas.openxmlformats.org/drawingml/2006/main">
            <a:off x="3876675" y="2457450"/>
            <a:ext cx="76200" cy="76200"/>
          </a:xfrm>
          <a:prstGeom xmlns:a="http://schemas.openxmlformats.org/drawingml/2006/main" prst="rect">
            <a:avLst/>
          </a:prstGeom>
          <a:solidFill xmlns:a="http://schemas.openxmlformats.org/drawingml/2006/main">
            <a:srgbClr val="00AFA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5013833-4D8B-4478-B768-9A1352EE06C9}"/>
              </a:ext>
            </a:extLst>
          </p:cNvPr>
          <p:cNvSpPr>
            <a:spLocks xmlns:a="http://schemas.openxmlformats.org/drawingml/2006/main" noGrp="1"/>
          </p:cNvSpPr>
          <p:nvPr/>
        </p:nvSpPr>
        <p:spPr>
          <a:xfrm xmlns:a="http://schemas.openxmlformats.org/drawingml/2006/main">
            <a:off x="4067175" y="2305050"/>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衝突前の加速が小さい</a:t>
            </a:r>
          </a:p>
        </p:txBody>
      </p:sp>
      <p:sp>
        <p:nvSpPr>
          <p:cNvPr id="11" name="">
            <a:extLst xmlns:a="http://schemas.openxmlformats.org/drawingml/2006/main">
              <a:ext uri="{FF2B5EF4-FFF2-40B4-BE49-F238E27FC236}">
                <a16:creationId xmlns:a16="http://schemas.microsoft.com/office/drawing/2014/main" id="{D3C2203B-BF74-4E6D-8CA8-52E3E278D08E}"/>
              </a:ext>
            </a:extLst>
          </p:cNvPr>
          <p:cNvSpPr>
            <a:spLocks xmlns:a="http://schemas.openxmlformats.org/drawingml/2006/main" noGrp="1"/>
          </p:cNvSpPr>
          <p:nvPr/>
        </p:nvSpPr>
        <p:spPr>
          <a:xfrm xmlns:a="http://schemas.openxmlformats.org/drawingml/2006/main">
            <a:off x="3876675" y="3124200"/>
            <a:ext cx="76200" cy="76200"/>
          </a:xfrm>
          <a:prstGeom xmlns:a="http://schemas.openxmlformats.org/drawingml/2006/main" prst="rect">
            <a:avLst/>
          </a:prstGeom>
          <a:solidFill xmlns:a="http://schemas.openxmlformats.org/drawingml/2006/main">
            <a:srgbClr val="00AFA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562C701-F356-44C6-A3B0-4F66BD33F59F}"/>
              </a:ext>
            </a:extLst>
          </p:cNvPr>
          <p:cNvSpPr>
            <a:spLocks xmlns:a="http://schemas.openxmlformats.org/drawingml/2006/main" noGrp="1"/>
          </p:cNvSpPr>
          <p:nvPr/>
        </p:nvSpPr>
        <p:spPr>
          <a:xfrm xmlns:a="http://schemas.openxmlformats.org/drawingml/2006/main">
            <a:off x="4067175" y="2971800"/>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EEDFは低エネルギー側</a:t>
            </a:r>
          </a:p>
        </p:txBody>
      </p:sp>
      <p:sp>
        <p:nvSpPr>
          <p:cNvPr id="13" name="">
            <a:extLst xmlns:a="http://schemas.openxmlformats.org/drawingml/2006/main">
              <a:ext uri="{FF2B5EF4-FFF2-40B4-BE49-F238E27FC236}">
                <a16:creationId xmlns:a16="http://schemas.microsoft.com/office/drawing/2014/main" id="{145B7149-D087-4D82-8E1D-96BD74B6C372}"/>
              </a:ext>
            </a:extLst>
          </p:cNvPr>
          <p:cNvSpPr>
            <a:spLocks xmlns:a="http://schemas.openxmlformats.org/drawingml/2006/main" noGrp="1"/>
          </p:cNvSpPr>
          <p:nvPr/>
        </p:nvSpPr>
        <p:spPr>
          <a:xfrm xmlns:a="http://schemas.openxmlformats.org/drawingml/2006/main">
            <a:off x="3876675" y="3790950"/>
            <a:ext cx="76200" cy="76200"/>
          </a:xfrm>
          <a:prstGeom xmlns:a="http://schemas.openxmlformats.org/drawingml/2006/main" prst="rect">
            <a:avLst/>
          </a:prstGeom>
          <a:solidFill xmlns:a="http://schemas.openxmlformats.org/drawingml/2006/main">
            <a:srgbClr val="00AFA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0ED2772-7BE3-43FD-B7B0-EF0A937A340D}"/>
              </a:ext>
            </a:extLst>
          </p:cNvPr>
          <p:cNvSpPr>
            <a:spLocks xmlns:a="http://schemas.openxmlformats.org/drawingml/2006/main" noGrp="1"/>
          </p:cNvSpPr>
          <p:nvPr/>
        </p:nvSpPr>
        <p:spPr>
          <a:xfrm xmlns:a="http://schemas.openxmlformats.org/drawingml/2006/main">
            <a:off x="4067175" y="3638550"/>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振動・付着が支配し得る</a:t>
            </a:r>
          </a:p>
        </p:txBody>
      </p:sp>
      <p:sp>
        <p:nvSpPr>
          <p:cNvPr id="15" name="">
            <a:extLst xmlns:a="http://schemas.openxmlformats.org/drawingml/2006/main">
              <a:ext uri="{FF2B5EF4-FFF2-40B4-BE49-F238E27FC236}">
                <a16:creationId xmlns:a16="http://schemas.microsoft.com/office/drawing/2014/main" id="{D5AC97D3-EB0F-452A-B494-B7711C3F7E17}"/>
              </a:ext>
            </a:extLst>
          </p:cNvPr>
          <p:cNvSpPr>
            <a:spLocks xmlns:a="http://schemas.openxmlformats.org/drawingml/2006/main" noGrp="1"/>
          </p:cNvSpPr>
          <p:nvPr/>
        </p:nvSpPr>
        <p:spPr>
          <a:xfrm xmlns:a="http://schemas.openxmlformats.org/drawingml/2006/main">
            <a:off x="6429375" y="1571625"/>
            <a:ext cx="2190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75" b="1" i="0">
                <a:solidFill>
                  <a:srgbClr val="7B2FA3"/>
                </a:solidFill>
                <a:latin typeface="Noto Sans JP"/>
                <a:ea typeface="Noto Sans JP"/>
                <a:cs typeface="Noto Sans JP"/>
              </a:defRPr>
            </a:pPr>
            <a:r>
              <a:rPr sz="1575" b="1" i="0">
                <a:solidFill>
                  <a:srgbClr val="7B2FA3"/>
                </a:solidFill>
                <a:latin typeface="Noto Sans JP"/>
                <a:ea typeface="Noto Sans JP"/>
                <a:cs typeface="Noto Sans JP"/>
              </a:rPr>
              <a:t>E/Nが大きい</a:t>
            </a:r>
          </a:p>
        </p:txBody>
      </p:sp>
      <p:sp>
        <p:nvSpPr>
          <p:cNvPr id="16" name="">
            <a:extLst xmlns:a="http://schemas.openxmlformats.org/drawingml/2006/main">
              <a:ext uri="{FF2B5EF4-FFF2-40B4-BE49-F238E27FC236}">
                <a16:creationId xmlns:a16="http://schemas.microsoft.com/office/drawing/2014/main" id="{979B3C8C-6CB4-4803-9293-4D802AFCC49B}"/>
              </a:ext>
            </a:extLst>
          </p:cNvPr>
          <p:cNvSpPr>
            <a:spLocks xmlns:a="http://schemas.openxmlformats.org/drawingml/2006/main" noGrp="1"/>
          </p:cNvSpPr>
          <p:nvPr/>
        </p:nvSpPr>
        <p:spPr>
          <a:xfrm xmlns:a="http://schemas.openxmlformats.org/drawingml/2006/main">
            <a:off x="6619875" y="2076450"/>
            <a:ext cx="18097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7" name="">
            <a:extLst xmlns:a="http://schemas.openxmlformats.org/drawingml/2006/main">
              <a:ext uri="{FF2B5EF4-FFF2-40B4-BE49-F238E27FC236}">
                <a16:creationId xmlns:a16="http://schemas.microsoft.com/office/drawing/2014/main" id="{E5BC36BF-6743-4140-9A8B-A3C1A7AEA119}"/>
              </a:ext>
            </a:extLst>
          </p:cNvPr>
          <p:cNvSpPr>
            <a:spLocks xmlns:a="http://schemas.openxmlformats.org/drawingml/2006/main" noGrp="1"/>
          </p:cNvSpPr>
          <p:nvPr/>
        </p:nvSpPr>
        <p:spPr>
          <a:xfrm xmlns:a="http://schemas.openxmlformats.org/drawingml/2006/main">
            <a:off x="6543675" y="2457450"/>
            <a:ext cx="76200" cy="76200"/>
          </a:xfrm>
          <a:prstGeom xmlns:a="http://schemas.openxmlformats.org/drawingml/2006/main" prst="rect">
            <a:avLst/>
          </a:prstGeom>
          <a:solidFill xmlns:a="http://schemas.openxmlformats.org/drawingml/2006/main">
            <a:srgbClr val="7B2FA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ED0D38F-8065-438E-B5A4-AB24ABDAD7F5}"/>
              </a:ext>
            </a:extLst>
          </p:cNvPr>
          <p:cNvSpPr>
            <a:spLocks xmlns:a="http://schemas.openxmlformats.org/drawingml/2006/main" noGrp="1"/>
          </p:cNvSpPr>
          <p:nvPr/>
        </p:nvSpPr>
        <p:spPr>
          <a:xfrm xmlns:a="http://schemas.openxmlformats.org/drawingml/2006/main">
            <a:off x="6734175" y="2305050"/>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衝突前に大きく加速</a:t>
            </a:r>
          </a:p>
        </p:txBody>
      </p:sp>
      <p:sp>
        <p:nvSpPr>
          <p:cNvPr id="19" name="">
            <a:extLst xmlns:a="http://schemas.openxmlformats.org/drawingml/2006/main">
              <a:ext uri="{FF2B5EF4-FFF2-40B4-BE49-F238E27FC236}">
                <a16:creationId xmlns:a16="http://schemas.microsoft.com/office/drawing/2014/main" id="{32C2B78E-D52F-45E3-BFC5-8EEA3EBD9618}"/>
              </a:ext>
            </a:extLst>
          </p:cNvPr>
          <p:cNvSpPr>
            <a:spLocks xmlns:a="http://schemas.openxmlformats.org/drawingml/2006/main" noGrp="1"/>
          </p:cNvSpPr>
          <p:nvPr/>
        </p:nvSpPr>
        <p:spPr>
          <a:xfrm xmlns:a="http://schemas.openxmlformats.org/drawingml/2006/main">
            <a:off x="6543675" y="3124200"/>
            <a:ext cx="76200" cy="76200"/>
          </a:xfrm>
          <a:prstGeom xmlns:a="http://schemas.openxmlformats.org/drawingml/2006/main" prst="rect">
            <a:avLst/>
          </a:prstGeom>
          <a:solidFill xmlns:a="http://schemas.openxmlformats.org/drawingml/2006/main">
            <a:srgbClr val="7B2FA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44A6E8F-48EE-4649-9615-E8C0C18DB361}"/>
              </a:ext>
            </a:extLst>
          </p:cNvPr>
          <p:cNvSpPr>
            <a:spLocks xmlns:a="http://schemas.openxmlformats.org/drawingml/2006/main" noGrp="1"/>
          </p:cNvSpPr>
          <p:nvPr/>
        </p:nvSpPr>
        <p:spPr>
          <a:xfrm xmlns:a="http://schemas.openxmlformats.org/drawingml/2006/main">
            <a:off x="6734175" y="2971800"/>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高エネルギー尾部が増加</a:t>
            </a:r>
          </a:p>
        </p:txBody>
      </p:sp>
      <p:sp>
        <p:nvSpPr>
          <p:cNvPr id="21" name="">
            <a:extLst xmlns:a="http://schemas.openxmlformats.org/drawingml/2006/main">
              <a:ext uri="{FF2B5EF4-FFF2-40B4-BE49-F238E27FC236}">
                <a16:creationId xmlns:a16="http://schemas.microsoft.com/office/drawing/2014/main" id="{709D4BBC-EB29-4368-ADFB-6AE35574E196}"/>
              </a:ext>
            </a:extLst>
          </p:cNvPr>
          <p:cNvSpPr>
            <a:spLocks xmlns:a="http://schemas.openxmlformats.org/drawingml/2006/main" noGrp="1"/>
          </p:cNvSpPr>
          <p:nvPr/>
        </p:nvSpPr>
        <p:spPr>
          <a:xfrm xmlns:a="http://schemas.openxmlformats.org/drawingml/2006/main">
            <a:off x="6543675" y="3790950"/>
            <a:ext cx="76200" cy="76200"/>
          </a:xfrm>
          <a:prstGeom xmlns:a="http://schemas.openxmlformats.org/drawingml/2006/main" prst="rect">
            <a:avLst/>
          </a:prstGeom>
          <a:solidFill xmlns:a="http://schemas.openxmlformats.org/drawingml/2006/main">
            <a:srgbClr val="7B2FA3"/>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FA07B4F-4FC1-4DA7-B772-EEE37195639E}"/>
              </a:ext>
            </a:extLst>
          </p:cNvPr>
          <p:cNvSpPr>
            <a:spLocks xmlns:a="http://schemas.openxmlformats.org/drawingml/2006/main" noGrp="1"/>
          </p:cNvSpPr>
          <p:nvPr/>
        </p:nvSpPr>
        <p:spPr>
          <a:xfrm xmlns:a="http://schemas.openxmlformats.org/drawingml/2006/main">
            <a:off x="6734175" y="3638550"/>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励起・電離が急増</a:t>
            </a:r>
          </a:p>
        </p:txBody>
      </p:sp>
      <p:sp>
        <p:nvSpPr>
          <p:cNvPr id="23" name="">
            <a:extLst xmlns:a="http://schemas.openxmlformats.org/drawingml/2006/main">
              <a:ext uri="{FF2B5EF4-FFF2-40B4-BE49-F238E27FC236}">
                <a16:creationId xmlns:a16="http://schemas.microsoft.com/office/drawing/2014/main" id="{34840423-6191-45A5-BB78-3A79854B601B}"/>
              </a:ext>
            </a:extLst>
          </p:cNvPr>
          <p:cNvSpPr>
            <a:spLocks xmlns:a="http://schemas.openxmlformats.org/drawingml/2006/main" noGrp="1"/>
          </p:cNvSpPr>
          <p:nvPr/>
        </p:nvSpPr>
        <p:spPr>
          <a:xfrm xmlns:a="http://schemas.openxmlformats.org/drawingml/2006/main">
            <a:off x="9096375" y="1571625"/>
            <a:ext cx="2190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75" b="1" i="0">
                <a:solidFill>
                  <a:srgbClr val="6DBB20"/>
                </a:solidFill>
                <a:latin typeface="Noto Sans JP"/>
                <a:ea typeface="Noto Sans JP"/>
                <a:cs typeface="Noto Sans JP"/>
              </a:defRPr>
            </a:pPr>
            <a:r>
              <a:rPr sz="1575" b="1" i="0">
                <a:solidFill>
                  <a:srgbClr val="6DBB20"/>
                </a:solidFill>
                <a:latin typeface="Noto Sans JP"/>
                <a:ea typeface="Noto Sans JP"/>
                <a:cs typeface="Noto Sans JP"/>
              </a:rPr>
              <a:t>同じEでも</a:t>
            </a:r>
          </a:p>
        </p:txBody>
      </p:sp>
      <p:sp>
        <p:nvSpPr>
          <p:cNvPr id="24" name="">
            <a:extLst xmlns:a="http://schemas.openxmlformats.org/drawingml/2006/main">
              <a:ext uri="{FF2B5EF4-FFF2-40B4-BE49-F238E27FC236}">
                <a16:creationId xmlns:a16="http://schemas.microsoft.com/office/drawing/2014/main" id="{DFB86029-4824-4192-9B0C-BF35D61CFB32}"/>
              </a:ext>
            </a:extLst>
          </p:cNvPr>
          <p:cNvSpPr>
            <a:spLocks xmlns:a="http://schemas.openxmlformats.org/drawingml/2006/main" noGrp="1"/>
          </p:cNvSpPr>
          <p:nvPr/>
        </p:nvSpPr>
        <p:spPr>
          <a:xfrm xmlns:a="http://schemas.openxmlformats.org/drawingml/2006/main">
            <a:off x="9286875" y="2076450"/>
            <a:ext cx="18097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25" name="">
            <a:extLst xmlns:a="http://schemas.openxmlformats.org/drawingml/2006/main">
              <a:ext uri="{FF2B5EF4-FFF2-40B4-BE49-F238E27FC236}">
                <a16:creationId xmlns:a16="http://schemas.microsoft.com/office/drawing/2014/main" id="{C42AD4EC-E884-4339-8A37-97C8CAA22041}"/>
              </a:ext>
            </a:extLst>
          </p:cNvPr>
          <p:cNvSpPr>
            <a:spLocks xmlns:a="http://schemas.openxmlformats.org/drawingml/2006/main" noGrp="1"/>
          </p:cNvSpPr>
          <p:nvPr/>
        </p:nvSpPr>
        <p:spPr>
          <a:xfrm xmlns:a="http://schemas.openxmlformats.org/drawingml/2006/main">
            <a:off x="9210675" y="24574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2A56C8A-E620-4786-9F01-2CE41475BEAE}"/>
              </a:ext>
            </a:extLst>
          </p:cNvPr>
          <p:cNvSpPr>
            <a:spLocks xmlns:a="http://schemas.openxmlformats.org/drawingml/2006/main" noGrp="1"/>
          </p:cNvSpPr>
          <p:nvPr/>
        </p:nvSpPr>
        <p:spPr>
          <a:xfrm xmlns:a="http://schemas.openxmlformats.org/drawingml/2006/main">
            <a:off x="9401175" y="2305050"/>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圧力↑ → N↑ → E/N↓</a:t>
            </a:r>
          </a:p>
        </p:txBody>
      </p:sp>
      <p:sp>
        <p:nvSpPr>
          <p:cNvPr id="27" name="">
            <a:extLst xmlns:a="http://schemas.openxmlformats.org/drawingml/2006/main">
              <a:ext uri="{FF2B5EF4-FFF2-40B4-BE49-F238E27FC236}">
                <a16:creationId xmlns:a16="http://schemas.microsoft.com/office/drawing/2014/main" id="{23F7D5A6-A1FA-451A-B151-7AA4AE24C440}"/>
              </a:ext>
            </a:extLst>
          </p:cNvPr>
          <p:cNvSpPr>
            <a:spLocks xmlns:a="http://schemas.openxmlformats.org/drawingml/2006/main" noGrp="1"/>
          </p:cNvSpPr>
          <p:nvPr/>
        </p:nvSpPr>
        <p:spPr>
          <a:xfrm xmlns:a="http://schemas.openxmlformats.org/drawingml/2006/main">
            <a:off x="9210675" y="312420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474AA13-AAFD-4EFE-93A0-DAB33B5B4B61}"/>
              </a:ext>
            </a:extLst>
          </p:cNvPr>
          <p:cNvSpPr>
            <a:spLocks xmlns:a="http://schemas.openxmlformats.org/drawingml/2006/main" noGrp="1"/>
          </p:cNvSpPr>
          <p:nvPr/>
        </p:nvSpPr>
        <p:spPr>
          <a:xfrm xmlns:a="http://schemas.openxmlformats.org/drawingml/2006/main">
            <a:off x="9401175" y="2971800"/>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温度↑ → N↓ → E/N↑</a:t>
            </a:r>
          </a:p>
        </p:txBody>
      </p:sp>
      <p:sp>
        <p:nvSpPr>
          <p:cNvPr id="29" name="">
            <a:extLst xmlns:a="http://schemas.openxmlformats.org/drawingml/2006/main">
              <a:ext uri="{FF2B5EF4-FFF2-40B4-BE49-F238E27FC236}">
                <a16:creationId xmlns:a16="http://schemas.microsoft.com/office/drawing/2014/main" id="{5662F65E-6323-489D-9239-57368615B8CE}"/>
              </a:ext>
            </a:extLst>
          </p:cNvPr>
          <p:cNvSpPr>
            <a:spLocks xmlns:a="http://schemas.openxmlformats.org/drawingml/2006/main" noGrp="1"/>
          </p:cNvSpPr>
          <p:nvPr/>
        </p:nvSpPr>
        <p:spPr>
          <a:xfrm xmlns:a="http://schemas.openxmlformats.org/drawingml/2006/main">
            <a:off x="9210675" y="37909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DF102BB-E1C2-4C10-BE95-EFF248E3FDE7}"/>
              </a:ext>
            </a:extLst>
          </p:cNvPr>
          <p:cNvSpPr>
            <a:spLocks xmlns:a="http://schemas.openxmlformats.org/drawingml/2006/main" noGrp="1"/>
          </p:cNvSpPr>
          <p:nvPr/>
        </p:nvSpPr>
        <p:spPr>
          <a:xfrm xmlns:a="http://schemas.openxmlformats.org/drawingml/2006/main">
            <a:off x="9401175" y="3638550"/>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組成で衝突頻度も変化</a:t>
            </a:r>
          </a:p>
        </p:txBody>
      </p:sp>
      <p:sp>
        <p:nvSpPr>
          <p:cNvPr id="31" name="">
            <a:extLst xmlns:a="http://schemas.openxmlformats.org/drawingml/2006/main">
              <a:ext uri="{FF2B5EF4-FFF2-40B4-BE49-F238E27FC236}">
                <a16:creationId xmlns:a16="http://schemas.microsoft.com/office/drawing/2014/main" id="{A86DB2E1-03AA-43C8-BECB-FA7E873A8436}"/>
              </a:ext>
            </a:extLst>
          </p:cNvPr>
          <p:cNvSpPr>
            <a:spLocks xmlns:a="http://schemas.openxmlformats.org/drawingml/2006/main" noGrp="1"/>
          </p:cNvSpPr>
          <p:nvPr/>
        </p:nvSpPr>
        <p:spPr>
          <a:xfrm xmlns:a="http://schemas.openxmlformats.org/drawingml/2006/main">
            <a:off x="3905250" y="476250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本資料のICP条件例</a:t>
            </a:r>
          </a:p>
        </p:txBody>
      </p:sp>
      <p:sp>
        <p:nvSpPr>
          <p:cNvPr id="32" name="">
            <a:extLst xmlns:a="http://schemas.openxmlformats.org/drawingml/2006/main">
              <a:ext uri="{FF2B5EF4-FFF2-40B4-BE49-F238E27FC236}">
                <a16:creationId xmlns:a16="http://schemas.microsoft.com/office/drawing/2014/main" id="{97E4A9F2-2DA1-42C5-8C4D-B5DD9B27F609}"/>
              </a:ext>
            </a:extLst>
          </p:cNvPr>
          <p:cNvSpPr>
            <a:spLocks xmlns:a="http://schemas.openxmlformats.org/drawingml/2006/main" noGrp="1"/>
          </p:cNvSpPr>
          <p:nvPr/>
        </p:nvSpPr>
        <p:spPr>
          <a:xfrm xmlns:a="http://schemas.openxmlformats.org/drawingml/2006/main">
            <a:off x="6429375" y="4619625"/>
            <a:ext cx="4857750" cy="666750"/>
          </a:xfrm>
          <a:prstGeom xmlns:a="http://schemas.openxmlformats.org/drawingml/2006/main" prst="rect">
            <a:avLst/>
          </a:prstGeom>
          <a:solidFill xmlns:a="http://schemas.openxmlformats.org/drawingml/2006/main">
            <a:srgbClr val="F2F3F4"/>
          </a:solidFill>
          <a:ln xmlns:a="http://schemas.openxmlformats.org/drawingml/2006/main" w="7620">
            <a:solidFill>
              <a:srgbClr val="D0D5D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350" b="0" i="0">
                <a:solidFill>
                  <a:srgbClr val="333333"/>
                </a:solidFill>
                <a:latin typeface="Cambria Math"/>
                <a:ea typeface="Cambria Math"/>
                <a:cs typeface="Cambria Math"/>
              </a:defRPr>
            </a:pPr>
            <a:r>
              <a:rPr sz="1350" b="0" i="0">
                <a:solidFill>
                  <a:srgbClr val="333333"/>
                </a:solidFill>
                <a:latin typeface="Cambria Math"/>
                <a:ea typeface="Cambria Math"/>
                <a:cs typeface="Cambria Math"/>
              </a:rPr>
              <a:t>p = 13.3 Pa, T_g = 300 K では N ≈ 3.21×10²¹ m⁻³</a:t>
            </a:r>
          </a:p>
          <a:p xmlns:a="http://schemas.openxmlformats.org/drawingml/2006/main">
            <a:pPr algn="ctr">
              <a:lnSpc>
                <a:spcPct val="102000"/>
              </a:lnSpc>
              <a:buNone/>
              <a:defRPr sz="1350" b="0" i="0">
                <a:solidFill>
                  <a:srgbClr val="333333"/>
                </a:solidFill>
                <a:latin typeface="Cambria Math"/>
                <a:ea typeface="Cambria Math"/>
                <a:cs typeface="Cambria Math"/>
              </a:defRPr>
            </a:pPr>
            <a:r>
              <a:rPr sz="1350" b="0" i="0">
                <a:solidFill>
                  <a:srgbClr val="333333"/>
                </a:solidFill>
                <a:latin typeface="Cambria Math"/>
                <a:ea typeface="Cambria Math"/>
                <a:cs typeface="Cambria Math"/>
              </a:rPr>
              <a:t>E/N = 100 Td に相当する電場は E ≈ 321 V m⁻¹</a:t>
            </a:r>
          </a:p>
        </p:txBody>
      </p:sp>
      <p:sp>
        <p:nvSpPr>
          <p:cNvPr id="33" name="takeaway-bullet">
            <a:extLst xmlns:a="http://schemas.openxmlformats.org/drawingml/2006/main">
              <a:ext uri="{FF2B5EF4-FFF2-40B4-BE49-F238E27FC236}">
                <a16:creationId xmlns:a16="http://schemas.microsoft.com/office/drawing/2014/main" id="{8000E846-2ED6-46C8-B9D5-0C77BAD92106}"/>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34" name="takeaway">
            <a:extLst xmlns:a="http://schemas.openxmlformats.org/drawingml/2006/main">
              <a:ext uri="{FF2B5EF4-FFF2-40B4-BE49-F238E27FC236}">
                <a16:creationId xmlns:a16="http://schemas.microsoft.com/office/drawing/2014/main" id="{51C84EBA-2444-41B7-8288-D41DDE082A18}"/>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E/Nと混合比がEEDFの一次的な座標。装置内ではE/Nまたは平均エネルギーを局所参照量として使う。</a:t>
            </a:r>
          </a:p>
        </p:txBody>
      </p:sp>
      <p:sp>
        <p:nvSpPr>
          <p:cNvPr id="36" name="footer">
            <a:extLst xmlns:a="http://schemas.openxmlformats.org/drawingml/2006/main">
              <a:ext uri="{FF2B5EF4-FFF2-40B4-BE49-F238E27FC236}">
                <a16:creationId xmlns:a16="http://schemas.microsoft.com/office/drawing/2014/main" id="{05332612-A21A-4928-AD40-3AAE420F627F}"/>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37" name="page">
            <a:extLst xmlns:a="http://schemas.openxmlformats.org/drawingml/2006/main">
              <a:ext uri="{FF2B5EF4-FFF2-40B4-BE49-F238E27FC236}">
                <a16:creationId xmlns:a16="http://schemas.microsoft.com/office/drawing/2014/main" id="{BB8C0F68-1F60-436C-90F4-FBF576B3C16D}"/>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06</a:t>
            </a:r>
          </a:p>
        </p:txBody>
      </p:sp>
      <p:sp>
        <p:nvSpPr>
          <p:cNvPr id="38" name="section">
            <a:extLst xmlns:a="http://schemas.openxmlformats.org/drawingml/2006/main">
              <a:ext uri="{FF2B5EF4-FFF2-40B4-BE49-F238E27FC236}">
                <a16:creationId xmlns:a16="http://schemas.microsoft.com/office/drawing/2014/main" id="{F7BE0AC4-B870-4FC0-8B7F-5103536771C9}"/>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 目的と基礎</a:t>
            </a:r>
          </a:p>
        </p:txBody>
      </p:sp>
    </p:spTree>
    <p:extLst>
      <p:ext uri="{BB962C8B-B14F-4D97-AF65-F5344CB8AC3E}">
        <p14:creationId xmlns:p14="http://schemas.microsoft.com/office/powerpoint/2010/main" val="13132316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48EE9E68-C8F5-4C44-AA24-ADFB4D925AA6}"/>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Swarm計算が出す物理量と、COMSOLでの役割</a:t>
            </a:r>
          </a:p>
        </p:txBody>
      </p:sp>
      <p:graphicFrame>
        <p:nvGraphicFramePr>
          <p:cNvPr id="14" name=""/>
          <p:cNvGraphicFramePr/>
          <p:nvPr/>
        </p:nvGraphicFramePr>
        <p:xfrm>
          <a:off xmlns:a="http://schemas.openxmlformats.org/drawingml/2006/main" x="476250" y="1381125"/>
          <a:ext xmlns:a="http://schemas.openxmlformats.org/drawingml/2006/main" cx="11239500" cy="4143375"/>
        </p:xfrm>
        <a:graphic xmlns:a="http://schemas.openxmlformats.org/drawingml/2006/main">
          <a:graphicData uri="http://schemas.openxmlformats.org/drawingml/2006/table">
            <a:tbl>
              <a:tblPr/>
              <a:tblGrid>
                <a:gridCol w="1873250"/>
                <a:gridCol w="2472690"/>
                <a:gridCol w="3221990"/>
                <a:gridCol w="3671570"/>
              </a:tblGrid>
              <a:tr h="591911">
                <a:tc>
                  <a:txBody>
                    <a:bodyPr lIns="57150" tIns="47625" rIns="57150" bIns="47625">
                      <a:normAutofit/>
                    </a:bodyPr>
                    <a:lstStyle/>
                    <a:p>
                      <a:pPr algn="l">
                        <a:buNone/>
                      </a:pPr>
                      <a:r>
                        <a:rPr sz="1125" b="1">
                          <a:solidFill>
                            <a:srgbClr val="FFFFFF"/>
                          </a:solidFill>
                          <a:latin typeface="Noto Sans JP"/>
                          <a:ea typeface="Noto Sans JP"/>
                          <a:cs typeface="Noto Sans JP"/>
                        </a:rPr>
                        <a:t>物理量</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定義・単位</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何を表すか</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COMSOLで使う場所</a:t>
                      </a:r>
                    </a:p>
                  </a:txBody>
                  <a:tcPr marL="91440" marR="91440" marT="45720" marB="45720" anchor="ctr">
                    <a:solidFill>
                      <a:srgbClr val="00A6D6"/>
                    </a:solidFill>
                  </a:tcPr>
                </a:tc>
              </a:tr>
              <a:tr h="591911">
                <a:tc>
                  <a:txBody>
                    <a:bodyPr lIns="57150" tIns="47625" rIns="57150" bIns="47625">
                      <a:normAutofit/>
                    </a:bodyPr>
                    <a:lstStyle/>
                    <a:p>
                      <a:pPr algn="l">
                        <a:buNone/>
                      </a:pPr>
                      <a:r>
                        <a:rPr sz="1050" b="1">
                          <a:solidFill>
                            <a:srgbClr val="333333"/>
                          </a:solidFill>
                          <a:latin typeface="Noto Sans JP"/>
                          <a:ea typeface="Noto Sans JP"/>
                          <a:cs typeface="Noto Sans JP"/>
                        </a:rPr>
                        <a:t>EEDF p(ε)</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∫p dε = 1  [eV⁻¹]</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電子が各エネルギーに存在する割合</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反応速度、エネルギー損失、EEDF参照表</a:t>
                      </a:r>
                    </a:p>
                  </a:txBody>
                  <a:tcPr marL="91440" marR="91440" marT="45720" marB="45720" anchor="ctr">
                    <a:solidFill>
                      <a:srgbClr val="FFFFFF"/>
                    </a:solidFill>
                  </a:tcPr>
                </a:tc>
              </a:tr>
              <a:tr h="591911">
                <a:tc>
                  <a:txBody>
                    <a:bodyPr lIns="57150" tIns="47625" rIns="57150" bIns="47625">
                      <a:normAutofit/>
                    </a:bodyPr>
                    <a:lstStyle/>
                    <a:p>
                      <a:pPr algn="l">
                        <a:buNone/>
                      </a:pPr>
                      <a:r>
                        <a:rPr sz="1050" b="1">
                          <a:solidFill>
                            <a:srgbClr val="333333"/>
                          </a:solidFill>
                          <a:latin typeface="Noto Sans JP"/>
                          <a:ea typeface="Noto Sans JP"/>
                          <a:cs typeface="Noto Sans JP"/>
                        </a:rPr>
                        <a:t>平均エネルギー ⟨ε⟩</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∫εp dε  [eV]</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EEDFの一次モーメント</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電子エネルギー方程式の状態量</a:t>
                      </a:r>
                    </a:p>
                  </a:txBody>
                  <a:tcPr marL="91440" marR="91440" marT="45720" marB="45720" anchor="ctr">
                    <a:solidFill>
                      <a:srgbClr val="F2F3F4"/>
                    </a:solidFill>
                  </a:tcPr>
                </a:tc>
              </a:tr>
              <a:tr h="591911">
                <a:tc>
                  <a:txBody>
                    <a:bodyPr lIns="57150" tIns="47625" rIns="57150" bIns="47625">
                      <a:normAutofit/>
                    </a:bodyPr>
                    <a:lstStyle/>
                    <a:p>
                      <a:pPr algn="l">
                        <a:buNone/>
                      </a:pPr>
                      <a:r>
                        <a:rPr sz="1050" b="1">
                          <a:solidFill>
                            <a:srgbClr val="333333"/>
                          </a:solidFill>
                          <a:latin typeface="Noto Sans JP"/>
                          <a:ea typeface="Noto Sans JP"/>
                          <a:cs typeface="Noto Sans JP"/>
                        </a:rPr>
                        <a:t>移動度 μ または μN</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m² V⁻¹ s⁻¹ / m⁻¹ V⁻¹ s⁻¹</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電場方向の電子流束</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Γₑ = −μnₑE − D∇nₑ</a:t>
                      </a:r>
                    </a:p>
                  </a:txBody>
                  <a:tcPr marL="91440" marR="91440" marT="45720" marB="45720" anchor="ctr">
                    <a:solidFill>
                      <a:srgbClr val="FFFFFF"/>
                    </a:solidFill>
                  </a:tcPr>
                </a:tc>
              </a:tr>
              <a:tr h="591911">
                <a:tc>
                  <a:txBody>
                    <a:bodyPr lIns="57150" tIns="47625" rIns="57150" bIns="47625">
                      <a:normAutofit/>
                    </a:bodyPr>
                    <a:lstStyle/>
                    <a:p>
                      <a:pPr algn="l">
                        <a:buNone/>
                      </a:pPr>
                      <a:r>
                        <a:rPr sz="1050" b="1">
                          <a:solidFill>
                            <a:srgbClr val="333333"/>
                          </a:solidFill>
                          <a:latin typeface="Noto Sans JP"/>
                          <a:ea typeface="Noto Sans JP"/>
                          <a:cs typeface="Noto Sans JP"/>
                        </a:rPr>
                        <a:t>拡散係数 D または DN</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m² s⁻¹ / m⁻¹ s⁻¹</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密度勾配による広がり</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電子・エネルギー流束</a:t>
                      </a:r>
                    </a:p>
                  </a:txBody>
                  <a:tcPr marL="91440" marR="91440" marT="45720" marB="45720" anchor="ctr">
                    <a:solidFill>
                      <a:srgbClr val="F2F3F4"/>
                    </a:solidFill>
                  </a:tcPr>
                </a:tc>
              </a:tr>
              <a:tr h="591911">
                <a:tc>
                  <a:txBody>
                    <a:bodyPr lIns="57150" tIns="47625" rIns="57150" bIns="47625">
                      <a:normAutofit/>
                    </a:bodyPr>
                    <a:lstStyle/>
                    <a:p>
                      <a:pPr algn="l">
                        <a:buNone/>
                      </a:pPr>
                      <a:r>
                        <a:rPr sz="1050" b="1">
                          <a:solidFill>
                            <a:srgbClr val="333333"/>
                          </a:solidFill>
                          <a:latin typeface="Noto Sans JP"/>
                          <a:ea typeface="Noto Sans JP"/>
                          <a:cs typeface="Noto Sans JP"/>
                        </a:rPr>
                        <a:t>反応速度係数 kⱼ</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m³ s⁻¹</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励起・電離・解離・付着の頻度</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Rⱼ = kⱼ Nⱼ nₑ</a:t>
                      </a:r>
                    </a:p>
                  </a:txBody>
                  <a:tcPr marL="91440" marR="91440" marT="45720" marB="45720" anchor="ctr">
                    <a:solidFill>
                      <a:srgbClr val="FFFFFF"/>
                    </a:solidFill>
                  </a:tcPr>
                </a:tc>
              </a:tr>
              <a:tr h="591911">
                <a:tc>
                  <a:txBody>
                    <a:bodyPr lIns="57150" tIns="47625" rIns="57150" bIns="47625">
                      <a:normAutofit/>
                    </a:bodyPr>
                    <a:lstStyle/>
                    <a:p>
                      <a:pPr algn="l">
                        <a:buNone/>
                      </a:pPr>
                      <a:r>
                        <a:rPr sz="1050" b="1">
                          <a:solidFill>
                            <a:srgbClr val="333333"/>
                          </a:solidFill>
                          <a:latin typeface="Noto Sans JP"/>
                          <a:ea typeface="Noto Sans JP"/>
                          <a:cs typeface="Noto Sans JP"/>
                        </a:rPr>
                        <a:t>成長・減衰率 g</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s⁻¹</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電離と付着を含む電子数変化</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Swarm計算の定常性・人口バランス確認</a:t>
                      </a:r>
                    </a:p>
                  </a:txBody>
                  <a:tcPr marL="91440" marR="91440" marT="45720" marB="45720" anchor="ctr">
                    <a:solidFill>
                      <a:srgbClr val="F2F3F4"/>
                    </a:solidFill>
                  </a:tcPr>
                </a:tc>
              </a:tr>
            </a:tbl>
          </a:graphicData>
        </a:graphic>
      </p:graphicFrame>
      <p:sp>
        <p:nvSpPr>
          <p:cNvPr id="4" name="takeaway-bullet">
            <a:extLst xmlns:a="http://schemas.openxmlformats.org/drawingml/2006/main">
              <a:ext uri="{FF2B5EF4-FFF2-40B4-BE49-F238E27FC236}">
                <a16:creationId xmlns:a16="http://schemas.microsoft.com/office/drawing/2014/main" id="{716D949E-99A5-4BA3-8062-FAA14EE26C2E}"/>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5" name="takeaway">
            <a:extLst xmlns:a="http://schemas.openxmlformats.org/drawingml/2006/main">
              <a:ext uri="{FF2B5EF4-FFF2-40B4-BE49-F238E27FC236}">
                <a16:creationId xmlns:a16="http://schemas.microsoft.com/office/drawing/2014/main" id="{AA113472-8759-44E0-9B22-4C22FBE6F083}"/>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同じEEDFから輸送係数と反応速度を計算し、単位と定義を固定してCOMSOLへ渡す。</a:t>
            </a:r>
          </a:p>
        </p:txBody>
      </p:sp>
      <p:sp>
        <p:nvSpPr>
          <p:cNvPr id="6" name="source">
            <a:extLst xmlns:a="http://schemas.openxmlformats.org/drawingml/2006/main">
              <a:ext uri="{FF2B5EF4-FFF2-40B4-BE49-F238E27FC236}">
                <a16:creationId xmlns:a16="http://schemas.microsoft.com/office/drawing/2014/main" id="{410352C8-9FDC-412D-901E-2921C5E81ABB}"/>
              </a:ext>
            </a:extLst>
          </p:cNvPr>
          <p:cNvSpPr>
            <a:spLocks xmlns:a="http://schemas.openxmlformats.org/drawingml/2006/main" noGrp="1"/>
          </p:cNvSpPr>
          <p:nvPr/>
        </p:nvSpPr>
        <p:spPr>
          <a:xfrm xmlns:a="http://schemas.openxmlformats.org/drawingml/2006/main">
            <a:off x="419100" y="63341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Definitions follow the repository result schema and COMSOL input tables; detailed conventions in speaker notes.</a:t>
            </a:r>
          </a:p>
        </p:txBody>
      </p:sp>
      <p:sp>
        <p:nvSpPr>
          <p:cNvPr id="8" name="footer">
            <a:extLst xmlns:a="http://schemas.openxmlformats.org/drawingml/2006/main">
              <a:ext uri="{FF2B5EF4-FFF2-40B4-BE49-F238E27FC236}">
                <a16:creationId xmlns:a16="http://schemas.microsoft.com/office/drawing/2014/main" id="{89AA3A82-45DD-41E9-B334-E532BEF4A22B}"/>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9" name="page">
            <a:extLst xmlns:a="http://schemas.openxmlformats.org/drawingml/2006/main">
              <a:ext uri="{FF2B5EF4-FFF2-40B4-BE49-F238E27FC236}">
                <a16:creationId xmlns:a16="http://schemas.microsoft.com/office/drawing/2014/main" id="{BCEDAB5A-D25B-4704-B886-82FA9C8AC471}"/>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07</a:t>
            </a:r>
          </a:p>
        </p:txBody>
      </p:sp>
      <p:sp>
        <p:nvSpPr>
          <p:cNvPr id="11" name="section">
            <a:extLst xmlns:a="http://schemas.openxmlformats.org/drawingml/2006/main">
              <a:ext uri="{FF2B5EF4-FFF2-40B4-BE49-F238E27FC236}">
                <a16:creationId xmlns:a16="http://schemas.microsoft.com/office/drawing/2014/main" id="{268E5099-811A-46B8-B8CE-2D137C36B0B3}"/>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 目的と基礎</a:t>
            </a:r>
          </a:p>
        </p:txBody>
      </p:sp>
    </p:spTree>
    <p:extLst>
      <p:ext uri="{BB962C8B-B14F-4D97-AF65-F5344CB8AC3E}">
        <p14:creationId xmlns:p14="http://schemas.microsoft.com/office/powerpoint/2010/main" val="7596410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392D1AB3-D361-4CE6-903D-4FBEF87B3D89}"/>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このコードで分かること、分からないこと</a:t>
            </a:r>
          </a:p>
        </p:txBody>
      </p:sp>
      <p:sp>
        <p:nvSpPr>
          <p:cNvPr id="3" name="">
            <a:extLst xmlns:a="http://schemas.openxmlformats.org/drawingml/2006/main">
              <a:ext uri="{FF2B5EF4-FFF2-40B4-BE49-F238E27FC236}">
                <a16:creationId xmlns:a16="http://schemas.microsoft.com/office/drawing/2014/main" id="{E2BACE5E-1292-47A2-AF49-F8F3873339AE}"/>
              </a:ext>
            </a:extLst>
          </p:cNvPr>
          <p:cNvSpPr>
            <a:spLocks xmlns:a="http://schemas.openxmlformats.org/drawingml/2006/main" noGrp="1"/>
          </p:cNvSpPr>
          <p:nvPr/>
        </p:nvSpPr>
        <p:spPr>
          <a:xfrm xmlns:a="http://schemas.openxmlformats.org/drawingml/2006/main">
            <a:off x="666750" y="1476375"/>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1" i="0">
                <a:solidFill>
                  <a:srgbClr val="008DB6"/>
                </a:solidFill>
                <a:latin typeface="Noto Sans JP"/>
                <a:ea typeface="Noto Sans JP"/>
                <a:cs typeface="Noto Sans JP"/>
              </a:defRPr>
            </a:pPr>
            <a:r>
              <a:rPr sz="1800" b="1" i="0">
                <a:solidFill>
                  <a:srgbClr val="008DB6"/>
                </a:solidFill>
                <a:latin typeface="Noto Sans JP"/>
                <a:ea typeface="Noto Sans JP"/>
                <a:cs typeface="Noto Sans JP"/>
              </a:rPr>
              <a:t>このコードが直接計算する</a:t>
            </a:r>
          </a:p>
        </p:txBody>
      </p:sp>
      <p:sp>
        <p:nvSpPr>
          <p:cNvPr id="4" name="">
            <a:extLst xmlns:a="http://schemas.openxmlformats.org/drawingml/2006/main">
              <a:ext uri="{FF2B5EF4-FFF2-40B4-BE49-F238E27FC236}">
                <a16:creationId xmlns:a16="http://schemas.microsoft.com/office/drawing/2014/main" id="{1251B988-BDA5-4939-B437-581A9EA3E315}"/>
              </a:ext>
            </a:extLst>
          </p:cNvPr>
          <p:cNvSpPr>
            <a:spLocks xmlns:a="http://schemas.openxmlformats.org/drawingml/2006/main" noGrp="1"/>
          </p:cNvSpPr>
          <p:nvPr/>
        </p:nvSpPr>
        <p:spPr>
          <a:xfrm xmlns:a="http://schemas.openxmlformats.org/drawingml/2006/main">
            <a:off x="6762750" y="1476375"/>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1" i="0">
                <a:solidFill>
                  <a:srgbClr val="D64045"/>
                </a:solidFill>
                <a:latin typeface="Noto Sans JP"/>
                <a:ea typeface="Noto Sans JP"/>
                <a:cs typeface="Noto Sans JP"/>
              </a:defRPr>
            </a:pPr>
            <a:r>
              <a:rPr sz="1800" b="1" i="0">
                <a:solidFill>
                  <a:srgbClr val="D64045"/>
                </a:solidFill>
                <a:latin typeface="Noto Sans JP"/>
                <a:ea typeface="Noto Sans JP"/>
                <a:cs typeface="Noto Sans JP"/>
              </a:rPr>
              <a:t>別モデルまたは追加証拠が必要</a:t>
            </a:r>
          </a:p>
        </p:txBody>
      </p:sp>
      <p:sp>
        <p:nvSpPr>
          <p:cNvPr id="5" name="">
            <a:extLst xmlns:a="http://schemas.openxmlformats.org/drawingml/2006/main">
              <a:ext uri="{FF2B5EF4-FFF2-40B4-BE49-F238E27FC236}">
                <a16:creationId xmlns:a16="http://schemas.microsoft.com/office/drawing/2014/main" id="{EF56F107-A39A-4F2A-9156-76971B19B8DC}"/>
              </a:ext>
            </a:extLst>
          </p:cNvPr>
          <p:cNvSpPr>
            <a:spLocks xmlns:a="http://schemas.openxmlformats.org/drawingml/2006/main" noGrp="1"/>
          </p:cNvSpPr>
          <p:nvPr/>
        </p:nvSpPr>
        <p:spPr>
          <a:xfrm xmlns:a="http://schemas.openxmlformats.org/drawingml/2006/main">
            <a:off x="6096000" y="1428750"/>
            <a:ext cx="0" cy="4000500"/>
          </a:xfrm>
          <a:prstGeom xmlns:a="http://schemas.openxmlformats.org/drawingml/2006/main" prst="line">
            <a:avLst/>
          </a:prstGeom>
          <a:noFill xmlns:a="http://schemas.openxmlformats.org/drawingml/2006/main"/>
          <a:ln xmlns:a="http://schemas.openxmlformats.org/drawingml/2006/main" w="9525">
            <a:solidFill>
              <a:srgbClr val="C7D1D6"/>
            </a:solidFill>
            <a:prstDash val="solid"/>
          </a:ln>
        </p:spPr>
      </p:sp>
      <p:sp>
        <p:nvSpPr>
          <p:cNvPr id="6" name="">
            <a:extLst xmlns:a="http://schemas.openxmlformats.org/drawingml/2006/main">
              <a:ext uri="{FF2B5EF4-FFF2-40B4-BE49-F238E27FC236}">
                <a16:creationId xmlns:a16="http://schemas.microsoft.com/office/drawing/2014/main" id="{4B91A7A5-0292-4121-B0DF-17993D2EC8C0}"/>
              </a:ext>
            </a:extLst>
          </p:cNvPr>
          <p:cNvSpPr>
            <a:spLocks xmlns:a="http://schemas.openxmlformats.org/drawingml/2006/main" noGrp="1"/>
          </p:cNvSpPr>
          <p:nvPr/>
        </p:nvSpPr>
        <p:spPr>
          <a:xfrm xmlns:a="http://schemas.openxmlformats.org/drawingml/2006/main">
            <a:off x="904875" y="2238375"/>
            <a:ext cx="85725" cy="85725"/>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BCF9290-1532-4C98-9DCC-3BF68373FC09}"/>
              </a:ext>
            </a:extLst>
          </p:cNvPr>
          <p:cNvSpPr>
            <a:spLocks xmlns:a="http://schemas.openxmlformats.org/drawingml/2006/main" noGrp="1"/>
          </p:cNvSpPr>
          <p:nvPr/>
        </p:nvSpPr>
        <p:spPr>
          <a:xfrm xmlns:a="http://schemas.openxmlformats.org/drawingml/2006/main">
            <a:off x="1143000" y="20764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一様DC場でのEEDFと電子物性</a:t>
            </a:r>
          </a:p>
        </p:txBody>
      </p:sp>
      <p:sp>
        <p:nvSpPr>
          <p:cNvPr id="8" name="">
            <a:extLst xmlns:a="http://schemas.openxmlformats.org/drawingml/2006/main">
              <a:ext uri="{FF2B5EF4-FFF2-40B4-BE49-F238E27FC236}">
                <a16:creationId xmlns:a16="http://schemas.microsoft.com/office/drawing/2014/main" id="{2900E2E1-3C86-4447-861A-863B0A0B3E4C}"/>
              </a:ext>
            </a:extLst>
          </p:cNvPr>
          <p:cNvSpPr>
            <a:spLocks xmlns:a="http://schemas.openxmlformats.org/drawingml/2006/main" noGrp="1"/>
          </p:cNvSpPr>
          <p:nvPr/>
        </p:nvSpPr>
        <p:spPr>
          <a:xfrm xmlns:a="http://schemas.openxmlformats.org/drawingml/2006/main">
            <a:off x="904875" y="2867025"/>
            <a:ext cx="85725" cy="85725"/>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8425C2F-D42F-494A-8BAD-D4665C6CD732}"/>
              </a:ext>
            </a:extLst>
          </p:cNvPr>
          <p:cNvSpPr>
            <a:spLocks xmlns:a="http://schemas.openxmlformats.org/drawingml/2006/main" noGrp="1"/>
          </p:cNvSpPr>
          <p:nvPr/>
        </p:nvSpPr>
        <p:spPr>
          <a:xfrm xmlns:a="http://schemas.openxmlformats.org/drawingml/2006/main">
            <a:off x="1143000" y="27051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9553"/>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two-term / multi-term / Monte Carlo / propagatorの比較</a:t>
            </a:r>
          </a:p>
        </p:txBody>
      </p:sp>
      <p:sp>
        <p:nvSpPr>
          <p:cNvPr id="10" name="">
            <a:extLst xmlns:a="http://schemas.openxmlformats.org/drawingml/2006/main">
              <a:ext uri="{FF2B5EF4-FFF2-40B4-BE49-F238E27FC236}">
                <a16:creationId xmlns:a16="http://schemas.microsoft.com/office/drawing/2014/main" id="{7085F738-7E76-40C8-AAA2-D594EC77F2B9}"/>
              </a:ext>
            </a:extLst>
          </p:cNvPr>
          <p:cNvSpPr>
            <a:spLocks xmlns:a="http://schemas.openxmlformats.org/drawingml/2006/main" noGrp="1"/>
          </p:cNvSpPr>
          <p:nvPr/>
        </p:nvSpPr>
        <p:spPr>
          <a:xfrm xmlns:a="http://schemas.openxmlformats.org/drawingml/2006/main">
            <a:off x="904875" y="3495675"/>
            <a:ext cx="85725" cy="85725"/>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D84E119-231C-48DE-82E3-B7BF6C77973A}"/>
              </a:ext>
            </a:extLst>
          </p:cNvPr>
          <p:cNvSpPr>
            <a:spLocks xmlns:a="http://schemas.openxmlformats.org/drawingml/2006/main" noGrp="1"/>
          </p:cNvSpPr>
          <p:nvPr/>
        </p:nvSpPr>
        <p:spPr>
          <a:xfrm xmlns:a="http://schemas.openxmlformats.org/drawingml/2006/main">
            <a:off x="1143000" y="33337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Ar、N₂、O₂混合に対するE/N掃引</a:t>
            </a:r>
          </a:p>
        </p:txBody>
      </p:sp>
      <p:sp>
        <p:nvSpPr>
          <p:cNvPr id="12" name="">
            <a:extLst xmlns:a="http://schemas.openxmlformats.org/drawingml/2006/main">
              <a:ext uri="{FF2B5EF4-FFF2-40B4-BE49-F238E27FC236}">
                <a16:creationId xmlns:a16="http://schemas.microsoft.com/office/drawing/2014/main" id="{66B3F96D-075A-460D-882D-EEF370666DD6}"/>
              </a:ext>
            </a:extLst>
          </p:cNvPr>
          <p:cNvSpPr>
            <a:spLocks xmlns:a="http://schemas.openxmlformats.org/drawingml/2006/main" noGrp="1"/>
          </p:cNvSpPr>
          <p:nvPr/>
        </p:nvSpPr>
        <p:spPr>
          <a:xfrm xmlns:a="http://schemas.openxmlformats.org/drawingml/2006/main">
            <a:off x="904875" y="4124325"/>
            <a:ext cx="85725" cy="85725"/>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E284E77-9A2D-4803-B527-A6BB339234BE}"/>
              </a:ext>
            </a:extLst>
          </p:cNvPr>
          <p:cNvSpPr>
            <a:spLocks xmlns:a="http://schemas.openxmlformats.org/drawingml/2006/main" noGrp="1"/>
          </p:cNvSpPr>
          <p:nvPr/>
        </p:nvSpPr>
        <p:spPr>
          <a:xfrm xmlns:a="http://schemas.openxmlformats.org/drawingml/2006/main">
            <a:off x="1143000" y="39624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格子収束・統計誤差・手法間差の確認</a:t>
            </a:r>
          </a:p>
        </p:txBody>
      </p:sp>
      <p:sp>
        <p:nvSpPr>
          <p:cNvPr id="14" name="">
            <a:extLst xmlns:a="http://schemas.openxmlformats.org/drawingml/2006/main">
              <a:ext uri="{FF2B5EF4-FFF2-40B4-BE49-F238E27FC236}">
                <a16:creationId xmlns:a16="http://schemas.microsoft.com/office/drawing/2014/main" id="{B433C9E9-CFAD-49D2-8216-0DB7C48BA196}"/>
              </a:ext>
            </a:extLst>
          </p:cNvPr>
          <p:cNvSpPr>
            <a:spLocks xmlns:a="http://schemas.openxmlformats.org/drawingml/2006/main" noGrp="1"/>
          </p:cNvSpPr>
          <p:nvPr/>
        </p:nvSpPr>
        <p:spPr>
          <a:xfrm xmlns:a="http://schemas.openxmlformats.org/drawingml/2006/main">
            <a:off x="904875" y="4752975"/>
            <a:ext cx="85725" cy="85725"/>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3641738-8D06-46C9-8093-A0407A94E01D}"/>
              </a:ext>
            </a:extLst>
          </p:cNvPr>
          <p:cNvSpPr>
            <a:spLocks xmlns:a="http://schemas.openxmlformats.org/drawingml/2006/main" noGrp="1"/>
          </p:cNvSpPr>
          <p:nvPr/>
        </p:nvSpPr>
        <p:spPr>
          <a:xfrm xmlns:a="http://schemas.openxmlformats.org/drawingml/2006/main">
            <a:off x="1143000" y="45910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COMSOL用の物性表と出典情報の出力</a:t>
            </a:r>
          </a:p>
        </p:txBody>
      </p:sp>
      <p:sp>
        <p:nvSpPr>
          <p:cNvPr id="16" name="">
            <a:extLst xmlns:a="http://schemas.openxmlformats.org/drawingml/2006/main">
              <a:ext uri="{FF2B5EF4-FFF2-40B4-BE49-F238E27FC236}">
                <a16:creationId xmlns:a16="http://schemas.microsoft.com/office/drawing/2014/main" id="{E44F38BC-0510-42C2-844E-DFD0BFD4A787}"/>
              </a:ext>
            </a:extLst>
          </p:cNvPr>
          <p:cNvSpPr>
            <a:spLocks xmlns:a="http://schemas.openxmlformats.org/drawingml/2006/main" noGrp="1"/>
          </p:cNvSpPr>
          <p:nvPr/>
        </p:nvSpPr>
        <p:spPr>
          <a:xfrm xmlns:a="http://schemas.openxmlformats.org/drawingml/2006/main">
            <a:off x="7000875" y="2238375"/>
            <a:ext cx="85725" cy="85725"/>
          </a:xfrm>
          <a:prstGeom xmlns:a="http://schemas.openxmlformats.org/drawingml/2006/main" prst="rect">
            <a:avLst/>
          </a:prstGeom>
          <a:solidFill xmlns:a="http://schemas.openxmlformats.org/drawingml/2006/main">
            <a:srgbClr val="D640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3B2062A-383B-4113-83E4-9AD8C60246FB}"/>
              </a:ext>
            </a:extLst>
          </p:cNvPr>
          <p:cNvSpPr>
            <a:spLocks xmlns:a="http://schemas.openxmlformats.org/drawingml/2006/main" noGrp="1"/>
          </p:cNvSpPr>
          <p:nvPr/>
        </p:nvSpPr>
        <p:spPr>
          <a:xfrm xmlns:a="http://schemas.openxmlformats.org/drawingml/2006/main">
            <a:off x="7239000" y="207645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装置内の2次元・3次元空間分布そのもの</a:t>
            </a:r>
          </a:p>
        </p:txBody>
      </p:sp>
      <p:sp>
        <p:nvSpPr>
          <p:cNvPr id="18" name="">
            <a:extLst xmlns:a="http://schemas.openxmlformats.org/drawingml/2006/main">
              <a:ext uri="{FF2B5EF4-FFF2-40B4-BE49-F238E27FC236}">
                <a16:creationId xmlns:a16="http://schemas.microsoft.com/office/drawing/2014/main" id="{A325E4ED-3C89-4013-8396-067E1F38BAE4}"/>
              </a:ext>
            </a:extLst>
          </p:cNvPr>
          <p:cNvSpPr>
            <a:spLocks xmlns:a="http://schemas.openxmlformats.org/drawingml/2006/main" noGrp="1"/>
          </p:cNvSpPr>
          <p:nvPr/>
        </p:nvSpPr>
        <p:spPr>
          <a:xfrm xmlns:a="http://schemas.openxmlformats.org/drawingml/2006/main">
            <a:off x="7000875" y="2867025"/>
            <a:ext cx="85725" cy="85725"/>
          </a:xfrm>
          <a:prstGeom xmlns:a="http://schemas.openxmlformats.org/drawingml/2006/main" prst="rect">
            <a:avLst/>
          </a:prstGeom>
          <a:solidFill xmlns:a="http://schemas.openxmlformats.org/drawingml/2006/main">
            <a:srgbClr val="D6404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C4361DD-C29F-45AD-A7CD-CBD3325F0F0E}"/>
              </a:ext>
            </a:extLst>
          </p:cNvPr>
          <p:cNvSpPr>
            <a:spLocks xmlns:a="http://schemas.openxmlformats.org/drawingml/2006/main" noGrp="1"/>
          </p:cNvSpPr>
          <p:nvPr/>
        </p:nvSpPr>
        <p:spPr>
          <a:xfrm xmlns:a="http://schemas.openxmlformats.org/drawingml/2006/main">
            <a:off x="7239000" y="270510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表面反応、エッチ速度、膜厚・プロファイル</a:t>
            </a:r>
          </a:p>
        </p:txBody>
      </p:sp>
      <p:sp>
        <p:nvSpPr>
          <p:cNvPr id="20" name="">
            <a:extLst xmlns:a="http://schemas.openxmlformats.org/drawingml/2006/main">
              <a:ext uri="{FF2B5EF4-FFF2-40B4-BE49-F238E27FC236}">
                <a16:creationId xmlns:a16="http://schemas.microsoft.com/office/drawing/2014/main" id="{C94F0E92-E344-411B-9626-38FC6B290725}"/>
              </a:ext>
            </a:extLst>
          </p:cNvPr>
          <p:cNvSpPr>
            <a:spLocks xmlns:a="http://schemas.openxmlformats.org/drawingml/2006/main" noGrp="1"/>
          </p:cNvSpPr>
          <p:nvPr/>
        </p:nvSpPr>
        <p:spPr>
          <a:xfrm xmlns:a="http://schemas.openxmlformats.org/drawingml/2006/main">
            <a:off x="7000875" y="3495675"/>
            <a:ext cx="85725" cy="85725"/>
          </a:xfrm>
          <a:prstGeom xmlns:a="http://schemas.openxmlformats.org/drawingml/2006/main" prst="rect">
            <a:avLst/>
          </a:prstGeom>
          <a:solidFill xmlns:a="http://schemas.openxmlformats.org/drawingml/2006/main">
            <a:srgbClr val="D6404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F9E1375-87DA-437F-A2B2-F4592FCBB797}"/>
              </a:ext>
            </a:extLst>
          </p:cNvPr>
          <p:cNvSpPr>
            <a:spLocks xmlns:a="http://schemas.openxmlformats.org/drawingml/2006/main" noGrp="1"/>
          </p:cNvSpPr>
          <p:nvPr/>
        </p:nvSpPr>
        <p:spPr>
          <a:xfrm xmlns:a="http://schemas.openxmlformats.org/drawingml/2006/main">
            <a:off x="7239000" y="333375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シース内のイオンエネルギー分布</a:t>
            </a:r>
          </a:p>
        </p:txBody>
      </p:sp>
      <p:sp>
        <p:nvSpPr>
          <p:cNvPr id="22" name="">
            <a:extLst xmlns:a="http://schemas.openxmlformats.org/drawingml/2006/main">
              <a:ext uri="{FF2B5EF4-FFF2-40B4-BE49-F238E27FC236}">
                <a16:creationId xmlns:a16="http://schemas.microsoft.com/office/drawing/2014/main" id="{A6D1F37A-0EB3-4509-8A23-CF22AB2F4EF1}"/>
              </a:ext>
            </a:extLst>
          </p:cNvPr>
          <p:cNvSpPr>
            <a:spLocks xmlns:a="http://schemas.openxmlformats.org/drawingml/2006/main" noGrp="1"/>
          </p:cNvSpPr>
          <p:nvPr/>
        </p:nvSpPr>
        <p:spPr>
          <a:xfrm xmlns:a="http://schemas.openxmlformats.org/drawingml/2006/main">
            <a:off x="7000875" y="4124325"/>
            <a:ext cx="85725" cy="85725"/>
          </a:xfrm>
          <a:prstGeom xmlns:a="http://schemas.openxmlformats.org/drawingml/2006/main" prst="rect">
            <a:avLst/>
          </a:prstGeom>
          <a:solidFill xmlns:a="http://schemas.openxmlformats.org/drawingml/2006/main">
            <a:srgbClr val="D6404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606F1F2-754C-4C0F-B4E5-D786A373C58E}"/>
              </a:ext>
            </a:extLst>
          </p:cNvPr>
          <p:cNvSpPr>
            <a:spLocks xmlns:a="http://schemas.openxmlformats.org/drawingml/2006/main" noGrp="1"/>
          </p:cNvSpPr>
          <p:nvPr/>
        </p:nvSpPr>
        <p:spPr>
          <a:xfrm xmlns:a="http://schemas.openxmlformats.org/drawingml/2006/main">
            <a:off x="7239000" y="396240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任意RF位相・強い非局所輸送の完全記述</a:t>
            </a:r>
          </a:p>
        </p:txBody>
      </p:sp>
      <p:sp>
        <p:nvSpPr>
          <p:cNvPr id="24" name="">
            <a:extLst xmlns:a="http://schemas.openxmlformats.org/drawingml/2006/main">
              <a:ext uri="{FF2B5EF4-FFF2-40B4-BE49-F238E27FC236}">
                <a16:creationId xmlns:a16="http://schemas.microsoft.com/office/drawing/2014/main" id="{8E0853F4-766F-49E7-84A7-2B1BFCF89DB2}"/>
              </a:ext>
            </a:extLst>
          </p:cNvPr>
          <p:cNvSpPr>
            <a:spLocks xmlns:a="http://schemas.openxmlformats.org/drawingml/2006/main" noGrp="1"/>
          </p:cNvSpPr>
          <p:nvPr/>
        </p:nvSpPr>
        <p:spPr>
          <a:xfrm xmlns:a="http://schemas.openxmlformats.org/drawingml/2006/main">
            <a:off x="7000875" y="4752975"/>
            <a:ext cx="85725" cy="85725"/>
          </a:xfrm>
          <a:prstGeom xmlns:a="http://schemas.openxmlformats.org/drawingml/2006/main" prst="rect">
            <a:avLst/>
          </a:prstGeom>
          <a:solidFill xmlns:a="http://schemas.openxmlformats.org/drawingml/2006/main">
            <a:srgbClr val="D6404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19A0567-1445-4E31-A4F2-FE513555C0E0}"/>
              </a:ext>
            </a:extLst>
          </p:cNvPr>
          <p:cNvSpPr>
            <a:spLocks xmlns:a="http://schemas.openxmlformats.org/drawingml/2006/main" noGrp="1"/>
          </p:cNvSpPr>
          <p:nvPr/>
        </p:nvSpPr>
        <p:spPr>
          <a:xfrm xmlns:a="http://schemas.openxmlformats.org/drawingml/2006/main">
            <a:off x="7239000" y="459105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DCSを与えない場合の厳密な高次角度散乱</a:t>
            </a:r>
          </a:p>
        </p:txBody>
      </p:sp>
      <p:sp>
        <p:nvSpPr>
          <p:cNvPr id="26" name="takeaway-bullet">
            <a:extLst xmlns:a="http://schemas.openxmlformats.org/drawingml/2006/main">
              <a:ext uri="{FF2B5EF4-FFF2-40B4-BE49-F238E27FC236}">
                <a16:creationId xmlns:a16="http://schemas.microsoft.com/office/drawing/2014/main" id="{00FFFD0A-8D35-4A30-8292-D8706CE7A214}"/>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7" name="takeaway">
            <a:extLst xmlns:a="http://schemas.openxmlformats.org/drawingml/2006/main">
              <a:ext uri="{FF2B5EF4-FFF2-40B4-BE49-F238E27FC236}">
                <a16:creationId xmlns:a16="http://schemas.microsoft.com/office/drawing/2014/main" id="{0BA5BBA0-F75E-48A1-A688-BF6BEE86817C}"/>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有用性は「電子物性の仮定を比較し、装置モデルへ伝播する不確かさを絞る」ことにある。</a:t>
            </a:r>
          </a:p>
        </p:txBody>
      </p:sp>
      <p:sp>
        <p:nvSpPr>
          <p:cNvPr id="29" name="footer">
            <a:extLst xmlns:a="http://schemas.openxmlformats.org/drawingml/2006/main">
              <a:ext uri="{FF2B5EF4-FFF2-40B4-BE49-F238E27FC236}">
                <a16:creationId xmlns:a16="http://schemas.microsoft.com/office/drawing/2014/main" id="{6C183814-FD0B-442C-BE04-5E2171B8E6CB}"/>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30" name="page">
            <a:extLst xmlns:a="http://schemas.openxmlformats.org/drawingml/2006/main">
              <a:ext uri="{FF2B5EF4-FFF2-40B4-BE49-F238E27FC236}">
                <a16:creationId xmlns:a16="http://schemas.microsoft.com/office/drawing/2014/main" id="{A211AE25-D147-40ED-B9B7-67B669ADC834}"/>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08</a:t>
            </a:r>
          </a:p>
        </p:txBody>
      </p:sp>
      <p:sp>
        <p:nvSpPr>
          <p:cNvPr id="31" name="section">
            <a:extLst xmlns:a="http://schemas.openxmlformats.org/drawingml/2006/main">
              <a:ext uri="{FF2B5EF4-FFF2-40B4-BE49-F238E27FC236}">
                <a16:creationId xmlns:a16="http://schemas.microsoft.com/office/drawing/2014/main" id="{65C1E03D-981C-497F-9FBC-40822D6BC63B}"/>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 目的と基礎</a:t>
            </a:r>
          </a:p>
        </p:txBody>
      </p:sp>
    </p:spTree>
    <p:extLst>
      <p:ext uri="{BB962C8B-B14F-4D97-AF65-F5344CB8AC3E}">
        <p14:creationId xmlns:p14="http://schemas.microsoft.com/office/powerpoint/2010/main" val="85912651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F25768AE-1D51-41CA-A67F-8ABAD9E8E6CD}"/>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4手法の違いを先に俯瞰する</a:t>
            </a:r>
          </a:p>
        </p:txBody>
      </p:sp>
      <p:graphicFrame>
        <p:nvGraphicFramePr>
          <p:cNvPr id="15" name=""/>
          <p:cNvGraphicFramePr/>
          <p:nvPr/>
        </p:nvGraphicFramePr>
        <p:xfrm>
          <a:off xmlns:a="http://schemas.openxmlformats.org/drawingml/2006/main" x="361950" y="1381125"/>
          <a:ext xmlns:a="http://schemas.openxmlformats.org/drawingml/2006/main" cx="11477625" cy="3714750"/>
        </p:xfrm>
        <a:graphic xmlns:a="http://schemas.openxmlformats.org/drawingml/2006/main">
          <a:graphicData uri="http://schemas.openxmlformats.org/drawingml/2006/table">
            <a:tbl>
              <a:tblPr/>
              <a:tblGrid>
                <a:gridCol w="1434703"/>
                <a:gridCol w="2295525"/>
                <a:gridCol w="2582466"/>
                <a:gridCol w="1205151"/>
                <a:gridCol w="1205151"/>
                <a:gridCol w="2754630"/>
              </a:tblGrid>
              <a:tr h="742950">
                <a:tc>
                  <a:txBody>
                    <a:bodyPr lIns="57150" tIns="47625" rIns="57150" bIns="47625">
                      <a:normAutofit/>
                    </a:bodyPr>
                    <a:lstStyle/>
                    <a:p>
                      <a:pPr algn="l">
                        <a:buNone/>
                      </a:pPr>
                      <a:r>
                        <a:rPr sz="1050" b="1">
                          <a:solidFill>
                            <a:srgbClr val="FFFFFF"/>
                          </a:solidFill>
                          <a:latin typeface="Noto Sans JP"/>
                          <a:ea typeface="Noto Sans JP"/>
                          <a:cs typeface="Noto Sans JP"/>
                        </a:rPr>
                        <a:t>手法</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何を未知量として解くか</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主な近似・制約</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統計ノイズ</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相対コスト</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最も有用な場面</a:t>
                      </a:r>
                    </a:p>
                  </a:txBody>
                  <a:tcPr marL="91440" marR="91440" marT="45720" marB="45720" anchor="ctr">
                    <a:solidFill>
                      <a:srgbClr val="00A6D6"/>
                    </a:solidFill>
                  </a:tcPr>
                </a:tc>
              </a:tr>
              <a:tr h="742950">
                <a:tc>
                  <a:txBody>
                    <a:bodyPr lIns="57150" tIns="47625" rIns="57150" bIns="47625">
                      <a:normAutofit/>
                    </a:bodyPr>
                    <a:lstStyle/>
                    <a:p>
                      <a:pPr algn="l">
                        <a:buNone/>
                      </a:pPr>
                      <a:r>
                        <a:rPr sz="975" b="1">
                          <a:solidFill>
                            <a:srgbClr val="333333"/>
                          </a:solidFill>
                          <a:latin typeface="Noto Sans JP"/>
                          <a:ea typeface="Noto Sans JP"/>
                          <a:cs typeface="Noto Sans JP"/>
                        </a:rPr>
                        <a:t>two-term</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等方成分F₀と流れ成分F₁</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ℓ≥2の角度成分を省略</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なし</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低</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広いE/N・混合比の条件探索</a:t>
                      </a:r>
                    </a:p>
                  </a:txBody>
                  <a:tcPr marL="91440" marR="91440" marT="45720" marB="45720" anchor="ctr">
                    <a:solidFill>
                      <a:srgbClr val="FFFFFF"/>
                    </a:solidFill>
                  </a:tcPr>
                </a:tc>
              </a:tr>
              <a:tr h="742950">
                <a:tc>
                  <a:txBody>
                    <a:bodyPr lIns="57150" tIns="47625" rIns="57150" bIns="47625">
                      <a:normAutofit/>
                    </a:bodyPr>
                    <a:lstStyle/>
                    <a:p>
                      <a:pPr algn="l">
                        <a:buNone/>
                      </a:pPr>
                      <a:r>
                        <a:rPr sz="975" b="1">
                          <a:solidFill>
                            <a:srgbClr val="333333"/>
                          </a:solidFill>
                          <a:latin typeface="Noto Sans JP"/>
                          <a:ea typeface="Noto Sans JP"/>
                          <a:cs typeface="Noto Sans JP"/>
                        </a:rPr>
                        <a:t>multi-term PN</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F₀…F_LのLegendre成分</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L切断と角度散乱情報</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なし</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中</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角度異方性・二項近似誤差の評価</a:t>
                      </a:r>
                    </a:p>
                  </a:txBody>
                  <a:tcPr marL="91440" marR="91440" marT="45720" marB="45720" anchor="ctr">
                    <a:solidFill>
                      <a:srgbClr val="F2F3F4"/>
                    </a:solidFill>
                  </a:tcPr>
                </a:tc>
              </a:tr>
              <a:tr h="742950">
                <a:tc>
                  <a:txBody>
                    <a:bodyPr lIns="57150" tIns="47625" rIns="57150" bIns="47625">
                      <a:normAutofit/>
                    </a:bodyPr>
                    <a:lstStyle/>
                    <a:p>
                      <a:pPr algn="l">
                        <a:buNone/>
                      </a:pPr>
                      <a:r>
                        <a:rPr sz="975" b="1">
                          <a:solidFill>
                            <a:srgbClr val="333333"/>
                          </a:solidFill>
                          <a:latin typeface="Noto Sans JP"/>
                          <a:ea typeface="Noto Sans JP"/>
                          <a:cs typeface="Noto Sans JP"/>
                        </a:rPr>
                        <a:t>Monte Carlo</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多数の電子軌道と衝突履歴</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有限標本・衝突モデル</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あり</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高</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選択条件の独立検算、B場・複雑軌道</a:t>
                      </a:r>
                    </a:p>
                  </a:txBody>
                  <a:tcPr marL="91440" marR="91440" marT="45720" marB="45720" anchor="ctr">
                    <a:solidFill>
                      <a:srgbClr val="FFFFFF"/>
                    </a:solidFill>
                  </a:tcPr>
                </a:tc>
              </a:tr>
              <a:tr h="742950">
                <a:tc>
                  <a:txBody>
                    <a:bodyPr lIns="57150" tIns="47625" rIns="57150" bIns="47625">
                      <a:normAutofit/>
                    </a:bodyPr>
                    <a:lstStyle/>
                    <a:p>
                      <a:pPr algn="l">
                        <a:buNone/>
                      </a:pPr>
                      <a:r>
                        <a:rPr sz="975" b="1">
                          <a:solidFill>
                            <a:srgbClr val="333333"/>
                          </a:solidFill>
                          <a:latin typeface="Noto Sans JP"/>
                          <a:ea typeface="Noto Sans JP"/>
                          <a:cs typeface="Noto Sans JP"/>
                        </a:rPr>
                        <a:t>propagator P1</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(ε, μ)セルの確率質量</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角度1次までの衝突モデル、出力物性が限定</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なし</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中〜高</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独立な離散化・定常分布の検算</a:t>
                      </a:r>
                    </a:p>
                  </a:txBody>
                  <a:tcPr marL="91440" marR="91440" marT="45720" marB="45720" anchor="ctr">
                    <a:solidFill>
                      <a:srgbClr val="F2F3F4"/>
                    </a:solidFill>
                  </a:tcPr>
                </a:tc>
              </a:tr>
            </a:tbl>
          </a:graphicData>
        </a:graphic>
      </p:graphicFrame>
      <p:sp>
        <p:nvSpPr>
          <p:cNvPr id="4" name="">
            <a:extLst xmlns:a="http://schemas.openxmlformats.org/drawingml/2006/main">
              <a:ext uri="{FF2B5EF4-FFF2-40B4-BE49-F238E27FC236}">
                <a16:creationId xmlns:a16="http://schemas.microsoft.com/office/drawing/2014/main" id="{D6AAC1A5-A8E0-4065-9325-E4D1D9B55CFA}"/>
              </a:ext>
            </a:extLst>
          </p:cNvPr>
          <p:cNvSpPr>
            <a:spLocks xmlns:a="http://schemas.openxmlformats.org/drawingml/2006/main" noGrp="1"/>
          </p:cNvSpPr>
          <p:nvPr/>
        </p:nvSpPr>
        <p:spPr>
          <a:xfrm xmlns:a="http://schemas.openxmlformats.org/drawingml/2006/main">
            <a:off x="809625" y="5381625"/>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比較の前提</a:t>
            </a:r>
          </a:p>
        </p:txBody>
      </p:sp>
      <p:sp>
        <p:nvSpPr>
          <p:cNvPr id="5" name="">
            <a:extLst xmlns:a="http://schemas.openxmlformats.org/drawingml/2006/main">
              <a:ext uri="{FF2B5EF4-FFF2-40B4-BE49-F238E27FC236}">
                <a16:creationId xmlns:a16="http://schemas.microsoft.com/office/drawing/2014/main" id="{231CEE68-A048-4E6C-B390-CE710F771709}"/>
              </a:ext>
            </a:extLst>
          </p:cNvPr>
          <p:cNvSpPr>
            <a:spLocks xmlns:a="http://schemas.openxmlformats.org/drawingml/2006/main" noGrp="1"/>
          </p:cNvSpPr>
          <p:nvPr/>
        </p:nvSpPr>
        <p:spPr>
          <a:xfrm xmlns:a="http://schemas.openxmlformats.org/drawingml/2006/main">
            <a:off x="2571750" y="5314950"/>
            <a:ext cx="866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同じ断面積・混合比・E/N・角度散乱仮定・観測量定義で比較する。</a:t>
            </a:r>
          </a:p>
        </p:txBody>
      </p:sp>
      <p:sp>
        <p:nvSpPr>
          <p:cNvPr id="6" name="takeaway-bullet">
            <a:extLst xmlns:a="http://schemas.openxmlformats.org/drawingml/2006/main">
              <a:ext uri="{FF2B5EF4-FFF2-40B4-BE49-F238E27FC236}">
                <a16:creationId xmlns:a16="http://schemas.microsoft.com/office/drawing/2014/main" id="{876A13D2-D7D3-4B72-A227-019288354624}"/>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7" name="takeaway">
            <a:extLst xmlns:a="http://schemas.openxmlformats.org/drawingml/2006/main">
              <a:ext uri="{FF2B5EF4-FFF2-40B4-BE49-F238E27FC236}">
                <a16:creationId xmlns:a16="http://schemas.microsoft.com/office/drawing/2014/main" id="{F22B9B14-9D38-41F8-AFA4-B9AE5F9F0F79}"/>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手法名ではなく、支配的な誤差源に直交する検算手法を選ぶ。</a:t>
            </a:r>
          </a:p>
        </p:txBody>
      </p:sp>
      <p:sp>
        <p:nvSpPr>
          <p:cNvPr id="9" name="footer">
            <a:extLst xmlns:a="http://schemas.openxmlformats.org/drawingml/2006/main">
              <a:ext uri="{FF2B5EF4-FFF2-40B4-BE49-F238E27FC236}">
                <a16:creationId xmlns:a16="http://schemas.microsoft.com/office/drawing/2014/main" id="{E22A29C8-A5E6-4ADE-9508-56632FD2FCA8}"/>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0" name="page">
            <a:extLst xmlns:a="http://schemas.openxmlformats.org/drawingml/2006/main">
              <a:ext uri="{FF2B5EF4-FFF2-40B4-BE49-F238E27FC236}">
                <a16:creationId xmlns:a16="http://schemas.microsoft.com/office/drawing/2014/main" id="{4DAB6D94-5D88-4D6B-86E9-197806E36542}"/>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09</a:t>
            </a:r>
          </a:p>
        </p:txBody>
      </p:sp>
      <p:sp>
        <p:nvSpPr>
          <p:cNvPr id="12" name="section">
            <a:extLst xmlns:a="http://schemas.openxmlformats.org/drawingml/2006/main">
              <a:ext uri="{FF2B5EF4-FFF2-40B4-BE49-F238E27FC236}">
                <a16:creationId xmlns:a16="http://schemas.microsoft.com/office/drawing/2014/main" id="{F469CE21-F7E0-45BC-ABF3-123DD9B5D7BA}"/>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Tree>
    <p:extLst>
      <p:ext uri="{BB962C8B-B14F-4D97-AF65-F5344CB8AC3E}">
        <p14:creationId xmlns:p14="http://schemas.microsoft.com/office/powerpoint/2010/main" val="129831422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5D14143E-DD92-4BB1-B03D-E6ED8429A653}"/>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開発目的から計算法を選ぶ</a:t>
            </a:r>
          </a:p>
        </p:txBody>
      </p:sp>
      <p:graphicFrame>
        <p:nvGraphicFramePr>
          <p:cNvPr id="15" name=""/>
          <p:cNvGraphicFramePr/>
          <p:nvPr/>
        </p:nvGraphicFramePr>
        <p:xfrm>
          <a:off xmlns:a="http://schemas.openxmlformats.org/drawingml/2006/main" x="476250" y="1381125"/>
          <a:ext xmlns:a="http://schemas.openxmlformats.org/drawingml/2006/main" cx="11239500" cy="3857625"/>
        </p:xfrm>
        <a:graphic xmlns:a="http://schemas.openxmlformats.org/drawingml/2006/main">
          <a:graphicData uri="http://schemas.openxmlformats.org/drawingml/2006/table">
            <a:tbl>
              <a:tblPr/>
              <a:tblGrid>
                <a:gridCol w="2750090"/>
                <a:gridCol w="2032676"/>
                <a:gridCol w="3228367"/>
                <a:gridCol w="3228367"/>
              </a:tblGrid>
              <a:tr h="642938">
                <a:tc>
                  <a:txBody>
                    <a:bodyPr lIns="57150" tIns="47625" rIns="57150" bIns="47625">
                      <a:normAutofit/>
                    </a:bodyPr>
                    <a:lstStyle/>
                    <a:p>
                      <a:pPr algn="l">
                        <a:buNone/>
                      </a:pPr>
                      <a:r>
                        <a:rPr sz="1125" b="1">
                          <a:solidFill>
                            <a:srgbClr val="FFFFFF"/>
                          </a:solidFill>
                          <a:latin typeface="Noto Sans JP"/>
                          <a:ea typeface="Noto Sans JP"/>
                          <a:cs typeface="Noto Sans JP"/>
                        </a:rPr>
                        <a:t>知りたいこと</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最初に使う手法</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追加で行う検算</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判断の根拠</a:t>
                      </a:r>
                    </a:p>
                  </a:txBody>
                  <a:tcPr marL="91440" marR="91440" marT="45720" marB="45720" anchor="ctr">
                    <a:solidFill>
                      <a:srgbClr val="00A6D6"/>
                    </a:solidFill>
                  </a:tcPr>
                </a:tc>
              </a:tr>
              <a:tr h="642938">
                <a:tc>
                  <a:txBody>
                    <a:bodyPr lIns="57150" tIns="47625" rIns="57150" bIns="47625">
                      <a:normAutofit/>
                    </a:bodyPr>
                    <a:lstStyle/>
                    <a:p>
                      <a:pPr algn="l">
                        <a:buNone/>
                      </a:pPr>
                      <a:r>
                        <a:rPr sz="1050" b="1">
                          <a:solidFill>
                            <a:srgbClr val="333333"/>
                          </a:solidFill>
                          <a:latin typeface="Noto Sans JP"/>
                          <a:ea typeface="Noto Sans JP"/>
                          <a:cs typeface="Noto Sans JP"/>
                        </a:rPr>
                        <a:t>広いE/N・混合比の傾向</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two-term</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閾値反応が変わる点だけ他手法</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高速、決定論的、掃引向き</a:t>
                      </a:r>
                    </a:p>
                  </a:txBody>
                  <a:tcPr marL="91440" marR="91440" marT="45720" marB="45720" anchor="ctr">
                    <a:solidFill>
                      <a:srgbClr val="FFFFFF"/>
                    </a:solidFill>
                  </a:tcPr>
                </a:tc>
              </a:tr>
              <a:tr h="642938">
                <a:tc>
                  <a:txBody>
                    <a:bodyPr lIns="57150" tIns="47625" rIns="57150" bIns="47625">
                      <a:normAutofit/>
                    </a:bodyPr>
                    <a:lstStyle/>
                    <a:p>
                      <a:pPr algn="l">
                        <a:buNone/>
                      </a:pPr>
                      <a:r>
                        <a:rPr sz="1050" b="1">
                          <a:solidFill>
                            <a:srgbClr val="333333"/>
                          </a:solidFill>
                          <a:latin typeface="Noto Sans JP"/>
                          <a:ea typeface="Noto Sans JP"/>
                          <a:cs typeface="Noto Sans JP"/>
                        </a:rPr>
                        <a:t>二項近似の角度切断誤差</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multi-term PN</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Lmax収束、DCS／角度閉包の確認</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F₂以上を直接評価</a:t>
                      </a:r>
                    </a:p>
                  </a:txBody>
                  <a:tcPr marL="91440" marR="91440" marT="45720" marB="45720" anchor="ctr">
                    <a:solidFill>
                      <a:srgbClr val="F2F3F4"/>
                    </a:solidFill>
                  </a:tcPr>
                </a:tc>
              </a:tr>
              <a:tr h="642938">
                <a:tc>
                  <a:txBody>
                    <a:bodyPr lIns="57150" tIns="47625" rIns="57150" bIns="47625">
                      <a:normAutofit/>
                    </a:bodyPr>
                    <a:lstStyle/>
                    <a:p>
                      <a:pPr algn="l">
                        <a:buNone/>
                      </a:pPr>
                      <a:r>
                        <a:rPr sz="1050" b="1">
                          <a:solidFill>
                            <a:srgbClr val="333333"/>
                          </a:solidFill>
                          <a:latin typeface="Noto Sans JP"/>
                          <a:ea typeface="Noto Sans JP"/>
                          <a:cs typeface="Noto Sans JP"/>
                        </a:rPr>
                        <a:t>粒子軌道・B場・複雑な衝突</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Monte Carlo</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異なる乱数系列、相対標準誤差、定常性、相関時間</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軌道を直接サンプリング</a:t>
                      </a:r>
                    </a:p>
                  </a:txBody>
                  <a:tcPr marL="91440" marR="91440" marT="45720" marB="45720" anchor="ctr">
                    <a:solidFill>
                      <a:srgbClr val="FFFFFF"/>
                    </a:solidFill>
                  </a:tcPr>
                </a:tc>
              </a:tr>
              <a:tr h="642938">
                <a:tc>
                  <a:txBody>
                    <a:bodyPr lIns="57150" tIns="47625" rIns="57150" bIns="47625">
                      <a:normAutofit/>
                    </a:bodyPr>
                    <a:lstStyle/>
                    <a:p>
                      <a:pPr algn="l">
                        <a:buNone/>
                      </a:pPr>
                      <a:r>
                        <a:rPr sz="1050" b="1">
                          <a:solidFill>
                            <a:srgbClr val="333333"/>
                          </a:solidFill>
                          <a:latin typeface="Noto Sans JP"/>
                          <a:ea typeface="Noto Sans JP"/>
                          <a:cs typeface="Noto Sans JP"/>
                        </a:rPr>
                        <a:t>離散化に依存しない定常EEDF検算</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propagator P1</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エネルギー・角度格子の細分化</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遷移作用素の独立構成</a:t>
                      </a:r>
                    </a:p>
                  </a:txBody>
                  <a:tcPr marL="91440" marR="91440" marT="45720" marB="45720" anchor="ctr">
                    <a:solidFill>
                      <a:srgbClr val="F2F3F4"/>
                    </a:solidFill>
                  </a:tcPr>
                </a:tc>
              </a:tr>
              <a:tr h="642938">
                <a:tc>
                  <a:txBody>
                    <a:bodyPr lIns="57150" tIns="47625" rIns="57150" bIns="47625">
                      <a:normAutofit/>
                    </a:bodyPr>
                    <a:lstStyle/>
                    <a:p>
                      <a:pPr algn="l">
                        <a:buNone/>
                      </a:pPr>
                      <a:r>
                        <a:rPr sz="1050" b="1">
                          <a:solidFill>
                            <a:srgbClr val="333333"/>
                          </a:solidFill>
                          <a:latin typeface="Noto Sans JP"/>
                          <a:ea typeface="Noto Sans JP"/>
                          <a:cs typeface="Noto Sans JP"/>
                        </a:rPr>
                        <a:t>COMSOL空間分布への影響</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採用条件を満たした物性表</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同一MPH・同一時刻・同一メッシュ</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入力以外の条件を固定</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5E84127-2165-4BB6-92D7-FA84DB7A1CA0}"/>
              </a:ext>
            </a:extLst>
          </p:cNvPr>
          <p:cNvSpPr>
            <a:spLocks xmlns:a="http://schemas.openxmlformats.org/drawingml/2006/main" noGrp="1"/>
          </p:cNvSpPr>
          <p:nvPr/>
        </p:nvSpPr>
        <p:spPr>
          <a:xfrm xmlns:a="http://schemas.openxmlformats.org/drawingml/2006/main">
            <a:off x="876300" y="5476875"/>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実務上の順序</a:t>
            </a:r>
          </a:p>
        </p:txBody>
      </p:sp>
      <p:sp>
        <p:nvSpPr>
          <p:cNvPr id="5" name="">
            <a:extLst xmlns:a="http://schemas.openxmlformats.org/drawingml/2006/main">
              <a:ext uri="{FF2B5EF4-FFF2-40B4-BE49-F238E27FC236}">
                <a16:creationId xmlns:a16="http://schemas.microsoft.com/office/drawing/2014/main" id="{AECED45D-C5D0-444C-849E-469F754D9ED5}"/>
              </a:ext>
            </a:extLst>
          </p:cNvPr>
          <p:cNvSpPr>
            <a:spLocks xmlns:a="http://schemas.openxmlformats.org/drawingml/2006/main" noGrp="1"/>
          </p:cNvSpPr>
          <p:nvPr/>
        </p:nvSpPr>
        <p:spPr>
          <a:xfrm xmlns:a="http://schemas.openxmlformats.org/drawingml/2006/main">
            <a:off x="2571750" y="5410200"/>
            <a:ext cx="857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two-termで広く探索 → 差が装置KPIへ効く条件だけPN・P1・Monte Carloで検算</a:t>
            </a:r>
          </a:p>
        </p:txBody>
      </p:sp>
      <p:sp>
        <p:nvSpPr>
          <p:cNvPr id="6" name="takeaway-bullet">
            <a:extLst xmlns:a="http://schemas.openxmlformats.org/drawingml/2006/main">
              <a:ext uri="{FF2B5EF4-FFF2-40B4-BE49-F238E27FC236}">
                <a16:creationId xmlns:a16="http://schemas.microsoft.com/office/drawing/2014/main" id="{EA6FECEF-7BA0-49E0-86D6-2B0AF7D56EED}"/>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7" name="takeaway">
            <a:extLst xmlns:a="http://schemas.openxmlformats.org/drawingml/2006/main">
              <a:ext uri="{FF2B5EF4-FFF2-40B4-BE49-F238E27FC236}">
                <a16:creationId xmlns:a16="http://schemas.microsoft.com/office/drawing/2014/main" id="{86866291-97B5-4046-9FD0-E54F613BBD45}"/>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高コスト手法を全条件に適用せず、物理感度と不確かさに応じて計算資源を配分する。</a:t>
            </a:r>
          </a:p>
        </p:txBody>
      </p:sp>
      <p:sp>
        <p:nvSpPr>
          <p:cNvPr id="9" name="footer">
            <a:extLst xmlns:a="http://schemas.openxmlformats.org/drawingml/2006/main">
              <a:ext uri="{FF2B5EF4-FFF2-40B4-BE49-F238E27FC236}">
                <a16:creationId xmlns:a16="http://schemas.microsoft.com/office/drawing/2014/main" id="{5723E861-16DE-4189-B525-0B2AF46ACF02}"/>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0" name="page">
            <a:extLst xmlns:a="http://schemas.openxmlformats.org/drawingml/2006/main">
              <a:ext uri="{FF2B5EF4-FFF2-40B4-BE49-F238E27FC236}">
                <a16:creationId xmlns:a16="http://schemas.microsoft.com/office/drawing/2014/main" id="{DC9D97A3-6DC4-4C4A-8C97-ACACF5B026B6}"/>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10</a:t>
            </a:r>
          </a:p>
        </p:txBody>
      </p:sp>
      <p:sp>
        <p:nvSpPr>
          <p:cNvPr id="12" name="section">
            <a:extLst xmlns:a="http://schemas.openxmlformats.org/drawingml/2006/main">
              <a:ext uri="{FF2B5EF4-FFF2-40B4-BE49-F238E27FC236}">
                <a16:creationId xmlns:a16="http://schemas.microsoft.com/office/drawing/2014/main" id="{5C6C512A-0175-4F0F-AB90-499C9A58BF26}"/>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Tree>
    <p:extLst>
      <p:ext uri="{BB962C8B-B14F-4D97-AF65-F5344CB8AC3E}">
        <p14:creationId xmlns:p14="http://schemas.microsoft.com/office/powerpoint/2010/main" val="10992484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0ABA6D18-D898-4E3D-9A2C-EF3722A98BA8}"/>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Two-term法 1/3：角度分布をF₀とF₁で表す</a:t>
            </a:r>
          </a:p>
        </p:txBody>
      </p:sp>
      <p:sp>
        <p:nvSpPr>
          <p:cNvPr id="3" name="subtitle">
            <a:extLst xmlns:a="http://schemas.openxmlformats.org/drawingml/2006/main">
              <a:ext uri="{FF2B5EF4-FFF2-40B4-BE49-F238E27FC236}">
                <a16:creationId xmlns:a16="http://schemas.microsoft.com/office/drawing/2014/main" id="{D3FB5B2B-14BF-4F8F-AF69-299788B76799}"/>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速度方向の分布をLegendre展開し、等方成分と電場方向の流れ成分だけを残す</a:t>
            </a:r>
          </a:p>
        </p:txBody>
      </p:sp>
      <p:sp>
        <p:nvSpPr>
          <p:cNvPr id="4" name="">
            <a:extLst xmlns:a="http://schemas.openxmlformats.org/drawingml/2006/main">
              <a:ext uri="{FF2B5EF4-FFF2-40B4-BE49-F238E27FC236}">
                <a16:creationId xmlns:a16="http://schemas.microsoft.com/office/drawing/2014/main" id="{C852B5DD-3985-40BE-A658-8E9429D119F0}"/>
              </a:ext>
            </a:extLst>
          </p:cNvPr>
          <p:cNvSpPr>
            <a:spLocks xmlns:a="http://schemas.openxmlformats.org/drawingml/2006/main" noGrp="1"/>
          </p:cNvSpPr>
          <p:nvPr/>
        </p:nvSpPr>
        <p:spPr>
          <a:xfrm xmlns:a="http://schemas.openxmlformats.org/drawingml/2006/main">
            <a:off x="952500" y="1381125"/>
            <a:ext cx="1143000" cy="66675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近似</a:t>
            </a:r>
          </a:p>
        </p:txBody>
      </p:sp>
      <p:sp>
        <p:nvSpPr>
          <p:cNvPr id="5" name="">
            <a:extLst xmlns:a="http://schemas.openxmlformats.org/drawingml/2006/main">
              <a:ext uri="{FF2B5EF4-FFF2-40B4-BE49-F238E27FC236}">
                <a16:creationId xmlns:a16="http://schemas.microsoft.com/office/drawing/2014/main" id="{247D48E5-17C7-4B15-BF32-CF6D7EF073E5}"/>
              </a:ext>
            </a:extLst>
          </p:cNvPr>
          <p:cNvSpPr>
            <a:spLocks xmlns:a="http://schemas.openxmlformats.org/drawingml/2006/main" noGrp="1"/>
          </p:cNvSpPr>
          <p:nvPr/>
        </p:nvSpPr>
        <p:spPr>
          <a:xfrm xmlns:a="http://schemas.openxmlformats.org/drawingml/2006/main">
            <a:off x="2095500" y="1381125"/>
            <a:ext cx="9144000" cy="66675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f(v, μ) ≈ F₀(v)P₀(μ) + F₁(v)P₁(μ) = F₀(v) + μF₁(v)</a:t>
            </a:r>
          </a:p>
        </p:txBody>
      </p:sp>
      <p:sp>
        <p:nvSpPr>
          <p:cNvPr id="6" name="">
            <a:extLst xmlns:a="http://schemas.openxmlformats.org/drawingml/2006/main">
              <a:ext uri="{FF2B5EF4-FFF2-40B4-BE49-F238E27FC236}">
                <a16:creationId xmlns:a16="http://schemas.microsoft.com/office/drawing/2014/main" id="{8532E1AD-CE90-4D52-B561-9ADAB409FC34}"/>
              </a:ext>
            </a:extLst>
          </p:cNvPr>
          <p:cNvSpPr>
            <a:spLocks xmlns:a="http://schemas.openxmlformats.org/drawingml/2006/main" noGrp="1"/>
          </p:cNvSpPr>
          <p:nvPr/>
        </p:nvSpPr>
        <p:spPr>
          <a:xfrm xmlns:a="http://schemas.openxmlformats.org/drawingml/2006/main">
            <a:off x="2714625" y="2571750"/>
            <a:ext cx="0" cy="2047875"/>
          </a:xfrm>
          <a:prstGeom xmlns:a="http://schemas.openxmlformats.org/drawingml/2006/main" prst="line">
            <a:avLst/>
          </a:prstGeom>
          <a:noFill xmlns:a="http://schemas.openxmlformats.org/drawingml/2006/main"/>
          <a:ln xmlns:a="http://schemas.openxmlformats.org/drawingml/2006/main" w="11430">
            <a:solidFill>
              <a:srgbClr val="70787C"/>
            </a:solidFill>
            <a:prstDash val="solid"/>
          </a:ln>
        </p:spPr>
      </p:sp>
      <p:sp>
        <p:nvSpPr>
          <p:cNvPr id="7" name="">
            <a:extLst xmlns:a="http://schemas.openxmlformats.org/drawingml/2006/main">
              <a:ext uri="{FF2B5EF4-FFF2-40B4-BE49-F238E27FC236}">
                <a16:creationId xmlns:a16="http://schemas.microsoft.com/office/drawing/2014/main" id="{9FF7F3F2-58D5-47B1-9579-0F56DE3F7C61}"/>
              </a:ext>
            </a:extLst>
          </p:cNvPr>
          <p:cNvSpPr>
            <a:spLocks xmlns:a="http://schemas.openxmlformats.org/drawingml/2006/main" noGrp="1"/>
          </p:cNvSpPr>
          <p:nvPr/>
        </p:nvSpPr>
        <p:spPr>
          <a:xfrm xmlns:a="http://schemas.openxmlformats.org/drawingml/2006/main">
            <a:off x="1666875" y="3600450"/>
            <a:ext cx="2095500" cy="0"/>
          </a:xfrm>
          <a:prstGeom xmlns:a="http://schemas.openxmlformats.org/drawingml/2006/main" prst="line">
            <a:avLst/>
          </a:prstGeom>
          <a:noFill xmlns:a="http://schemas.openxmlformats.org/drawingml/2006/main"/>
          <a:ln xmlns:a="http://schemas.openxmlformats.org/drawingml/2006/main" w="11430">
            <a:solidFill>
              <a:srgbClr val="70787C"/>
            </a:solidFill>
            <a:prstDash val="solid"/>
          </a:ln>
        </p:spPr>
      </p:sp>
      <p:sp>
        <p:nvSpPr>
          <p:cNvPr id="8" name="">
            <a:extLst xmlns:a="http://schemas.openxmlformats.org/drawingml/2006/main">
              <a:ext uri="{FF2B5EF4-FFF2-40B4-BE49-F238E27FC236}">
                <a16:creationId xmlns:a16="http://schemas.microsoft.com/office/drawing/2014/main" id="{B652BF1D-2148-4958-ACC8-D94C9740A5F2}"/>
              </a:ext>
            </a:extLst>
          </p:cNvPr>
          <p:cNvSpPr>
            <a:spLocks xmlns:a="http://schemas.openxmlformats.org/drawingml/2006/main" noGrp="1"/>
          </p:cNvSpPr>
          <p:nvPr/>
        </p:nvSpPr>
        <p:spPr>
          <a:xfrm xmlns:a="http://schemas.openxmlformats.org/drawingml/2006/main">
            <a:off x="1924050" y="2724150"/>
            <a:ext cx="1762125" cy="1762125"/>
          </a:xfrm>
          <a:prstGeom xmlns:a="http://schemas.openxmlformats.org/drawingml/2006/main" prst="ellipse">
            <a:avLst/>
          </a:prstGeom>
          <a:noFill xmlns:a="http://schemas.openxmlformats.org/drawingml/2006/main"/>
          <a:ln xmlns:a="http://schemas.openxmlformats.org/drawingml/2006/main" w="20955">
            <a:solidFill>
              <a:srgbClr val="00A6D6"/>
            </a:solidFill>
            <a:prstDash val="solid"/>
          </a:ln>
        </p:spPr>
      </p:sp>
      <p:sp>
        <p:nvSpPr>
          <p:cNvPr id="9" name="">
            <a:extLst xmlns:a="http://schemas.openxmlformats.org/drawingml/2006/main">
              <a:ext uri="{FF2B5EF4-FFF2-40B4-BE49-F238E27FC236}">
                <a16:creationId xmlns:a16="http://schemas.microsoft.com/office/drawing/2014/main" id="{8D4FD509-F6E5-4260-9D5B-A483C1328686}"/>
              </a:ext>
            </a:extLst>
          </p:cNvPr>
          <p:cNvSpPr>
            <a:spLocks xmlns:a="http://schemas.openxmlformats.org/drawingml/2006/main" noGrp="1"/>
          </p:cNvSpPr>
          <p:nvPr/>
        </p:nvSpPr>
        <p:spPr>
          <a:xfrm xmlns:a="http://schemas.openxmlformats.org/drawingml/2006/main">
            <a:off x="1619250" y="4810125"/>
            <a:ext cx="2428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350" b="1" i="0">
                <a:solidFill>
                  <a:srgbClr val="008DB6"/>
                </a:solidFill>
                <a:latin typeface="Noto Sans JP"/>
                <a:ea typeface="Noto Sans JP"/>
                <a:cs typeface="Noto Sans JP"/>
              </a:defRPr>
            </a:pPr>
            <a:r>
              <a:rPr sz="1350" b="1" i="0">
                <a:solidFill>
                  <a:srgbClr val="008DB6"/>
                </a:solidFill>
                <a:latin typeface="Noto Sans JP"/>
                <a:ea typeface="Noto Sans JP"/>
                <a:cs typeface="Noto Sans JP"/>
              </a:rPr>
              <a:t>F₀：等方成分</a:t>
            </a:r>
          </a:p>
        </p:txBody>
      </p:sp>
      <p:sp>
        <p:nvSpPr>
          <p:cNvPr id="10" name="">
            <a:extLst xmlns:a="http://schemas.openxmlformats.org/drawingml/2006/main">
              <a:ext uri="{FF2B5EF4-FFF2-40B4-BE49-F238E27FC236}">
                <a16:creationId xmlns:a16="http://schemas.microsoft.com/office/drawing/2014/main" id="{30FCF5E8-FF76-430E-B56C-835EE1153EB2}"/>
              </a:ext>
            </a:extLst>
          </p:cNvPr>
          <p:cNvSpPr>
            <a:spLocks xmlns:a="http://schemas.openxmlformats.org/drawingml/2006/main" noGrp="1"/>
          </p:cNvSpPr>
          <p:nvPr/>
        </p:nvSpPr>
        <p:spPr>
          <a:xfrm xmlns:a="http://schemas.openxmlformats.org/drawingml/2006/main">
            <a:off x="7000875" y="2571750"/>
            <a:ext cx="0" cy="2047875"/>
          </a:xfrm>
          <a:prstGeom xmlns:a="http://schemas.openxmlformats.org/drawingml/2006/main" prst="line">
            <a:avLst/>
          </a:prstGeom>
          <a:noFill xmlns:a="http://schemas.openxmlformats.org/drawingml/2006/main"/>
          <a:ln xmlns:a="http://schemas.openxmlformats.org/drawingml/2006/main" w="11430">
            <a:solidFill>
              <a:srgbClr val="70787C"/>
            </a:solidFill>
            <a:prstDash val="solid"/>
          </a:ln>
        </p:spPr>
      </p:sp>
      <p:sp>
        <p:nvSpPr>
          <p:cNvPr id="11" name="">
            <a:extLst xmlns:a="http://schemas.openxmlformats.org/drawingml/2006/main">
              <a:ext uri="{FF2B5EF4-FFF2-40B4-BE49-F238E27FC236}">
                <a16:creationId xmlns:a16="http://schemas.microsoft.com/office/drawing/2014/main" id="{E945059F-05EB-4D30-957F-D807D0E88C1E}"/>
              </a:ext>
            </a:extLst>
          </p:cNvPr>
          <p:cNvSpPr>
            <a:spLocks xmlns:a="http://schemas.openxmlformats.org/drawingml/2006/main" noGrp="1"/>
          </p:cNvSpPr>
          <p:nvPr/>
        </p:nvSpPr>
        <p:spPr>
          <a:xfrm xmlns:a="http://schemas.openxmlformats.org/drawingml/2006/main">
            <a:off x="5953125" y="3600450"/>
            <a:ext cx="2095500" cy="0"/>
          </a:xfrm>
          <a:prstGeom xmlns:a="http://schemas.openxmlformats.org/drawingml/2006/main" prst="line">
            <a:avLst/>
          </a:prstGeom>
          <a:noFill xmlns:a="http://schemas.openxmlformats.org/drawingml/2006/main"/>
          <a:ln xmlns:a="http://schemas.openxmlformats.org/drawingml/2006/main" w="11430">
            <a:solidFill>
              <a:srgbClr val="70787C"/>
            </a:solidFill>
            <a:prstDash val="solid"/>
          </a:ln>
        </p:spPr>
      </p:sp>
      <p:sp>
        <p:nvSpPr>
          <p:cNvPr id="12" name="">
            <a:extLst xmlns:a="http://schemas.openxmlformats.org/drawingml/2006/main">
              <a:ext uri="{FF2B5EF4-FFF2-40B4-BE49-F238E27FC236}">
                <a16:creationId xmlns:a16="http://schemas.microsoft.com/office/drawing/2014/main" id="{0B3B053C-0242-43D8-9E3A-E9BF50A90B8D}"/>
              </a:ext>
            </a:extLst>
          </p:cNvPr>
          <p:cNvSpPr>
            <a:spLocks xmlns:a="http://schemas.openxmlformats.org/drawingml/2006/main" noGrp="1"/>
          </p:cNvSpPr>
          <p:nvPr/>
        </p:nvSpPr>
        <p:spPr>
          <a:xfrm xmlns:a="http://schemas.openxmlformats.org/drawingml/2006/main">
            <a:off x="6334125" y="2857500"/>
            <a:ext cx="1762125" cy="1762125"/>
          </a:xfrm>
          <a:prstGeom xmlns:a="http://schemas.openxmlformats.org/drawingml/2006/main" prst="ellipse">
            <a:avLst/>
          </a:prstGeom>
          <a:noFill xmlns:a="http://schemas.openxmlformats.org/drawingml/2006/main"/>
          <a:ln xmlns:a="http://schemas.openxmlformats.org/drawingml/2006/main" w="20955">
            <a:solidFill>
              <a:srgbClr val="00A6D6"/>
            </a:solidFill>
            <a:prstDash val="solid"/>
          </a:ln>
        </p:spPr>
      </p:sp>
      <p:sp>
        <p:nvSpPr>
          <p:cNvPr id="13" name="">
            <a:extLst xmlns:a="http://schemas.openxmlformats.org/drawingml/2006/main">
              <a:ext uri="{FF2B5EF4-FFF2-40B4-BE49-F238E27FC236}">
                <a16:creationId xmlns:a16="http://schemas.microsoft.com/office/drawing/2014/main" id="{677498A7-7A68-4FDB-9249-99A245CD5EE9}"/>
              </a:ext>
            </a:extLst>
          </p:cNvPr>
          <p:cNvSpPr>
            <a:spLocks xmlns:a="http://schemas.openxmlformats.org/drawingml/2006/main" noGrp="1"/>
          </p:cNvSpPr>
          <p:nvPr/>
        </p:nvSpPr>
        <p:spPr>
          <a:xfrm xmlns:a="http://schemas.openxmlformats.org/drawingml/2006/main">
            <a:off x="6191250" y="2362200"/>
            <a:ext cx="1143000" cy="190500"/>
          </a:xfrm>
          <a:prstGeom xmlns:a="http://schemas.openxmlformats.org/drawingml/2006/main" prst="rightArrow">
            <a:avLst/>
          </a:prstGeom>
          <a:solidFill xmlns:a="http://schemas.openxmlformats.org/drawingml/2006/main">
            <a:srgbClr val="D6404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DF2CA25-0C3C-4A6E-BD79-9EC91E7434FC}"/>
              </a:ext>
            </a:extLst>
          </p:cNvPr>
          <p:cNvSpPr>
            <a:spLocks xmlns:a="http://schemas.openxmlformats.org/drawingml/2006/main" noGrp="1"/>
          </p:cNvSpPr>
          <p:nvPr/>
        </p:nvSpPr>
        <p:spPr>
          <a:xfrm xmlns:a="http://schemas.openxmlformats.org/drawingml/2006/main">
            <a:off x="7381875" y="2276475"/>
            <a:ext cx="52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1" i="0">
                <a:solidFill>
                  <a:srgbClr val="D64045"/>
                </a:solidFill>
                <a:latin typeface="Noto Sans JP"/>
                <a:ea typeface="Noto Sans JP"/>
                <a:cs typeface="Noto Sans JP"/>
              </a:defRPr>
            </a:pPr>
            <a:r>
              <a:rPr sz="1200" b="1" i="0">
                <a:solidFill>
                  <a:srgbClr val="D64045"/>
                </a:solidFill>
                <a:latin typeface="Noto Sans JP"/>
                <a:ea typeface="Noto Sans JP"/>
                <a:cs typeface="Noto Sans JP"/>
              </a:rPr>
              <a:t>+E</a:t>
            </a:r>
          </a:p>
        </p:txBody>
      </p:sp>
      <p:sp>
        <p:nvSpPr>
          <p:cNvPr id="15" name="">
            <a:extLst xmlns:a="http://schemas.openxmlformats.org/drawingml/2006/main">
              <a:ext uri="{FF2B5EF4-FFF2-40B4-BE49-F238E27FC236}">
                <a16:creationId xmlns:a16="http://schemas.microsoft.com/office/drawing/2014/main" id="{F2413D16-1B3E-4BA8-B741-A8407D5095FB}"/>
              </a:ext>
            </a:extLst>
          </p:cNvPr>
          <p:cNvSpPr>
            <a:spLocks xmlns:a="http://schemas.openxmlformats.org/drawingml/2006/main" noGrp="1"/>
          </p:cNvSpPr>
          <p:nvPr/>
        </p:nvSpPr>
        <p:spPr>
          <a:xfrm xmlns:a="http://schemas.openxmlformats.org/drawingml/2006/main">
            <a:off x="5905500" y="4810125"/>
            <a:ext cx="2428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350" b="1" i="0">
                <a:solidFill>
                  <a:srgbClr val="008DB6"/>
                </a:solidFill>
                <a:latin typeface="Noto Sans JP"/>
                <a:ea typeface="Noto Sans JP"/>
                <a:cs typeface="Noto Sans JP"/>
              </a:defRPr>
            </a:pPr>
            <a:r>
              <a:rPr sz="1350" b="1" i="0">
                <a:solidFill>
                  <a:srgbClr val="008DB6"/>
                </a:solidFill>
                <a:latin typeface="Noto Sans JP"/>
                <a:ea typeface="Noto Sans JP"/>
                <a:cs typeface="Noto Sans JP"/>
              </a:rPr>
              <a:t>F₀ + μF₁：前後非対称</a:t>
            </a:r>
          </a:p>
        </p:txBody>
      </p:sp>
      <p:sp>
        <p:nvSpPr>
          <p:cNvPr id="16" name="">
            <a:extLst xmlns:a="http://schemas.openxmlformats.org/drawingml/2006/main">
              <a:ext uri="{FF2B5EF4-FFF2-40B4-BE49-F238E27FC236}">
                <a16:creationId xmlns:a16="http://schemas.microsoft.com/office/drawing/2014/main" id="{8AA04D2E-F1E5-458D-B239-74FED50F1EB5}"/>
              </a:ext>
            </a:extLst>
          </p:cNvPr>
          <p:cNvSpPr>
            <a:spLocks xmlns:a="http://schemas.openxmlformats.org/drawingml/2006/main" noGrp="1"/>
          </p:cNvSpPr>
          <p:nvPr/>
        </p:nvSpPr>
        <p:spPr>
          <a:xfrm xmlns:a="http://schemas.openxmlformats.org/drawingml/2006/main">
            <a:off x="8858250" y="2381250"/>
            <a:ext cx="76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720"/>
          </a:bodyPr>
          <a:lstStyle xmlns:a="http://schemas.openxmlformats.org/drawingml/2006/main"/>
          <a:p xmlns:a="http://schemas.openxmlformats.org/drawingml/2006/main">
            <a:pPr algn="ctr">
              <a:lnSpc>
                <a:spcPct val="102000"/>
              </a:lnSpc>
              <a:buNone/>
              <a:defRPr sz="1800" b="1" i="0">
                <a:solidFill>
                  <a:srgbClr val="008DB6"/>
                </a:solidFill>
                <a:latin typeface="Noto Sans JP"/>
                <a:ea typeface="Noto Sans JP"/>
                <a:cs typeface="Noto Sans JP"/>
              </a:defRPr>
            </a:pPr>
            <a:r>
              <a:rPr sz="1800" b="1" i="0">
                <a:solidFill>
                  <a:srgbClr val="008DB6"/>
                </a:solidFill>
                <a:latin typeface="Noto Sans JP"/>
                <a:ea typeface="Noto Sans JP"/>
                <a:cs typeface="Noto Sans JP"/>
              </a:rPr>
              <a:t>F₀</a:t>
            </a:r>
          </a:p>
        </p:txBody>
      </p:sp>
      <p:sp>
        <p:nvSpPr>
          <p:cNvPr id="17" name="">
            <a:extLst xmlns:a="http://schemas.openxmlformats.org/drawingml/2006/main">
              <a:ext uri="{FF2B5EF4-FFF2-40B4-BE49-F238E27FC236}">
                <a16:creationId xmlns:a16="http://schemas.microsoft.com/office/drawing/2014/main" id="{F45FF32A-7BB1-45CF-BC46-FD149EE83138}"/>
              </a:ext>
            </a:extLst>
          </p:cNvPr>
          <p:cNvSpPr>
            <a:spLocks xmlns:a="http://schemas.openxmlformats.org/drawingml/2006/main" noGrp="1"/>
          </p:cNvSpPr>
          <p:nvPr/>
        </p:nvSpPr>
        <p:spPr>
          <a:xfrm xmlns:a="http://schemas.openxmlformats.org/drawingml/2006/main">
            <a:off x="9620250" y="23336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3714"/>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粒子数・EEDF・平均エネルギー</a:t>
            </a:r>
          </a:p>
        </p:txBody>
      </p:sp>
      <p:sp>
        <p:nvSpPr>
          <p:cNvPr id="18" name="">
            <a:extLst xmlns:a="http://schemas.openxmlformats.org/drawingml/2006/main">
              <a:ext uri="{FF2B5EF4-FFF2-40B4-BE49-F238E27FC236}">
                <a16:creationId xmlns:a16="http://schemas.microsoft.com/office/drawing/2014/main" id="{2A9BB349-E5FF-41F0-A52B-7DD8DAF79A22}"/>
              </a:ext>
            </a:extLst>
          </p:cNvPr>
          <p:cNvSpPr>
            <a:spLocks xmlns:a="http://schemas.openxmlformats.org/drawingml/2006/main" noGrp="1"/>
          </p:cNvSpPr>
          <p:nvPr/>
        </p:nvSpPr>
        <p:spPr>
          <a:xfrm xmlns:a="http://schemas.openxmlformats.org/drawingml/2006/main">
            <a:off x="8858250" y="3095625"/>
            <a:ext cx="76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720"/>
          </a:bodyPr>
          <a:lstStyle xmlns:a="http://schemas.openxmlformats.org/drawingml/2006/main"/>
          <a:p xmlns:a="http://schemas.openxmlformats.org/drawingml/2006/main">
            <a:pPr algn="ctr">
              <a:lnSpc>
                <a:spcPct val="102000"/>
              </a:lnSpc>
              <a:buNone/>
              <a:defRPr sz="1800" b="1" i="0">
                <a:solidFill>
                  <a:srgbClr val="7B2FA3"/>
                </a:solidFill>
                <a:latin typeface="Noto Sans JP"/>
                <a:ea typeface="Noto Sans JP"/>
                <a:cs typeface="Noto Sans JP"/>
              </a:defRPr>
            </a:pPr>
            <a:r>
              <a:rPr sz="1800" b="1" i="0">
                <a:solidFill>
                  <a:srgbClr val="7B2FA3"/>
                </a:solidFill>
                <a:latin typeface="Noto Sans JP"/>
                <a:ea typeface="Noto Sans JP"/>
                <a:cs typeface="Noto Sans JP"/>
              </a:rPr>
              <a:t>F₁</a:t>
            </a:r>
          </a:p>
        </p:txBody>
      </p:sp>
      <p:sp>
        <p:nvSpPr>
          <p:cNvPr id="19" name="">
            <a:extLst xmlns:a="http://schemas.openxmlformats.org/drawingml/2006/main">
              <a:ext uri="{FF2B5EF4-FFF2-40B4-BE49-F238E27FC236}">
                <a16:creationId xmlns:a16="http://schemas.microsoft.com/office/drawing/2014/main" id="{F182BBA7-4577-466E-ACC5-BF63CA939E01}"/>
              </a:ext>
            </a:extLst>
          </p:cNvPr>
          <p:cNvSpPr>
            <a:spLocks xmlns:a="http://schemas.openxmlformats.org/drawingml/2006/main" noGrp="1"/>
          </p:cNvSpPr>
          <p:nvPr/>
        </p:nvSpPr>
        <p:spPr>
          <a:xfrm xmlns:a="http://schemas.openxmlformats.org/drawingml/2006/main">
            <a:off x="9620250" y="30480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9485"/>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電場方向のドリフト・流束</a:t>
            </a:r>
          </a:p>
        </p:txBody>
      </p:sp>
      <p:sp>
        <p:nvSpPr>
          <p:cNvPr id="20" name="">
            <a:extLst xmlns:a="http://schemas.openxmlformats.org/drawingml/2006/main">
              <a:ext uri="{FF2B5EF4-FFF2-40B4-BE49-F238E27FC236}">
                <a16:creationId xmlns:a16="http://schemas.microsoft.com/office/drawing/2014/main" id="{49648890-BAF3-4BE9-8E5F-E278172C6031}"/>
              </a:ext>
            </a:extLst>
          </p:cNvPr>
          <p:cNvSpPr>
            <a:spLocks xmlns:a="http://schemas.openxmlformats.org/drawingml/2006/main" noGrp="1"/>
          </p:cNvSpPr>
          <p:nvPr/>
        </p:nvSpPr>
        <p:spPr>
          <a:xfrm xmlns:a="http://schemas.openxmlformats.org/drawingml/2006/main">
            <a:off x="8763000" y="3905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D64045"/>
                </a:solidFill>
                <a:latin typeface="Noto Sans JP"/>
                <a:ea typeface="Noto Sans JP"/>
                <a:cs typeface="Noto Sans JP"/>
              </a:defRPr>
            </a:pPr>
            <a:r>
              <a:rPr sz="1350" b="1" i="0">
                <a:solidFill>
                  <a:srgbClr val="D64045"/>
                </a:solidFill>
                <a:latin typeface="Noto Sans JP"/>
                <a:ea typeface="Noto Sans JP"/>
                <a:cs typeface="Noto Sans JP"/>
              </a:rPr>
              <a:t>省略するもの</a:t>
            </a:r>
          </a:p>
        </p:txBody>
      </p:sp>
      <p:sp>
        <p:nvSpPr>
          <p:cNvPr id="21" name="">
            <a:extLst xmlns:a="http://schemas.openxmlformats.org/drawingml/2006/main">
              <a:ext uri="{FF2B5EF4-FFF2-40B4-BE49-F238E27FC236}">
                <a16:creationId xmlns:a16="http://schemas.microsoft.com/office/drawing/2014/main" id="{6D379816-A7F5-4FE2-8BE2-BA3130CBB524}"/>
              </a:ext>
            </a:extLst>
          </p:cNvPr>
          <p:cNvSpPr>
            <a:spLocks xmlns:a="http://schemas.openxmlformats.org/drawingml/2006/main" noGrp="1"/>
          </p:cNvSpPr>
          <p:nvPr/>
        </p:nvSpPr>
        <p:spPr>
          <a:xfrm xmlns:a="http://schemas.openxmlformats.org/drawingml/2006/main">
            <a:off x="9048750" y="4286250"/>
            <a:ext cx="2428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F₂, F₃, …：分布の曲率や高次の角度異方性</a:t>
            </a:r>
          </a:p>
        </p:txBody>
      </p:sp>
      <p:sp>
        <p:nvSpPr>
          <p:cNvPr id="22" name="takeaway-bullet">
            <a:extLst xmlns:a="http://schemas.openxmlformats.org/drawingml/2006/main">
              <a:ext uri="{FF2B5EF4-FFF2-40B4-BE49-F238E27FC236}">
                <a16:creationId xmlns:a16="http://schemas.microsoft.com/office/drawing/2014/main" id="{9222406A-9B66-4BF2-981A-9B26609894AF}"/>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3" name="takeaway">
            <a:extLst xmlns:a="http://schemas.openxmlformats.org/drawingml/2006/main">
              <a:ext uri="{FF2B5EF4-FFF2-40B4-BE49-F238E27FC236}">
                <a16:creationId xmlns:a16="http://schemas.microsoft.com/office/drawing/2014/main" id="{FB96C7E7-8CD0-4A1C-A7FB-B783C2A1A9BC}"/>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|F₁/F₀|が小さい条件では高速で有効。高E/N・前方散乱・B場ではF₂以上の切断誤差を確認する。</a:t>
            </a:r>
          </a:p>
        </p:txBody>
      </p:sp>
      <p:sp>
        <p:nvSpPr>
          <p:cNvPr id="24" name="source">
            <a:extLst xmlns:a="http://schemas.openxmlformats.org/drawingml/2006/main">
              <a:ext uri="{FF2B5EF4-FFF2-40B4-BE49-F238E27FC236}">
                <a16:creationId xmlns:a16="http://schemas.microsoft.com/office/drawing/2014/main" id="{AD8250A5-8998-4043-A2AF-C52623B85A03}"/>
              </a:ext>
            </a:extLst>
          </p:cNvPr>
          <p:cNvSpPr>
            <a:spLocks xmlns:a="http://schemas.openxmlformats.org/drawingml/2006/main" noGrp="1"/>
          </p:cNvSpPr>
          <p:nvPr/>
        </p:nvSpPr>
        <p:spPr>
          <a:xfrm xmlns:a="http://schemas.openxmlformats.org/drawingml/2006/main">
            <a:off x="419100" y="63341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Legendre expansion and two-term approximation: [R1], [R3], [R4]</a:t>
            </a:r>
          </a:p>
        </p:txBody>
      </p:sp>
      <p:sp>
        <p:nvSpPr>
          <p:cNvPr id="26" name="footer">
            <a:extLst xmlns:a="http://schemas.openxmlformats.org/drawingml/2006/main">
              <a:ext uri="{FF2B5EF4-FFF2-40B4-BE49-F238E27FC236}">
                <a16:creationId xmlns:a16="http://schemas.microsoft.com/office/drawing/2014/main" id="{1DC0C0DA-771C-4529-84C3-32479FAE74D6}"/>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27" name="page">
            <a:extLst xmlns:a="http://schemas.openxmlformats.org/drawingml/2006/main">
              <a:ext uri="{FF2B5EF4-FFF2-40B4-BE49-F238E27FC236}">
                <a16:creationId xmlns:a16="http://schemas.microsoft.com/office/drawing/2014/main" id="{F2057F41-FDD0-4701-BD22-929B6370D894}"/>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11</a:t>
            </a:r>
          </a:p>
        </p:txBody>
      </p:sp>
      <p:sp>
        <p:nvSpPr>
          <p:cNvPr id="28" name="section">
            <a:extLst xmlns:a="http://schemas.openxmlformats.org/drawingml/2006/main">
              <a:ext uri="{FF2B5EF4-FFF2-40B4-BE49-F238E27FC236}">
                <a16:creationId xmlns:a16="http://schemas.microsoft.com/office/drawing/2014/main" id="{BCDF3D1E-E63A-40A7-BF36-261EB62A02EB}"/>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Tree>
    <p:extLst>
      <p:ext uri="{BB962C8B-B14F-4D97-AF65-F5344CB8AC3E}">
        <p14:creationId xmlns:p14="http://schemas.microsoft.com/office/powerpoint/2010/main" val="26374823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E8FD9F28-4FCD-4845-8873-FA19141E5AD7}"/>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Two-term法 2/3：1次元エネルギー空間でEEDFを解く</a:t>
            </a:r>
          </a:p>
        </p:txBody>
      </p:sp>
      <p:sp>
        <p:nvSpPr>
          <p:cNvPr id="3" name="">
            <a:extLst xmlns:a="http://schemas.openxmlformats.org/drawingml/2006/main">
              <a:ext uri="{FF2B5EF4-FFF2-40B4-BE49-F238E27FC236}">
                <a16:creationId xmlns:a16="http://schemas.microsoft.com/office/drawing/2014/main" id="{5A78B56B-FE7E-48CC-91A7-06A8C7D4102B}"/>
              </a:ext>
            </a:extLst>
          </p:cNvPr>
          <p:cNvSpPr>
            <a:spLocks xmlns:a="http://schemas.openxmlformats.org/drawingml/2006/main" noGrp="1"/>
          </p:cNvSpPr>
          <p:nvPr/>
        </p:nvSpPr>
        <p:spPr>
          <a:xfrm xmlns:a="http://schemas.openxmlformats.org/drawingml/2006/main">
            <a:off x="857250" y="1333500"/>
            <a:ext cx="1143000" cy="68580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保存則</a:t>
            </a:r>
          </a:p>
        </p:txBody>
      </p:sp>
      <p:sp>
        <p:nvSpPr>
          <p:cNvPr id="4" name="">
            <a:extLst xmlns:a="http://schemas.openxmlformats.org/drawingml/2006/main">
              <a:ext uri="{FF2B5EF4-FFF2-40B4-BE49-F238E27FC236}">
                <a16:creationId xmlns:a16="http://schemas.microsoft.com/office/drawing/2014/main" id="{E1187084-63B1-4F9E-9DD3-2BB54832FDAA}"/>
              </a:ext>
            </a:extLst>
          </p:cNvPr>
          <p:cNvSpPr>
            <a:spLocks xmlns:a="http://schemas.openxmlformats.org/drawingml/2006/main" noGrp="1"/>
          </p:cNvSpPr>
          <p:nvPr/>
        </p:nvSpPr>
        <p:spPr>
          <a:xfrm xmlns:a="http://schemas.openxmlformats.org/drawingml/2006/main">
            <a:off x="2000250" y="1333500"/>
            <a:ext cx="9334500" cy="68580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∂p/∂t = −∂Jε/∂ε + C_inel[p] ,    Jε = A(ε)p − D(ε)∂p/∂ε</a:t>
            </a:r>
          </a:p>
        </p:txBody>
      </p:sp>
      <p:sp>
        <p:nvSpPr>
          <p:cNvPr id="5" name="">
            <a:extLst xmlns:a="http://schemas.openxmlformats.org/drawingml/2006/main">
              <a:ext uri="{FF2B5EF4-FFF2-40B4-BE49-F238E27FC236}">
                <a16:creationId xmlns:a16="http://schemas.microsoft.com/office/drawing/2014/main" id="{022E34C9-C153-4194-8666-C9AEE5F12FA9}"/>
              </a:ext>
            </a:extLst>
          </p:cNvPr>
          <p:cNvSpPr>
            <a:spLocks xmlns:a="http://schemas.openxmlformats.org/drawingml/2006/main" noGrp="1"/>
          </p:cNvSpPr>
          <p:nvPr/>
        </p:nvSpPr>
        <p:spPr>
          <a:xfrm xmlns:a="http://schemas.openxmlformats.org/drawingml/2006/main">
            <a:off x="762000" y="238125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エネルギー格子</a:t>
            </a:r>
          </a:p>
        </p:txBody>
      </p:sp>
      <p:sp>
        <p:nvSpPr>
          <p:cNvPr id="6" name="">
            <a:extLst xmlns:a="http://schemas.openxmlformats.org/drawingml/2006/main">
              <a:ext uri="{FF2B5EF4-FFF2-40B4-BE49-F238E27FC236}">
                <a16:creationId xmlns:a16="http://schemas.microsoft.com/office/drawing/2014/main" id="{825E35EC-B6F2-4AE5-8CC6-9F919DD01364}"/>
              </a:ext>
            </a:extLst>
          </p:cNvPr>
          <p:cNvSpPr>
            <a:spLocks xmlns:a="http://schemas.openxmlformats.org/drawingml/2006/main" noGrp="1"/>
          </p:cNvSpPr>
          <p:nvPr/>
        </p:nvSpPr>
        <p:spPr>
          <a:xfrm xmlns:a="http://schemas.openxmlformats.org/drawingml/2006/main">
            <a:off x="952500" y="3333750"/>
            <a:ext cx="9810750" cy="0"/>
          </a:xfrm>
          <a:prstGeom xmlns:a="http://schemas.openxmlformats.org/drawingml/2006/main" prst="line">
            <a:avLst/>
          </a:prstGeom>
          <a:noFill xmlns:a="http://schemas.openxmlformats.org/drawingml/2006/main"/>
          <a:ln xmlns:a="http://schemas.openxmlformats.org/drawingml/2006/main" w="19050">
            <a:solidFill>
              <a:srgbClr val="241646"/>
            </a:solidFill>
            <a:prstDash val="solid"/>
          </a:ln>
        </p:spPr>
      </p:sp>
      <p:sp>
        <p:nvSpPr>
          <p:cNvPr id="7" name="">
            <a:extLst xmlns:a="http://schemas.openxmlformats.org/drawingml/2006/main">
              <a:ext uri="{FF2B5EF4-FFF2-40B4-BE49-F238E27FC236}">
                <a16:creationId xmlns:a16="http://schemas.microsoft.com/office/drawing/2014/main" id="{0F26F226-CEF9-44AC-ABAC-8A9154D82F50}"/>
              </a:ext>
            </a:extLst>
          </p:cNvPr>
          <p:cNvSpPr>
            <a:spLocks xmlns:a="http://schemas.openxmlformats.org/drawingml/2006/main" noGrp="1"/>
          </p:cNvSpPr>
          <p:nvPr/>
        </p:nvSpPr>
        <p:spPr>
          <a:xfrm xmlns:a="http://schemas.openxmlformats.org/drawingml/2006/main">
            <a:off x="952500" y="3190875"/>
            <a:ext cx="0" cy="285750"/>
          </a:xfrm>
          <a:prstGeom xmlns:a="http://schemas.openxmlformats.org/drawingml/2006/main" prst="line">
            <a:avLst/>
          </a:prstGeom>
          <a:noFill xmlns:a="http://schemas.openxmlformats.org/drawingml/2006/main"/>
          <a:ln xmlns:a="http://schemas.openxmlformats.org/drawingml/2006/main" w="14288">
            <a:solidFill>
              <a:srgbClr val="241646"/>
            </a:solidFill>
            <a:prstDash val="solid"/>
          </a:ln>
        </p:spPr>
      </p:sp>
      <p:sp>
        <p:nvSpPr>
          <p:cNvPr id="8" name="">
            <a:extLst xmlns:a="http://schemas.openxmlformats.org/drawingml/2006/main">
              <a:ext uri="{FF2B5EF4-FFF2-40B4-BE49-F238E27FC236}">
                <a16:creationId xmlns:a16="http://schemas.microsoft.com/office/drawing/2014/main" id="{6C8D4984-64C5-44BD-A1F1-505AA6D96186}"/>
              </a:ext>
            </a:extLst>
          </p:cNvPr>
          <p:cNvSpPr>
            <a:spLocks xmlns:a="http://schemas.openxmlformats.org/drawingml/2006/main" noGrp="1"/>
          </p:cNvSpPr>
          <p:nvPr/>
        </p:nvSpPr>
        <p:spPr>
          <a:xfrm xmlns:a="http://schemas.openxmlformats.org/drawingml/2006/main">
            <a:off x="742950" y="34956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0</a:t>
            </a:r>
          </a:p>
        </p:txBody>
      </p:sp>
      <p:sp>
        <p:nvSpPr>
          <p:cNvPr id="9" name="">
            <a:extLst xmlns:a="http://schemas.openxmlformats.org/drawingml/2006/main">
              <a:ext uri="{FF2B5EF4-FFF2-40B4-BE49-F238E27FC236}">
                <a16:creationId xmlns:a16="http://schemas.microsoft.com/office/drawing/2014/main" id="{D97A43A2-0B46-4471-B262-2E57A3187112}"/>
              </a:ext>
            </a:extLst>
          </p:cNvPr>
          <p:cNvSpPr>
            <a:spLocks xmlns:a="http://schemas.openxmlformats.org/drawingml/2006/main" noGrp="1"/>
          </p:cNvSpPr>
          <p:nvPr/>
        </p:nvSpPr>
        <p:spPr>
          <a:xfrm xmlns:a="http://schemas.openxmlformats.org/drawingml/2006/main">
            <a:off x="1844386" y="3190875"/>
            <a:ext cx="0" cy="285750"/>
          </a:xfrm>
          <a:prstGeom xmlns:a="http://schemas.openxmlformats.org/drawingml/2006/main" prst="line">
            <a:avLst/>
          </a:prstGeom>
          <a:noFill xmlns:a="http://schemas.openxmlformats.org/drawingml/2006/main"/>
          <a:ln xmlns:a="http://schemas.openxmlformats.org/drawingml/2006/main" w="14288">
            <a:solidFill>
              <a:srgbClr val="241646"/>
            </a:solidFill>
            <a:prstDash val="solid"/>
          </a:ln>
        </p:spPr>
      </p:sp>
      <p:sp>
        <p:nvSpPr>
          <p:cNvPr id="10" name="">
            <a:extLst xmlns:a="http://schemas.openxmlformats.org/drawingml/2006/main">
              <a:ext uri="{FF2B5EF4-FFF2-40B4-BE49-F238E27FC236}">
                <a16:creationId xmlns:a16="http://schemas.microsoft.com/office/drawing/2014/main" id="{45F21080-9951-41E0-BAB8-B68C354B0B74}"/>
              </a:ext>
            </a:extLst>
          </p:cNvPr>
          <p:cNvSpPr>
            <a:spLocks xmlns:a="http://schemas.openxmlformats.org/drawingml/2006/main" noGrp="1"/>
          </p:cNvSpPr>
          <p:nvPr/>
        </p:nvSpPr>
        <p:spPr>
          <a:xfrm xmlns:a="http://schemas.openxmlformats.org/drawingml/2006/main">
            <a:off x="1634836" y="34956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8087BA7D-4D6C-45C4-B9FB-BD7A65399268}"/>
              </a:ext>
            </a:extLst>
          </p:cNvPr>
          <p:cNvSpPr>
            <a:spLocks xmlns:a="http://schemas.openxmlformats.org/drawingml/2006/main" noGrp="1"/>
          </p:cNvSpPr>
          <p:nvPr/>
        </p:nvSpPr>
        <p:spPr>
          <a:xfrm xmlns:a="http://schemas.openxmlformats.org/drawingml/2006/main">
            <a:off x="2736273" y="3190875"/>
            <a:ext cx="0" cy="285750"/>
          </a:xfrm>
          <a:prstGeom xmlns:a="http://schemas.openxmlformats.org/drawingml/2006/main" prst="line">
            <a:avLst/>
          </a:prstGeom>
          <a:noFill xmlns:a="http://schemas.openxmlformats.org/drawingml/2006/main"/>
          <a:ln xmlns:a="http://schemas.openxmlformats.org/drawingml/2006/main" w="14288">
            <a:solidFill>
              <a:srgbClr val="241646"/>
            </a:solidFill>
            <a:prstDash val="solid"/>
          </a:ln>
        </p:spPr>
      </p:sp>
      <p:sp>
        <p:nvSpPr>
          <p:cNvPr id="12" name="">
            <a:extLst xmlns:a="http://schemas.openxmlformats.org/drawingml/2006/main">
              <a:ext uri="{FF2B5EF4-FFF2-40B4-BE49-F238E27FC236}">
                <a16:creationId xmlns:a16="http://schemas.microsoft.com/office/drawing/2014/main" id="{6ABA41ED-3473-4314-815A-DE804AAA8B3D}"/>
              </a:ext>
            </a:extLst>
          </p:cNvPr>
          <p:cNvSpPr>
            <a:spLocks xmlns:a="http://schemas.openxmlformats.org/drawingml/2006/main" noGrp="1"/>
          </p:cNvSpPr>
          <p:nvPr/>
        </p:nvSpPr>
        <p:spPr>
          <a:xfrm xmlns:a="http://schemas.openxmlformats.org/drawingml/2006/main">
            <a:off x="2526723" y="34956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182E49A4-FDB2-4F0E-B5CC-40C9999AB9AC}"/>
              </a:ext>
            </a:extLst>
          </p:cNvPr>
          <p:cNvSpPr>
            <a:spLocks xmlns:a="http://schemas.openxmlformats.org/drawingml/2006/main" noGrp="1"/>
          </p:cNvSpPr>
          <p:nvPr/>
        </p:nvSpPr>
        <p:spPr>
          <a:xfrm xmlns:a="http://schemas.openxmlformats.org/drawingml/2006/main">
            <a:off x="3628159" y="3190875"/>
            <a:ext cx="0" cy="285750"/>
          </a:xfrm>
          <a:prstGeom xmlns:a="http://schemas.openxmlformats.org/drawingml/2006/main" prst="line">
            <a:avLst/>
          </a:prstGeom>
          <a:noFill xmlns:a="http://schemas.openxmlformats.org/drawingml/2006/main"/>
          <a:ln xmlns:a="http://schemas.openxmlformats.org/drawingml/2006/main" w="14288">
            <a:solidFill>
              <a:srgbClr val="241646"/>
            </a:solidFill>
            <a:prstDash val="solid"/>
          </a:ln>
        </p:spPr>
      </p:sp>
      <p:sp>
        <p:nvSpPr>
          <p:cNvPr id="14" name="">
            <a:extLst xmlns:a="http://schemas.openxmlformats.org/drawingml/2006/main">
              <a:ext uri="{FF2B5EF4-FFF2-40B4-BE49-F238E27FC236}">
                <a16:creationId xmlns:a16="http://schemas.microsoft.com/office/drawing/2014/main" id="{59F6AA2E-49D0-4A27-B5DD-378EFEDC1AD4}"/>
              </a:ext>
            </a:extLst>
          </p:cNvPr>
          <p:cNvSpPr>
            <a:spLocks xmlns:a="http://schemas.openxmlformats.org/drawingml/2006/main" noGrp="1"/>
          </p:cNvSpPr>
          <p:nvPr/>
        </p:nvSpPr>
        <p:spPr>
          <a:xfrm xmlns:a="http://schemas.openxmlformats.org/drawingml/2006/main">
            <a:off x="3418609" y="34956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6</a:t>
            </a:r>
          </a:p>
        </p:txBody>
      </p:sp>
      <p:sp>
        <p:nvSpPr>
          <p:cNvPr id="15" name="">
            <a:extLst xmlns:a="http://schemas.openxmlformats.org/drawingml/2006/main">
              <a:ext uri="{FF2B5EF4-FFF2-40B4-BE49-F238E27FC236}">
                <a16:creationId xmlns:a16="http://schemas.microsoft.com/office/drawing/2014/main" id="{CB07CCB9-DCD3-4515-BBF8-EF0D1B692EEF}"/>
              </a:ext>
            </a:extLst>
          </p:cNvPr>
          <p:cNvSpPr>
            <a:spLocks xmlns:a="http://schemas.openxmlformats.org/drawingml/2006/main" noGrp="1"/>
          </p:cNvSpPr>
          <p:nvPr/>
        </p:nvSpPr>
        <p:spPr>
          <a:xfrm xmlns:a="http://schemas.openxmlformats.org/drawingml/2006/main">
            <a:off x="4520045" y="3190875"/>
            <a:ext cx="0" cy="285750"/>
          </a:xfrm>
          <a:prstGeom xmlns:a="http://schemas.openxmlformats.org/drawingml/2006/main" prst="line">
            <a:avLst/>
          </a:prstGeom>
          <a:noFill xmlns:a="http://schemas.openxmlformats.org/drawingml/2006/main"/>
          <a:ln xmlns:a="http://schemas.openxmlformats.org/drawingml/2006/main" w="14288">
            <a:solidFill>
              <a:srgbClr val="241646"/>
            </a:solidFill>
            <a:prstDash val="solid"/>
          </a:ln>
        </p:spPr>
      </p:sp>
      <p:sp>
        <p:nvSpPr>
          <p:cNvPr id="16" name="">
            <a:extLst xmlns:a="http://schemas.openxmlformats.org/drawingml/2006/main">
              <a:ext uri="{FF2B5EF4-FFF2-40B4-BE49-F238E27FC236}">
                <a16:creationId xmlns:a16="http://schemas.microsoft.com/office/drawing/2014/main" id="{FDA5EFE8-37AC-4B00-95D3-88AAE3CE8419}"/>
              </a:ext>
            </a:extLst>
          </p:cNvPr>
          <p:cNvSpPr>
            <a:spLocks xmlns:a="http://schemas.openxmlformats.org/drawingml/2006/main" noGrp="1"/>
          </p:cNvSpPr>
          <p:nvPr/>
        </p:nvSpPr>
        <p:spPr>
          <a:xfrm xmlns:a="http://schemas.openxmlformats.org/drawingml/2006/main">
            <a:off x="4310495" y="34956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8</a:t>
            </a:r>
          </a:p>
        </p:txBody>
      </p:sp>
      <p:sp>
        <p:nvSpPr>
          <p:cNvPr id="17" name="">
            <a:extLst xmlns:a="http://schemas.openxmlformats.org/drawingml/2006/main">
              <a:ext uri="{FF2B5EF4-FFF2-40B4-BE49-F238E27FC236}">
                <a16:creationId xmlns:a16="http://schemas.microsoft.com/office/drawing/2014/main" id="{0AAD94D4-8A62-472C-9191-30844D7E1021}"/>
              </a:ext>
            </a:extLst>
          </p:cNvPr>
          <p:cNvSpPr>
            <a:spLocks xmlns:a="http://schemas.openxmlformats.org/drawingml/2006/main" noGrp="1"/>
          </p:cNvSpPr>
          <p:nvPr/>
        </p:nvSpPr>
        <p:spPr>
          <a:xfrm xmlns:a="http://schemas.openxmlformats.org/drawingml/2006/main">
            <a:off x="6080847" y="3190875"/>
            <a:ext cx="0" cy="285750"/>
          </a:xfrm>
          <a:prstGeom xmlns:a="http://schemas.openxmlformats.org/drawingml/2006/main" prst="line">
            <a:avLst/>
          </a:prstGeom>
          <a:noFill xmlns:a="http://schemas.openxmlformats.org/drawingml/2006/main"/>
          <a:ln xmlns:a="http://schemas.openxmlformats.org/drawingml/2006/main" w="14288">
            <a:solidFill>
              <a:srgbClr val="241646"/>
            </a:solidFill>
            <a:prstDash val="solid"/>
          </a:ln>
        </p:spPr>
      </p:sp>
      <p:sp>
        <p:nvSpPr>
          <p:cNvPr id="18" name="">
            <a:extLst xmlns:a="http://schemas.openxmlformats.org/drawingml/2006/main">
              <a:ext uri="{FF2B5EF4-FFF2-40B4-BE49-F238E27FC236}">
                <a16:creationId xmlns:a16="http://schemas.microsoft.com/office/drawing/2014/main" id="{43892181-8078-4714-B359-55BCAA22CC8F}"/>
              </a:ext>
            </a:extLst>
          </p:cNvPr>
          <p:cNvSpPr>
            <a:spLocks xmlns:a="http://schemas.openxmlformats.org/drawingml/2006/main" noGrp="1"/>
          </p:cNvSpPr>
          <p:nvPr/>
        </p:nvSpPr>
        <p:spPr>
          <a:xfrm xmlns:a="http://schemas.openxmlformats.org/drawingml/2006/main">
            <a:off x="5871297" y="34956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11.5</a:t>
            </a:r>
          </a:p>
        </p:txBody>
      </p:sp>
      <p:sp>
        <p:nvSpPr>
          <p:cNvPr id="19" name="">
            <a:extLst xmlns:a="http://schemas.openxmlformats.org/drawingml/2006/main">
              <a:ext uri="{FF2B5EF4-FFF2-40B4-BE49-F238E27FC236}">
                <a16:creationId xmlns:a16="http://schemas.microsoft.com/office/drawing/2014/main" id="{D6D5CF99-F035-4DA1-ABDC-A09C4CB3C838}"/>
              </a:ext>
            </a:extLst>
          </p:cNvPr>
          <p:cNvSpPr>
            <a:spLocks xmlns:a="http://schemas.openxmlformats.org/drawingml/2006/main" noGrp="1"/>
          </p:cNvSpPr>
          <p:nvPr/>
        </p:nvSpPr>
        <p:spPr>
          <a:xfrm xmlns:a="http://schemas.openxmlformats.org/drawingml/2006/main">
            <a:off x="7998402" y="3190875"/>
            <a:ext cx="0" cy="285750"/>
          </a:xfrm>
          <a:prstGeom xmlns:a="http://schemas.openxmlformats.org/drawingml/2006/main" prst="line">
            <a:avLst/>
          </a:prstGeom>
          <a:noFill xmlns:a="http://schemas.openxmlformats.org/drawingml/2006/main"/>
          <a:ln xmlns:a="http://schemas.openxmlformats.org/drawingml/2006/main" w="14288">
            <a:solidFill>
              <a:srgbClr val="241646"/>
            </a:solidFill>
            <a:prstDash val="solid"/>
          </a:ln>
        </p:spPr>
      </p:sp>
      <p:sp>
        <p:nvSpPr>
          <p:cNvPr id="20" name="">
            <a:extLst xmlns:a="http://schemas.openxmlformats.org/drawingml/2006/main">
              <a:ext uri="{FF2B5EF4-FFF2-40B4-BE49-F238E27FC236}">
                <a16:creationId xmlns:a16="http://schemas.microsoft.com/office/drawing/2014/main" id="{E1AECD3D-EFE8-42C0-AC0F-7CD2F05586BE}"/>
              </a:ext>
            </a:extLst>
          </p:cNvPr>
          <p:cNvSpPr>
            <a:spLocks xmlns:a="http://schemas.openxmlformats.org/drawingml/2006/main" noGrp="1"/>
          </p:cNvSpPr>
          <p:nvPr/>
        </p:nvSpPr>
        <p:spPr>
          <a:xfrm xmlns:a="http://schemas.openxmlformats.org/drawingml/2006/main">
            <a:off x="7788852" y="34956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15.8</a:t>
            </a:r>
          </a:p>
        </p:txBody>
      </p:sp>
      <p:sp>
        <p:nvSpPr>
          <p:cNvPr id="21" name="">
            <a:extLst xmlns:a="http://schemas.openxmlformats.org/drawingml/2006/main">
              <a:ext uri="{FF2B5EF4-FFF2-40B4-BE49-F238E27FC236}">
                <a16:creationId xmlns:a16="http://schemas.microsoft.com/office/drawing/2014/main" id="{53EA818B-4C8B-4621-81AE-A597459C8E81}"/>
              </a:ext>
            </a:extLst>
          </p:cNvPr>
          <p:cNvSpPr>
            <a:spLocks xmlns:a="http://schemas.openxmlformats.org/drawingml/2006/main" noGrp="1"/>
          </p:cNvSpPr>
          <p:nvPr/>
        </p:nvSpPr>
        <p:spPr>
          <a:xfrm xmlns:a="http://schemas.openxmlformats.org/drawingml/2006/main">
            <a:off x="10763250" y="3190875"/>
            <a:ext cx="0" cy="285750"/>
          </a:xfrm>
          <a:prstGeom xmlns:a="http://schemas.openxmlformats.org/drawingml/2006/main" prst="line">
            <a:avLst/>
          </a:prstGeom>
          <a:noFill xmlns:a="http://schemas.openxmlformats.org/drawingml/2006/main"/>
          <a:ln xmlns:a="http://schemas.openxmlformats.org/drawingml/2006/main" w="14288">
            <a:solidFill>
              <a:srgbClr val="241646"/>
            </a:solidFill>
            <a:prstDash val="solid"/>
          </a:ln>
        </p:spPr>
      </p:sp>
      <p:sp>
        <p:nvSpPr>
          <p:cNvPr id="22" name="">
            <a:extLst xmlns:a="http://schemas.openxmlformats.org/drawingml/2006/main">
              <a:ext uri="{FF2B5EF4-FFF2-40B4-BE49-F238E27FC236}">
                <a16:creationId xmlns:a16="http://schemas.microsoft.com/office/drawing/2014/main" id="{BFAEC26B-A6ED-4A04-BD2F-BC71ECC889E3}"/>
              </a:ext>
            </a:extLst>
          </p:cNvPr>
          <p:cNvSpPr>
            <a:spLocks xmlns:a="http://schemas.openxmlformats.org/drawingml/2006/main" noGrp="1"/>
          </p:cNvSpPr>
          <p:nvPr/>
        </p:nvSpPr>
        <p:spPr>
          <a:xfrm xmlns:a="http://schemas.openxmlformats.org/drawingml/2006/main">
            <a:off x="10553700" y="34956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22</a:t>
            </a:r>
          </a:p>
        </p:txBody>
      </p:sp>
      <p:sp>
        <p:nvSpPr>
          <p:cNvPr id="23" name="">
            <a:extLst xmlns:a="http://schemas.openxmlformats.org/drawingml/2006/main">
              <a:ext uri="{FF2B5EF4-FFF2-40B4-BE49-F238E27FC236}">
                <a16:creationId xmlns:a16="http://schemas.microsoft.com/office/drawing/2014/main" id="{8F466565-5962-4710-8D2C-4BB0A4210689}"/>
              </a:ext>
            </a:extLst>
          </p:cNvPr>
          <p:cNvSpPr>
            <a:spLocks xmlns:a="http://schemas.openxmlformats.org/drawingml/2006/main" noGrp="1"/>
          </p:cNvSpPr>
          <p:nvPr/>
        </p:nvSpPr>
        <p:spPr>
          <a:xfrm xmlns:a="http://schemas.openxmlformats.org/drawingml/2006/main">
            <a:off x="10858500" y="32194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125" b="0" i="0">
                <a:solidFill>
                  <a:srgbClr val="666666"/>
                </a:solidFill>
                <a:latin typeface="Noto Sans JP"/>
                <a:ea typeface="Noto Sans JP"/>
                <a:cs typeface="Noto Sans JP"/>
              </a:defRPr>
            </a:pPr>
            <a:r>
              <a:rPr sz="1125" b="0" i="0">
                <a:solidFill>
                  <a:srgbClr val="666666"/>
                </a:solidFill>
                <a:latin typeface="Noto Sans JP"/>
                <a:ea typeface="Noto Sans JP"/>
                <a:cs typeface="Noto Sans JP"/>
              </a:rPr>
              <a:t>ε [eV]</a:t>
            </a:r>
          </a:p>
        </p:txBody>
      </p:sp>
      <p:sp>
        <p:nvSpPr>
          <p:cNvPr id="24" name="">
            <a:extLst xmlns:a="http://schemas.openxmlformats.org/drawingml/2006/main">
              <a:ext uri="{FF2B5EF4-FFF2-40B4-BE49-F238E27FC236}">
                <a16:creationId xmlns:a16="http://schemas.microsoft.com/office/drawing/2014/main" id="{EF303E8A-0B7D-4E35-8296-2267C40E436B}"/>
              </a:ext>
            </a:extLst>
          </p:cNvPr>
          <p:cNvSpPr>
            <a:spLocks xmlns:a="http://schemas.openxmlformats.org/drawingml/2006/main" noGrp="1"/>
          </p:cNvSpPr>
          <p:nvPr/>
        </p:nvSpPr>
        <p:spPr>
          <a:xfrm xmlns:a="http://schemas.openxmlformats.org/drawingml/2006/main">
            <a:off x="2381250" y="2781300"/>
            <a:ext cx="2381250" cy="171450"/>
          </a:xfrm>
          <a:prstGeom xmlns:a="http://schemas.openxmlformats.org/drawingml/2006/main" prst="rightArrow">
            <a:avLst/>
          </a:prstGeom>
          <a:solidFill xmlns:a="http://schemas.openxmlformats.org/drawingml/2006/main">
            <a:srgbClr val="00A6D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30AED7C-FAF5-45EA-84B4-D26F42D3F9BD}"/>
              </a:ext>
            </a:extLst>
          </p:cNvPr>
          <p:cNvSpPr>
            <a:spLocks xmlns:a="http://schemas.openxmlformats.org/drawingml/2006/main" noGrp="1"/>
          </p:cNvSpPr>
          <p:nvPr/>
        </p:nvSpPr>
        <p:spPr>
          <a:xfrm xmlns:a="http://schemas.openxmlformats.org/drawingml/2006/main">
            <a:off x="2428875" y="24765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電場加熱：高エネルギー側へ</a:t>
            </a:r>
          </a:p>
        </p:txBody>
      </p:sp>
      <p:sp>
        <p:nvSpPr>
          <p:cNvPr id="26" name="">
            <a:extLst xmlns:a="http://schemas.openxmlformats.org/drawingml/2006/main">
              <a:ext uri="{FF2B5EF4-FFF2-40B4-BE49-F238E27FC236}">
                <a16:creationId xmlns:a16="http://schemas.microsoft.com/office/drawing/2014/main" id="{FE6E6301-8B09-418B-B62D-895F0F57E6AE}"/>
              </a:ext>
            </a:extLst>
          </p:cNvPr>
          <p:cNvSpPr>
            <a:spLocks xmlns:a="http://schemas.openxmlformats.org/drawingml/2006/main" noGrp="1"/>
          </p:cNvSpPr>
          <p:nvPr/>
        </p:nvSpPr>
        <p:spPr>
          <a:xfrm xmlns:a="http://schemas.openxmlformats.org/drawingml/2006/main" flipH="1">
            <a:off x="6048375" y="4000500"/>
            <a:ext cx="2000250" cy="171450"/>
          </a:xfrm>
          <a:prstGeom xmlns:a="http://schemas.openxmlformats.org/drawingml/2006/main" prst="rightArrow">
            <a:avLst/>
          </a:prstGeom>
          <a:solidFill xmlns:a="http://schemas.openxmlformats.org/drawingml/2006/main">
            <a:srgbClr val="00AFA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46DC0AD-2CD4-4635-8396-113F16F8633B}"/>
              </a:ext>
            </a:extLst>
          </p:cNvPr>
          <p:cNvSpPr>
            <a:spLocks xmlns:a="http://schemas.openxmlformats.org/drawingml/2006/main" noGrp="1"/>
          </p:cNvSpPr>
          <p:nvPr/>
        </p:nvSpPr>
        <p:spPr>
          <a:xfrm xmlns:a="http://schemas.openxmlformats.org/drawingml/2006/main">
            <a:off x="5810250" y="423862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AFA5"/>
                </a:solidFill>
                <a:latin typeface="Noto Sans JP"/>
                <a:ea typeface="Noto Sans JP"/>
                <a:cs typeface="Noto Sans JP"/>
              </a:defRPr>
            </a:pPr>
            <a:r>
              <a:rPr sz="1200" b="1" i="0">
                <a:solidFill>
                  <a:srgbClr val="00AFA5"/>
                </a:solidFill>
                <a:latin typeface="Noto Sans JP"/>
                <a:ea typeface="Noto Sans JP"/>
                <a:cs typeface="Noto Sans JP"/>
              </a:rPr>
              <a:t>弾性衝突・熱運動：冷却</a:t>
            </a:r>
          </a:p>
        </p:txBody>
      </p:sp>
      <p:sp>
        <p:nvSpPr>
          <p:cNvPr id="28" name="">
            <a:extLst xmlns:a="http://schemas.openxmlformats.org/drawingml/2006/main">
              <a:ext uri="{FF2B5EF4-FFF2-40B4-BE49-F238E27FC236}">
                <a16:creationId xmlns:a16="http://schemas.microsoft.com/office/drawing/2014/main" id="{0F8EFA18-94EE-46DB-A8E8-8D074BE8C2E3}"/>
              </a:ext>
            </a:extLst>
          </p:cNvPr>
          <p:cNvSpPr>
            <a:spLocks xmlns:a="http://schemas.openxmlformats.org/drawingml/2006/main" noGrp="1"/>
          </p:cNvSpPr>
          <p:nvPr/>
        </p:nvSpPr>
        <p:spPr>
          <a:xfrm xmlns:a="http://schemas.openxmlformats.org/drawingml/2006/main">
            <a:off x="6080847" y="2809875"/>
            <a:ext cx="0" cy="1381125"/>
          </a:xfrm>
          <a:prstGeom xmlns:a="http://schemas.openxmlformats.org/drawingml/2006/main" prst="line">
            <a:avLst/>
          </a:prstGeom>
          <a:noFill xmlns:a="http://schemas.openxmlformats.org/drawingml/2006/main"/>
          <a:ln xmlns:a="http://schemas.openxmlformats.org/drawingml/2006/main" w="19050">
            <a:solidFill>
              <a:srgbClr val="7B2FA3"/>
            </a:solidFill>
            <a:prstDash val="dash"/>
          </a:ln>
        </p:spPr>
      </p:sp>
      <p:sp>
        <p:nvSpPr>
          <p:cNvPr id="29" name="">
            <a:extLst xmlns:a="http://schemas.openxmlformats.org/drawingml/2006/main">
              <a:ext uri="{FF2B5EF4-FFF2-40B4-BE49-F238E27FC236}">
                <a16:creationId xmlns:a16="http://schemas.microsoft.com/office/drawing/2014/main" id="{CE0F2B79-9EFB-4D28-BEF1-D84F39A23452}"/>
              </a:ext>
            </a:extLst>
          </p:cNvPr>
          <p:cNvSpPr>
            <a:spLocks xmlns:a="http://schemas.openxmlformats.org/drawingml/2006/main" noGrp="1"/>
          </p:cNvSpPr>
          <p:nvPr/>
        </p:nvSpPr>
        <p:spPr>
          <a:xfrm xmlns:a="http://schemas.openxmlformats.org/drawingml/2006/main">
            <a:off x="5623647" y="2571750"/>
            <a:ext cx="914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7B2FA3"/>
                </a:solidFill>
                <a:latin typeface="Noto Sans JP"/>
                <a:ea typeface="Noto Sans JP"/>
                <a:cs typeface="Noto Sans JP"/>
              </a:defRPr>
            </a:pPr>
            <a:r>
              <a:rPr sz="1050" b="1" i="0">
                <a:solidFill>
                  <a:srgbClr val="7B2FA3"/>
                </a:solidFill>
                <a:latin typeface="Noto Sans JP"/>
                <a:ea typeface="Noto Sans JP"/>
                <a:cs typeface="Noto Sans JP"/>
              </a:rPr>
              <a:t>Ar励起</a:t>
            </a:r>
          </a:p>
        </p:txBody>
      </p:sp>
      <p:sp>
        <p:nvSpPr>
          <p:cNvPr id="30" name="">
            <a:extLst xmlns:a="http://schemas.openxmlformats.org/drawingml/2006/main">
              <a:ext uri="{FF2B5EF4-FFF2-40B4-BE49-F238E27FC236}">
                <a16:creationId xmlns:a16="http://schemas.microsoft.com/office/drawing/2014/main" id="{0B0FC2FF-ED28-4026-B257-AE0CCA72ACB7}"/>
              </a:ext>
            </a:extLst>
          </p:cNvPr>
          <p:cNvSpPr>
            <a:spLocks xmlns:a="http://schemas.openxmlformats.org/drawingml/2006/main" noGrp="1"/>
          </p:cNvSpPr>
          <p:nvPr/>
        </p:nvSpPr>
        <p:spPr>
          <a:xfrm xmlns:a="http://schemas.openxmlformats.org/drawingml/2006/main">
            <a:off x="7998402" y="2809875"/>
            <a:ext cx="0" cy="1381125"/>
          </a:xfrm>
          <a:prstGeom xmlns:a="http://schemas.openxmlformats.org/drawingml/2006/main" prst="line">
            <a:avLst/>
          </a:prstGeom>
          <a:noFill xmlns:a="http://schemas.openxmlformats.org/drawingml/2006/main"/>
          <a:ln xmlns:a="http://schemas.openxmlformats.org/drawingml/2006/main" w="19050">
            <a:solidFill>
              <a:srgbClr val="D64045"/>
            </a:solidFill>
            <a:prstDash val="dash"/>
          </a:ln>
        </p:spPr>
      </p:sp>
      <p:sp>
        <p:nvSpPr>
          <p:cNvPr id="31" name="">
            <a:extLst xmlns:a="http://schemas.openxmlformats.org/drawingml/2006/main">
              <a:ext uri="{FF2B5EF4-FFF2-40B4-BE49-F238E27FC236}">
                <a16:creationId xmlns:a16="http://schemas.microsoft.com/office/drawing/2014/main" id="{E35686BA-2EFB-448B-BC97-7B95CB608B17}"/>
              </a:ext>
            </a:extLst>
          </p:cNvPr>
          <p:cNvSpPr>
            <a:spLocks xmlns:a="http://schemas.openxmlformats.org/drawingml/2006/main" noGrp="1"/>
          </p:cNvSpPr>
          <p:nvPr/>
        </p:nvSpPr>
        <p:spPr>
          <a:xfrm xmlns:a="http://schemas.openxmlformats.org/drawingml/2006/main">
            <a:off x="7541202" y="2571750"/>
            <a:ext cx="914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D64045"/>
                </a:solidFill>
                <a:latin typeface="Noto Sans JP"/>
                <a:ea typeface="Noto Sans JP"/>
                <a:cs typeface="Noto Sans JP"/>
              </a:defRPr>
            </a:pPr>
            <a:r>
              <a:rPr sz="1050" b="1" i="0">
                <a:solidFill>
                  <a:srgbClr val="D64045"/>
                </a:solidFill>
                <a:latin typeface="Noto Sans JP"/>
                <a:ea typeface="Noto Sans JP"/>
                <a:cs typeface="Noto Sans JP"/>
              </a:rPr>
              <a:t>Ar電離</a:t>
            </a:r>
          </a:p>
        </p:txBody>
      </p:sp>
      <p:sp>
        <p:nvSpPr>
          <p:cNvPr id="32" name="">
            <a:extLst xmlns:a="http://schemas.openxmlformats.org/drawingml/2006/main">
              <a:ext uri="{FF2B5EF4-FFF2-40B4-BE49-F238E27FC236}">
                <a16:creationId xmlns:a16="http://schemas.microsoft.com/office/drawing/2014/main" id="{A0C7A4C2-764A-44F3-99DB-4E5B55CA65D7}"/>
              </a:ext>
            </a:extLst>
          </p:cNvPr>
          <p:cNvSpPr>
            <a:spLocks xmlns:a="http://schemas.openxmlformats.org/drawingml/2006/main" noGrp="1"/>
          </p:cNvSpPr>
          <p:nvPr/>
        </p:nvSpPr>
        <p:spPr>
          <a:xfrm xmlns:a="http://schemas.openxmlformats.org/drawingml/2006/main">
            <a:off x="857250" y="4714875"/>
            <a:ext cx="1047750" cy="32385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未知量</a:t>
            </a:r>
          </a:p>
        </p:txBody>
      </p:sp>
      <p:sp>
        <p:nvSpPr>
          <p:cNvPr id="33" name="">
            <a:extLst xmlns:a="http://schemas.openxmlformats.org/drawingml/2006/main">
              <a:ext uri="{FF2B5EF4-FFF2-40B4-BE49-F238E27FC236}">
                <a16:creationId xmlns:a16="http://schemas.microsoft.com/office/drawing/2014/main" id="{BD6FB270-A84D-4372-8ADD-152F1B132FF6}"/>
              </a:ext>
            </a:extLst>
          </p:cNvPr>
          <p:cNvSpPr>
            <a:spLocks xmlns:a="http://schemas.openxmlformats.org/drawingml/2006/main" noGrp="1"/>
          </p:cNvSpPr>
          <p:nvPr/>
        </p:nvSpPr>
        <p:spPr>
          <a:xfrm xmlns:a="http://schemas.openxmlformats.org/drawingml/2006/main">
            <a:off x="2000250" y="4667250"/>
            <a:ext cx="4143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各エネルギー区間の確率質量 pᵢ</a:t>
            </a:r>
          </a:p>
        </p:txBody>
      </p:sp>
      <p:sp>
        <p:nvSpPr>
          <p:cNvPr id="34" name="">
            <a:extLst xmlns:a="http://schemas.openxmlformats.org/drawingml/2006/main">
              <a:ext uri="{FF2B5EF4-FFF2-40B4-BE49-F238E27FC236}">
                <a16:creationId xmlns:a16="http://schemas.microsoft.com/office/drawing/2014/main" id="{251A01B9-C4DC-4B77-B8D7-FF2C2DA801E5}"/>
              </a:ext>
            </a:extLst>
          </p:cNvPr>
          <p:cNvSpPr>
            <a:spLocks xmlns:a="http://schemas.openxmlformats.org/drawingml/2006/main" noGrp="1"/>
          </p:cNvSpPr>
          <p:nvPr/>
        </p:nvSpPr>
        <p:spPr>
          <a:xfrm xmlns:a="http://schemas.openxmlformats.org/drawingml/2006/main">
            <a:off x="6286500" y="4714875"/>
            <a:ext cx="1047750" cy="32385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数値方法</a:t>
            </a:r>
          </a:p>
        </p:txBody>
      </p:sp>
      <p:sp>
        <p:nvSpPr>
          <p:cNvPr id="35" name="">
            <a:extLst xmlns:a="http://schemas.openxmlformats.org/drawingml/2006/main">
              <a:ext uri="{FF2B5EF4-FFF2-40B4-BE49-F238E27FC236}">
                <a16:creationId xmlns:a16="http://schemas.microsoft.com/office/drawing/2014/main" id="{0C226762-7FA5-4F3E-B348-2716B99C159F}"/>
              </a:ext>
            </a:extLst>
          </p:cNvPr>
          <p:cNvSpPr>
            <a:spLocks xmlns:a="http://schemas.openxmlformats.org/drawingml/2006/main" noGrp="1"/>
          </p:cNvSpPr>
          <p:nvPr/>
        </p:nvSpPr>
        <p:spPr>
          <a:xfrm xmlns:a="http://schemas.openxmlformats.org/drawingml/2006/main">
            <a:off x="7429500" y="4667250"/>
            <a:ext cx="4143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有限体積法。境界流束を隣接区間で符号反転させ、粒子数を保存</a:t>
            </a:r>
          </a:p>
        </p:txBody>
      </p:sp>
      <p:sp>
        <p:nvSpPr>
          <p:cNvPr id="36" name="">
            <a:extLst xmlns:a="http://schemas.openxmlformats.org/drawingml/2006/main">
              <a:ext uri="{FF2B5EF4-FFF2-40B4-BE49-F238E27FC236}">
                <a16:creationId xmlns:a16="http://schemas.microsoft.com/office/drawing/2014/main" id="{AEB3AF83-83CC-44DC-8CAD-CB28942383B5}"/>
              </a:ext>
            </a:extLst>
          </p:cNvPr>
          <p:cNvSpPr>
            <a:spLocks xmlns:a="http://schemas.openxmlformats.org/drawingml/2006/main" noGrp="1"/>
          </p:cNvSpPr>
          <p:nvPr/>
        </p:nvSpPr>
        <p:spPr>
          <a:xfrm xmlns:a="http://schemas.openxmlformats.org/drawingml/2006/main">
            <a:off x="857250" y="5238750"/>
            <a:ext cx="1047750" cy="32385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安定化</a:t>
            </a:r>
          </a:p>
        </p:txBody>
      </p:sp>
      <p:sp>
        <p:nvSpPr>
          <p:cNvPr id="37" name="">
            <a:extLst xmlns:a="http://schemas.openxmlformats.org/drawingml/2006/main">
              <a:ext uri="{FF2B5EF4-FFF2-40B4-BE49-F238E27FC236}">
                <a16:creationId xmlns:a16="http://schemas.microsoft.com/office/drawing/2014/main" id="{6E209033-ACCF-41E0-B41C-211572F40717}"/>
              </a:ext>
            </a:extLst>
          </p:cNvPr>
          <p:cNvSpPr>
            <a:spLocks xmlns:a="http://schemas.openxmlformats.org/drawingml/2006/main" noGrp="1"/>
          </p:cNvSpPr>
          <p:nvPr/>
        </p:nvSpPr>
        <p:spPr>
          <a:xfrm xmlns:a="http://schemas.openxmlformats.org/drawingml/2006/main">
            <a:off x="2000250" y="5191125"/>
            <a:ext cx="4143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ドリフト優勢でも正値性を保ちやすい指数適合流束</a:t>
            </a:r>
          </a:p>
        </p:txBody>
      </p:sp>
      <p:sp>
        <p:nvSpPr>
          <p:cNvPr id="38" name="">
            <a:extLst xmlns:a="http://schemas.openxmlformats.org/drawingml/2006/main">
              <a:ext uri="{FF2B5EF4-FFF2-40B4-BE49-F238E27FC236}">
                <a16:creationId xmlns:a16="http://schemas.microsoft.com/office/drawing/2014/main" id="{ADE08788-9399-417A-97B5-9ADB24936A5E}"/>
              </a:ext>
            </a:extLst>
          </p:cNvPr>
          <p:cNvSpPr>
            <a:spLocks xmlns:a="http://schemas.openxmlformats.org/drawingml/2006/main" noGrp="1"/>
          </p:cNvSpPr>
          <p:nvPr/>
        </p:nvSpPr>
        <p:spPr>
          <a:xfrm xmlns:a="http://schemas.openxmlformats.org/drawingml/2006/main">
            <a:off x="6286500" y="5238750"/>
            <a:ext cx="1047750" cy="32385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出力</a:t>
            </a:r>
          </a:p>
        </p:txBody>
      </p:sp>
      <p:sp>
        <p:nvSpPr>
          <p:cNvPr id="39" name="">
            <a:extLst xmlns:a="http://schemas.openxmlformats.org/drawingml/2006/main">
              <a:ext uri="{FF2B5EF4-FFF2-40B4-BE49-F238E27FC236}">
                <a16:creationId xmlns:a16="http://schemas.microsoft.com/office/drawing/2014/main" id="{B3A21C71-0E35-4564-8B03-685F4FE26DC9}"/>
              </a:ext>
            </a:extLst>
          </p:cNvPr>
          <p:cNvSpPr>
            <a:spLocks xmlns:a="http://schemas.openxmlformats.org/drawingml/2006/main" noGrp="1"/>
          </p:cNvSpPr>
          <p:nvPr/>
        </p:nvSpPr>
        <p:spPr>
          <a:xfrm xmlns:a="http://schemas.openxmlformats.org/drawingml/2006/main">
            <a:off x="7429500" y="5191125"/>
            <a:ext cx="4143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EEDF、平均エネルギー、μN、DN、反応速度係数</a:t>
            </a:r>
          </a:p>
        </p:txBody>
      </p:sp>
      <p:sp>
        <p:nvSpPr>
          <p:cNvPr id="40" name="takeaway-bullet">
            <a:extLst xmlns:a="http://schemas.openxmlformats.org/drawingml/2006/main">
              <a:ext uri="{FF2B5EF4-FFF2-40B4-BE49-F238E27FC236}">
                <a16:creationId xmlns:a16="http://schemas.microsoft.com/office/drawing/2014/main" id="{0B2025E4-599E-463E-A86F-60BE9A59E0A4}"/>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41" name="takeaway">
            <a:extLst xmlns:a="http://schemas.openxmlformats.org/drawingml/2006/main">
              <a:ext uri="{FF2B5EF4-FFF2-40B4-BE49-F238E27FC236}">
                <a16:creationId xmlns:a16="http://schemas.microsoft.com/office/drawing/2014/main" id="{7945ED64-E53F-4C72-878C-82729EE7ECA8}"/>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決定論的で統計ノイズはない。格子・上限エネルギー・反復残差を変えて数値収束を確認する。</a:t>
            </a:r>
          </a:p>
        </p:txBody>
      </p:sp>
      <p:sp>
        <p:nvSpPr>
          <p:cNvPr id="43" name="footer">
            <a:extLst xmlns:a="http://schemas.openxmlformats.org/drawingml/2006/main">
              <a:ext uri="{FF2B5EF4-FFF2-40B4-BE49-F238E27FC236}">
                <a16:creationId xmlns:a16="http://schemas.microsoft.com/office/drawing/2014/main" id="{3CF7EC03-BCC6-4A3C-A49D-96CC50E2D663}"/>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44" name="page">
            <a:extLst xmlns:a="http://schemas.openxmlformats.org/drawingml/2006/main">
              <a:ext uri="{FF2B5EF4-FFF2-40B4-BE49-F238E27FC236}">
                <a16:creationId xmlns:a16="http://schemas.microsoft.com/office/drawing/2014/main" id="{D1CFB9D4-2A3E-4C86-8D52-F4919B068039}"/>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12</a:t>
            </a:r>
          </a:p>
        </p:txBody>
      </p:sp>
      <p:sp>
        <p:nvSpPr>
          <p:cNvPr id="45" name="section">
            <a:extLst xmlns:a="http://schemas.openxmlformats.org/drawingml/2006/main">
              <a:ext uri="{FF2B5EF4-FFF2-40B4-BE49-F238E27FC236}">
                <a16:creationId xmlns:a16="http://schemas.microsoft.com/office/drawing/2014/main" id="{F040497E-F86C-4F64-9219-4D0EE3936194}"/>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Tree>
    <p:extLst>
      <p:ext uri="{BB962C8B-B14F-4D97-AF65-F5344CB8AC3E}">
        <p14:creationId xmlns:p14="http://schemas.microsoft.com/office/powerpoint/2010/main" val="12002153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B116685D-8269-42B8-A523-05F9428BF69C}"/>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Two-term法 3/3：高速な条件探索に向く</a:t>
            </a:r>
          </a:p>
        </p:txBody>
      </p:sp>
      <p:graphicFrame>
        <p:nvGraphicFramePr>
          <p:cNvPr id="17" name=""/>
          <p:cNvGraphicFramePr/>
          <p:nvPr/>
        </p:nvGraphicFramePr>
        <p:xfrm>
          <a:off xmlns:a="http://schemas.openxmlformats.org/drawingml/2006/main" x="428625" y="1381125"/>
          <a:ext xmlns:a="http://schemas.openxmlformats.org/drawingml/2006/main" cx="11334750" cy="3857625"/>
        </p:xfrm>
        <a:graphic xmlns:a="http://schemas.openxmlformats.org/drawingml/2006/main">
          <a:graphicData uri="http://schemas.openxmlformats.org/drawingml/2006/table">
            <a:tbl>
              <a:tblPr/>
              <a:tblGrid>
                <a:gridCol w="1574271"/>
                <a:gridCol w="3022600"/>
                <a:gridCol w="3652308"/>
                <a:gridCol w="3085571"/>
              </a:tblGrid>
              <a:tr h="642938">
                <a:tc>
                  <a:txBody>
                    <a:bodyPr lIns="57150" tIns="47625" rIns="57150" bIns="47625">
                      <a:normAutofit/>
                    </a:bodyPr>
                    <a:lstStyle/>
                    <a:p>
                      <a:pPr algn="l">
                        <a:buNone/>
                      </a:pPr>
                      <a:r>
                        <a:rPr sz="1125" b="1">
                          <a:solidFill>
                            <a:srgbClr val="FFFFFF"/>
                          </a:solidFill>
                          <a:latin typeface="Noto Sans JP"/>
                          <a:ea typeface="Noto Sans JP"/>
                          <a:cs typeface="Noto Sans JP"/>
                        </a:rPr>
                        <a:t>観点</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強み</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限界・失敗の兆候</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推奨する使い方</a:t>
                      </a:r>
                    </a:p>
                  </a:txBody>
                  <a:tcPr marL="91440" marR="91440" marT="45720" marB="45720" anchor="ctr">
                    <a:solidFill>
                      <a:srgbClr val="00A6D6"/>
                    </a:solidFill>
                  </a:tcPr>
                </a:tc>
              </a:tr>
              <a:tr h="642938">
                <a:tc>
                  <a:txBody>
                    <a:bodyPr lIns="57150" tIns="47625" rIns="57150" bIns="47625">
                      <a:normAutofit/>
                    </a:bodyPr>
                    <a:lstStyle/>
                    <a:p>
                      <a:pPr algn="l">
                        <a:buNone/>
                      </a:pPr>
                      <a:r>
                        <a:rPr sz="1050" b="1">
                          <a:solidFill>
                            <a:srgbClr val="333333"/>
                          </a:solidFill>
                          <a:latin typeface="Noto Sans JP"/>
                          <a:ea typeface="Noto Sans JP"/>
                          <a:cs typeface="Noto Sans JP"/>
                        </a:rPr>
                        <a:t>計算</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高速、決定論的、同じ入力なら再現可能</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格子収束しても角度切断誤差は残る</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E/N・混合比・断面積感度の広い掃引</a:t>
                      </a:r>
                    </a:p>
                  </a:txBody>
                  <a:tcPr marL="91440" marR="91440" marT="45720" marB="45720" anchor="ctr">
                    <a:solidFill>
                      <a:srgbClr val="FFFFFF"/>
                    </a:solidFill>
                  </a:tcPr>
                </a:tc>
              </a:tr>
              <a:tr h="642938">
                <a:tc>
                  <a:txBody>
                    <a:bodyPr lIns="57150" tIns="47625" rIns="57150" bIns="47625">
                      <a:normAutofit/>
                    </a:bodyPr>
                    <a:lstStyle/>
                    <a:p>
                      <a:pPr algn="l">
                        <a:buNone/>
                      </a:pPr>
                      <a:r>
                        <a:rPr sz="1050" b="1">
                          <a:solidFill>
                            <a:srgbClr val="333333"/>
                          </a:solidFill>
                          <a:latin typeface="Noto Sans JP"/>
                          <a:ea typeface="Noto Sans JP"/>
                          <a:cs typeface="Noto Sans JP"/>
                        </a:rPr>
                        <a:t>EEDF</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正規化と平均エネルギーを安定に計算</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強い前後非対称でF₂以上が無視できない</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multi-termのLmax収束と比較</a:t>
                      </a:r>
                    </a:p>
                  </a:txBody>
                  <a:tcPr marL="91440" marR="91440" marT="45720" marB="45720" anchor="ctr">
                    <a:solidFill>
                      <a:srgbClr val="F2F3F4"/>
                    </a:solidFill>
                  </a:tcPr>
                </a:tc>
              </a:tr>
              <a:tr h="642938">
                <a:tc>
                  <a:txBody>
                    <a:bodyPr lIns="57150" tIns="47625" rIns="57150" bIns="47625">
                      <a:normAutofit/>
                    </a:bodyPr>
                    <a:lstStyle/>
                    <a:p>
                      <a:pPr algn="l">
                        <a:buNone/>
                      </a:pPr>
                      <a:r>
                        <a:rPr sz="1050" b="1">
                          <a:solidFill>
                            <a:srgbClr val="333333"/>
                          </a:solidFill>
                          <a:latin typeface="Noto Sans JP"/>
                          <a:ea typeface="Noto Sans JP"/>
                          <a:cs typeface="Noto Sans JP"/>
                        </a:rPr>
                        <a:t>輸送</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移動度・拡散を一貫して算出</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重心／フラックス輸送量の定義や角度モデルに依存</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COMSOL入力定義を固定</a:t>
                      </a:r>
                    </a:p>
                  </a:txBody>
                  <a:tcPr marL="91440" marR="91440" marT="45720" marB="45720" anchor="ctr">
                    <a:solidFill>
                      <a:srgbClr val="FFFFFF"/>
                    </a:solidFill>
                  </a:tcPr>
                </a:tc>
              </a:tr>
              <a:tr h="642938">
                <a:tc>
                  <a:txBody>
                    <a:bodyPr lIns="57150" tIns="47625" rIns="57150" bIns="47625">
                      <a:normAutofit/>
                    </a:bodyPr>
                    <a:lstStyle/>
                    <a:p>
                      <a:pPr algn="l">
                        <a:buNone/>
                      </a:pPr>
                      <a:r>
                        <a:rPr sz="1050" b="1">
                          <a:solidFill>
                            <a:srgbClr val="333333"/>
                          </a:solidFill>
                          <a:latin typeface="Noto Sans JP"/>
                          <a:ea typeface="Noto Sans JP"/>
                          <a:cs typeface="Noto Sans JP"/>
                        </a:rPr>
                        <a:t>反応速度</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多数反応を同じEEDFから積分</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尾部・閾値反応は小さなEEDF差を増幅</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励起・電離・解離・付着を個別確認</a:t>
                      </a:r>
                    </a:p>
                  </a:txBody>
                  <a:tcPr marL="91440" marR="91440" marT="45720" marB="45720" anchor="ctr">
                    <a:solidFill>
                      <a:srgbClr val="F2F3F4"/>
                    </a:solidFill>
                  </a:tcPr>
                </a:tc>
              </a:tr>
              <a:tr h="642938">
                <a:tc>
                  <a:txBody>
                    <a:bodyPr lIns="57150" tIns="47625" rIns="57150" bIns="47625">
                      <a:normAutofit/>
                    </a:bodyPr>
                    <a:lstStyle/>
                    <a:p>
                      <a:pPr algn="l">
                        <a:buNone/>
                      </a:pPr>
                      <a:r>
                        <a:rPr sz="1050" b="1">
                          <a:solidFill>
                            <a:srgbClr val="333333"/>
                          </a:solidFill>
                          <a:latin typeface="Noto Sans JP"/>
                          <a:ea typeface="Noto Sans JP"/>
                          <a:cs typeface="Noto Sans JP"/>
                        </a:rPr>
                        <a:t>適用条件</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一様DC、弱〜中程度の異方性</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高E/N、前方散乱、磁化、RF周期内の非局所応答</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選択点だけPN・MC・P1で独立検算</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2CD14EF-BFF9-40E3-AA7C-443B7D555EDB}"/>
              </a:ext>
            </a:extLst>
          </p:cNvPr>
          <p:cNvSpPr>
            <a:spLocks xmlns:a="http://schemas.openxmlformats.org/drawingml/2006/main" noGrp="1"/>
          </p:cNvSpPr>
          <p:nvPr/>
        </p:nvSpPr>
        <p:spPr>
          <a:xfrm xmlns:a="http://schemas.openxmlformats.org/drawingml/2006/main">
            <a:off x="857250" y="54768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相対計算コスト</a:t>
            </a:r>
          </a:p>
        </p:txBody>
      </p:sp>
      <p:sp>
        <p:nvSpPr>
          <p:cNvPr id="5" name="">
            <a:extLst xmlns:a="http://schemas.openxmlformats.org/drawingml/2006/main">
              <a:ext uri="{FF2B5EF4-FFF2-40B4-BE49-F238E27FC236}">
                <a16:creationId xmlns:a16="http://schemas.microsoft.com/office/drawing/2014/main" id="{1C8B059D-14C4-4CB3-84C3-7DAABF8C42F4}"/>
              </a:ext>
            </a:extLst>
          </p:cNvPr>
          <p:cNvSpPr>
            <a:spLocks xmlns:a="http://schemas.openxmlformats.org/drawingml/2006/main" noGrp="1"/>
          </p:cNvSpPr>
          <p:nvPr/>
        </p:nvSpPr>
        <p:spPr>
          <a:xfrm xmlns:a="http://schemas.openxmlformats.org/drawingml/2006/main">
            <a:off x="2952750" y="5524500"/>
            <a:ext cx="1762125" cy="142875"/>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C2B553C-3FC8-4614-AB0D-4FD9EA5BA889}"/>
              </a:ext>
            </a:extLst>
          </p:cNvPr>
          <p:cNvSpPr>
            <a:spLocks xmlns:a="http://schemas.openxmlformats.org/drawingml/2006/main" noGrp="1"/>
          </p:cNvSpPr>
          <p:nvPr/>
        </p:nvSpPr>
        <p:spPr>
          <a:xfrm xmlns:a="http://schemas.openxmlformats.org/drawingml/2006/main">
            <a:off x="4857750" y="5400675"/>
            <a:ext cx="61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1" i="0">
                <a:solidFill>
                  <a:srgbClr val="008DB6"/>
                </a:solidFill>
                <a:latin typeface="Noto Sans JP"/>
                <a:ea typeface="Noto Sans JP"/>
                <a:cs typeface="Noto Sans JP"/>
              </a:defRPr>
            </a:pPr>
            <a:r>
              <a:rPr sz="1275" b="1" i="0">
                <a:solidFill>
                  <a:srgbClr val="008DB6"/>
                </a:solidFill>
                <a:latin typeface="Noto Sans JP"/>
                <a:ea typeface="Noto Sans JP"/>
                <a:cs typeface="Noto Sans JP"/>
              </a:rPr>
              <a:t>低</a:t>
            </a:r>
          </a:p>
        </p:txBody>
      </p:sp>
      <p:sp>
        <p:nvSpPr>
          <p:cNvPr id="7" name="">
            <a:extLst xmlns:a="http://schemas.openxmlformats.org/drawingml/2006/main">
              <a:ext uri="{FF2B5EF4-FFF2-40B4-BE49-F238E27FC236}">
                <a16:creationId xmlns:a16="http://schemas.microsoft.com/office/drawing/2014/main" id="{9900283D-1FE3-4E21-9F9D-4FF543DF630D}"/>
              </a:ext>
            </a:extLst>
          </p:cNvPr>
          <p:cNvSpPr>
            <a:spLocks xmlns:a="http://schemas.openxmlformats.org/drawingml/2006/main" noGrp="1"/>
          </p:cNvSpPr>
          <p:nvPr/>
        </p:nvSpPr>
        <p:spPr>
          <a:xfrm xmlns:a="http://schemas.openxmlformats.org/drawingml/2006/main">
            <a:off x="5905500" y="5343525"/>
            <a:ext cx="5286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広い掃引の基準解として使い、差が重要な点だけ高次手法へ進む</a:t>
            </a:r>
          </a:p>
        </p:txBody>
      </p:sp>
      <p:sp>
        <p:nvSpPr>
          <p:cNvPr id="8" name="takeaway-bullet">
            <a:extLst xmlns:a="http://schemas.openxmlformats.org/drawingml/2006/main">
              <a:ext uri="{FF2B5EF4-FFF2-40B4-BE49-F238E27FC236}">
                <a16:creationId xmlns:a16="http://schemas.microsoft.com/office/drawing/2014/main" id="{C6D40801-AF70-4C45-8CC8-A41F79625F7A}"/>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9" name="takeaway">
            <a:extLst xmlns:a="http://schemas.openxmlformats.org/drawingml/2006/main">
              <a:ext uri="{FF2B5EF4-FFF2-40B4-BE49-F238E27FC236}">
                <a16:creationId xmlns:a16="http://schemas.microsoft.com/office/drawing/2014/main" id="{1785A8A7-69D0-46F5-92F3-E66FE13929B2}"/>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速さは正確さの証明ではない。two-termとの差を、角度切断誤差の指標として使う。</a:t>
            </a:r>
          </a:p>
        </p:txBody>
      </p:sp>
      <p:sp>
        <p:nvSpPr>
          <p:cNvPr id="11" name="footer">
            <a:extLst xmlns:a="http://schemas.openxmlformats.org/drawingml/2006/main">
              <a:ext uri="{FF2B5EF4-FFF2-40B4-BE49-F238E27FC236}">
                <a16:creationId xmlns:a16="http://schemas.microsoft.com/office/drawing/2014/main" id="{A1BFE26E-CB90-4745-9D43-BB275D3C50A1}"/>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2" name="page">
            <a:extLst xmlns:a="http://schemas.openxmlformats.org/drawingml/2006/main">
              <a:ext uri="{FF2B5EF4-FFF2-40B4-BE49-F238E27FC236}">
                <a16:creationId xmlns:a16="http://schemas.microsoft.com/office/drawing/2014/main" id="{663DFEE4-5A84-48A2-B5D8-2804ECC77941}"/>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13</a:t>
            </a:r>
          </a:p>
        </p:txBody>
      </p:sp>
      <p:sp>
        <p:nvSpPr>
          <p:cNvPr id="14" name="section">
            <a:extLst xmlns:a="http://schemas.openxmlformats.org/drawingml/2006/main">
              <a:ext uri="{FF2B5EF4-FFF2-40B4-BE49-F238E27FC236}">
                <a16:creationId xmlns:a16="http://schemas.microsoft.com/office/drawing/2014/main" id="{D506FFE9-5D48-4D24-BF8A-3BF11CC84774}"/>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Tree>
    <p:extLst>
      <p:ext uri="{BB962C8B-B14F-4D97-AF65-F5344CB8AC3E}">
        <p14:creationId xmlns:p14="http://schemas.microsoft.com/office/powerpoint/2010/main" val="159275998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85010A10-C1EB-4F7E-9B2D-8B5FEE465F75}"/>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Multi-term PN法 1/3：F₀からF_Lまで角度情報を残す</a:t>
            </a:r>
          </a:p>
        </p:txBody>
      </p:sp>
      <p:sp>
        <p:nvSpPr>
          <p:cNvPr id="3" name="">
            <a:extLst xmlns:a="http://schemas.openxmlformats.org/drawingml/2006/main">
              <a:ext uri="{FF2B5EF4-FFF2-40B4-BE49-F238E27FC236}">
                <a16:creationId xmlns:a16="http://schemas.microsoft.com/office/drawing/2014/main" id="{B3DF9109-C864-48ED-8393-E60167D14417}"/>
              </a:ext>
            </a:extLst>
          </p:cNvPr>
          <p:cNvSpPr>
            <a:spLocks xmlns:a="http://schemas.openxmlformats.org/drawingml/2006/main" noGrp="1"/>
          </p:cNvSpPr>
          <p:nvPr/>
        </p:nvSpPr>
        <p:spPr>
          <a:xfrm xmlns:a="http://schemas.openxmlformats.org/drawingml/2006/main">
            <a:off x="1809750" y="1381125"/>
            <a:ext cx="1143000" cy="66675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展開</a:t>
            </a:r>
          </a:p>
        </p:txBody>
      </p:sp>
      <p:sp>
        <p:nvSpPr>
          <p:cNvPr id="4" name="">
            <a:extLst xmlns:a="http://schemas.openxmlformats.org/drawingml/2006/main">
              <a:ext uri="{FF2B5EF4-FFF2-40B4-BE49-F238E27FC236}">
                <a16:creationId xmlns:a16="http://schemas.microsoft.com/office/drawing/2014/main" id="{07A3FE54-4EC4-45EB-BF96-A8A9FF200C5B}"/>
              </a:ext>
            </a:extLst>
          </p:cNvPr>
          <p:cNvSpPr>
            <a:spLocks xmlns:a="http://schemas.openxmlformats.org/drawingml/2006/main" noGrp="1"/>
          </p:cNvSpPr>
          <p:nvPr/>
        </p:nvSpPr>
        <p:spPr>
          <a:xfrm xmlns:a="http://schemas.openxmlformats.org/drawingml/2006/main">
            <a:off x="2952750" y="1381125"/>
            <a:ext cx="7429500" cy="66675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f(v, μ) = Σℓ₌₀ᴸ Fℓ(v)Pℓ(μ)</a:t>
            </a:r>
          </a:p>
        </p:txBody>
      </p:sp>
      <p:sp>
        <p:nvSpPr>
          <p:cNvPr id="5" name="">
            <a:extLst xmlns:a="http://schemas.openxmlformats.org/drawingml/2006/main">
              <a:ext uri="{FF2B5EF4-FFF2-40B4-BE49-F238E27FC236}">
                <a16:creationId xmlns:a16="http://schemas.microsoft.com/office/drawing/2014/main" id="{09B2905B-71BC-4A87-9973-45785B2D16E2}"/>
              </a:ext>
            </a:extLst>
          </p:cNvPr>
          <p:cNvSpPr>
            <a:spLocks xmlns:a="http://schemas.openxmlformats.org/drawingml/2006/main" noGrp="1"/>
          </p:cNvSpPr>
          <p:nvPr/>
        </p:nvSpPr>
        <p:spPr>
          <a:xfrm xmlns:a="http://schemas.openxmlformats.org/drawingml/2006/main">
            <a:off x="3048000" y="2333625"/>
            <a:ext cx="609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00" b="1" i="0">
                <a:solidFill>
                  <a:srgbClr val="D64045"/>
                </a:solidFill>
                <a:latin typeface="Noto Sans JP"/>
                <a:ea typeface="Noto Sans JP"/>
                <a:cs typeface="Noto Sans JP"/>
              </a:defRPr>
            </a:pPr>
            <a:r>
              <a:rPr sz="1500" b="1" i="0">
                <a:solidFill>
                  <a:srgbClr val="D64045"/>
                </a:solidFill>
                <a:latin typeface="Noto Sans JP"/>
                <a:ea typeface="Noto Sans JP"/>
                <a:cs typeface="Noto Sans JP"/>
              </a:rPr>
              <a:t>電場演算子は隣接する角度次数を結合</a:t>
            </a:r>
          </a:p>
        </p:txBody>
      </p:sp>
      <p:sp>
        <p:nvSpPr>
          <p:cNvPr id="6" name="">
            <a:extLst xmlns:a="http://schemas.openxmlformats.org/drawingml/2006/main">
              <a:ext uri="{FF2B5EF4-FFF2-40B4-BE49-F238E27FC236}">
                <a16:creationId xmlns:a16="http://schemas.microsoft.com/office/drawing/2014/main" id="{F751CE46-D446-455B-AEE3-2389322CEEA5}"/>
              </a:ext>
            </a:extLst>
          </p:cNvPr>
          <p:cNvSpPr>
            <a:spLocks xmlns:a="http://schemas.openxmlformats.org/drawingml/2006/main" noGrp="1"/>
          </p:cNvSpPr>
          <p:nvPr/>
        </p:nvSpPr>
        <p:spPr>
          <a:xfrm xmlns:a="http://schemas.openxmlformats.org/drawingml/2006/main">
            <a:off x="571500" y="3048000"/>
            <a:ext cx="1666875" cy="1238250"/>
          </a:xfrm>
          <a:prstGeom xmlns:a="http://schemas.openxmlformats.org/drawingml/2006/main" prst="rect">
            <a:avLst/>
          </a:prstGeom>
          <a:solidFill xmlns:a="http://schemas.openxmlformats.org/drawingml/2006/main">
            <a:srgbClr val="FFFFFF"/>
          </a:solidFill>
          <a:ln xmlns:a="http://schemas.openxmlformats.org/drawingml/2006/main" w="17145">
            <a:solidFill>
              <a:srgbClr val="00A6D6"/>
            </a:solidFill>
            <a:prstDash val="solid"/>
          </a:ln>
        </p:spPr>
      </p:sp>
      <p:sp>
        <p:nvSpPr>
          <p:cNvPr id="7" name="">
            <a:extLst xmlns:a="http://schemas.openxmlformats.org/drawingml/2006/main">
              <a:ext uri="{FF2B5EF4-FFF2-40B4-BE49-F238E27FC236}">
                <a16:creationId xmlns:a16="http://schemas.microsoft.com/office/drawing/2014/main" id="{A05DED33-C83A-40B4-A506-F719229CCA44}"/>
              </a:ext>
            </a:extLst>
          </p:cNvPr>
          <p:cNvSpPr>
            <a:spLocks xmlns:a="http://schemas.openxmlformats.org/drawingml/2006/main" noGrp="1"/>
          </p:cNvSpPr>
          <p:nvPr/>
        </p:nvSpPr>
        <p:spPr>
          <a:xfrm xmlns:a="http://schemas.openxmlformats.org/drawingml/2006/main">
            <a:off x="714375" y="3190875"/>
            <a:ext cx="138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950" b="1" i="0">
                <a:solidFill>
                  <a:srgbClr val="00A6D6"/>
                </a:solidFill>
                <a:latin typeface="Noto Sans JP"/>
                <a:ea typeface="Noto Sans JP"/>
                <a:cs typeface="Noto Sans JP"/>
              </a:defRPr>
            </a:pPr>
            <a:r>
              <a:rPr sz="1950" b="1" i="0">
                <a:solidFill>
                  <a:srgbClr val="00A6D6"/>
                </a:solidFill>
                <a:latin typeface="Noto Sans JP"/>
                <a:ea typeface="Noto Sans JP"/>
                <a:cs typeface="Noto Sans JP"/>
              </a:rPr>
              <a:t>F₀</a:t>
            </a:r>
          </a:p>
        </p:txBody>
      </p:sp>
      <p:sp>
        <p:nvSpPr>
          <p:cNvPr id="8" name="">
            <a:extLst xmlns:a="http://schemas.openxmlformats.org/drawingml/2006/main">
              <a:ext uri="{FF2B5EF4-FFF2-40B4-BE49-F238E27FC236}">
                <a16:creationId xmlns:a16="http://schemas.microsoft.com/office/drawing/2014/main" id="{B2601C1A-6EED-4F01-AE5E-A653398B2899}"/>
              </a:ext>
            </a:extLst>
          </p:cNvPr>
          <p:cNvSpPr>
            <a:spLocks xmlns:a="http://schemas.openxmlformats.org/drawingml/2006/main" noGrp="1"/>
          </p:cNvSpPr>
          <p:nvPr/>
        </p:nvSpPr>
        <p:spPr>
          <a:xfrm xmlns:a="http://schemas.openxmlformats.org/drawingml/2006/main">
            <a:off x="714375" y="3667125"/>
            <a:ext cx="138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EEDF・粒子数</a:t>
            </a:r>
          </a:p>
        </p:txBody>
      </p:sp>
      <p:sp>
        <p:nvSpPr>
          <p:cNvPr id="9" name="">
            <a:extLst xmlns:a="http://schemas.openxmlformats.org/drawingml/2006/main">
              <a:ext uri="{FF2B5EF4-FFF2-40B4-BE49-F238E27FC236}">
                <a16:creationId xmlns:a16="http://schemas.microsoft.com/office/drawing/2014/main" id="{1C4F7E74-25C3-425C-B372-0F71EC7E2E62}"/>
              </a:ext>
            </a:extLst>
          </p:cNvPr>
          <p:cNvSpPr>
            <a:spLocks xmlns:a="http://schemas.openxmlformats.org/drawingml/2006/main" noGrp="1"/>
          </p:cNvSpPr>
          <p:nvPr/>
        </p:nvSpPr>
        <p:spPr>
          <a:xfrm xmlns:a="http://schemas.openxmlformats.org/drawingml/2006/main">
            <a:off x="2876550" y="3048000"/>
            <a:ext cx="1666875" cy="1238250"/>
          </a:xfrm>
          <a:prstGeom xmlns:a="http://schemas.openxmlformats.org/drawingml/2006/main" prst="rect">
            <a:avLst/>
          </a:prstGeom>
          <a:solidFill xmlns:a="http://schemas.openxmlformats.org/drawingml/2006/main">
            <a:srgbClr val="FFFFFF"/>
          </a:solidFill>
          <a:ln xmlns:a="http://schemas.openxmlformats.org/drawingml/2006/main" w="17145">
            <a:solidFill>
              <a:srgbClr val="00AFA5"/>
            </a:solidFill>
            <a:prstDash val="solid"/>
          </a:ln>
        </p:spPr>
      </p:sp>
      <p:sp>
        <p:nvSpPr>
          <p:cNvPr id="10" name="">
            <a:extLst xmlns:a="http://schemas.openxmlformats.org/drawingml/2006/main">
              <a:ext uri="{FF2B5EF4-FFF2-40B4-BE49-F238E27FC236}">
                <a16:creationId xmlns:a16="http://schemas.microsoft.com/office/drawing/2014/main" id="{1737EF2F-D2AC-40FF-96BC-05F19E1350DE}"/>
              </a:ext>
            </a:extLst>
          </p:cNvPr>
          <p:cNvSpPr>
            <a:spLocks xmlns:a="http://schemas.openxmlformats.org/drawingml/2006/main" noGrp="1"/>
          </p:cNvSpPr>
          <p:nvPr/>
        </p:nvSpPr>
        <p:spPr>
          <a:xfrm xmlns:a="http://schemas.openxmlformats.org/drawingml/2006/main">
            <a:off x="3019425" y="3190875"/>
            <a:ext cx="138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950" b="1" i="0">
                <a:solidFill>
                  <a:srgbClr val="00AFA5"/>
                </a:solidFill>
                <a:latin typeface="Noto Sans JP"/>
                <a:ea typeface="Noto Sans JP"/>
                <a:cs typeface="Noto Sans JP"/>
              </a:defRPr>
            </a:pPr>
            <a:r>
              <a:rPr sz="1950" b="1" i="0">
                <a:solidFill>
                  <a:srgbClr val="00AFA5"/>
                </a:solidFill>
                <a:latin typeface="Noto Sans JP"/>
                <a:ea typeface="Noto Sans JP"/>
                <a:cs typeface="Noto Sans JP"/>
              </a:rPr>
              <a:t>F₁</a:t>
            </a:r>
          </a:p>
        </p:txBody>
      </p:sp>
      <p:sp>
        <p:nvSpPr>
          <p:cNvPr id="11" name="">
            <a:extLst xmlns:a="http://schemas.openxmlformats.org/drawingml/2006/main">
              <a:ext uri="{FF2B5EF4-FFF2-40B4-BE49-F238E27FC236}">
                <a16:creationId xmlns:a16="http://schemas.microsoft.com/office/drawing/2014/main" id="{1F3FBD0D-564F-4D63-A71F-12E0920C21CB}"/>
              </a:ext>
            </a:extLst>
          </p:cNvPr>
          <p:cNvSpPr>
            <a:spLocks xmlns:a="http://schemas.openxmlformats.org/drawingml/2006/main" noGrp="1"/>
          </p:cNvSpPr>
          <p:nvPr/>
        </p:nvSpPr>
        <p:spPr>
          <a:xfrm xmlns:a="http://schemas.openxmlformats.org/drawingml/2006/main">
            <a:off x="3019425" y="3667125"/>
            <a:ext cx="138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ドリフト・流束</a:t>
            </a:r>
          </a:p>
        </p:txBody>
      </p:sp>
      <p:sp>
        <p:nvSpPr>
          <p:cNvPr id="12" name="">
            <a:extLst xmlns:a="http://schemas.openxmlformats.org/drawingml/2006/main">
              <a:ext uri="{FF2B5EF4-FFF2-40B4-BE49-F238E27FC236}">
                <a16:creationId xmlns:a16="http://schemas.microsoft.com/office/drawing/2014/main" id="{B8E05E79-CD0F-4AF4-8A92-BDB03F90C74D}"/>
              </a:ext>
            </a:extLst>
          </p:cNvPr>
          <p:cNvSpPr>
            <a:spLocks xmlns:a="http://schemas.openxmlformats.org/drawingml/2006/main" noGrp="1"/>
          </p:cNvSpPr>
          <p:nvPr/>
        </p:nvSpPr>
        <p:spPr>
          <a:xfrm xmlns:a="http://schemas.openxmlformats.org/drawingml/2006/main">
            <a:off x="5181600" y="3048000"/>
            <a:ext cx="1666875" cy="1238250"/>
          </a:xfrm>
          <a:prstGeom xmlns:a="http://schemas.openxmlformats.org/drawingml/2006/main" prst="rect">
            <a:avLst/>
          </a:prstGeom>
          <a:solidFill xmlns:a="http://schemas.openxmlformats.org/drawingml/2006/main">
            <a:srgbClr val="FFFFFF"/>
          </a:solidFill>
          <a:ln xmlns:a="http://schemas.openxmlformats.org/drawingml/2006/main" w="17145">
            <a:solidFill>
              <a:srgbClr val="7B2FA3"/>
            </a:solidFill>
            <a:prstDash val="solid"/>
          </a:ln>
        </p:spPr>
      </p:sp>
      <p:sp>
        <p:nvSpPr>
          <p:cNvPr id="13" name="">
            <a:extLst xmlns:a="http://schemas.openxmlformats.org/drawingml/2006/main">
              <a:ext uri="{FF2B5EF4-FFF2-40B4-BE49-F238E27FC236}">
                <a16:creationId xmlns:a16="http://schemas.microsoft.com/office/drawing/2014/main" id="{BA5B6BC3-59B6-498F-819A-5E693B436776}"/>
              </a:ext>
            </a:extLst>
          </p:cNvPr>
          <p:cNvSpPr>
            <a:spLocks xmlns:a="http://schemas.openxmlformats.org/drawingml/2006/main" noGrp="1"/>
          </p:cNvSpPr>
          <p:nvPr/>
        </p:nvSpPr>
        <p:spPr>
          <a:xfrm xmlns:a="http://schemas.openxmlformats.org/drawingml/2006/main">
            <a:off x="5324475" y="3190875"/>
            <a:ext cx="138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950" b="1" i="0">
                <a:solidFill>
                  <a:srgbClr val="7B2FA3"/>
                </a:solidFill>
                <a:latin typeface="Noto Sans JP"/>
                <a:ea typeface="Noto Sans JP"/>
                <a:cs typeface="Noto Sans JP"/>
              </a:defRPr>
            </a:pPr>
            <a:r>
              <a:rPr sz="1950" b="1" i="0">
                <a:solidFill>
                  <a:srgbClr val="7B2FA3"/>
                </a:solidFill>
                <a:latin typeface="Noto Sans JP"/>
                <a:ea typeface="Noto Sans JP"/>
                <a:cs typeface="Noto Sans JP"/>
              </a:rPr>
              <a:t>F₂</a:t>
            </a:r>
          </a:p>
        </p:txBody>
      </p:sp>
      <p:sp>
        <p:nvSpPr>
          <p:cNvPr id="14" name="">
            <a:extLst xmlns:a="http://schemas.openxmlformats.org/drawingml/2006/main">
              <a:ext uri="{FF2B5EF4-FFF2-40B4-BE49-F238E27FC236}">
                <a16:creationId xmlns:a16="http://schemas.microsoft.com/office/drawing/2014/main" id="{69904F58-BAA3-48C9-B9B0-1C11BD0BFBF4}"/>
              </a:ext>
            </a:extLst>
          </p:cNvPr>
          <p:cNvSpPr>
            <a:spLocks xmlns:a="http://schemas.openxmlformats.org/drawingml/2006/main" noGrp="1"/>
          </p:cNvSpPr>
          <p:nvPr/>
        </p:nvSpPr>
        <p:spPr>
          <a:xfrm xmlns:a="http://schemas.openxmlformats.org/drawingml/2006/main">
            <a:off x="5324475" y="3667125"/>
            <a:ext cx="138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分布の曲率</a:t>
            </a:r>
          </a:p>
        </p:txBody>
      </p:sp>
      <p:sp>
        <p:nvSpPr>
          <p:cNvPr id="15" name="">
            <a:extLst xmlns:a="http://schemas.openxmlformats.org/drawingml/2006/main">
              <a:ext uri="{FF2B5EF4-FFF2-40B4-BE49-F238E27FC236}">
                <a16:creationId xmlns:a16="http://schemas.microsoft.com/office/drawing/2014/main" id="{023E568D-1B0D-4C8A-900A-5D650B79499F}"/>
              </a:ext>
            </a:extLst>
          </p:cNvPr>
          <p:cNvSpPr>
            <a:spLocks xmlns:a="http://schemas.openxmlformats.org/drawingml/2006/main" noGrp="1"/>
          </p:cNvSpPr>
          <p:nvPr/>
        </p:nvSpPr>
        <p:spPr>
          <a:xfrm xmlns:a="http://schemas.openxmlformats.org/drawingml/2006/main">
            <a:off x="7486650" y="3048000"/>
            <a:ext cx="1666875" cy="1238250"/>
          </a:xfrm>
          <a:prstGeom xmlns:a="http://schemas.openxmlformats.org/drawingml/2006/main" prst="rect">
            <a:avLst/>
          </a:prstGeom>
          <a:solidFill xmlns:a="http://schemas.openxmlformats.org/drawingml/2006/main">
            <a:srgbClr val="FFFFFF"/>
          </a:solidFill>
          <a:ln xmlns:a="http://schemas.openxmlformats.org/drawingml/2006/main" w="17145">
            <a:solidFill>
              <a:srgbClr val="C88700"/>
            </a:solidFill>
            <a:prstDash val="solid"/>
          </a:ln>
        </p:spPr>
      </p:sp>
      <p:sp>
        <p:nvSpPr>
          <p:cNvPr id="16" name="">
            <a:extLst xmlns:a="http://schemas.openxmlformats.org/drawingml/2006/main">
              <a:ext uri="{FF2B5EF4-FFF2-40B4-BE49-F238E27FC236}">
                <a16:creationId xmlns:a16="http://schemas.microsoft.com/office/drawing/2014/main" id="{C9445107-8922-4B34-8593-690FF1C6701B}"/>
              </a:ext>
            </a:extLst>
          </p:cNvPr>
          <p:cNvSpPr>
            <a:spLocks xmlns:a="http://schemas.openxmlformats.org/drawingml/2006/main" noGrp="1"/>
          </p:cNvSpPr>
          <p:nvPr/>
        </p:nvSpPr>
        <p:spPr>
          <a:xfrm xmlns:a="http://schemas.openxmlformats.org/drawingml/2006/main">
            <a:off x="7629525" y="3190875"/>
            <a:ext cx="138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950" b="1" i="0">
                <a:solidFill>
                  <a:srgbClr val="C88700"/>
                </a:solidFill>
                <a:latin typeface="Noto Sans JP"/>
                <a:ea typeface="Noto Sans JP"/>
                <a:cs typeface="Noto Sans JP"/>
              </a:defRPr>
            </a:pPr>
            <a:r>
              <a:rPr sz="1950" b="1" i="0">
                <a:solidFill>
                  <a:srgbClr val="C88700"/>
                </a:solidFill>
                <a:latin typeface="Noto Sans JP"/>
                <a:ea typeface="Noto Sans JP"/>
                <a:cs typeface="Noto Sans JP"/>
              </a:rPr>
              <a:t>F₃</a:t>
            </a:r>
          </a:p>
        </p:txBody>
      </p:sp>
      <p:sp>
        <p:nvSpPr>
          <p:cNvPr id="17" name="">
            <a:extLst xmlns:a="http://schemas.openxmlformats.org/drawingml/2006/main">
              <a:ext uri="{FF2B5EF4-FFF2-40B4-BE49-F238E27FC236}">
                <a16:creationId xmlns:a16="http://schemas.microsoft.com/office/drawing/2014/main" id="{E223B1C8-4C68-450E-B5F8-4FBC724AFF68}"/>
              </a:ext>
            </a:extLst>
          </p:cNvPr>
          <p:cNvSpPr>
            <a:spLocks xmlns:a="http://schemas.openxmlformats.org/drawingml/2006/main" noGrp="1"/>
          </p:cNvSpPr>
          <p:nvPr/>
        </p:nvSpPr>
        <p:spPr>
          <a:xfrm xmlns:a="http://schemas.openxmlformats.org/drawingml/2006/main">
            <a:off x="7629525" y="3667125"/>
            <a:ext cx="138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高次の奇成分</a:t>
            </a:r>
          </a:p>
        </p:txBody>
      </p:sp>
      <p:sp>
        <p:nvSpPr>
          <p:cNvPr id="18" name="">
            <a:extLst xmlns:a="http://schemas.openxmlformats.org/drawingml/2006/main">
              <a:ext uri="{FF2B5EF4-FFF2-40B4-BE49-F238E27FC236}">
                <a16:creationId xmlns:a16="http://schemas.microsoft.com/office/drawing/2014/main" id="{85F16934-7028-4C45-8080-2C692CC4597B}"/>
              </a:ext>
            </a:extLst>
          </p:cNvPr>
          <p:cNvSpPr>
            <a:spLocks xmlns:a="http://schemas.openxmlformats.org/drawingml/2006/main" noGrp="1"/>
          </p:cNvSpPr>
          <p:nvPr/>
        </p:nvSpPr>
        <p:spPr>
          <a:xfrm xmlns:a="http://schemas.openxmlformats.org/drawingml/2006/main">
            <a:off x="9791700" y="3048000"/>
            <a:ext cx="1666875" cy="1238250"/>
          </a:xfrm>
          <a:prstGeom xmlns:a="http://schemas.openxmlformats.org/drawingml/2006/main" prst="rect">
            <a:avLst/>
          </a:prstGeom>
          <a:solidFill xmlns:a="http://schemas.openxmlformats.org/drawingml/2006/main">
            <a:srgbClr val="FFFFFF"/>
          </a:solidFill>
          <a:ln xmlns:a="http://schemas.openxmlformats.org/drawingml/2006/main" w="17145">
            <a:solidFill>
              <a:srgbClr val="6DBB20"/>
            </a:solidFill>
            <a:prstDash val="solid"/>
          </a:ln>
        </p:spPr>
      </p:sp>
      <p:sp>
        <p:nvSpPr>
          <p:cNvPr id="19" name="">
            <a:extLst xmlns:a="http://schemas.openxmlformats.org/drawingml/2006/main">
              <a:ext uri="{FF2B5EF4-FFF2-40B4-BE49-F238E27FC236}">
                <a16:creationId xmlns:a16="http://schemas.microsoft.com/office/drawing/2014/main" id="{1EC0EA62-F000-40DB-87BC-68F4654D3847}"/>
              </a:ext>
            </a:extLst>
          </p:cNvPr>
          <p:cNvSpPr>
            <a:spLocks xmlns:a="http://schemas.openxmlformats.org/drawingml/2006/main" noGrp="1"/>
          </p:cNvSpPr>
          <p:nvPr/>
        </p:nvSpPr>
        <p:spPr>
          <a:xfrm xmlns:a="http://schemas.openxmlformats.org/drawingml/2006/main">
            <a:off x="9934575" y="3190875"/>
            <a:ext cx="138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950" b="1" i="0">
                <a:solidFill>
                  <a:srgbClr val="6DBB20"/>
                </a:solidFill>
                <a:latin typeface="Noto Sans JP"/>
                <a:ea typeface="Noto Sans JP"/>
                <a:cs typeface="Noto Sans JP"/>
              </a:defRPr>
            </a:pPr>
            <a:r>
              <a:rPr sz="1950" b="1" i="0">
                <a:solidFill>
                  <a:srgbClr val="6DBB20"/>
                </a:solidFill>
                <a:latin typeface="Noto Sans JP"/>
                <a:ea typeface="Noto Sans JP"/>
                <a:cs typeface="Noto Sans JP"/>
              </a:rPr>
              <a:t>… F_L</a:t>
            </a:r>
          </a:p>
        </p:txBody>
      </p:sp>
      <p:sp>
        <p:nvSpPr>
          <p:cNvPr id="20" name="">
            <a:extLst xmlns:a="http://schemas.openxmlformats.org/drawingml/2006/main">
              <a:ext uri="{FF2B5EF4-FFF2-40B4-BE49-F238E27FC236}">
                <a16:creationId xmlns:a16="http://schemas.microsoft.com/office/drawing/2014/main" id="{0B7A7135-E948-4102-8B02-FA87737FB679}"/>
              </a:ext>
            </a:extLst>
          </p:cNvPr>
          <p:cNvSpPr>
            <a:spLocks xmlns:a="http://schemas.openxmlformats.org/drawingml/2006/main" noGrp="1"/>
          </p:cNvSpPr>
          <p:nvPr/>
        </p:nvSpPr>
        <p:spPr>
          <a:xfrm xmlns:a="http://schemas.openxmlformats.org/drawingml/2006/main">
            <a:off x="9934575" y="3667125"/>
            <a:ext cx="138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細かな角度構造</a:t>
            </a:r>
          </a:p>
        </p:txBody>
      </p:sp>
      <p:cxnSp>
        <p:nvCxnSpPr>
          <p:cNvPr id="102" name=""/>
          <p:cNvCxnSpPr>
            <a:stCxn xmlns:a="http://schemas.openxmlformats.org/drawingml/2006/main" id="6" idx="3"/>
            <a:endCxn xmlns:a="http://schemas.openxmlformats.org/drawingml/2006/main" id="9" idx="1"/>
          </p:cNvCxnSpPr>
          <p:nvPr/>
        </p:nvCxnSpPr>
        <p:spPr>
          <a:xfrm xmlns:a="http://schemas.openxmlformats.org/drawingml/2006/main">
            <a:off x="2238375" y="3667125"/>
            <a:ext cx="638175" cy="0"/>
          </a:xfrm>
          <a:prstGeom xmlns:a="http://schemas.openxmlformats.org/drawingml/2006/main" prst="straightConnector1">
            <a:avLst/>
          </a:prstGeom>
          <a:ln xmlns:a="http://schemas.openxmlformats.org/drawingml/2006/main" w="13335">
            <a:solidFill>
              <a:srgbClr val="7B858A"/>
            </a:solidFill>
            <a:prstDash val="solid"/>
            <a:headEnd type="arrow" w="sm" len="sm"/>
            <a:tailEnd type="arrow" w="sm" len="sm"/>
          </a:ln>
        </p:spPr>
      </p:cxnSp>
      <p:cxnSp>
        <p:nvCxnSpPr>
          <p:cNvPr id="103" name=""/>
          <p:cNvCxnSpPr>
            <a:stCxn xmlns:a="http://schemas.openxmlformats.org/drawingml/2006/main" id="9" idx="3"/>
            <a:endCxn xmlns:a="http://schemas.openxmlformats.org/drawingml/2006/main" id="12" idx="1"/>
          </p:cNvCxnSpPr>
          <p:nvPr/>
        </p:nvCxnSpPr>
        <p:spPr>
          <a:xfrm xmlns:a="http://schemas.openxmlformats.org/drawingml/2006/main">
            <a:off x="4543425" y="3667125"/>
            <a:ext cx="638175" cy="0"/>
          </a:xfrm>
          <a:prstGeom xmlns:a="http://schemas.openxmlformats.org/drawingml/2006/main" prst="straightConnector1">
            <a:avLst/>
          </a:prstGeom>
          <a:ln xmlns:a="http://schemas.openxmlformats.org/drawingml/2006/main" w="13335">
            <a:solidFill>
              <a:srgbClr val="7B858A"/>
            </a:solidFill>
            <a:prstDash val="solid"/>
            <a:headEnd type="arrow" w="sm" len="sm"/>
            <a:tailEnd type="arrow" w="sm" len="sm"/>
          </a:ln>
        </p:spPr>
      </p:cxnSp>
      <p:cxnSp>
        <p:nvCxnSpPr>
          <p:cNvPr id="104" name=""/>
          <p:cNvCxnSpPr>
            <a:stCxn xmlns:a="http://schemas.openxmlformats.org/drawingml/2006/main" id="12" idx="3"/>
            <a:endCxn xmlns:a="http://schemas.openxmlformats.org/drawingml/2006/main" id="15" idx="1"/>
          </p:cNvCxnSpPr>
          <p:nvPr/>
        </p:nvCxnSpPr>
        <p:spPr>
          <a:xfrm xmlns:a="http://schemas.openxmlformats.org/drawingml/2006/main">
            <a:off x="6848475" y="3667125"/>
            <a:ext cx="638175" cy="0"/>
          </a:xfrm>
          <a:prstGeom xmlns:a="http://schemas.openxmlformats.org/drawingml/2006/main" prst="straightConnector1">
            <a:avLst/>
          </a:prstGeom>
          <a:ln xmlns:a="http://schemas.openxmlformats.org/drawingml/2006/main" w="13335">
            <a:solidFill>
              <a:srgbClr val="7B858A"/>
            </a:solidFill>
            <a:prstDash val="solid"/>
            <a:headEnd type="arrow" w="sm" len="sm"/>
            <a:tailEnd type="arrow" w="sm" len="sm"/>
          </a:ln>
        </p:spPr>
      </p:cxnSp>
      <p:cxnSp>
        <p:nvCxnSpPr>
          <p:cNvPr id="105" name=""/>
          <p:cNvCxnSpPr>
            <a:stCxn xmlns:a="http://schemas.openxmlformats.org/drawingml/2006/main" id="15" idx="3"/>
            <a:endCxn xmlns:a="http://schemas.openxmlformats.org/drawingml/2006/main" id="18" idx="1"/>
          </p:cNvCxnSpPr>
          <p:nvPr/>
        </p:nvCxnSpPr>
        <p:spPr>
          <a:xfrm xmlns:a="http://schemas.openxmlformats.org/drawingml/2006/main">
            <a:off x="9153525" y="3667125"/>
            <a:ext cx="638175" cy="0"/>
          </a:xfrm>
          <a:prstGeom xmlns:a="http://schemas.openxmlformats.org/drawingml/2006/main" prst="straightConnector1">
            <a:avLst/>
          </a:prstGeom>
          <a:ln xmlns:a="http://schemas.openxmlformats.org/drawingml/2006/main" w="13335">
            <a:solidFill>
              <a:srgbClr val="7B858A"/>
            </a:solidFill>
            <a:prstDash val="solid"/>
            <a:headEnd type="arrow" w="sm" len="sm"/>
            <a:tailEnd type="arrow" w="sm" len="sm"/>
          </a:ln>
        </p:spPr>
      </p:cxnSp>
      <p:sp>
        <p:nvSpPr>
          <p:cNvPr id="25" name="">
            <a:extLst xmlns:a="http://schemas.openxmlformats.org/drawingml/2006/main">
              <a:ext uri="{FF2B5EF4-FFF2-40B4-BE49-F238E27FC236}">
                <a16:creationId xmlns:a16="http://schemas.microsoft.com/office/drawing/2014/main" id="{46150FFB-85EA-4123-9FA9-7ED7D3FF9E8A}"/>
              </a:ext>
            </a:extLst>
          </p:cNvPr>
          <p:cNvSpPr>
            <a:spLocks xmlns:a="http://schemas.openxmlformats.org/drawingml/2006/main" noGrp="1"/>
          </p:cNvSpPr>
          <p:nvPr/>
        </p:nvSpPr>
        <p:spPr>
          <a:xfrm xmlns:a="http://schemas.openxmlformats.org/drawingml/2006/main">
            <a:off x="2571750" y="457200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350" b="1" i="0">
                <a:solidFill>
                  <a:srgbClr val="7B2FA3"/>
                </a:solidFill>
                <a:latin typeface="Noto Sans JP"/>
                <a:ea typeface="Noto Sans JP"/>
                <a:cs typeface="Noto Sans JP"/>
              </a:defRPr>
            </a:pPr>
            <a:r>
              <a:rPr sz="1350" b="1" i="0">
                <a:solidFill>
                  <a:srgbClr val="7B2FA3"/>
                </a:solidFill>
                <a:latin typeface="Noto Sans JP"/>
                <a:ea typeface="Noto Sans JP"/>
                <a:cs typeface="Noto Sans JP"/>
              </a:rPr>
              <a:t>偶数ℓ</a:t>
            </a:r>
          </a:p>
        </p:txBody>
      </p:sp>
      <p:sp>
        <p:nvSpPr>
          <p:cNvPr id="26" name="">
            <a:extLst xmlns:a="http://schemas.openxmlformats.org/drawingml/2006/main">
              <a:ext uri="{FF2B5EF4-FFF2-40B4-BE49-F238E27FC236}">
                <a16:creationId xmlns:a16="http://schemas.microsoft.com/office/drawing/2014/main" id="{79A80C70-3F68-41DC-A31F-F10B5CFC8622}"/>
              </a:ext>
            </a:extLst>
          </p:cNvPr>
          <p:cNvSpPr>
            <a:spLocks xmlns:a="http://schemas.openxmlformats.org/drawingml/2006/main" noGrp="1"/>
          </p:cNvSpPr>
          <p:nvPr/>
        </p:nvSpPr>
        <p:spPr>
          <a:xfrm xmlns:a="http://schemas.openxmlformats.org/drawingml/2006/main">
            <a:off x="2571750" y="49053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分布形状</a:t>
            </a:r>
          </a:p>
        </p:txBody>
      </p:sp>
      <p:sp>
        <p:nvSpPr>
          <p:cNvPr id="27" name="">
            <a:extLst xmlns:a="http://schemas.openxmlformats.org/drawingml/2006/main">
              <a:ext uri="{FF2B5EF4-FFF2-40B4-BE49-F238E27FC236}">
                <a16:creationId xmlns:a16="http://schemas.microsoft.com/office/drawing/2014/main" id="{A9EFAE1F-B194-4C8B-A82B-4B780F8A46FE}"/>
              </a:ext>
            </a:extLst>
          </p:cNvPr>
          <p:cNvSpPr>
            <a:spLocks xmlns:a="http://schemas.openxmlformats.org/drawingml/2006/main" noGrp="1"/>
          </p:cNvSpPr>
          <p:nvPr/>
        </p:nvSpPr>
        <p:spPr>
          <a:xfrm xmlns:a="http://schemas.openxmlformats.org/drawingml/2006/main">
            <a:off x="6905625" y="457200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350" b="1" i="0">
                <a:solidFill>
                  <a:srgbClr val="00AFA5"/>
                </a:solidFill>
                <a:latin typeface="Noto Sans JP"/>
                <a:ea typeface="Noto Sans JP"/>
                <a:cs typeface="Noto Sans JP"/>
              </a:defRPr>
            </a:pPr>
            <a:r>
              <a:rPr sz="1350" b="1" i="0">
                <a:solidFill>
                  <a:srgbClr val="00AFA5"/>
                </a:solidFill>
                <a:latin typeface="Noto Sans JP"/>
                <a:ea typeface="Noto Sans JP"/>
                <a:cs typeface="Noto Sans JP"/>
              </a:rPr>
              <a:t>奇数ℓ</a:t>
            </a:r>
          </a:p>
        </p:txBody>
      </p:sp>
      <p:sp>
        <p:nvSpPr>
          <p:cNvPr id="28" name="">
            <a:extLst xmlns:a="http://schemas.openxmlformats.org/drawingml/2006/main">
              <a:ext uri="{FF2B5EF4-FFF2-40B4-BE49-F238E27FC236}">
                <a16:creationId xmlns:a16="http://schemas.microsoft.com/office/drawing/2014/main" id="{A9043C18-72D9-4145-B47D-C3CFA5DB5AE5}"/>
              </a:ext>
            </a:extLst>
          </p:cNvPr>
          <p:cNvSpPr>
            <a:spLocks xmlns:a="http://schemas.openxmlformats.org/drawingml/2006/main" noGrp="1"/>
          </p:cNvSpPr>
          <p:nvPr/>
        </p:nvSpPr>
        <p:spPr>
          <a:xfrm xmlns:a="http://schemas.openxmlformats.org/drawingml/2006/main">
            <a:off x="6667500" y="4905375"/>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流束・非対称性</a:t>
            </a:r>
          </a:p>
        </p:txBody>
      </p:sp>
      <p:sp>
        <p:nvSpPr>
          <p:cNvPr id="29" name="">
            <a:extLst xmlns:a="http://schemas.openxmlformats.org/drawingml/2006/main">
              <a:ext uri="{FF2B5EF4-FFF2-40B4-BE49-F238E27FC236}">
                <a16:creationId xmlns:a16="http://schemas.microsoft.com/office/drawing/2014/main" id="{64DBF28B-9500-4111-A22E-215BD78D0A9B}"/>
              </a:ext>
            </a:extLst>
          </p:cNvPr>
          <p:cNvSpPr>
            <a:spLocks xmlns:a="http://schemas.openxmlformats.org/drawingml/2006/main" noGrp="1"/>
          </p:cNvSpPr>
          <p:nvPr/>
        </p:nvSpPr>
        <p:spPr>
          <a:xfrm xmlns:a="http://schemas.openxmlformats.org/drawingml/2006/main">
            <a:off x="8810625" y="4667250"/>
            <a:ext cx="266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241646"/>
                </a:solidFill>
                <a:latin typeface="Noto Sans JP"/>
                <a:ea typeface="Noto Sans JP"/>
                <a:cs typeface="Noto Sans JP"/>
              </a:defRPr>
            </a:pPr>
            <a:r>
              <a:rPr sz="1275" b="1" i="0">
                <a:solidFill>
                  <a:srgbClr val="241646"/>
                </a:solidFill>
                <a:latin typeface="Noto Sans JP"/>
                <a:ea typeface="Noto Sans JP"/>
                <a:cs typeface="Noto Sans JP"/>
              </a:rPr>
              <a:t>Lを増やして観測量が収束するか確認</a:t>
            </a:r>
          </a:p>
        </p:txBody>
      </p:sp>
      <p:sp>
        <p:nvSpPr>
          <p:cNvPr id="30" name="takeaway-bullet">
            <a:extLst xmlns:a="http://schemas.openxmlformats.org/drawingml/2006/main">
              <a:ext uri="{FF2B5EF4-FFF2-40B4-BE49-F238E27FC236}">
                <a16:creationId xmlns:a16="http://schemas.microsoft.com/office/drawing/2014/main" id="{0A0F287F-19B6-4C0B-B35B-920EA53F253B}"/>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31" name="takeaway">
            <a:extLst xmlns:a="http://schemas.openxmlformats.org/drawingml/2006/main">
              <a:ext uri="{FF2B5EF4-FFF2-40B4-BE49-F238E27FC236}">
                <a16:creationId xmlns:a16="http://schemas.microsoft.com/office/drawing/2014/main" id="{F7509F8B-FE83-4D17-B506-6B0CC77F28B6}"/>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Multi-termの価値は高次角度成分を解くこと。Lを増やした収束が、two-term切断誤差の証拠になる。</a:t>
            </a:r>
          </a:p>
        </p:txBody>
      </p:sp>
      <p:sp>
        <p:nvSpPr>
          <p:cNvPr id="32" name="source">
            <a:extLst xmlns:a="http://schemas.openxmlformats.org/drawingml/2006/main">
              <a:ext uri="{FF2B5EF4-FFF2-40B4-BE49-F238E27FC236}">
                <a16:creationId xmlns:a16="http://schemas.microsoft.com/office/drawing/2014/main" id="{9D9C1B74-0530-451F-95EA-06C773839561}"/>
              </a:ext>
            </a:extLst>
          </p:cNvPr>
          <p:cNvSpPr>
            <a:spLocks xmlns:a="http://schemas.openxmlformats.org/drawingml/2006/main" noGrp="1"/>
          </p:cNvSpPr>
          <p:nvPr/>
        </p:nvSpPr>
        <p:spPr>
          <a:xfrm xmlns:a="http://schemas.openxmlformats.org/drawingml/2006/main">
            <a:off x="419100" y="63341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PN / spherical-harmonic hierarchy: [R3], [R4]</a:t>
            </a:r>
          </a:p>
        </p:txBody>
      </p:sp>
      <p:sp>
        <p:nvSpPr>
          <p:cNvPr id="34" name="footer">
            <a:extLst xmlns:a="http://schemas.openxmlformats.org/drawingml/2006/main">
              <a:ext uri="{FF2B5EF4-FFF2-40B4-BE49-F238E27FC236}">
                <a16:creationId xmlns:a16="http://schemas.microsoft.com/office/drawing/2014/main" id="{2A84103E-4A7F-49E1-9D6B-7FF124C37B2E}"/>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35" name="page">
            <a:extLst xmlns:a="http://schemas.openxmlformats.org/drawingml/2006/main">
              <a:ext uri="{FF2B5EF4-FFF2-40B4-BE49-F238E27FC236}">
                <a16:creationId xmlns:a16="http://schemas.microsoft.com/office/drawing/2014/main" id="{030660E6-6ADE-47B2-AACB-AAD25C5FA473}"/>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14</a:t>
            </a:r>
          </a:p>
        </p:txBody>
      </p:sp>
      <p:sp>
        <p:nvSpPr>
          <p:cNvPr id="59" name="section">
            <a:extLst xmlns:a="http://schemas.openxmlformats.org/drawingml/2006/main">
              <a:ext uri="{FF2B5EF4-FFF2-40B4-BE49-F238E27FC236}">
                <a16:creationId xmlns:a16="http://schemas.microsoft.com/office/drawing/2014/main" id="{334F8C55-75F2-4B06-BE58-1A1529B5ACE9}"/>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Tree>
    <p:extLst>
      <p:ext uri="{BB962C8B-B14F-4D97-AF65-F5344CB8AC3E}">
        <p14:creationId xmlns:p14="http://schemas.microsoft.com/office/powerpoint/2010/main" val="90517448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43D68C13-CD8C-4114-93B2-04628B6A4A8F}"/>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Multi-term PN法 2/3：角度散乱データが必要</a:t>
            </a:r>
          </a:p>
        </p:txBody>
      </p:sp>
      <p:sp>
        <p:nvSpPr>
          <p:cNvPr id="3" name="">
            <a:extLst xmlns:a="http://schemas.openxmlformats.org/drawingml/2006/main">
              <a:ext uri="{FF2B5EF4-FFF2-40B4-BE49-F238E27FC236}">
                <a16:creationId xmlns:a16="http://schemas.microsoft.com/office/drawing/2014/main" id="{A4F57F67-CE08-4046-86C0-D756D7464F22}"/>
              </a:ext>
            </a:extLst>
          </p:cNvPr>
          <p:cNvSpPr>
            <a:spLocks xmlns:a="http://schemas.openxmlformats.org/drawingml/2006/main" noGrp="1"/>
          </p:cNvSpPr>
          <p:nvPr/>
        </p:nvSpPr>
        <p:spPr>
          <a:xfrm xmlns:a="http://schemas.openxmlformats.org/drawingml/2006/main">
            <a:off x="666750" y="1066800"/>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0" i="0">
                <a:solidFill>
                  <a:srgbClr val="666666"/>
                </a:solidFill>
                <a:latin typeface="Noto Sans JP"/>
                <a:ea typeface="Noto Sans JP"/>
                <a:cs typeface="Noto Sans JP"/>
              </a:defRPr>
            </a:pPr>
            <a:r>
              <a:rPr sz="1050" b="0" i="0">
                <a:solidFill>
                  <a:srgbClr val="666666"/>
                </a:solidFill>
                <a:latin typeface="Noto Sans JP"/>
                <a:ea typeface="Noto Sans JP"/>
                <a:cs typeface="Noto Sans JP"/>
              </a:rPr>
              <a:t>DCS＝微分断面積、σℓ＝Legendre角度モーメント</a:t>
            </a:r>
          </a:p>
        </p:txBody>
      </p:sp>
      <p:sp>
        <p:nvSpPr>
          <p:cNvPr id="4" name="">
            <a:extLst xmlns:a="http://schemas.openxmlformats.org/drawingml/2006/main">
              <a:ext uri="{FF2B5EF4-FFF2-40B4-BE49-F238E27FC236}">
                <a16:creationId xmlns:a16="http://schemas.microsoft.com/office/drawing/2014/main" id="{EB577965-7BD0-48E4-A94B-FB83602C59D9}"/>
              </a:ext>
            </a:extLst>
          </p:cNvPr>
          <p:cNvSpPr>
            <a:spLocks xmlns:a="http://schemas.openxmlformats.org/drawingml/2006/main" noGrp="1"/>
          </p:cNvSpPr>
          <p:nvPr/>
        </p:nvSpPr>
        <p:spPr>
          <a:xfrm xmlns:a="http://schemas.openxmlformats.org/drawingml/2006/main">
            <a:off x="1333500" y="1381125"/>
            <a:ext cx="1143000" cy="68580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角度モーメント</a:t>
            </a:r>
          </a:p>
        </p:txBody>
      </p:sp>
      <p:sp>
        <p:nvSpPr>
          <p:cNvPr id="5" name="">
            <a:extLst xmlns:a="http://schemas.openxmlformats.org/drawingml/2006/main">
              <a:ext uri="{FF2B5EF4-FFF2-40B4-BE49-F238E27FC236}">
                <a16:creationId xmlns:a16="http://schemas.microsoft.com/office/drawing/2014/main" id="{E2287FAD-D65E-4EC1-A135-234624DAD300}"/>
              </a:ext>
            </a:extLst>
          </p:cNvPr>
          <p:cNvSpPr>
            <a:spLocks xmlns:a="http://schemas.openxmlformats.org/drawingml/2006/main" noGrp="1"/>
          </p:cNvSpPr>
          <p:nvPr/>
        </p:nvSpPr>
        <p:spPr>
          <a:xfrm xmlns:a="http://schemas.openxmlformats.org/drawingml/2006/main">
            <a:off x="2476500" y="1381125"/>
            <a:ext cx="8382000" cy="68580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σℓ(ε) = 2π ∫₋₁¹ σ(ε,χ) Pℓ(cosχ) d(cosχ)</a:t>
            </a:r>
          </a:p>
        </p:txBody>
      </p:sp>
      <p:graphicFrame>
        <p:nvGraphicFramePr>
          <p:cNvPr id="21" name=""/>
          <p:cNvGraphicFramePr/>
          <p:nvPr/>
        </p:nvGraphicFramePr>
        <p:xfrm>
          <a:off xmlns:a="http://schemas.openxmlformats.org/drawingml/2006/main" x="523875" y="2428875"/>
          <a:ext xmlns:a="http://schemas.openxmlformats.org/drawingml/2006/main" cx="11144250" cy="2571750"/>
        </p:xfrm>
        <a:graphic xmlns:a="http://schemas.openxmlformats.org/drawingml/2006/main">
          <a:graphicData uri="http://schemas.openxmlformats.org/drawingml/2006/table">
            <a:tbl>
              <a:tblPr/>
              <a:tblGrid>
                <a:gridCol w="2516444"/>
                <a:gridCol w="3235427"/>
                <a:gridCol w="2875935"/>
                <a:gridCol w="2516444"/>
              </a:tblGrid>
              <a:tr h="642938">
                <a:tc>
                  <a:txBody>
                    <a:bodyPr lIns="57150" tIns="47625" rIns="57150" bIns="47625">
                      <a:normAutofit/>
                    </a:bodyPr>
                    <a:lstStyle/>
                    <a:p>
                      <a:pPr algn="l">
                        <a:buNone/>
                      </a:pPr>
                      <a:r>
                        <a:rPr sz="1125" b="1">
                          <a:solidFill>
                            <a:srgbClr val="FFFFFF"/>
                          </a:solidFill>
                          <a:latin typeface="Noto Sans JP"/>
                          <a:ea typeface="Noto Sans JP"/>
                          <a:cs typeface="Noto Sans JP"/>
                        </a:rPr>
                        <a:t>利用できる入力</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決められる角度情報</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計算での扱い</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結果の表現</a:t>
                      </a:r>
                    </a:p>
                  </a:txBody>
                  <a:tcPr marL="91440" marR="91440" marT="45720" marB="45720" anchor="ctr">
                    <a:solidFill>
                      <a:srgbClr val="00A6D6"/>
                    </a:solidFill>
                  </a:tcPr>
                </a:tc>
              </a:tr>
              <a:tr h="642938">
                <a:tc>
                  <a:txBody>
                    <a:bodyPr lIns="57150" tIns="47625" rIns="57150" bIns="47625">
                      <a:normAutofit/>
                    </a:bodyPr>
                    <a:lstStyle/>
                    <a:p>
                      <a:pPr algn="l">
                        <a:buNone/>
                      </a:pPr>
                      <a:r>
                        <a:rPr sz="1050" b="1">
                          <a:solidFill>
                            <a:srgbClr val="333333"/>
                          </a:solidFill>
                          <a:latin typeface="Noto Sans JP"/>
                          <a:ea typeface="Noto Sans JP"/>
                          <a:cs typeface="Noto Sans JP"/>
                        </a:rPr>
                        <a:t>DCSまたは検証済みσℓ表</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各ℓの衝突減衰を直接決定</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入力モーメントを使用</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DCSモーメントを用いるPN法</a:t>
                      </a:r>
                    </a:p>
                  </a:txBody>
                  <a:tcPr marL="91440" marR="91440" marT="45720" marB="45720" anchor="ctr">
                    <a:solidFill>
                      <a:srgbClr val="FFFFFF"/>
                    </a:solidFill>
                  </a:tcPr>
                </a:tc>
              </a:tr>
              <a:tr h="642938">
                <a:tc>
                  <a:txBody>
                    <a:bodyPr lIns="57150" tIns="47625" rIns="57150" bIns="47625">
                      <a:normAutofit/>
                    </a:bodyPr>
                    <a:lstStyle/>
                    <a:p>
                      <a:pPr algn="l">
                        <a:buNone/>
                      </a:pPr>
                      <a:r>
                        <a:rPr sz="1050" b="1">
                          <a:solidFill>
                            <a:srgbClr val="333333"/>
                          </a:solidFill>
                          <a:latin typeface="Noto Sans JP"/>
                          <a:ea typeface="Noto Sans JP"/>
                          <a:cs typeface="Noto Sans JP"/>
                        </a:rPr>
                        <a:t>全断面積＋運動量移行断面積</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σ₀と一部の低次情報のみ</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明示した角度閉包を仮定</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角度分布を仮定したPN法</a:t>
                      </a:r>
                    </a:p>
                  </a:txBody>
                  <a:tcPr marL="91440" marR="91440" marT="45720" marB="45720" anchor="ctr">
                    <a:solidFill>
                      <a:srgbClr val="F2F3F4"/>
                    </a:solidFill>
                  </a:tcPr>
                </a:tc>
              </a:tr>
              <a:tr h="642938">
                <a:tc>
                  <a:txBody>
                    <a:bodyPr lIns="57150" tIns="47625" rIns="57150" bIns="47625">
                      <a:normAutofit/>
                    </a:bodyPr>
                    <a:lstStyle/>
                    <a:p>
                      <a:pPr algn="l">
                        <a:buNone/>
                      </a:pPr>
                      <a:r>
                        <a:rPr sz="1050" b="1">
                          <a:solidFill>
                            <a:srgbClr val="333333"/>
                          </a:solidFill>
                          <a:latin typeface="Noto Sans JP"/>
                          <a:ea typeface="Noto Sans JP"/>
                          <a:cs typeface="Noto Sans JP"/>
                        </a:rPr>
                        <a:t>全断面積のみ</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散乱角分布は一意に決まらない</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等方散乱などの仮定が必要</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等方散乱などを仮定したPN法</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226ECD59-8E63-4436-8CB8-20BB47EE3AF9}"/>
              </a:ext>
            </a:extLst>
          </p:cNvPr>
          <p:cNvSpPr>
            <a:spLocks xmlns:a="http://schemas.openxmlformats.org/drawingml/2006/main" noGrp="1"/>
          </p:cNvSpPr>
          <p:nvPr/>
        </p:nvSpPr>
        <p:spPr>
          <a:xfrm xmlns:a="http://schemas.openxmlformats.org/drawingml/2006/main">
            <a:off x="857250" y="528637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425" b="1" i="0">
                <a:solidFill>
                  <a:srgbClr val="D64045"/>
                </a:solidFill>
                <a:latin typeface="Noto Sans JP"/>
                <a:ea typeface="Noto Sans JP"/>
                <a:cs typeface="Noto Sans JP"/>
              </a:defRPr>
            </a:pPr>
            <a:r>
              <a:rPr sz="1425" b="1" i="0">
                <a:solidFill>
                  <a:srgbClr val="D64045"/>
                </a:solidFill>
                <a:latin typeface="Noto Sans JP"/>
                <a:ea typeface="Noto Sans JP"/>
                <a:cs typeface="Noto Sans JP"/>
              </a:rPr>
              <a:t>重要な物理的注意</a:t>
            </a:r>
          </a:p>
        </p:txBody>
      </p:sp>
      <p:sp>
        <p:nvSpPr>
          <p:cNvPr id="8" name="">
            <a:extLst xmlns:a="http://schemas.openxmlformats.org/drawingml/2006/main">
              <a:ext uri="{FF2B5EF4-FFF2-40B4-BE49-F238E27FC236}">
                <a16:creationId xmlns:a16="http://schemas.microsoft.com/office/drawing/2014/main" id="{0DB2CA33-9803-4DE6-9E2D-859BA6EB1C90}"/>
              </a:ext>
            </a:extLst>
          </p:cNvPr>
          <p:cNvSpPr>
            <a:spLocks xmlns:a="http://schemas.openxmlformats.org/drawingml/2006/main" noGrp="1"/>
          </p:cNvSpPr>
          <p:nvPr/>
        </p:nvSpPr>
        <p:spPr>
          <a:xfrm xmlns:a="http://schemas.openxmlformats.org/drawingml/2006/main">
            <a:off x="3286125" y="5191125"/>
            <a:ext cx="7810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通常の積分断面積だけから、全ての微分断面積や高次角度モーメントを一意に再構成できない。</a:t>
            </a:r>
          </a:p>
        </p:txBody>
      </p:sp>
      <p:sp>
        <p:nvSpPr>
          <p:cNvPr id="9" name="takeaway-bullet">
            <a:extLst xmlns:a="http://schemas.openxmlformats.org/drawingml/2006/main">
              <a:ext uri="{FF2B5EF4-FFF2-40B4-BE49-F238E27FC236}">
                <a16:creationId xmlns:a16="http://schemas.microsoft.com/office/drawing/2014/main" id="{9791C789-39B0-4663-87AF-E794628473D5}"/>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0" name="takeaway">
            <a:extLst xmlns:a="http://schemas.openxmlformats.org/drawingml/2006/main">
              <a:ext uri="{FF2B5EF4-FFF2-40B4-BE49-F238E27FC236}">
                <a16:creationId xmlns:a16="http://schemas.microsoft.com/office/drawing/2014/main" id="{8BD1733B-A388-4D58-ADA1-1FD0BC2BBAE7}"/>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DCSを与えていないmulti-term結果を「厳密なDCSベース解」と呼ばず、角度閉包仮定を結果に残す。</a:t>
            </a:r>
          </a:p>
        </p:txBody>
      </p:sp>
      <p:sp>
        <p:nvSpPr>
          <p:cNvPr id="12" name="footer">
            <a:extLst xmlns:a="http://schemas.openxmlformats.org/drawingml/2006/main">
              <a:ext uri="{FF2B5EF4-FFF2-40B4-BE49-F238E27FC236}">
                <a16:creationId xmlns:a16="http://schemas.microsoft.com/office/drawing/2014/main" id="{56E89E5C-179E-43BA-A05A-3C2260881CFA}"/>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3" name="page">
            <a:extLst xmlns:a="http://schemas.openxmlformats.org/drawingml/2006/main">
              <a:ext uri="{FF2B5EF4-FFF2-40B4-BE49-F238E27FC236}">
                <a16:creationId xmlns:a16="http://schemas.microsoft.com/office/drawing/2014/main" id="{64916A2F-5739-4FB6-A220-5BA630F92EC5}"/>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15</a:t>
            </a:r>
          </a:p>
        </p:txBody>
      </p:sp>
      <p:sp>
        <p:nvSpPr>
          <p:cNvPr id="15" name="section">
            <a:extLst xmlns:a="http://schemas.openxmlformats.org/drawingml/2006/main">
              <a:ext uri="{FF2B5EF4-FFF2-40B4-BE49-F238E27FC236}">
                <a16:creationId xmlns:a16="http://schemas.microsoft.com/office/drawing/2014/main" id="{0A72B47A-6599-4B82-9D7D-F52F1CDA1211}"/>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Tree>
    <p:extLst>
      <p:ext uri="{BB962C8B-B14F-4D97-AF65-F5344CB8AC3E}">
        <p14:creationId xmlns:p14="http://schemas.microsoft.com/office/powerpoint/2010/main" val="109521902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DD814380-E4D1-41C8-9523-39E29406AC84}"/>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Multi-term PN法 3/3：Lmax収束と高エネルギー尾部反応を確認する</a:t>
            </a:r>
          </a:p>
        </p:txBody>
      </p:sp>
      <p:sp>
        <p:nvSpPr>
          <p:cNvPr id="3" name="">
            <a:extLst xmlns:a="http://schemas.openxmlformats.org/drawingml/2006/main">
              <a:ext uri="{FF2B5EF4-FFF2-40B4-BE49-F238E27FC236}">
                <a16:creationId xmlns:a16="http://schemas.microsoft.com/office/drawing/2014/main" id="{1C469D90-944D-464C-B6B6-194E088580C9}"/>
              </a:ext>
            </a:extLst>
          </p:cNvPr>
          <p:cNvSpPr>
            <a:spLocks xmlns:a="http://schemas.openxmlformats.org/drawingml/2006/main" noGrp="1"/>
          </p:cNvSpPr>
          <p:nvPr/>
        </p:nvSpPr>
        <p:spPr>
          <a:xfrm xmlns:a="http://schemas.openxmlformats.org/drawingml/2006/main">
            <a:off x="666750" y="133350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650" b="1" i="0">
                <a:solidFill>
                  <a:srgbClr val="241646"/>
                </a:solidFill>
                <a:latin typeface="Noto Sans JP"/>
                <a:ea typeface="Noto Sans JP"/>
                <a:cs typeface="Noto Sans JP"/>
              </a:defRPr>
            </a:pPr>
            <a:r>
              <a:rPr sz="1650" b="1" i="0">
                <a:solidFill>
                  <a:srgbClr val="241646"/>
                </a:solidFill>
                <a:latin typeface="Noto Sans JP"/>
                <a:ea typeface="Noto Sans JP"/>
                <a:cs typeface="Noto Sans JP"/>
              </a:rPr>
              <a:t>Ar, 50 Tdの実計算例</a:t>
            </a:r>
          </a:p>
        </p:txBody>
      </p:sp>
      <p:graphicFrame>
        <p:nvGraphicFramePr>
          <p:cNvPr id="26" name=""/>
          <p:cNvGraphicFramePr/>
          <p:nvPr/>
        </p:nvGraphicFramePr>
        <p:xfrm>
          <a:off xmlns:a="http://schemas.openxmlformats.org/drawingml/2006/main" x="619125" y="1809750"/>
          <a:ext xmlns:a="http://schemas.openxmlformats.org/drawingml/2006/main" cx="6667500" cy="2619375"/>
        </p:xfrm>
        <a:graphic xmlns:a="http://schemas.openxmlformats.org/drawingml/2006/main">
          <a:graphicData uri="http://schemas.openxmlformats.org/drawingml/2006/table">
            <a:tbl>
              <a:tblPr/>
              <a:tblGrid>
                <a:gridCol w="2255184"/>
                <a:gridCol w="1470772"/>
                <a:gridCol w="1666875"/>
                <a:gridCol w="1274669"/>
              </a:tblGrid>
              <a:tr h="654844">
                <a:tc>
                  <a:txBody>
                    <a:bodyPr lIns="57150" tIns="47625" rIns="57150" bIns="47625">
                      <a:normAutofit/>
                    </a:bodyPr>
                    <a:lstStyle/>
                    <a:p>
                      <a:pPr algn="l">
                        <a:buNone/>
                      </a:pPr>
                      <a:r>
                        <a:rPr sz="1125" b="1">
                          <a:solidFill>
                            <a:srgbClr val="FFFFFF"/>
                          </a:solidFill>
                          <a:latin typeface="Noto Sans JP"/>
                          <a:ea typeface="Noto Sans JP"/>
                          <a:cs typeface="Noto Sans JP"/>
                        </a:rPr>
                        <a:t>観測量</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two-term</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multi-term PN</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相対差</a:t>
                      </a:r>
                    </a:p>
                  </a:txBody>
                  <a:tcPr marL="91440" marR="91440" marT="45720" marB="45720" anchor="ctr">
                    <a:solidFill>
                      <a:srgbClr val="00A6D6"/>
                    </a:solidFill>
                  </a:tcPr>
                </a:tc>
              </a:tr>
              <a:tr h="654844">
                <a:tc>
                  <a:txBody>
                    <a:bodyPr lIns="57150" tIns="47625" rIns="57150" bIns="47625">
                      <a:normAutofit/>
                    </a:bodyPr>
                    <a:lstStyle/>
                    <a:p>
                      <a:pPr algn="l">
                        <a:buNone/>
                      </a:pPr>
                      <a:r>
                        <a:rPr sz="1125" b="1">
                          <a:solidFill>
                            <a:srgbClr val="333333"/>
                          </a:solidFill>
                          <a:latin typeface="Noto Sans JP"/>
                          <a:ea typeface="Noto Sans JP"/>
                          <a:cs typeface="Noto Sans JP"/>
                        </a:rPr>
                        <a:t>平均エネルギー [eV]</a:t>
                      </a:r>
                    </a:p>
                  </a:txBody>
                  <a:tcPr marL="91440" marR="91440" marT="45720" marB="45720" anchor="ctr">
                    <a:solidFill>
                      <a:srgbClr val="FFFFFF"/>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5.60606</a:t>
                      </a:r>
                    </a:p>
                  </a:txBody>
                  <a:tcPr marL="91440" marR="91440" marT="45720" marB="45720" anchor="ctr">
                    <a:solidFill>
                      <a:srgbClr val="FFFFFF"/>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5.58966</a:t>
                      </a:r>
                    </a:p>
                  </a:txBody>
                  <a:tcPr marL="91440" marR="91440" marT="45720" marB="45720" anchor="ctr">
                    <a:solidFill>
                      <a:srgbClr val="FFFFFF"/>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−0.293%</a:t>
                      </a:r>
                    </a:p>
                  </a:txBody>
                  <a:tcPr marL="91440" marR="91440" marT="45720" marB="45720" anchor="ctr">
                    <a:solidFill>
                      <a:srgbClr val="FFFFFF"/>
                    </a:solidFill>
                  </a:tcPr>
                </a:tc>
              </a:tr>
              <a:tr h="654844">
                <a:tc>
                  <a:txBody>
                    <a:bodyPr lIns="57150" tIns="47625" rIns="57150" bIns="47625">
                      <a:normAutofit/>
                    </a:bodyPr>
                    <a:lstStyle/>
                    <a:p>
                      <a:pPr algn="l">
                        <a:buNone/>
                      </a:pPr>
                      <a:r>
                        <a:rPr sz="1125" b="1">
                          <a:solidFill>
                            <a:srgbClr val="333333"/>
                          </a:solidFill>
                          <a:latin typeface="Noto Sans JP"/>
                          <a:ea typeface="Noto Sans JP"/>
                          <a:cs typeface="Noto Sans JP"/>
                        </a:rPr>
                        <a:t>ドリフト速度 [m s⁻¹]</a:t>
                      </a:r>
                    </a:p>
                  </a:txBody>
                  <a:tcPr marL="91440" marR="91440" marT="45720" marB="45720" anchor="ctr">
                    <a:solidFill>
                      <a:srgbClr val="F2F3F4"/>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122056.9</a:t>
                      </a:r>
                    </a:p>
                  </a:txBody>
                  <a:tcPr marL="91440" marR="91440" marT="45720" marB="45720" anchor="ctr">
                    <a:solidFill>
                      <a:srgbClr val="F2F3F4"/>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121552.7</a:t>
                      </a:r>
                    </a:p>
                  </a:txBody>
                  <a:tcPr marL="91440" marR="91440" marT="45720" marB="45720" anchor="ctr">
                    <a:solidFill>
                      <a:srgbClr val="F2F3F4"/>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−0.413%</a:t>
                      </a:r>
                    </a:p>
                  </a:txBody>
                  <a:tcPr marL="91440" marR="91440" marT="45720" marB="45720" anchor="ctr">
                    <a:solidFill>
                      <a:srgbClr val="F2F3F4"/>
                    </a:solidFill>
                  </a:tcPr>
                </a:tc>
              </a:tr>
              <a:tr h="654844">
                <a:tc>
                  <a:txBody>
                    <a:bodyPr lIns="57150" tIns="47625" rIns="57150" bIns="47625">
                      <a:normAutofit/>
                    </a:bodyPr>
                    <a:lstStyle/>
                    <a:p>
                      <a:pPr algn="l">
                        <a:buNone/>
                      </a:pPr>
                      <a:r>
                        <a:rPr sz="1125" b="1">
                          <a:solidFill>
                            <a:srgbClr val="333333"/>
                          </a:solidFill>
                          <a:latin typeface="Noto Sans JP"/>
                          <a:ea typeface="Noto Sans JP"/>
                          <a:cs typeface="Noto Sans JP"/>
                        </a:rPr>
                        <a:t>正味電離周波数 [s⁻¹]</a:t>
                      </a:r>
                    </a:p>
                  </a:txBody>
                  <a:tcPr marL="91440" marR="91440" marT="45720" marB="45720" anchor="ctr">
                    <a:solidFill>
                      <a:srgbClr val="FFFFFF"/>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244949</a:t>
                      </a:r>
                    </a:p>
                  </a:txBody>
                  <a:tcPr marL="91440" marR="91440" marT="45720" marB="45720" anchor="ctr">
                    <a:solidFill>
                      <a:srgbClr val="FFFFFF"/>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283771</a:t>
                      </a:r>
                    </a:p>
                  </a:txBody>
                  <a:tcPr marL="91440" marR="91440" marT="45720" marB="45720" anchor="ctr">
                    <a:solidFill>
                      <a:srgbClr val="FFFFFF"/>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+15.85%</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30809AE-6FE0-4C4B-B394-8B5310776DBB}"/>
              </a:ext>
            </a:extLst>
          </p:cNvPr>
          <p:cNvSpPr>
            <a:spLocks xmlns:a="http://schemas.openxmlformats.org/drawingml/2006/main" noGrp="1"/>
          </p:cNvSpPr>
          <p:nvPr/>
        </p:nvSpPr>
        <p:spPr>
          <a:xfrm xmlns:a="http://schemas.openxmlformats.org/drawingml/2006/main">
            <a:off x="7953375" y="161925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7B2FA3"/>
                </a:solidFill>
                <a:latin typeface="Noto Sans JP"/>
                <a:ea typeface="Noto Sans JP"/>
                <a:cs typeface="Noto Sans JP"/>
              </a:defRPr>
            </a:pPr>
            <a:r>
              <a:rPr sz="1650" b="1" i="0">
                <a:solidFill>
                  <a:srgbClr val="7B2FA3"/>
                </a:solidFill>
                <a:latin typeface="Noto Sans JP"/>
                <a:ea typeface="Noto Sans JP"/>
                <a:cs typeface="Noto Sans JP"/>
              </a:rPr>
              <a:t>読み方</a:t>
            </a:r>
          </a:p>
        </p:txBody>
      </p:sp>
      <p:sp>
        <p:nvSpPr>
          <p:cNvPr id="6" name="">
            <a:extLst xmlns:a="http://schemas.openxmlformats.org/drawingml/2006/main">
              <a:ext uri="{FF2B5EF4-FFF2-40B4-BE49-F238E27FC236}">
                <a16:creationId xmlns:a16="http://schemas.microsoft.com/office/drawing/2014/main" id="{10B1A751-F073-4200-9AA5-281C5D3FAAAC}"/>
              </a:ext>
            </a:extLst>
          </p:cNvPr>
          <p:cNvSpPr>
            <a:spLocks xmlns:a="http://schemas.openxmlformats.org/drawingml/2006/main" noGrp="1"/>
          </p:cNvSpPr>
          <p:nvPr/>
        </p:nvSpPr>
        <p:spPr>
          <a:xfrm xmlns:a="http://schemas.openxmlformats.org/drawingml/2006/main">
            <a:off x="7715250" y="2381250"/>
            <a:ext cx="76200" cy="76200"/>
          </a:xfrm>
          <a:prstGeom xmlns:a="http://schemas.openxmlformats.org/drawingml/2006/main" prst="rect">
            <a:avLst/>
          </a:prstGeom>
          <a:solidFill xmlns:a="http://schemas.openxmlformats.org/drawingml/2006/main">
            <a:srgbClr val="D6404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7DA5767-8345-4497-A689-15D86C54F12A}"/>
              </a:ext>
            </a:extLst>
          </p:cNvPr>
          <p:cNvSpPr>
            <a:spLocks xmlns:a="http://schemas.openxmlformats.org/drawingml/2006/main" noGrp="1"/>
          </p:cNvSpPr>
          <p:nvPr/>
        </p:nvSpPr>
        <p:spPr>
          <a:xfrm xmlns:a="http://schemas.openxmlformats.org/drawingml/2006/main">
            <a:off x="7953375" y="2219325"/>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平均量が0.5%以内でも、電離は約16%変わる</a:t>
            </a:r>
          </a:p>
        </p:txBody>
      </p:sp>
      <p:sp>
        <p:nvSpPr>
          <p:cNvPr id="8" name="">
            <a:extLst xmlns:a="http://schemas.openxmlformats.org/drawingml/2006/main">
              <a:ext uri="{FF2B5EF4-FFF2-40B4-BE49-F238E27FC236}">
                <a16:creationId xmlns:a16="http://schemas.microsoft.com/office/drawing/2014/main" id="{93D93654-E889-4B2C-B45B-98EF5D61D205}"/>
              </a:ext>
            </a:extLst>
          </p:cNvPr>
          <p:cNvSpPr>
            <a:spLocks xmlns:a="http://schemas.openxmlformats.org/drawingml/2006/main" noGrp="1"/>
          </p:cNvSpPr>
          <p:nvPr/>
        </p:nvSpPr>
        <p:spPr>
          <a:xfrm xmlns:a="http://schemas.openxmlformats.org/drawingml/2006/main">
            <a:off x="7715250" y="30289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FB08B50-2681-42AF-BF62-983B9B41905E}"/>
              </a:ext>
            </a:extLst>
          </p:cNvPr>
          <p:cNvSpPr>
            <a:spLocks xmlns:a="http://schemas.openxmlformats.org/drawingml/2006/main" noGrp="1"/>
          </p:cNvSpPr>
          <p:nvPr/>
        </p:nvSpPr>
        <p:spPr>
          <a:xfrm xmlns:a="http://schemas.openxmlformats.org/drawingml/2006/main">
            <a:off x="7953375" y="2867025"/>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高エネルギー尾部は小さな角度分布差を増幅</a:t>
            </a:r>
          </a:p>
        </p:txBody>
      </p:sp>
      <p:sp>
        <p:nvSpPr>
          <p:cNvPr id="10" name="">
            <a:extLst xmlns:a="http://schemas.openxmlformats.org/drawingml/2006/main">
              <a:ext uri="{FF2B5EF4-FFF2-40B4-BE49-F238E27FC236}">
                <a16:creationId xmlns:a16="http://schemas.microsoft.com/office/drawing/2014/main" id="{424BA622-0DA9-4B62-A926-B283B43D5E09}"/>
              </a:ext>
            </a:extLst>
          </p:cNvPr>
          <p:cNvSpPr>
            <a:spLocks xmlns:a="http://schemas.openxmlformats.org/drawingml/2006/main" noGrp="1"/>
          </p:cNvSpPr>
          <p:nvPr/>
        </p:nvSpPr>
        <p:spPr>
          <a:xfrm xmlns:a="http://schemas.openxmlformats.org/drawingml/2006/main">
            <a:off x="7715250" y="36766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848C69F-5436-45DE-B29F-F5E5273DC8FA}"/>
              </a:ext>
            </a:extLst>
          </p:cNvPr>
          <p:cNvSpPr>
            <a:spLocks xmlns:a="http://schemas.openxmlformats.org/drawingml/2006/main" noGrp="1"/>
          </p:cNvSpPr>
          <p:nvPr/>
        </p:nvSpPr>
        <p:spPr>
          <a:xfrm xmlns:a="http://schemas.openxmlformats.org/drawingml/2006/main">
            <a:off x="7953375" y="3514725"/>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Lを増やし、EEDF・輸送・反応速度を別々に収束確認</a:t>
            </a:r>
          </a:p>
        </p:txBody>
      </p:sp>
      <p:sp>
        <p:nvSpPr>
          <p:cNvPr id="12" name="">
            <a:extLst xmlns:a="http://schemas.openxmlformats.org/drawingml/2006/main">
              <a:ext uri="{FF2B5EF4-FFF2-40B4-BE49-F238E27FC236}">
                <a16:creationId xmlns:a16="http://schemas.microsoft.com/office/drawing/2014/main" id="{D53F0E8D-A4E2-4774-B594-CB9C665503A8}"/>
              </a:ext>
            </a:extLst>
          </p:cNvPr>
          <p:cNvSpPr>
            <a:spLocks xmlns:a="http://schemas.openxmlformats.org/drawingml/2006/main" noGrp="1"/>
          </p:cNvSpPr>
          <p:nvPr/>
        </p:nvSpPr>
        <p:spPr>
          <a:xfrm xmlns:a="http://schemas.openxmlformats.org/drawingml/2006/main">
            <a:off x="7715250" y="43243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8B3D840-1D4C-47EA-9F64-3214C6C59A30}"/>
              </a:ext>
            </a:extLst>
          </p:cNvPr>
          <p:cNvSpPr>
            <a:spLocks xmlns:a="http://schemas.openxmlformats.org/drawingml/2006/main" noGrp="1"/>
          </p:cNvSpPr>
          <p:nvPr/>
        </p:nvSpPr>
        <p:spPr>
          <a:xfrm xmlns:a="http://schemas.openxmlformats.org/drawingml/2006/main">
            <a:off x="7953375" y="4162425"/>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DCS情報の不足はLmax収束では解消しない</a:t>
            </a:r>
          </a:p>
        </p:txBody>
      </p:sp>
      <p:sp>
        <p:nvSpPr>
          <p:cNvPr id="14" name="">
            <a:extLst xmlns:a="http://schemas.openxmlformats.org/drawingml/2006/main">
              <a:ext uri="{FF2B5EF4-FFF2-40B4-BE49-F238E27FC236}">
                <a16:creationId xmlns:a16="http://schemas.microsoft.com/office/drawing/2014/main" id="{7B07C604-6A91-4B1A-93C0-90CD61AD25E5}"/>
              </a:ext>
            </a:extLst>
          </p:cNvPr>
          <p:cNvSpPr>
            <a:spLocks xmlns:a="http://schemas.openxmlformats.org/drawingml/2006/main" noGrp="1"/>
          </p:cNvSpPr>
          <p:nvPr/>
        </p:nvSpPr>
        <p:spPr>
          <a:xfrm xmlns:a="http://schemas.openxmlformats.org/drawingml/2006/main">
            <a:off x="857250" y="48577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008DB6"/>
                </a:solidFill>
                <a:latin typeface="Noto Sans JP"/>
                <a:ea typeface="Noto Sans JP"/>
                <a:cs typeface="Noto Sans JP"/>
              </a:defRPr>
            </a:pPr>
            <a:r>
              <a:rPr sz="1350" b="1" i="0">
                <a:solidFill>
                  <a:srgbClr val="008DB6"/>
                </a:solidFill>
                <a:latin typeface="Noto Sans JP"/>
                <a:ea typeface="Noto Sans JP"/>
                <a:cs typeface="Noto Sans JP"/>
              </a:rPr>
              <a:t>使う場面</a:t>
            </a:r>
          </a:p>
        </p:txBody>
      </p:sp>
      <p:sp>
        <p:nvSpPr>
          <p:cNvPr id="15" name="">
            <a:extLst xmlns:a="http://schemas.openxmlformats.org/drawingml/2006/main">
              <a:ext uri="{FF2B5EF4-FFF2-40B4-BE49-F238E27FC236}">
                <a16:creationId xmlns:a16="http://schemas.microsoft.com/office/drawing/2014/main" id="{EFF7297B-845E-4410-8727-993ABC08D052}"/>
              </a:ext>
            </a:extLst>
          </p:cNvPr>
          <p:cNvSpPr>
            <a:spLocks xmlns:a="http://schemas.openxmlformats.org/drawingml/2006/main" noGrp="1"/>
          </p:cNvSpPr>
          <p:nvPr/>
        </p:nvSpPr>
        <p:spPr>
          <a:xfrm xmlns:a="http://schemas.openxmlformats.org/drawingml/2006/main">
            <a:off x="2333625" y="4762500"/>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9855"/>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two-termの角度切断誤差が装置KPIへ効くかを、選択したE/Nで確認する。</a:t>
            </a:r>
          </a:p>
        </p:txBody>
      </p:sp>
      <p:sp>
        <p:nvSpPr>
          <p:cNvPr id="16" name="takeaway-bullet">
            <a:extLst xmlns:a="http://schemas.openxmlformats.org/drawingml/2006/main">
              <a:ext uri="{FF2B5EF4-FFF2-40B4-BE49-F238E27FC236}">
                <a16:creationId xmlns:a16="http://schemas.microsoft.com/office/drawing/2014/main" id="{91B03218-F8DD-46B0-9F2B-3C86EB44BDC1}"/>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7" name="takeaway">
            <a:extLst xmlns:a="http://schemas.openxmlformats.org/drawingml/2006/main">
              <a:ext uri="{FF2B5EF4-FFF2-40B4-BE49-F238E27FC236}">
                <a16:creationId xmlns:a16="http://schemas.microsoft.com/office/drawing/2014/main" id="{0C45EB81-C703-45FC-B721-98F4D75C4990}"/>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平均エネルギーの一致だけで妥当性を判断せず、閾値反応とLmax収束を同時に見る。</a:t>
            </a:r>
          </a:p>
        </p:txBody>
      </p:sp>
      <p:sp>
        <p:nvSpPr>
          <p:cNvPr id="19" name="footer">
            <a:extLst xmlns:a="http://schemas.openxmlformats.org/drawingml/2006/main">
              <a:ext uri="{FF2B5EF4-FFF2-40B4-BE49-F238E27FC236}">
                <a16:creationId xmlns:a16="http://schemas.microsoft.com/office/drawing/2014/main" id="{9B93C09D-7082-4272-A35B-DB183ED48CA2}"/>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20" name="page">
            <a:extLst xmlns:a="http://schemas.openxmlformats.org/drawingml/2006/main">
              <a:ext uri="{FF2B5EF4-FFF2-40B4-BE49-F238E27FC236}">
                <a16:creationId xmlns:a16="http://schemas.microsoft.com/office/drawing/2014/main" id="{97699C23-02AB-48DE-86C1-9431173C7E6B}"/>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16</a:t>
            </a:r>
          </a:p>
        </p:txBody>
      </p:sp>
      <p:sp>
        <p:nvSpPr>
          <p:cNvPr id="22" name="section">
            <a:extLst xmlns:a="http://schemas.openxmlformats.org/drawingml/2006/main">
              <a:ext uri="{FF2B5EF4-FFF2-40B4-BE49-F238E27FC236}">
                <a16:creationId xmlns:a16="http://schemas.microsoft.com/office/drawing/2014/main" id="{7BC953ED-FA21-47B2-AB96-51609A119E8E}"/>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Tree>
    <p:extLst>
      <p:ext uri="{BB962C8B-B14F-4D97-AF65-F5344CB8AC3E}">
        <p14:creationId xmlns:p14="http://schemas.microsoft.com/office/powerpoint/2010/main" val="2052726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CD0CEAC9-9B14-4647-8E6E-95A728066079}"/>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Monte Carlo法 1/3：電子軌道と衝突</a:t>
            </a:r>
          </a:p>
        </p:txBody>
      </p:sp>
      <p:sp>
        <p:nvSpPr>
          <p:cNvPr id="3" name="">
            <a:extLst xmlns:a="http://schemas.openxmlformats.org/drawingml/2006/main">
              <a:ext uri="{FF2B5EF4-FFF2-40B4-BE49-F238E27FC236}">
                <a16:creationId xmlns:a16="http://schemas.microsoft.com/office/drawing/2014/main" id="{B591790D-5501-4419-99BD-D7A93A916760}"/>
              </a:ext>
            </a:extLst>
          </p:cNvPr>
          <p:cNvSpPr>
            <a:spLocks xmlns:a="http://schemas.openxmlformats.org/drawingml/2006/main" noGrp="1"/>
          </p:cNvSpPr>
          <p:nvPr/>
        </p:nvSpPr>
        <p:spPr>
          <a:xfrm xmlns:a="http://schemas.openxmlformats.org/drawingml/2006/main">
            <a:off x="1238250" y="1333500"/>
            <a:ext cx="1143000" cy="66675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軌道</a:t>
            </a:r>
          </a:p>
        </p:txBody>
      </p:sp>
      <p:sp>
        <p:nvSpPr>
          <p:cNvPr id="4" name="">
            <a:extLst xmlns:a="http://schemas.openxmlformats.org/drawingml/2006/main">
              <a:ext uri="{FF2B5EF4-FFF2-40B4-BE49-F238E27FC236}">
                <a16:creationId xmlns:a16="http://schemas.microsoft.com/office/drawing/2014/main" id="{87C6A8B6-D9F4-4FE0-8022-BE5FD8D12139}"/>
              </a:ext>
            </a:extLst>
          </p:cNvPr>
          <p:cNvSpPr>
            <a:spLocks xmlns:a="http://schemas.openxmlformats.org/drawingml/2006/main" noGrp="1"/>
          </p:cNvSpPr>
          <p:nvPr/>
        </p:nvSpPr>
        <p:spPr>
          <a:xfrm xmlns:a="http://schemas.openxmlformats.org/drawingml/2006/main">
            <a:off x="2381250" y="1333500"/>
            <a:ext cx="8572500" cy="66675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mₑ dv/dt = −e(E + v×B),    dr/dt = v</a:t>
            </a:r>
          </a:p>
        </p:txBody>
      </p:sp>
      <p:sp>
        <p:nvSpPr>
          <p:cNvPr id="5" name="">
            <a:extLst xmlns:a="http://schemas.openxmlformats.org/drawingml/2006/main">
              <a:ext uri="{FF2B5EF4-FFF2-40B4-BE49-F238E27FC236}">
                <a16:creationId xmlns:a16="http://schemas.microsoft.com/office/drawing/2014/main" id="{30DD2540-C7F5-4ACC-AED3-2552818C8C2C}"/>
              </a:ext>
            </a:extLst>
          </p:cNvPr>
          <p:cNvSpPr>
            <a:spLocks xmlns:a="http://schemas.openxmlformats.org/drawingml/2006/main" noGrp="1"/>
          </p:cNvSpPr>
          <p:nvPr/>
        </p:nvSpPr>
        <p:spPr>
          <a:xfrm xmlns:a="http://schemas.openxmlformats.org/drawingml/2006/main">
            <a:off x="523875" y="2333625"/>
            <a:ext cx="6381750" cy="2857500"/>
          </a:xfrm>
          <a:prstGeom xmlns:a="http://schemas.openxmlformats.org/drawingml/2006/main" prst="rect">
            <a:avLst/>
          </a:prstGeom>
          <a:solidFill xmlns:a="http://schemas.openxmlformats.org/drawingml/2006/main">
            <a:srgbClr val="FAFBFB"/>
          </a:solidFill>
          <a:ln xmlns:a="http://schemas.openxmlformats.org/drawingml/2006/main" w="9525">
            <a:solidFill>
              <a:srgbClr val="CBD2D6"/>
            </a:solidFill>
            <a:prstDash val="solid"/>
          </a:ln>
        </p:spPr>
      </p:sp>
      <p:sp>
        <p:nvSpPr>
          <p:cNvPr id="6" name="">
            <a:extLst xmlns:a="http://schemas.openxmlformats.org/drawingml/2006/main">
              <a:ext uri="{FF2B5EF4-FFF2-40B4-BE49-F238E27FC236}">
                <a16:creationId xmlns:a16="http://schemas.microsoft.com/office/drawing/2014/main" id="{0CAF742D-55CC-403E-9B77-6780018E4AAB}"/>
              </a:ext>
            </a:extLst>
          </p:cNvPr>
          <p:cNvSpPr>
            <a:spLocks xmlns:a="http://schemas.openxmlformats.org/drawingml/2006/main" noGrp="1"/>
          </p:cNvSpPr>
          <p:nvPr/>
        </p:nvSpPr>
        <p:spPr>
          <a:xfrm xmlns:a="http://schemas.openxmlformats.org/drawingml/2006/main">
            <a:off x="904875" y="4619625"/>
            <a:ext cx="5524500" cy="0"/>
          </a:xfrm>
          <a:prstGeom xmlns:a="http://schemas.openxmlformats.org/drawingml/2006/main" prst="line">
            <a:avLst/>
          </a:prstGeom>
          <a:noFill xmlns:a="http://schemas.openxmlformats.org/drawingml/2006/main"/>
          <a:ln xmlns:a="http://schemas.openxmlformats.org/drawingml/2006/main" w="11430">
            <a:solidFill>
              <a:srgbClr val="6E777B"/>
            </a:solidFill>
            <a:prstDash val="solid"/>
          </a:ln>
        </p:spPr>
      </p:sp>
      <p:sp>
        <p:nvSpPr>
          <p:cNvPr id="7" name="">
            <a:extLst xmlns:a="http://schemas.openxmlformats.org/drawingml/2006/main">
              <a:ext uri="{FF2B5EF4-FFF2-40B4-BE49-F238E27FC236}">
                <a16:creationId xmlns:a16="http://schemas.microsoft.com/office/drawing/2014/main" id="{93C34059-4CC3-4B94-899E-04EFB5739C7F}"/>
              </a:ext>
            </a:extLst>
          </p:cNvPr>
          <p:cNvSpPr>
            <a:spLocks xmlns:a="http://schemas.openxmlformats.org/drawingml/2006/main" noGrp="1"/>
          </p:cNvSpPr>
          <p:nvPr/>
        </p:nvSpPr>
        <p:spPr>
          <a:xfrm xmlns:a="http://schemas.openxmlformats.org/drawingml/2006/main">
            <a:off x="904875" y="2667000"/>
            <a:ext cx="0" cy="1952625"/>
          </a:xfrm>
          <a:prstGeom xmlns:a="http://schemas.openxmlformats.org/drawingml/2006/main" prst="line">
            <a:avLst/>
          </a:prstGeom>
          <a:noFill xmlns:a="http://schemas.openxmlformats.org/drawingml/2006/main"/>
          <a:ln xmlns:a="http://schemas.openxmlformats.org/drawingml/2006/main" w="11430">
            <a:solidFill>
              <a:srgbClr val="6E777B"/>
            </a:solidFill>
            <a:prstDash val="solid"/>
          </a:ln>
        </p:spPr>
      </p:sp>
      <p:sp>
        <p:nvSpPr>
          <p:cNvPr id="8" name="">
            <a:extLst xmlns:a="http://schemas.openxmlformats.org/drawingml/2006/main">
              <a:ext uri="{FF2B5EF4-FFF2-40B4-BE49-F238E27FC236}">
                <a16:creationId xmlns:a16="http://schemas.microsoft.com/office/drawing/2014/main" id="{AF2303CF-1AA9-4FF1-A26D-7B83D73C5A70}"/>
              </a:ext>
            </a:extLst>
          </p:cNvPr>
          <p:cNvSpPr>
            <a:spLocks xmlns:a="http://schemas.openxmlformats.org/drawingml/2006/main" noGrp="1"/>
          </p:cNvSpPr>
          <p:nvPr/>
        </p:nvSpPr>
        <p:spPr>
          <a:xfrm xmlns:a="http://schemas.openxmlformats.org/drawingml/2006/main">
            <a:off x="1143000" y="3000375"/>
            <a:ext cx="952500" cy="333375"/>
          </a:xfrm>
          <a:prstGeom xmlns:a="http://schemas.openxmlformats.org/drawingml/2006/main" prst="line">
            <a:avLst/>
          </a:prstGeom>
          <a:noFill xmlns:a="http://schemas.openxmlformats.org/drawingml/2006/main"/>
          <a:ln xmlns:a="http://schemas.openxmlformats.org/drawingml/2006/main" w="24765">
            <a:solidFill>
              <a:srgbClr val="008DB6"/>
            </a:solidFill>
            <a:prstDash val="solid"/>
          </a:ln>
        </p:spPr>
      </p:sp>
      <p:sp>
        <p:nvSpPr>
          <p:cNvPr id="9" name="">
            <a:extLst xmlns:a="http://schemas.openxmlformats.org/drawingml/2006/main">
              <a:ext uri="{FF2B5EF4-FFF2-40B4-BE49-F238E27FC236}">
                <a16:creationId xmlns:a16="http://schemas.microsoft.com/office/drawing/2014/main" id="{7D6571E0-33DF-404C-B10E-BB94B3EBACD2}"/>
              </a:ext>
            </a:extLst>
          </p:cNvPr>
          <p:cNvSpPr>
            <a:spLocks xmlns:a="http://schemas.openxmlformats.org/drawingml/2006/main" noGrp="1"/>
          </p:cNvSpPr>
          <p:nvPr/>
        </p:nvSpPr>
        <p:spPr>
          <a:xfrm xmlns:a="http://schemas.openxmlformats.org/drawingml/2006/main">
            <a:off x="2095500" y="3095625"/>
            <a:ext cx="1095375" cy="238125"/>
          </a:xfrm>
          <a:prstGeom xmlns:a="http://schemas.openxmlformats.org/drawingml/2006/main" prst="line">
            <a:avLst/>
          </a:prstGeom>
          <a:noFill xmlns:a="http://schemas.openxmlformats.org/drawingml/2006/main"/>
          <a:ln xmlns:a="http://schemas.openxmlformats.org/drawingml/2006/main" w="24765">
            <a:solidFill>
              <a:srgbClr val="008DB6"/>
            </a:solidFill>
            <a:prstDash val="solid"/>
          </a:ln>
        </p:spPr>
      </p:sp>
      <p:sp>
        <p:nvSpPr>
          <p:cNvPr id="10" name="">
            <a:extLst xmlns:a="http://schemas.openxmlformats.org/drawingml/2006/main">
              <a:ext uri="{FF2B5EF4-FFF2-40B4-BE49-F238E27FC236}">
                <a16:creationId xmlns:a16="http://schemas.microsoft.com/office/drawing/2014/main" id="{AD788BEC-064F-4E23-96D1-9F9F37AEB064}"/>
              </a:ext>
            </a:extLst>
          </p:cNvPr>
          <p:cNvSpPr>
            <a:spLocks xmlns:a="http://schemas.openxmlformats.org/drawingml/2006/main" noGrp="1"/>
          </p:cNvSpPr>
          <p:nvPr/>
        </p:nvSpPr>
        <p:spPr>
          <a:xfrm xmlns:a="http://schemas.openxmlformats.org/drawingml/2006/main">
            <a:off x="3190875" y="3095625"/>
            <a:ext cx="1047750" cy="619125"/>
          </a:xfrm>
          <a:prstGeom xmlns:a="http://schemas.openxmlformats.org/drawingml/2006/main" prst="line">
            <a:avLst/>
          </a:prstGeom>
          <a:noFill xmlns:a="http://schemas.openxmlformats.org/drawingml/2006/main"/>
          <a:ln xmlns:a="http://schemas.openxmlformats.org/drawingml/2006/main" w="24765">
            <a:solidFill>
              <a:srgbClr val="C88700"/>
            </a:solidFill>
            <a:prstDash val="solid"/>
          </a:ln>
        </p:spPr>
      </p:sp>
      <p:sp>
        <p:nvSpPr>
          <p:cNvPr id="11" name="">
            <a:extLst xmlns:a="http://schemas.openxmlformats.org/drawingml/2006/main">
              <a:ext uri="{FF2B5EF4-FFF2-40B4-BE49-F238E27FC236}">
                <a16:creationId xmlns:a16="http://schemas.microsoft.com/office/drawing/2014/main" id="{E8F4998D-E351-4B3F-B839-A864D0C949E4}"/>
              </a:ext>
            </a:extLst>
          </p:cNvPr>
          <p:cNvSpPr>
            <a:spLocks xmlns:a="http://schemas.openxmlformats.org/drawingml/2006/main" noGrp="1"/>
          </p:cNvSpPr>
          <p:nvPr/>
        </p:nvSpPr>
        <p:spPr>
          <a:xfrm xmlns:a="http://schemas.openxmlformats.org/drawingml/2006/main">
            <a:off x="4238625" y="3476625"/>
            <a:ext cx="1047750" cy="238125"/>
          </a:xfrm>
          <a:prstGeom xmlns:a="http://schemas.openxmlformats.org/drawingml/2006/main" prst="line">
            <a:avLst/>
          </a:prstGeom>
          <a:noFill xmlns:a="http://schemas.openxmlformats.org/drawingml/2006/main"/>
          <a:ln xmlns:a="http://schemas.openxmlformats.org/drawingml/2006/main" w="24765">
            <a:solidFill>
              <a:srgbClr val="008DB6"/>
            </a:solidFill>
            <a:prstDash val="solid"/>
          </a:ln>
        </p:spPr>
      </p:sp>
      <p:sp>
        <p:nvSpPr>
          <p:cNvPr id="12" name="">
            <a:extLst xmlns:a="http://schemas.openxmlformats.org/drawingml/2006/main">
              <a:ext uri="{FF2B5EF4-FFF2-40B4-BE49-F238E27FC236}">
                <a16:creationId xmlns:a16="http://schemas.microsoft.com/office/drawing/2014/main" id="{83D46DF3-A48D-49BC-B480-DD993DCD94C5}"/>
              </a:ext>
            </a:extLst>
          </p:cNvPr>
          <p:cNvSpPr>
            <a:spLocks xmlns:a="http://schemas.openxmlformats.org/drawingml/2006/main" noGrp="1"/>
          </p:cNvSpPr>
          <p:nvPr/>
        </p:nvSpPr>
        <p:spPr>
          <a:xfrm xmlns:a="http://schemas.openxmlformats.org/drawingml/2006/main">
            <a:off x="5286375" y="3476625"/>
            <a:ext cx="1047750" cy="714375"/>
          </a:xfrm>
          <a:prstGeom xmlns:a="http://schemas.openxmlformats.org/drawingml/2006/main" prst="line">
            <a:avLst/>
          </a:prstGeom>
          <a:noFill xmlns:a="http://schemas.openxmlformats.org/drawingml/2006/main"/>
          <a:ln xmlns:a="http://schemas.openxmlformats.org/drawingml/2006/main" w="24765">
            <a:solidFill>
              <a:srgbClr val="008DB6"/>
            </a:solidFill>
            <a:prstDash val="solid"/>
          </a:ln>
        </p:spPr>
      </p:sp>
      <p:sp>
        <p:nvSpPr>
          <p:cNvPr id="13" name="">
            <a:extLst xmlns:a="http://schemas.openxmlformats.org/drawingml/2006/main">
              <a:ext uri="{FF2B5EF4-FFF2-40B4-BE49-F238E27FC236}">
                <a16:creationId xmlns:a16="http://schemas.microsoft.com/office/drawing/2014/main" id="{2411471F-5EC7-4BCA-8409-086DFE2E3905}"/>
              </a:ext>
            </a:extLst>
          </p:cNvPr>
          <p:cNvSpPr>
            <a:spLocks xmlns:a="http://schemas.openxmlformats.org/drawingml/2006/main" noGrp="1"/>
          </p:cNvSpPr>
          <p:nvPr/>
        </p:nvSpPr>
        <p:spPr>
          <a:xfrm xmlns:a="http://schemas.openxmlformats.org/drawingml/2006/main">
            <a:off x="1066800" y="2924175"/>
            <a:ext cx="152400" cy="152400"/>
          </a:xfrm>
          <a:prstGeom xmlns:a="http://schemas.openxmlformats.org/drawingml/2006/main" prst="ellipse">
            <a:avLst/>
          </a:prstGeom>
          <a:solidFill xmlns:a="http://schemas.openxmlformats.org/drawingml/2006/main">
            <a:srgbClr val="FFFFFF"/>
          </a:solidFill>
          <a:ln xmlns:a="http://schemas.openxmlformats.org/drawingml/2006/main" w="14288">
            <a:solidFill>
              <a:srgbClr val="D64045"/>
            </a:solidFill>
            <a:prstDash val="solid"/>
          </a:ln>
        </p:spPr>
      </p:sp>
      <p:sp>
        <p:nvSpPr>
          <p:cNvPr id="14" name="">
            <a:extLst xmlns:a="http://schemas.openxmlformats.org/drawingml/2006/main">
              <a:ext uri="{FF2B5EF4-FFF2-40B4-BE49-F238E27FC236}">
                <a16:creationId xmlns:a16="http://schemas.microsoft.com/office/drawing/2014/main" id="{1D37991D-36E1-4F7D-AE5B-0D08A38465EA}"/>
              </a:ext>
            </a:extLst>
          </p:cNvPr>
          <p:cNvSpPr>
            <a:spLocks xmlns:a="http://schemas.openxmlformats.org/drawingml/2006/main" noGrp="1"/>
          </p:cNvSpPr>
          <p:nvPr/>
        </p:nvSpPr>
        <p:spPr>
          <a:xfrm xmlns:a="http://schemas.openxmlformats.org/drawingml/2006/main">
            <a:off x="2019300" y="3257550"/>
            <a:ext cx="152400" cy="152400"/>
          </a:xfrm>
          <a:prstGeom xmlns:a="http://schemas.openxmlformats.org/drawingml/2006/main" prst="ellipse">
            <a:avLst/>
          </a:prstGeom>
          <a:solidFill xmlns:a="http://schemas.openxmlformats.org/drawingml/2006/main">
            <a:srgbClr val="D64045"/>
          </a:solidFill>
          <a:ln xmlns:a="http://schemas.openxmlformats.org/drawingml/2006/main" w="14288">
            <a:solidFill>
              <a:srgbClr val="D64045"/>
            </a:solidFill>
            <a:prstDash val="solid"/>
          </a:ln>
        </p:spPr>
      </p:sp>
      <p:sp>
        <p:nvSpPr>
          <p:cNvPr id="15" name="">
            <a:extLst xmlns:a="http://schemas.openxmlformats.org/drawingml/2006/main">
              <a:ext uri="{FF2B5EF4-FFF2-40B4-BE49-F238E27FC236}">
                <a16:creationId xmlns:a16="http://schemas.microsoft.com/office/drawing/2014/main" id="{CBA2C644-FEBB-4E17-8963-9A9870DE08E8}"/>
              </a:ext>
            </a:extLst>
          </p:cNvPr>
          <p:cNvSpPr>
            <a:spLocks xmlns:a="http://schemas.openxmlformats.org/drawingml/2006/main" noGrp="1"/>
          </p:cNvSpPr>
          <p:nvPr/>
        </p:nvSpPr>
        <p:spPr>
          <a:xfrm xmlns:a="http://schemas.openxmlformats.org/drawingml/2006/main">
            <a:off x="3114675" y="3019425"/>
            <a:ext cx="152400" cy="152400"/>
          </a:xfrm>
          <a:prstGeom xmlns:a="http://schemas.openxmlformats.org/drawingml/2006/main" prst="ellipse">
            <a:avLst/>
          </a:prstGeom>
          <a:solidFill xmlns:a="http://schemas.openxmlformats.org/drawingml/2006/main">
            <a:srgbClr val="FFFFFF"/>
          </a:solidFill>
          <a:ln xmlns:a="http://schemas.openxmlformats.org/drawingml/2006/main" w="14288">
            <a:solidFill>
              <a:srgbClr val="D64045"/>
            </a:solidFill>
            <a:prstDash val="solid"/>
          </a:ln>
        </p:spPr>
      </p:sp>
      <p:sp>
        <p:nvSpPr>
          <p:cNvPr id="16" name="">
            <a:extLst xmlns:a="http://schemas.openxmlformats.org/drawingml/2006/main">
              <a:ext uri="{FF2B5EF4-FFF2-40B4-BE49-F238E27FC236}">
                <a16:creationId xmlns:a16="http://schemas.microsoft.com/office/drawing/2014/main" id="{180C8C09-BDFF-4C76-9489-8EBF886EA462}"/>
              </a:ext>
            </a:extLst>
          </p:cNvPr>
          <p:cNvSpPr>
            <a:spLocks xmlns:a="http://schemas.openxmlformats.org/drawingml/2006/main" noGrp="1"/>
          </p:cNvSpPr>
          <p:nvPr/>
        </p:nvSpPr>
        <p:spPr>
          <a:xfrm xmlns:a="http://schemas.openxmlformats.org/drawingml/2006/main">
            <a:off x="4162425" y="3638550"/>
            <a:ext cx="152400" cy="152400"/>
          </a:xfrm>
          <a:prstGeom xmlns:a="http://schemas.openxmlformats.org/drawingml/2006/main" prst="ellipse">
            <a:avLst/>
          </a:prstGeom>
          <a:solidFill xmlns:a="http://schemas.openxmlformats.org/drawingml/2006/main">
            <a:srgbClr val="D64045"/>
          </a:solidFill>
          <a:ln xmlns:a="http://schemas.openxmlformats.org/drawingml/2006/main" w="14288">
            <a:solidFill>
              <a:srgbClr val="D64045"/>
            </a:solidFill>
            <a:prstDash val="solid"/>
          </a:ln>
        </p:spPr>
      </p:sp>
      <p:sp>
        <p:nvSpPr>
          <p:cNvPr id="17" name="">
            <a:extLst xmlns:a="http://schemas.openxmlformats.org/drawingml/2006/main">
              <a:ext uri="{FF2B5EF4-FFF2-40B4-BE49-F238E27FC236}">
                <a16:creationId xmlns:a16="http://schemas.microsoft.com/office/drawing/2014/main" id="{69015CA0-3182-44C6-A744-641F6CDF8FB9}"/>
              </a:ext>
            </a:extLst>
          </p:cNvPr>
          <p:cNvSpPr>
            <a:spLocks xmlns:a="http://schemas.openxmlformats.org/drawingml/2006/main" noGrp="1"/>
          </p:cNvSpPr>
          <p:nvPr/>
        </p:nvSpPr>
        <p:spPr>
          <a:xfrm xmlns:a="http://schemas.openxmlformats.org/drawingml/2006/main">
            <a:off x="5210175" y="3400425"/>
            <a:ext cx="152400" cy="152400"/>
          </a:xfrm>
          <a:prstGeom xmlns:a="http://schemas.openxmlformats.org/drawingml/2006/main" prst="ellipse">
            <a:avLst/>
          </a:prstGeom>
          <a:solidFill xmlns:a="http://schemas.openxmlformats.org/drawingml/2006/main">
            <a:srgbClr val="FFFFFF"/>
          </a:solidFill>
          <a:ln xmlns:a="http://schemas.openxmlformats.org/drawingml/2006/main" w="14288">
            <a:solidFill>
              <a:srgbClr val="D64045"/>
            </a:solidFill>
            <a:prstDash val="solid"/>
          </a:ln>
        </p:spPr>
      </p:sp>
      <p:sp>
        <p:nvSpPr>
          <p:cNvPr id="18" name="">
            <a:extLst xmlns:a="http://schemas.openxmlformats.org/drawingml/2006/main">
              <a:ext uri="{FF2B5EF4-FFF2-40B4-BE49-F238E27FC236}">
                <a16:creationId xmlns:a16="http://schemas.microsoft.com/office/drawing/2014/main" id="{66E4B9CB-41F5-485C-815D-C4FA4FDC3E72}"/>
              </a:ext>
            </a:extLst>
          </p:cNvPr>
          <p:cNvSpPr>
            <a:spLocks xmlns:a="http://schemas.openxmlformats.org/drawingml/2006/main" noGrp="1"/>
          </p:cNvSpPr>
          <p:nvPr/>
        </p:nvSpPr>
        <p:spPr>
          <a:xfrm xmlns:a="http://schemas.openxmlformats.org/drawingml/2006/main">
            <a:off x="6257925" y="4114800"/>
            <a:ext cx="152400" cy="152400"/>
          </a:xfrm>
          <a:prstGeom xmlns:a="http://schemas.openxmlformats.org/drawingml/2006/main" prst="ellipse">
            <a:avLst/>
          </a:prstGeom>
          <a:solidFill xmlns:a="http://schemas.openxmlformats.org/drawingml/2006/main">
            <a:srgbClr val="D64045"/>
          </a:solidFill>
          <a:ln xmlns:a="http://schemas.openxmlformats.org/drawingml/2006/main" w="14288">
            <a:solidFill>
              <a:srgbClr val="D64045"/>
            </a:solidFill>
            <a:prstDash val="solid"/>
          </a:ln>
        </p:spPr>
      </p:sp>
      <p:sp>
        <p:nvSpPr>
          <p:cNvPr id="19" name="">
            <a:extLst xmlns:a="http://schemas.openxmlformats.org/drawingml/2006/main">
              <a:ext uri="{FF2B5EF4-FFF2-40B4-BE49-F238E27FC236}">
                <a16:creationId xmlns:a16="http://schemas.microsoft.com/office/drawing/2014/main" id="{77D0A192-3476-4A5F-AF24-F94B46ABA1F7}"/>
              </a:ext>
            </a:extLst>
          </p:cNvPr>
          <p:cNvSpPr>
            <a:spLocks xmlns:a="http://schemas.openxmlformats.org/drawingml/2006/main" noGrp="1"/>
          </p:cNvSpPr>
          <p:nvPr/>
        </p:nvSpPr>
        <p:spPr>
          <a:xfrm xmlns:a="http://schemas.openxmlformats.org/drawingml/2006/main">
            <a:off x="1190625" y="2714625"/>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125" b="0" i="0">
                <a:solidFill>
                  <a:srgbClr val="008DB6"/>
                </a:solidFill>
                <a:latin typeface="Noto Sans JP"/>
                <a:ea typeface="Noto Sans JP"/>
                <a:cs typeface="Noto Sans JP"/>
              </a:defRPr>
            </a:pPr>
            <a:r>
              <a:rPr sz="1125" b="0" i="0">
                <a:solidFill>
                  <a:srgbClr val="008DB6"/>
                </a:solidFill>
                <a:latin typeface="Noto Sans JP"/>
                <a:ea typeface="Noto Sans JP"/>
                <a:cs typeface="Noto Sans JP"/>
              </a:rPr>
              <a:t>自由飛行</a:t>
            </a:r>
          </a:p>
        </p:txBody>
      </p:sp>
      <p:sp>
        <p:nvSpPr>
          <p:cNvPr id="20" name="">
            <a:extLst xmlns:a="http://schemas.openxmlformats.org/drawingml/2006/main">
              <a:ext uri="{FF2B5EF4-FFF2-40B4-BE49-F238E27FC236}">
                <a16:creationId xmlns:a16="http://schemas.microsoft.com/office/drawing/2014/main" id="{EA683775-306F-406F-88FC-F7A94141E01C}"/>
              </a:ext>
            </a:extLst>
          </p:cNvPr>
          <p:cNvSpPr>
            <a:spLocks xmlns:a="http://schemas.openxmlformats.org/drawingml/2006/main" noGrp="1"/>
          </p:cNvSpPr>
          <p:nvPr/>
        </p:nvSpPr>
        <p:spPr>
          <a:xfrm xmlns:a="http://schemas.openxmlformats.org/drawingml/2006/main">
            <a:off x="3143250" y="27622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125" b="0" i="0">
                <a:solidFill>
                  <a:srgbClr val="D64045"/>
                </a:solidFill>
                <a:latin typeface="Noto Sans JP"/>
                <a:ea typeface="Noto Sans JP"/>
                <a:cs typeface="Noto Sans JP"/>
              </a:defRPr>
            </a:pPr>
            <a:r>
              <a:rPr sz="1125" b="0" i="0">
                <a:solidFill>
                  <a:srgbClr val="D64045"/>
                </a:solidFill>
                <a:latin typeface="Noto Sans JP"/>
                <a:ea typeface="Noto Sans JP"/>
                <a:cs typeface="Noto Sans JP"/>
              </a:rPr>
              <a:t>ヌル衝突</a:t>
            </a:r>
          </a:p>
        </p:txBody>
      </p:sp>
      <p:sp>
        <p:nvSpPr>
          <p:cNvPr id="21" name="">
            <a:extLst xmlns:a="http://schemas.openxmlformats.org/drawingml/2006/main">
              <a:ext uri="{FF2B5EF4-FFF2-40B4-BE49-F238E27FC236}">
                <a16:creationId xmlns:a16="http://schemas.microsoft.com/office/drawing/2014/main" id="{649C0A86-7B4D-47B5-9B08-466976EF6444}"/>
              </a:ext>
            </a:extLst>
          </p:cNvPr>
          <p:cNvSpPr>
            <a:spLocks xmlns:a="http://schemas.openxmlformats.org/drawingml/2006/main" noGrp="1"/>
          </p:cNvSpPr>
          <p:nvPr/>
        </p:nvSpPr>
        <p:spPr>
          <a:xfrm xmlns:a="http://schemas.openxmlformats.org/drawingml/2006/main">
            <a:off x="4048125" y="3762375"/>
            <a:ext cx="904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125" b="1" i="0">
                <a:solidFill>
                  <a:srgbClr val="D64045"/>
                </a:solidFill>
                <a:latin typeface="Noto Sans JP"/>
                <a:ea typeface="Noto Sans JP"/>
                <a:cs typeface="Noto Sans JP"/>
              </a:defRPr>
            </a:pPr>
            <a:r>
              <a:rPr sz="1125" b="1" i="0">
                <a:solidFill>
                  <a:srgbClr val="D64045"/>
                </a:solidFill>
                <a:latin typeface="Noto Sans JP"/>
                <a:ea typeface="Noto Sans JP"/>
                <a:cs typeface="Noto Sans JP"/>
              </a:rPr>
              <a:t>実衝突</a:t>
            </a:r>
          </a:p>
        </p:txBody>
      </p:sp>
      <p:sp>
        <p:nvSpPr>
          <p:cNvPr id="22" name="">
            <a:extLst xmlns:a="http://schemas.openxmlformats.org/drawingml/2006/main">
              <a:ext uri="{FF2B5EF4-FFF2-40B4-BE49-F238E27FC236}">
                <a16:creationId xmlns:a16="http://schemas.microsoft.com/office/drawing/2014/main" id="{FA1120ED-6FB1-4C68-8557-916A38A91AF0}"/>
              </a:ext>
            </a:extLst>
          </p:cNvPr>
          <p:cNvSpPr>
            <a:spLocks xmlns:a="http://schemas.openxmlformats.org/drawingml/2006/main" noGrp="1"/>
          </p:cNvSpPr>
          <p:nvPr/>
        </p:nvSpPr>
        <p:spPr>
          <a:xfrm xmlns:a="http://schemas.openxmlformats.org/drawingml/2006/main">
            <a:off x="2667000" y="48101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0" i="0">
                <a:solidFill>
                  <a:srgbClr val="666666"/>
                </a:solidFill>
                <a:latin typeface="Noto Sans JP"/>
                <a:ea typeface="Noto Sans JP"/>
                <a:cs typeface="Noto Sans JP"/>
              </a:defRPr>
            </a:pPr>
            <a:r>
              <a:rPr sz="1050" b="0" i="0">
                <a:solidFill>
                  <a:srgbClr val="666666"/>
                </a:solidFill>
                <a:latin typeface="Noto Sans JP"/>
                <a:ea typeface="Noto Sans JP"/>
                <a:cs typeface="Noto Sans JP"/>
              </a:rPr>
              <a:t>電子軌道の概念図</a:t>
            </a:r>
          </a:p>
        </p:txBody>
      </p:sp>
      <p:sp>
        <p:nvSpPr>
          <p:cNvPr id="23" name="">
            <a:extLst xmlns:a="http://schemas.openxmlformats.org/drawingml/2006/main">
              <a:ext uri="{FF2B5EF4-FFF2-40B4-BE49-F238E27FC236}">
                <a16:creationId xmlns:a16="http://schemas.microsoft.com/office/drawing/2014/main" id="{D5DFE496-78FC-4FC5-96BE-04B769F71107}"/>
              </a:ext>
            </a:extLst>
          </p:cNvPr>
          <p:cNvSpPr>
            <a:spLocks xmlns:a="http://schemas.openxmlformats.org/drawingml/2006/main" noGrp="1"/>
          </p:cNvSpPr>
          <p:nvPr/>
        </p:nvSpPr>
        <p:spPr>
          <a:xfrm xmlns:a="http://schemas.openxmlformats.org/drawingml/2006/main">
            <a:off x="7429500" y="2333625"/>
            <a:ext cx="419100" cy="4191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1</a:t>
            </a:r>
          </a:p>
        </p:txBody>
      </p:sp>
      <p:sp>
        <p:nvSpPr>
          <p:cNvPr id="24" name="">
            <a:extLst xmlns:a="http://schemas.openxmlformats.org/drawingml/2006/main">
              <a:ext uri="{FF2B5EF4-FFF2-40B4-BE49-F238E27FC236}">
                <a16:creationId xmlns:a16="http://schemas.microsoft.com/office/drawing/2014/main" id="{1E1EB3AF-542A-4456-952F-D437DF55782E}"/>
              </a:ext>
            </a:extLst>
          </p:cNvPr>
          <p:cNvSpPr>
            <a:spLocks xmlns:a="http://schemas.openxmlformats.org/drawingml/2006/main" noGrp="1"/>
          </p:cNvSpPr>
          <p:nvPr/>
        </p:nvSpPr>
        <p:spPr>
          <a:xfrm xmlns:a="http://schemas.openxmlformats.org/drawingml/2006/main">
            <a:off x="8048625" y="2276475"/>
            <a:ext cx="342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次の候補衝突時刻を乱数で選ぶ</a:t>
            </a:r>
          </a:p>
        </p:txBody>
      </p:sp>
      <p:sp>
        <p:nvSpPr>
          <p:cNvPr id="25" name="">
            <a:extLst xmlns:a="http://schemas.openxmlformats.org/drawingml/2006/main">
              <a:ext uri="{FF2B5EF4-FFF2-40B4-BE49-F238E27FC236}">
                <a16:creationId xmlns:a16="http://schemas.microsoft.com/office/drawing/2014/main" id="{596EC7D9-BB18-4964-9BD5-846E3A5F93EC}"/>
              </a:ext>
            </a:extLst>
          </p:cNvPr>
          <p:cNvSpPr>
            <a:spLocks xmlns:a="http://schemas.openxmlformats.org/drawingml/2006/main" noGrp="1"/>
          </p:cNvSpPr>
          <p:nvPr/>
        </p:nvSpPr>
        <p:spPr>
          <a:xfrm xmlns:a="http://schemas.openxmlformats.org/drawingml/2006/main">
            <a:off x="7429500" y="3038475"/>
            <a:ext cx="419100" cy="4191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2</a:t>
            </a:r>
          </a:p>
        </p:txBody>
      </p:sp>
      <p:sp>
        <p:nvSpPr>
          <p:cNvPr id="26" name="">
            <a:extLst xmlns:a="http://schemas.openxmlformats.org/drawingml/2006/main">
              <a:ext uri="{FF2B5EF4-FFF2-40B4-BE49-F238E27FC236}">
                <a16:creationId xmlns:a16="http://schemas.microsoft.com/office/drawing/2014/main" id="{34582E9E-99CF-489D-B415-2F4E5FD7A370}"/>
              </a:ext>
            </a:extLst>
          </p:cNvPr>
          <p:cNvSpPr>
            <a:spLocks xmlns:a="http://schemas.openxmlformats.org/drawingml/2006/main" noGrp="1"/>
          </p:cNvSpPr>
          <p:nvPr/>
        </p:nvSpPr>
        <p:spPr>
          <a:xfrm xmlns:a="http://schemas.openxmlformats.org/drawingml/2006/main">
            <a:off x="8048625" y="2981325"/>
            <a:ext cx="342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E・B場中で軌道を時間発展</a:t>
            </a:r>
          </a:p>
        </p:txBody>
      </p:sp>
      <p:sp>
        <p:nvSpPr>
          <p:cNvPr id="27" name="">
            <a:extLst xmlns:a="http://schemas.openxmlformats.org/drawingml/2006/main">
              <a:ext uri="{FF2B5EF4-FFF2-40B4-BE49-F238E27FC236}">
                <a16:creationId xmlns:a16="http://schemas.microsoft.com/office/drawing/2014/main" id="{94D5A816-EA0F-45E0-84AE-C3AF83EDD331}"/>
              </a:ext>
            </a:extLst>
          </p:cNvPr>
          <p:cNvSpPr>
            <a:spLocks xmlns:a="http://schemas.openxmlformats.org/drawingml/2006/main" noGrp="1"/>
          </p:cNvSpPr>
          <p:nvPr/>
        </p:nvSpPr>
        <p:spPr>
          <a:xfrm xmlns:a="http://schemas.openxmlformats.org/drawingml/2006/main">
            <a:off x="7429500" y="3743325"/>
            <a:ext cx="419100" cy="4191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3</a:t>
            </a:r>
          </a:p>
        </p:txBody>
      </p:sp>
      <p:sp>
        <p:nvSpPr>
          <p:cNvPr id="28" name="">
            <a:extLst xmlns:a="http://schemas.openxmlformats.org/drawingml/2006/main">
              <a:ext uri="{FF2B5EF4-FFF2-40B4-BE49-F238E27FC236}">
                <a16:creationId xmlns:a16="http://schemas.microsoft.com/office/drawing/2014/main" id="{479DCCD4-34B4-4993-89FD-4939F1AC3403}"/>
              </a:ext>
            </a:extLst>
          </p:cNvPr>
          <p:cNvSpPr>
            <a:spLocks xmlns:a="http://schemas.openxmlformats.org/drawingml/2006/main" noGrp="1"/>
          </p:cNvSpPr>
          <p:nvPr/>
        </p:nvSpPr>
        <p:spPr>
          <a:xfrm xmlns:a="http://schemas.openxmlformats.org/drawingml/2006/main">
            <a:off x="8048625" y="3686175"/>
            <a:ext cx="342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実衝突かヌル衝突かを判定</a:t>
            </a:r>
          </a:p>
        </p:txBody>
      </p:sp>
      <p:sp>
        <p:nvSpPr>
          <p:cNvPr id="29" name="">
            <a:extLst xmlns:a="http://schemas.openxmlformats.org/drawingml/2006/main">
              <a:ext uri="{FF2B5EF4-FFF2-40B4-BE49-F238E27FC236}">
                <a16:creationId xmlns:a16="http://schemas.microsoft.com/office/drawing/2014/main" id="{79973933-B16F-4E30-B5DF-AFC4645674D8}"/>
              </a:ext>
            </a:extLst>
          </p:cNvPr>
          <p:cNvSpPr>
            <a:spLocks xmlns:a="http://schemas.openxmlformats.org/drawingml/2006/main" noGrp="1"/>
          </p:cNvSpPr>
          <p:nvPr/>
        </p:nvSpPr>
        <p:spPr>
          <a:xfrm xmlns:a="http://schemas.openxmlformats.org/drawingml/2006/main">
            <a:off x="7429500" y="4448175"/>
            <a:ext cx="419100" cy="4191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4</a:t>
            </a:r>
          </a:p>
        </p:txBody>
      </p:sp>
      <p:sp>
        <p:nvSpPr>
          <p:cNvPr id="30" name="">
            <a:extLst xmlns:a="http://schemas.openxmlformats.org/drawingml/2006/main">
              <a:ext uri="{FF2B5EF4-FFF2-40B4-BE49-F238E27FC236}">
                <a16:creationId xmlns:a16="http://schemas.microsoft.com/office/drawing/2014/main" id="{5E7A0781-82E1-4DE0-9978-E437F7DCECC4}"/>
              </a:ext>
            </a:extLst>
          </p:cNvPr>
          <p:cNvSpPr>
            <a:spLocks xmlns:a="http://schemas.openxmlformats.org/drawingml/2006/main" noGrp="1"/>
          </p:cNvSpPr>
          <p:nvPr/>
        </p:nvSpPr>
        <p:spPr>
          <a:xfrm xmlns:a="http://schemas.openxmlformats.org/drawingml/2006/main">
            <a:off x="8048625" y="4391025"/>
            <a:ext cx="342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反応チャネルと衝突後速度を標本化</a:t>
            </a:r>
          </a:p>
        </p:txBody>
      </p:sp>
      <p:sp>
        <p:nvSpPr>
          <p:cNvPr id="31" name="takeaway-bullet">
            <a:extLst xmlns:a="http://schemas.openxmlformats.org/drawingml/2006/main">
              <a:ext uri="{FF2B5EF4-FFF2-40B4-BE49-F238E27FC236}">
                <a16:creationId xmlns:a16="http://schemas.microsoft.com/office/drawing/2014/main" id="{7C3DD906-F93F-49D4-96E4-522164ED20ED}"/>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32" name="takeaway">
            <a:extLst xmlns:a="http://schemas.openxmlformats.org/drawingml/2006/main">
              <a:ext uri="{FF2B5EF4-FFF2-40B4-BE49-F238E27FC236}">
                <a16:creationId xmlns:a16="http://schemas.microsoft.com/office/drawing/2014/main" id="{490321FC-29EA-49B2-B123-26FB878AF549}"/>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軌道形式は複雑な衝突やB場を自然に扱えるが、実際に有効化した物理は結果メタデータで確認する。</a:t>
            </a:r>
          </a:p>
        </p:txBody>
      </p:sp>
      <p:sp>
        <p:nvSpPr>
          <p:cNvPr id="33" name="source">
            <a:extLst xmlns:a="http://schemas.openxmlformats.org/drawingml/2006/main">
              <a:ext uri="{FF2B5EF4-FFF2-40B4-BE49-F238E27FC236}">
                <a16:creationId xmlns:a16="http://schemas.microsoft.com/office/drawing/2014/main" id="{1ADA9635-2DBA-4BE9-80C1-3D20E1F3C347}"/>
              </a:ext>
            </a:extLst>
          </p:cNvPr>
          <p:cNvSpPr>
            <a:spLocks xmlns:a="http://schemas.openxmlformats.org/drawingml/2006/main" noGrp="1"/>
          </p:cNvSpPr>
          <p:nvPr/>
        </p:nvSpPr>
        <p:spPr>
          <a:xfrm xmlns:a="http://schemas.openxmlformats.org/drawingml/2006/main">
            <a:off x="419100" y="63341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Null-collision Monte Carlo and particle-trajectory methods: [R5], [R6]</a:t>
            </a:r>
          </a:p>
        </p:txBody>
      </p:sp>
      <p:sp>
        <p:nvSpPr>
          <p:cNvPr id="35" name="footer">
            <a:extLst xmlns:a="http://schemas.openxmlformats.org/drawingml/2006/main">
              <a:ext uri="{FF2B5EF4-FFF2-40B4-BE49-F238E27FC236}">
                <a16:creationId xmlns:a16="http://schemas.microsoft.com/office/drawing/2014/main" id="{E76E5470-B2F1-4CBA-AB27-DF738C43948A}"/>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36" name="page">
            <a:extLst xmlns:a="http://schemas.openxmlformats.org/drawingml/2006/main">
              <a:ext uri="{FF2B5EF4-FFF2-40B4-BE49-F238E27FC236}">
                <a16:creationId xmlns:a16="http://schemas.microsoft.com/office/drawing/2014/main" id="{EA66A371-3B7F-43FA-A7DE-4E90FBB23C8F}"/>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17</a:t>
            </a:r>
          </a:p>
        </p:txBody>
      </p:sp>
      <p:sp>
        <p:nvSpPr>
          <p:cNvPr id="37" name="section">
            <a:extLst xmlns:a="http://schemas.openxmlformats.org/drawingml/2006/main">
              <a:ext uri="{FF2B5EF4-FFF2-40B4-BE49-F238E27FC236}">
                <a16:creationId xmlns:a16="http://schemas.microsoft.com/office/drawing/2014/main" id="{C6D36F9D-507A-4799-96E1-0ABE633ACCC6}"/>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Tree>
    <p:extLst>
      <p:ext uri="{BB962C8B-B14F-4D97-AF65-F5344CB8AC3E}">
        <p14:creationId xmlns:p14="http://schemas.microsoft.com/office/powerpoint/2010/main" val="78003803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3777F9B6-4D18-43C4-9C3E-3A6744353512}"/>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Monte Carlo法 2/3：滞在時間と衝突イベントから物性を推定する</a:t>
            </a:r>
          </a:p>
        </p:txBody>
      </p:sp>
      <p:sp>
        <p:nvSpPr>
          <p:cNvPr id="3" name="">
            <a:extLst xmlns:a="http://schemas.openxmlformats.org/drawingml/2006/main">
              <a:ext uri="{FF2B5EF4-FFF2-40B4-BE49-F238E27FC236}">
                <a16:creationId xmlns:a16="http://schemas.microsoft.com/office/drawing/2014/main" id="{48D218C5-9EB6-4EBC-940C-1F9E67F36D20}"/>
              </a:ext>
            </a:extLst>
          </p:cNvPr>
          <p:cNvSpPr>
            <a:spLocks xmlns:a="http://schemas.openxmlformats.org/drawingml/2006/main" noGrp="1"/>
          </p:cNvSpPr>
          <p:nvPr/>
        </p:nvSpPr>
        <p:spPr>
          <a:xfrm xmlns:a="http://schemas.openxmlformats.org/drawingml/2006/main">
            <a:off x="666750" y="138112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008DB6"/>
                </a:solidFill>
                <a:latin typeface="Noto Sans JP"/>
                <a:ea typeface="Noto Sans JP"/>
                <a:cs typeface="Noto Sans JP"/>
              </a:defRPr>
            </a:pPr>
            <a:r>
              <a:rPr sz="1650" b="1" i="0">
                <a:solidFill>
                  <a:srgbClr val="008DB6"/>
                </a:solidFill>
                <a:latin typeface="Noto Sans JP"/>
                <a:ea typeface="Noto Sans JP"/>
                <a:cs typeface="Noto Sans JP"/>
              </a:rPr>
              <a:t>EEDF推定</a:t>
            </a:r>
          </a:p>
        </p:txBody>
      </p:sp>
      <p:sp>
        <p:nvSpPr>
          <p:cNvPr id="4" name="">
            <a:extLst xmlns:a="http://schemas.openxmlformats.org/drawingml/2006/main">
              <a:ext uri="{FF2B5EF4-FFF2-40B4-BE49-F238E27FC236}">
                <a16:creationId xmlns:a16="http://schemas.microsoft.com/office/drawing/2014/main" id="{EEFA52BF-9FAA-43AF-A3EA-73F456E2887F}"/>
              </a:ext>
            </a:extLst>
          </p:cNvPr>
          <p:cNvSpPr>
            <a:spLocks xmlns:a="http://schemas.openxmlformats.org/drawingml/2006/main" noGrp="1"/>
          </p:cNvSpPr>
          <p:nvPr/>
        </p:nvSpPr>
        <p:spPr>
          <a:xfrm xmlns:a="http://schemas.openxmlformats.org/drawingml/2006/main">
            <a:off x="666750" y="1857375"/>
            <a:ext cx="4953000" cy="666750"/>
          </a:xfrm>
          <a:prstGeom xmlns:a="http://schemas.openxmlformats.org/drawingml/2006/main" prst="rect">
            <a:avLst/>
          </a:prstGeom>
          <a:solidFill xmlns:a="http://schemas.openxmlformats.org/drawingml/2006/main">
            <a:srgbClr val="F2F3F4"/>
          </a:solidFill>
          <a:ln xmlns:a="http://schemas.openxmlformats.org/drawingml/2006/main" w="7620">
            <a:solidFill>
              <a:srgbClr val="CCD3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725" b="0" i="0">
                <a:solidFill>
                  <a:srgbClr val="333333"/>
                </a:solidFill>
                <a:latin typeface="Cambria Math"/>
                <a:ea typeface="Cambria Math"/>
                <a:cs typeface="Cambria Math"/>
              </a:defRPr>
            </a:pPr>
            <a:r>
              <a:rPr sz="1725" b="0" i="0">
                <a:solidFill>
                  <a:srgbClr val="333333"/>
                </a:solidFill>
                <a:latin typeface="Cambria Math"/>
                <a:ea typeface="Cambria Math"/>
                <a:cs typeface="Cambria Math"/>
              </a:rPr>
              <a:t>pᵢ = Σ(i番目区間) wΔt / [Δεᵢ Σ(全区間) wΔt]</a:t>
            </a:r>
          </a:p>
        </p:txBody>
      </p:sp>
      <p:sp>
        <p:nvSpPr>
          <p:cNvPr id="5" name="">
            <a:extLst xmlns:a="http://schemas.openxmlformats.org/drawingml/2006/main">
              <a:ext uri="{FF2B5EF4-FFF2-40B4-BE49-F238E27FC236}">
                <a16:creationId xmlns:a16="http://schemas.microsoft.com/office/drawing/2014/main" id="{EDABE8B3-BCCA-4BC3-923C-1D6CA4F15BED}"/>
              </a:ext>
            </a:extLst>
          </p:cNvPr>
          <p:cNvSpPr>
            <a:spLocks xmlns:a="http://schemas.openxmlformats.org/drawingml/2006/main" noGrp="1"/>
          </p:cNvSpPr>
          <p:nvPr/>
        </p:nvSpPr>
        <p:spPr>
          <a:xfrm xmlns:a="http://schemas.openxmlformats.org/drawingml/2006/main">
            <a:off x="6572250" y="138112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7B2FA3"/>
                </a:solidFill>
                <a:latin typeface="Noto Sans JP"/>
                <a:ea typeface="Noto Sans JP"/>
                <a:cs typeface="Noto Sans JP"/>
              </a:defRPr>
            </a:pPr>
            <a:r>
              <a:rPr sz="1650" b="1" i="0">
                <a:solidFill>
                  <a:srgbClr val="7B2FA3"/>
                </a:solidFill>
                <a:latin typeface="Noto Sans JP"/>
                <a:ea typeface="Noto Sans JP"/>
                <a:cs typeface="Noto Sans JP"/>
              </a:rPr>
              <a:t>反応速度推定</a:t>
            </a:r>
          </a:p>
        </p:txBody>
      </p:sp>
      <p:sp>
        <p:nvSpPr>
          <p:cNvPr id="6" name="">
            <a:extLst xmlns:a="http://schemas.openxmlformats.org/drawingml/2006/main">
              <a:ext uri="{FF2B5EF4-FFF2-40B4-BE49-F238E27FC236}">
                <a16:creationId xmlns:a16="http://schemas.microsoft.com/office/drawing/2014/main" id="{19B23514-1132-4E8C-B479-EDEA026FA5FB}"/>
              </a:ext>
            </a:extLst>
          </p:cNvPr>
          <p:cNvSpPr>
            <a:spLocks xmlns:a="http://schemas.openxmlformats.org/drawingml/2006/main" noGrp="1"/>
          </p:cNvSpPr>
          <p:nvPr/>
        </p:nvSpPr>
        <p:spPr>
          <a:xfrm xmlns:a="http://schemas.openxmlformats.org/drawingml/2006/main">
            <a:off x="6572250" y="1857375"/>
            <a:ext cx="4953000" cy="666750"/>
          </a:xfrm>
          <a:prstGeom xmlns:a="http://schemas.openxmlformats.org/drawingml/2006/main" prst="rect">
            <a:avLst/>
          </a:prstGeom>
          <a:solidFill xmlns:a="http://schemas.openxmlformats.org/drawingml/2006/main">
            <a:srgbClr val="F2F3F4"/>
          </a:solidFill>
          <a:ln xmlns:a="http://schemas.openxmlformats.org/drawingml/2006/main" w="7620">
            <a:solidFill>
              <a:srgbClr val="CCD3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725" b="0" i="0">
                <a:solidFill>
                  <a:srgbClr val="333333"/>
                </a:solidFill>
                <a:latin typeface="Cambria Math"/>
                <a:ea typeface="Cambria Math"/>
                <a:cs typeface="Cambria Math"/>
              </a:defRPr>
            </a:pPr>
            <a:r>
              <a:rPr sz="1725" b="0" i="0">
                <a:solidFill>
                  <a:srgbClr val="333333"/>
                </a:solidFill>
                <a:latin typeface="Cambria Math"/>
                <a:ea typeface="Cambria Math"/>
                <a:cs typeface="Cambria Math"/>
              </a:rPr>
              <a:t>k̂ⱼ = Σ w ∫自由飛行 Nσⱼ[ε(t)]v(t)dt / Σ wΔt</a:t>
            </a:r>
          </a:p>
        </p:txBody>
      </p:sp>
      <p:sp>
        <p:nvSpPr>
          <p:cNvPr id="7" name="">
            <a:extLst xmlns:a="http://schemas.openxmlformats.org/drawingml/2006/main">
              <a:ext uri="{FF2B5EF4-FFF2-40B4-BE49-F238E27FC236}">
                <a16:creationId xmlns:a16="http://schemas.microsoft.com/office/drawing/2014/main" id="{36B2D3FA-7D38-4A6A-A4F4-EF9AF17AD43B}"/>
              </a:ext>
            </a:extLst>
          </p:cNvPr>
          <p:cNvSpPr>
            <a:spLocks xmlns:a="http://schemas.openxmlformats.org/drawingml/2006/main" noGrp="1"/>
          </p:cNvSpPr>
          <p:nvPr/>
        </p:nvSpPr>
        <p:spPr>
          <a:xfrm xmlns:a="http://schemas.openxmlformats.org/drawingml/2006/main">
            <a:off x="6096000" y="1333500"/>
            <a:ext cx="0" cy="4000500"/>
          </a:xfrm>
          <a:prstGeom xmlns:a="http://schemas.openxmlformats.org/drawingml/2006/main" prst="line">
            <a:avLst/>
          </a:prstGeom>
          <a:noFill xmlns:a="http://schemas.openxmlformats.org/drawingml/2006/main"/>
          <a:ln xmlns:a="http://schemas.openxmlformats.org/drawingml/2006/main" w="9525">
            <a:solidFill>
              <a:srgbClr val="C8D0D4"/>
            </a:solidFill>
            <a:prstDash val="solid"/>
          </a:ln>
        </p:spPr>
      </p:sp>
      <p:sp>
        <p:nvSpPr>
          <p:cNvPr id="8" name="">
            <a:extLst xmlns:a="http://schemas.openxmlformats.org/drawingml/2006/main">
              <a:ext uri="{FF2B5EF4-FFF2-40B4-BE49-F238E27FC236}">
                <a16:creationId xmlns:a16="http://schemas.microsoft.com/office/drawing/2014/main" id="{AE9E6742-5792-40C2-9CDE-C576C0717328}"/>
              </a:ext>
            </a:extLst>
          </p:cNvPr>
          <p:cNvSpPr>
            <a:spLocks xmlns:a="http://schemas.openxmlformats.org/drawingml/2006/main" noGrp="1"/>
          </p:cNvSpPr>
          <p:nvPr/>
        </p:nvSpPr>
        <p:spPr>
          <a:xfrm xmlns:a="http://schemas.openxmlformats.org/drawingml/2006/main">
            <a:off x="762000" y="2952750"/>
            <a:ext cx="1143000" cy="32385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滞在時間</a:t>
            </a:r>
          </a:p>
        </p:txBody>
      </p:sp>
      <p:sp>
        <p:nvSpPr>
          <p:cNvPr id="9" name="">
            <a:extLst xmlns:a="http://schemas.openxmlformats.org/drawingml/2006/main">
              <a:ext uri="{FF2B5EF4-FFF2-40B4-BE49-F238E27FC236}">
                <a16:creationId xmlns:a16="http://schemas.microsoft.com/office/drawing/2014/main" id="{24116F4F-6480-4DD3-B9E5-B7790F45DADE}"/>
              </a:ext>
            </a:extLst>
          </p:cNvPr>
          <p:cNvSpPr>
            <a:spLocks xmlns:a="http://schemas.openxmlformats.org/drawingml/2006/main" noGrp="1"/>
          </p:cNvSpPr>
          <p:nvPr/>
        </p:nvSpPr>
        <p:spPr>
          <a:xfrm xmlns:a="http://schemas.openxmlformats.org/drawingml/2006/main">
            <a:off x="2047875" y="2895600"/>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各エネルギー区間にいた時間を加算</a:t>
            </a:r>
          </a:p>
        </p:txBody>
      </p:sp>
      <p:sp>
        <p:nvSpPr>
          <p:cNvPr id="10" name="">
            <a:extLst xmlns:a="http://schemas.openxmlformats.org/drawingml/2006/main">
              <a:ext uri="{FF2B5EF4-FFF2-40B4-BE49-F238E27FC236}">
                <a16:creationId xmlns:a16="http://schemas.microsoft.com/office/drawing/2014/main" id="{45AF18A3-4993-4C96-9F52-A8E49E69A5AC}"/>
              </a:ext>
            </a:extLst>
          </p:cNvPr>
          <p:cNvSpPr>
            <a:spLocks xmlns:a="http://schemas.openxmlformats.org/drawingml/2006/main" noGrp="1"/>
          </p:cNvSpPr>
          <p:nvPr/>
        </p:nvSpPr>
        <p:spPr>
          <a:xfrm xmlns:a="http://schemas.openxmlformats.org/drawingml/2006/main">
            <a:off x="762000" y="3543300"/>
            <a:ext cx="1143000" cy="32385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重み w</a:t>
            </a:r>
          </a:p>
        </p:txBody>
      </p:sp>
      <p:sp>
        <p:nvSpPr>
          <p:cNvPr id="11" name="">
            <a:extLst xmlns:a="http://schemas.openxmlformats.org/drawingml/2006/main">
              <a:ext uri="{FF2B5EF4-FFF2-40B4-BE49-F238E27FC236}">
                <a16:creationId xmlns:a16="http://schemas.microsoft.com/office/drawing/2014/main" id="{D2E17848-54D2-44B5-89B2-C6F969845BF3}"/>
              </a:ext>
            </a:extLst>
          </p:cNvPr>
          <p:cNvSpPr>
            <a:spLocks xmlns:a="http://schemas.openxmlformats.org/drawingml/2006/main" noGrp="1"/>
          </p:cNvSpPr>
          <p:nvPr/>
        </p:nvSpPr>
        <p:spPr>
          <a:xfrm xmlns:a="http://schemas.openxmlformats.org/drawingml/2006/main">
            <a:off x="2047875" y="3486150"/>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電離による分岐や粒子制御を補正</a:t>
            </a:r>
          </a:p>
        </p:txBody>
      </p:sp>
      <p:sp>
        <p:nvSpPr>
          <p:cNvPr id="12" name="">
            <a:extLst xmlns:a="http://schemas.openxmlformats.org/drawingml/2006/main">
              <a:ext uri="{FF2B5EF4-FFF2-40B4-BE49-F238E27FC236}">
                <a16:creationId xmlns:a16="http://schemas.microsoft.com/office/drawing/2014/main" id="{285F06F9-A6B2-4FFE-AE98-13587818603B}"/>
              </a:ext>
            </a:extLst>
          </p:cNvPr>
          <p:cNvSpPr>
            <a:spLocks xmlns:a="http://schemas.openxmlformats.org/drawingml/2006/main" noGrp="1"/>
          </p:cNvSpPr>
          <p:nvPr/>
        </p:nvSpPr>
        <p:spPr>
          <a:xfrm xmlns:a="http://schemas.openxmlformats.org/drawingml/2006/main">
            <a:off x="762000" y="4133850"/>
            <a:ext cx="1143000" cy="32385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正規化</a:t>
            </a:r>
          </a:p>
        </p:txBody>
      </p:sp>
      <p:sp>
        <p:nvSpPr>
          <p:cNvPr id="13" name="">
            <a:extLst xmlns:a="http://schemas.openxmlformats.org/drawingml/2006/main">
              <a:ext uri="{FF2B5EF4-FFF2-40B4-BE49-F238E27FC236}">
                <a16:creationId xmlns:a16="http://schemas.microsoft.com/office/drawing/2014/main" id="{EE0ED2AD-FD72-4835-BF5F-E0CD6E45ACB1}"/>
              </a:ext>
            </a:extLst>
          </p:cNvPr>
          <p:cNvSpPr>
            <a:spLocks xmlns:a="http://schemas.openxmlformats.org/drawingml/2006/main" noGrp="1"/>
          </p:cNvSpPr>
          <p:nvPr/>
        </p:nvSpPr>
        <p:spPr>
          <a:xfrm xmlns:a="http://schemas.openxmlformats.org/drawingml/2006/main">
            <a:off x="2047875" y="4076700"/>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Σ pᵢΔεᵢ = 1 を確認</a:t>
            </a:r>
          </a:p>
        </p:txBody>
      </p:sp>
      <p:sp>
        <p:nvSpPr>
          <p:cNvPr id="14" name="">
            <a:extLst xmlns:a="http://schemas.openxmlformats.org/drawingml/2006/main">
              <a:ext uri="{FF2B5EF4-FFF2-40B4-BE49-F238E27FC236}">
                <a16:creationId xmlns:a16="http://schemas.microsoft.com/office/drawing/2014/main" id="{13AFA27F-00DB-4B7D-BD0F-567B126FDDB7}"/>
              </a:ext>
            </a:extLst>
          </p:cNvPr>
          <p:cNvSpPr>
            <a:spLocks xmlns:a="http://schemas.openxmlformats.org/drawingml/2006/main" noGrp="1"/>
          </p:cNvSpPr>
          <p:nvPr/>
        </p:nvSpPr>
        <p:spPr>
          <a:xfrm xmlns:a="http://schemas.openxmlformats.org/drawingml/2006/main">
            <a:off x="762000" y="4724400"/>
            <a:ext cx="1143000" cy="32385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平均量</a:t>
            </a:r>
          </a:p>
        </p:txBody>
      </p:sp>
      <p:sp>
        <p:nvSpPr>
          <p:cNvPr id="15" name="">
            <a:extLst xmlns:a="http://schemas.openxmlformats.org/drawingml/2006/main">
              <a:ext uri="{FF2B5EF4-FFF2-40B4-BE49-F238E27FC236}">
                <a16:creationId xmlns:a16="http://schemas.microsoft.com/office/drawing/2014/main" id="{0AA6B4BA-CD8C-4261-9CC7-1B72462E5456}"/>
              </a:ext>
            </a:extLst>
          </p:cNvPr>
          <p:cNvSpPr>
            <a:spLocks xmlns:a="http://schemas.openxmlformats.org/drawingml/2006/main" noGrp="1"/>
          </p:cNvSpPr>
          <p:nvPr/>
        </p:nvSpPr>
        <p:spPr>
          <a:xfrm xmlns:a="http://schemas.openxmlformats.org/drawingml/2006/main">
            <a:off x="2047875" y="4667250"/>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Σ εᵢpᵢΔεᵢ、ドリフト、拡散を推定</a:t>
            </a:r>
          </a:p>
        </p:txBody>
      </p:sp>
      <p:sp>
        <p:nvSpPr>
          <p:cNvPr id="16" name="">
            <a:extLst xmlns:a="http://schemas.openxmlformats.org/drawingml/2006/main">
              <a:ext uri="{FF2B5EF4-FFF2-40B4-BE49-F238E27FC236}">
                <a16:creationId xmlns:a16="http://schemas.microsoft.com/office/drawing/2014/main" id="{54571274-20F1-4387-8392-A2123344A7D4}"/>
              </a:ext>
            </a:extLst>
          </p:cNvPr>
          <p:cNvSpPr>
            <a:spLocks xmlns:a="http://schemas.openxmlformats.org/drawingml/2006/main" noGrp="1"/>
          </p:cNvSpPr>
          <p:nvPr/>
        </p:nvSpPr>
        <p:spPr>
          <a:xfrm xmlns:a="http://schemas.openxmlformats.org/drawingml/2006/main">
            <a:off x="6715125" y="2952750"/>
            <a:ext cx="1143000" cy="323850"/>
          </a:xfrm>
          <a:prstGeom xmlns:a="http://schemas.openxmlformats.org/drawingml/2006/main" prst="rect">
            <a:avLst/>
          </a:prstGeom>
          <a:solidFill xmlns:a="http://schemas.openxmlformats.org/drawingml/2006/main">
            <a:srgbClr val="F4ECF8"/>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7B2FA3"/>
                </a:solidFill>
                <a:latin typeface="Noto Sans JP"/>
                <a:ea typeface="Noto Sans JP"/>
                <a:cs typeface="Noto Sans JP"/>
              </a:defRPr>
            </a:pPr>
            <a:r>
              <a:rPr sz="1200" b="1" i="0">
                <a:solidFill>
                  <a:srgbClr val="7B2FA3"/>
                </a:solidFill>
                <a:latin typeface="Noto Sans JP"/>
                <a:ea typeface="Noto Sans JP"/>
                <a:cs typeface="Noto Sans JP"/>
              </a:rPr>
              <a:t>弾性</a:t>
            </a:r>
          </a:p>
        </p:txBody>
      </p:sp>
      <p:sp>
        <p:nvSpPr>
          <p:cNvPr id="17" name="">
            <a:extLst xmlns:a="http://schemas.openxmlformats.org/drawingml/2006/main">
              <a:ext uri="{FF2B5EF4-FFF2-40B4-BE49-F238E27FC236}">
                <a16:creationId xmlns:a16="http://schemas.microsoft.com/office/drawing/2014/main" id="{AF414558-0F23-4132-87DD-81DD8A6FDEFD}"/>
              </a:ext>
            </a:extLst>
          </p:cNvPr>
          <p:cNvSpPr>
            <a:spLocks xmlns:a="http://schemas.openxmlformats.org/drawingml/2006/main" noGrp="1"/>
          </p:cNvSpPr>
          <p:nvPr/>
        </p:nvSpPr>
        <p:spPr>
          <a:xfrm xmlns:a="http://schemas.openxmlformats.org/drawingml/2006/main">
            <a:off x="8001000" y="2895600"/>
            <a:ext cx="3476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運動量移行と散乱角を更新</a:t>
            </a:r>
          </a:p>
        </p:txBody>
      </p:sp>
      <p:sp>
        <p:nvSpPr>
          <p:cNvPr id="18" name="">
            <a:extLst xmlns:a="http://schemas.openxmlformats.org/drawingml/2006/main">
              <a:ext uri="{FF2B5EF4-FFF2-40B4-BE49-F238E27FC236}">
                <a16:creationId xmlns:a16="http://schemas.microsoft.com/office/drawing/2014/main" id="{B676A60F-9712-4FA2-BDF8-56ADEF58BF2D}"/>
              </a:ext>
            </a:extLst>
          </p:cNvPr>
          <p:cNvSpPr>
            <a:spLocks xmlns:a="http://schemas.openxmlformats.org/drawingml/2006/main" noGrp="1"/>
          </p:cNvSpPr>
          <p:nvPr/>
        </p:nvSpPr>
        <p:spPr>
          <a:xfrm xmlns:a="http://schemas.openxmlformats.org/drawingml/2006/main">
            <a:off x="6715125" y="3543300"/>
            <a:ext cx="1143000" cy="323850"/>
          </a:xfrm>
          <a:prstGeom xmlns:a="http://schemas.openxmlformats.org/drawingml/2006/main" prst="rect">
            <a:avLst/>
          </a:prstGeom>
          <a:solidFill xmlns:a="http://schemas.openxmlformats.org/drawingml/2006/main">
            <a:srgbClr val="F4ECF8"/>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7B2FA3"/>
                </a:solidFill>
                <a:latin typeface="Noto Sans JP"/>
                <a:ea typeface="Noto Sans JP"/>
                <a:cs typeface="Noto Sans JP"/>
              </a:defRPr>
            </a:pPr>
            <a:r>
              <a:rPr sz="1200" b="1" i="0">
                <a:solidFill>
                  <a:srgbClr val="7B2FA3"/>
                </a:solidFill>
                <a:latin typeface="Noto Sans JP"/>
                <a:ea typeface="Noto Sans JP"/>
                <a:cs typeface="Noto Sans JP"/>
              </a:rPr>
              <a:t>励起</a:t>
            </a:r>
          </a:p>
        </p:txBody>
      </p:sp>
      <p:sp>
        <p:nvSpPr>
          <p:cNvPr id="19" name="">
            <a:extLst xmlns:a="http://schemas.openxmlformats.org/drawingml/2006/main">
              <a:ext uri="{FF2B5EF4-FFF2-40B4-BE49-F238E27FC236}">
                <a16:creationId xmlns:a16="http://schemas.microsoft.com/office/drawing/2014/main" id="{945DDFC6-0746-4088-BF67-2EA310CF426B}"/>
              </a:ext>
            </a:extLst>
          </p:cNvPr>
          <p:cNvSpPr>
            <a:spLocks xmlns:a="http://schemas.openxmlformats.org/drawingml/2006/main" noGrp="1"/>
          </p:cNvSpPr>
          <p:nvPr/>
        </p:nvSpPr>
        <p:spPr>
          <a:xfrm xmlns:a="http://schemas.openxmlformats.org/drawingml/2006/main">
            <a:off x="8001000" y="3486150"/>
            <a:ext cx="3476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電子エネルギーを閾値分だけ減少</a:t>
            </a:r>
          </a:p>
        </p:txBody>
      </p:sp>
      <p:sp>
        <p:nvSpPr>
          <p:cNvPr id="20" name="">
            <a:extLst xmlns:a="http://schemas.openxmlformats.org/drawingml/2006/main">
              <a:ext uri="{FF2B5EF4-FFF2-40B4-BE49-F238E27FC236}">
                <a16:creationId xmlns:a16="http://schemas.microsoft.com/office/drawing/2014/main" id="{F1EC1783-2DEB-4BF9-AD28-85A4D0A5670E}"/>
              </a:ext>
            </a:extLst>
          </p:cNvPr>
          <p:cNvSpPr>
            <a:spLocks xmlns:a="http://schemas.openxmlformats.org/drawingml/2006/main" noGrp="1"/>
          </p:cNvSpPr>
          <p:nvPr/>
        </p:nvSpPr>
        <p:spPr>
          <a:xfrm xmlns:a="http://schemas.openxmlformats.org/drawingml/2006/main">
            <a:off x="6715125" y="4133850"/>
            <a:ext cx="1143000" cy="323850"/>
          </a:xfrm>
          <a:prstGeom xmlns:a="http://schemas.openxmlformats.org/drawingml/2006/main" prst="rect">
            <a:avLst/>
          </a:prstGeom>
          <a:solidFill xmlns:a="http://schemas.openxmlformats.org/drawingml/2006/main">
            <a:srgbClr val="F4ECF8"/>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7B2FA3"/>
                </a:solidFill>
                <a:latin typeface="Noto Sans JP"/>
                <a:ea typeface="Noto Sans JP"/>
                <a:cs typeface="Noto Sans JP"/>
              </a:defRPr>
            </a:pPr>
            <a:r>
              <a:rPr sz="1200" b="1" i="0">
                <a:solidFill>
                  <a:srgbClr val="7B2FA3"/>
                </a:solidFill>
                <a:latin typeface="Noto Sans JP"/>
                <a:ea typeface="Noto Sans JP"/>
                <a:cs typeface="Noto Sans JP"/>
              </a:rPr>
              <a:t>電離</a:t>
            </a:r>
          </a:p>
        </p:txBody>
      </p:sp>
      <p:sp>
        <p:nvSpPr>
          <p:cNvPr id="21" name="">
            <a:extLst xmlns:a="http://schemas.openxmlformats.org/drawingml/2006/main">
              <a:ext uri="{FF2B5EF4-FFF2-40B4-BE49-F238E27FC236}">
                <a16:creationId xmlns:a16="http://schemas.microsoft.com/office/drawing/2014/main" id="{778F6992-DB90-4F29-8545-28A936829B45}"/>
              </a:ext>
            </a:extLst>
          </p:cNvPr>
          <p:cNvSpPr>
            <a:spLocks xmlns:a="http://schemas.openxmlformats.org/drawingml/2006/main" noGrp="1"/>
          </p:cNvSpPr>
          <p:nvPr/>
        </p:nvSpPr>
        <p:spPr>
          <a:xfrm xmlns:a="http://schemas.openxmlformats.org/drawingml/2006/main">
            <a:off x="8001000" y="4076700"/>
            <a:ext cx="3476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一次・二次電子へエネルギー分配</a:t>
            </a:r>
          </a:p>
        </p:txBody>
      </p:sp>
      <p:sp>
        <p:nvSpPr>
          <p:cNvPr id="22" name="">
            <a:extLst xmlns:a="http://schemas.openxmlformats.org/drawingml/2006/main">
              <a:ext uri="{FF2B5EF4-FFF2-40B4-BE49-F238E27FC236}">
                <a16:creationId xmlns:a16="http://schemas.microsoft.com/office/drawing/2014/main" id="{B44B8659-7CAF-491C-BAC5-CAE100E567C9}"/>
              </a:ext>
            </a:extLst>
          </p:cNvPr>
          <p:cNvSpPr>
            <a:spLocks xmlns:a="http://schemas.openxmlformats.org/drawingml/2006/main" noGrp="1"/>
          </p:cNvSpPr>
          <p:nvPr/>
        </p:nvSpPr>
        <p:spPr>
          <a:xfrm xmlns:a="http://schemas.openxmlformats.org/drawingml/2006/main">
            <a:off x="6715125" y="4724400"/>
            <a:ext cx="1143000" cy="323850"/>
          </a:xfrm>
          <a:prstGeom xmlns:a="http://schemas.openxmlformats.org/drawingml/2006/main" prst="rect">
            <a:avLst/>
          </a:prstGeom>
          <a:solidFill xmlns:a="http://schemas.openxmlformats.org/drawingml/2006/main">
            <a:srgbClr val="F4ECF8"/>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7B2FA3"/>
                </a:solidFill>
                <a:latin typeface="Noto Sans JP"/>
                <a:ea typeface="Noto Sans JP"/>
                <a:cs typeface="Noto Sans JP"/>
              </a:defRPr>
            </a:pPr>
            <a:r>
              <a:rPr sz="1200" b="1" i="0">
                <a:solidFill>
                  <a:srgbClr val="7B2FA3"/>
                </a:solidFill>
                <a:latin typeface="Noto Sans JP"/>
                <a:ea typeface="Noto Sans JP"/>
                <a:cs typeface="Noto Sans JP"/>
              </a:rPr>
              <a:t>付着</a:t>
            </a:r>
          </a:p>
        </p:txBody>
      </p:sp>
      <p:sp>
        <p:nvSpPr>
          <p:cNvPr id="23" name="">
            <a:extLst xmlns:a="http://schemas.openxmlformats.org/drawingml/2006/main">
              <a:ext uri="{FF2B5EF4-FFF2-40B4-BE49-F238E27FC236}">
                <a16:creationId xmlns:a16="http://schemas.microsoft.com/office/drawing/2014/main" id="{FB8DCFC4-9606-4D6C-8ADC-58CA5A3B7FD3}"/>
              </a:ext>
            </a:extLst>
          </p:cNvPr>
          <p:cNvSpPr>
            <a:spLocks xmlns:a="http://schemas.openxmlformats.org/drawingml/2006/main" noGrp="1"/>
          </p:cNvSpPr>
          <p:nvPr/>
        </p:nvSpPr>
        <p:spPr>
          <a:xfrm xmlns:a="http://schemas.openxmlformats.org/drawingml/2006/main">
            <a:off x="8001000" y="4667250"/>
            <a:ext cx="3476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現行軌道損失の対応範囲を別途確認</a:t>
            </a:r>
          </a:p>
        </p:txBody>
      </p:sp>
      <p:sp>
        <p:nvSpPr>
          <p:cNvPr id="24" name="takeaway-bullet">
            <a:extLst xmlns:a="http://schemas.openxmlformats.org/drawingml/2006/main">
              <a:ext uri="{FF2B5EF4-FFF2-40B4-BE49-F238E27FC236}">
                <a16:creationId xmlns:a16="http://schemas.microsoft.com/office/drawing/2014/main" id="{3585D376-C1BC-4DB2-8ADA-6CCF97163770}"/>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5" name="takeaway">
            <a:extLst xmlns:a="http://schemas.openxmlformats.org/drawingml/2006/main">
              <a:ext uri="{FF2B5EF4-FFF2-40B4-BE49-F238E27FC236}">
                <a16:creationId xmlns:a16="http://schemas.microsoft.com/office/drawing/2014/main" id="{9A3F1F19-6CDC-48BF-A58D-7F818D35446C}"/>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EEDFと反応速度を同じ自由飛行から積分し、相互整合を確認できる。</a:t>
            </a:r>
          </a:p>
        </p:txBody>
      </p:sp>
      <p:sp>
        <p:nvSpPr>
          <p:cNvPr id="27" name="footer">
            <a:extLst xmlns:a="http://schemas.openxmlformats.org/drawingml/2006/main">
              <a:ext uri="{FF2B5EF4-FFF2-40B4-BE49-F238E27FC236}">
                <a16:creationId xmlns:a16="http://schemas.microsoft.com/office/drawing/2014/main" id="{8206794B-B615-4B7D-BA2B-43CD9B45B318}"/>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28" name="page">
            <a:extLst xmlns:a="http://schemas.openxmlformats.org/drawingml/2006/main">
              <a:ext uri="{FF2B5EF4-FFF2-40B4-BE49-F238E27FC236}">
                <a16:creationId xmlns:a16="http://schemas.microsoft.com/office/drawing/2014/main" id="{2896F3A4-B3B6-4BC2-B61D-E025E055C38F}"/>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18</a:t>
            </a:r>
          </a:p>
        </p:txBody>
      </p:sp>
      <p:sp>
        <p:nvSpPr>
          <p:cNvPr id="29" name="section">
            <a:extLst xmlns:a="http://schemas.openxmlformats.org/drawingml/2006/main">
              <a:ext uri="{FF2B5EF4-FFF2-40B4-BE49-F238E27FC236}">
                <a16:creationId xmlns:a16="http://schemas.microsoft.com/office/drawing/2014/main" id="{C6FA502F-3141-408D-A789-397FB325EB5C}"/>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Tree>
    <p:extLst>
      <p:ext uri="{BB962C8B-B14F-4D97-AF65-F5344CB8AC3E}">
        <p14:creationId xmlns:p14="http://schemas.microsoft.com/office/powerpoint/2010/main" val="74425574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C0334221-6ADA-4F20-B902-A9650A50BE42}"/>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Monte Carlo法 3/3：統計品質の評価</a:t>
            </a:r>
          </a:p>
        </p:txBody>
      </p:sp>
      <p:graphicFrame>
        <p:nvGraphicFramePr>
          <p:cNvPr id="17" name=""/>
          <p:cNvGraphicFramePr/>
          <p:nvPr/>
        </p:nvGraphicFramePr>
        <p:xfrm>
          <a:off xmlns:a="http://schemas.openxmlformats.org/drawingml/2006/main" x="457200" y="1333500"/>
          <a:ext xmlns:a="http://schemas.openxmlformats.org/drawingml/2006/main" cx="11287125" cy="4095750"/>
        </p:xfrm>
        <a:graphic xmlns:a="http://schemas.openxmlformats.org/drawingml/2006/main">
          <a:graphicData uri="http://schemas.openxmlformats.org/drawingml/2006/table">
            <a:tbl>
              <a:tblPr/>
              <a:tblGrid>
                <a:gridCol w="1983798"/>
                <a:gridCol w="2873086"/>
                <a:gridCol w="3557155"/>
                <a:gridCol w="2873086"/>
              </a:tblGrid>
              <a:tr h="585107">
                <a:tc>
                  <a:txBody>
                    <a:bodyPr lIns="57150" tIns="47625" rIns="57150" bIns="47625">
                      <a:normAutofit/>
                    </a:bodyPr>
                    <a:lstStyle/>
                    <a:p>
                      <a:pPr algn="l">
                        <a:buNone/>
                      </a:pPr>
                      <a:r>
                        <a:rPr sz="1050" b="1">
                          <a:solidFill>
                            <a:srgbClr val="FFFFFF"/>
                          </a:solidFill>
                          <a:latin typeface="Noto Sans JP"/>
                          <a:ea typeface="Noto Sans JP"/>
                          <a:cs typeface="Noto Sans JP"/>
                        </a:rPr>
                        <a:t>確認項目</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確認する量</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未達が示す問題</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対処</a:t>
                      </a:r>
                    </a:p>
                  </a:txBody>
                  <a:tcPr marL="91440" marR="91440" marT="45720" marB="45720" anchor="ctr">
                    <a:solidFill>
                      <a:srgbClr val="00A6D6"/>
                    </a:solidFill>
                  </a:tcPr>
                </a:tc>
              </a:tr>
              <a:tr h="585107">
                <a:tc>
                  <a:txBody>
                    <a:bodyPr lIns="57150" tIns="47625" rIns="57150" bIns="47625">
                      <a:normAutofit/>
                    </a:bodyPr>
                    <a:lstStyle/>
                    <a:p>
                      <a:pPr algn="l">
                        <a:buNone/>
                      </a:pPr>
                      <a:r>
                        <a:rPr sz="975" b="1">
                          <a:solidFill>
                            <a:srgbClr val="333333"/>
                          </a:solidFill>
                          <a:latin typeface="Noto Sans JP"/>
                          <a:ea typeface="Noto Sans JP"/>
                          <a:cs typeface="Noto Sans JP"/>
                        </a:rPr>
                        <a:t>正規化</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|ΣpᵢΔεᵢ − 1|</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ヒストグラム・重みの不整合</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推定器とエネルギー区間を点検</a:t>
                      </a:r>
                    </a:p>
                  </a:txBody>
                  <a:tcPr marL="91440" marR="91440" marT="45720" marB="45720" anchor="ctr">
                    <a:solidFill>
                      <a:srgbClr val="FFFFFF"/>
                    </a:solidFill>
                  </a:tcPr>
                </a:tc>
              </a:tr>
              <a:tr h="585107">
                <a:tc>
                  <a:txBody>
                    <a:bodyPr lIns="57150" tIns="47625" rIns="57150" bIns="47625">
                      <a:normAutofit/>
                    </a:bodyPr>
                    <a:lstStyle/>
                    <a:p>
                      <a:pPr algn="l">
                        <a:buNone/>
                      </a:pPr>
                      <a:r>
                        <a:rPr sz="975" b="1">
                          <a:solidFill>
                            <a:srgbClr val="333333"/>
                          </a:solidFill>
                          <a:latin typeface="Noto Sans JP"/>
                          <a:ea typeface="Noto Sans JP"/>
                          <a:cs typeface="Noto Sans JP"/>
                        </a:rPr>
                        <a:t>定常性</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時間窓ごとの平均・成長率</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初期過渡が残る</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計算時間を延長</a:t>
                      </a:r>
                    </a:p>
                  </a:txBody>
                  <a:tcPr marL="91440" marR="91440" marT="45720" marB="45720" anchor="ctr">
                    <a:solidFill>
                      <a:srgbClr val="F2F3F4"/>
                    </a:solidFill>
                  </a:tcPr>
                </a:tc>
              </a:tr>
              <a:tr h="585107">
                <a:tc>
                  <a:txBody>
                    <a:bodyPr lIns="57150" tIns="47625" rIns="57150" bIns="47625">
                      <a:normAutofit/>
                    </a:bodyPr>
                    <a:lstStyle/>
                    <a:p>
                      <a:pPr algn="l">
                        <a:buNone/>
                      </a:pPr>
                      <a:r>
                        <a:rPr sz="975" b="1">
                          <a:solidFill>
                            <a:srgbClr val="333333"/>
                          </a:solidFill>
                          <a:latin typeface="Noto Sans JP"/>
                          <a:ea typeface="Noto Sans JP"/>
                          <a:cs typeface="Noto Sans JP"/>
                        </a:rPr>
                        <a:t>独立反復</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平均、95%CI、相対標準誤差</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乱数種によるばらつき</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独立反復・粒子数を増加</a:t>
                      </a:r>
                    </a:p>
                  </a:txBody>
                  <a:tcPr marL="91440" marR="91440" marT="45720" marB="45720" anchor="ctr">
                    <a:solidFill>
                      <a:srgbClr val="FFFFFF"/>
                    </a:solidFill>
                  </a:tcPr>
                </a:tc>
              </a:tr>
              <a:tr h="585107">
                <a:tc>
                  <a:txBody>
                    <a:bodyPr lIns="57150" tIns="47625" rIns="57150" bIns="47625">
                      <a:normAutofit/>
                    </a:bodyPr>
                    <a:lstStyle/>
                    <a:p>
                      <a:pPr algn="l">
                        <a:buNone/>
                      </a:pPr>
                      <a:r>
                        <a:rPr sz="975" b="1">
                          <a:solidFill>
                            <a:srgbClr val="333333"/>
                          </a:solidFill>
                          <a:latin typeface="Noto Sans JP"/>
                          <a:ea typeface="Noto Sans JP"/>
                          <a:cs typeface="Noto Sans JP"/>
                        </a:rPr>
                        <a:t>相関時間</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拡散係数の遅れ時間依存</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拡散の観測時間不足</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遅れ時間と軌道長を延長</a:t>
                      </a:r>
                    </a:p>
                  </a:txBody>
                  <a:tcPr marL="91440" marR="91440" marT="45720" marB="45720" anchor="ctr">
                    <a:solidFill>
                      <a:srgbClr val="F2F3F4"/>
                    </a:solidFill>
                  </a:tcPr>
                </a:tc>
              </a:tr>
              <a:tr h="585107">
                <a:tc>
                  <a:txBody>
                    <a:bodyPr lIns="57150" tIns="47625" rIns="57150" bIns="47625">
                      <a:normAutofit/>
                    </a:bodyPr>
                    <a:lstStyle/>
                    <a:p>
                      <a:pPr algn="l">
                        <a:buNone/>
                      </a:pPr>
                      <a:r>
                        <a:rPr sz="975" b="1">
                          <a:solidFill>
                            <a:srgbClr val="333333"/>
                          </a:solidFill>
                          <a:latin typeface="Noto Sans JP"/>
                          <a:ea typeface="Noto Sans JP"/>
                          <a:cs typeface="Noto Sans JP"/>
                        </a:rPr>
                        <a:t>有効標本数</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有効標本数（ESS）、系譜の寄与率</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粒子系譜の退化</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再標本化・粒子数増加</a:t>
                      </a:r>
                    </a:p>
                  </a:txBody>
                  <a:tcPr marL="91440" marR="91440" marT="45720" marB="45720" anchor="ctr">
                    <a:solidFill>
                      <a:srgbClr val="FFFFFF"/>
                    </a:solidFill>
                  </a:tcPr>
                </a:tc>
              </a:tr>
              <a:tr h="585107">
                <a:tc>
                  <a:txBody>
                    <a:bodyPr lIns="57150" tIns="47625" rIns="57150" bIns="47625">
                      <a:normAutofit/>
                    </a:bodyPr>
                    <a:lstStyle/>
                    <a:p>
                      <a:pPr algn="l">
                        <a:buNone/>
                      </a:pPr>
                      <a:r>
                        <a:rPr sz="975" b="1">
                          <a:solidFill>
                            <a:srgbClr val="333333"/>
                          </a:solidFill>
                          <a:latin typeface="Noto Sans JP"/>
                          <a:ea typeface="Noto Sans JP"/>
                          <a:cs typeface="Noto Sans JP"/>
                        </a:rPr>
                        <a:t>EEDF–反応速度整合</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EEDF積分と衝突イベント推定の差</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高エネルギー標本不足・実装差</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希少反応の標本を増加</a:t>
                      </a:r>
                    </a:p>
                  </a:txBody>
                  <a:tcPr marL="91440" marR="91440" marT="45720" marB="45720" anchor="ctr">
                    <a:solidFill>
                      <a:srgbClr val="F2F3F4"/>
                    </a:solidFill>
                  </a:tcPr>
                </a:tc>
              </a:tr>
            </a:tbl>
          </a:graphicData>
        </a:graphic>
      </p:graphicFrame>
      <p:sp>
        <p:nvSpPr>
          <p:cNvPr id="4" name="">
            <a:extLst xmlns:a="http://schemas.openxmlformats.org/drawingml/2006/main">
              <a:ext uri="{FF2B5EF4-FFF2-40B4-BE49-F238E27FC236}">
                <a16:creationId xmlns:a16="http://schemas.microsoft.com/office/drawing/2014/main" id="{684A1B72-6353-4121-8074-C45851AA27B1}"/>
              </a:ext>
            </a:extLst>
          </p:cNvPr>
          <p:cNvSpPr>
            <a:spLocks xmlns:a="http://schemas.openxmlformats.org/drawingml/2006/main" noGrp="1"/>
          </p:cNvSpPr>
          <p:nvPr/>
        </p:nvSpPr>
        <p:spPr>
          <a:xfrm xmlns:a="http://schemas.openxmlformats.org/drawingml/2006/main">
            <a:off x="762000" y="557212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長所</a:t>
            </a:r>
          </a:p>
        </p:txBody>
      </p:sp>
      <p:sp>
        <p:nvSpPr>
          <p:cNvPr id="5" name="">
            <a:extLst xmlns:a="http://schemas.openxmlformats.org/drawingml/2006/main">
              <a:ext uri="{FF2B5EF4-FFF2-40B4-BE49-F238E27FC236}">
                <a16:creationId xmlns:a16="http://schemas.microsoft.com/office/drawing/2014/main" id="{AB70D52B-808A-4040-ABF4-96A859A47ED5}"/>
              </a:ext>
            </a:extLst>
          </p:cNvPr>
          <p:cNvSpPr>
            <a:spLocks xmlns:a="http://schemas.openxmlformats.org/drawingml/2006/main" noGrp="1"/>
          </p:cNvSpPr>
          <p:nvPr/>
        </p:nvSpPr>
        <p:spPr>
          <a:xfrm xmlns:a="http://schemas.openxmlformats.org/drawingml/2006/main">
            <a:off x="1666875" y="5495925"/>
            <a:ext cx="404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軌道・衝突を直接標本化し、角度展開の切断を避ける</a:t>
            </a:r>
          </a:p>
        </p:txBody>
      </p:sp>
      <p:sp>
        <p:nvSpPr>
          <p:cNvPr id="6" name="">
            <a:extLst xmlns:a="http://schemas.openxmlformats.org/drawingml/2006/main">
              <a:ext uri="{FF2B5EF4-FFF2-40B4-BE49-F238E27FC236}">
                <a16:creationId xmlns:a16="http://schemas.microsoft.com/office/drawing/2014/main" id="{2A5E6CB3-EAF0-4B3C-9D62-23C4FD35220F}"/>
              </a:ext>
            </a:extLst>
          </p:cNvPr>
          <p:cNvSpPr>
            <a:spLocks xmlns:a="http://schemas.openxmlformats.org/drawingml/2006/main" noGrp="1"/>
          </p:cNvSpPr>
          <p:nvPr/>
        </p:nvSpPr>
        <p:spPr>
          <a:xfrm xmlns:a="http://schemas.openxmlformats.org/drawingml/2006/main">
            <a:off x="6286500" y="557212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1" i="0">
                <a:solidFill>
                  <a:srgbClr val="D64045"/>
                </a:solidFill>
                <a:latin typeface="Noto Sans JP"/>
                <a:ea typeface="Noto Sans JP"/>
                <a:cs typeface="Noto Sans JP"/>
              </a:defRPr>
            </a:pPr>
            <a:r>
              <a:rPr sz="1275" b="1" i="0">
                <a:solidFill>
                  <a:srgbClr val="D64045"/>
                </a:solidFill>
                <a:latin typeface="Noto Sans JP"/>
                <a:ea typeface="Noto Sans JP"/>
                <a:cs typeface="Noto Sans JP"/>
              </a:rPr>
              <a:t>短所</a:t>
            </a:r>
          </a:p>
        </p:txBody>
      </p:sp>
      <p:sp>
        <p:nvSpPr>
          <p:cNvPr id="7" name="">
            <a:extLst xmlns:a="http://schemas.openxmlformats.org/drawingml/2006/main">
              <a:ext uri="{FF2B5EF4-FFF2-40B4-BE49-F238E27FC236}">
                <a16:creationId xmlns:a16="http://schemas.microsoft.com/office/drawing/2014/main" id="{58C64F69-4607-4E21-B4F6-05ECC0206C3C}"/>
              </a:ext>
            </a:extLst>
          </p:cNvPr>
          <p:cNvSpPr>
            <a:spLocks xmlns:a="http://schemas.openxmlformats.org/drawingml/2006/main" noGrp="1"/>
          </p:cNvSpPr>
          <p:nvPr/>
        </p:nvSpPr>
        <p:spPr>
          <a:xfrm xmlns:a="http://schemas.openxmlformats.org/drawingml/2006/main">
            <a:off x="7191375" y="5495925"/>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1912"/>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高コスト。高エネルギー尾部反応、分岐、付着では標本不足になりやすい</a:t>
            </a:r>
          </a:p>
        </p:txBody>
      </p:sp>
      <p:sp>
        <p:nvSpPr>
          <p:cNvPr id="8" name="takeaway-bullet">
            <a:extLst xmlns:a="http://schemas.openxmlformats.org/drawingml/2006/main">
              <a:ext uri="{FF2B5EF4-FFF2-40B4-BE49-F238E27FC236}">
                <a16:creationId xmlns:a16="http://schemas.microsoft.com/office/drawing/2014/main" id="{7739AD94-63E9-4490-9CE7-B3D4AC9E8ED4}"/>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9" name="takeaway">
            <a:extLst xmlns:a="http://schemas.openxmlformats.org/drawingml/2006/main">
              <a:ext uri="{FF2B5EF4-FFF2-40B4-BE49-F238E27FC236}">
                <a16:creationId xmlns:a16="http://schemas.microsoft.com/office/drawing/2014/main" id="{0D9E1EDF-6077-4F76-AF5E-DFA466342E25}"/>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Monte Carloは選択点の独立検算に使う。小さな相対標準誤差だけでなく、定常性・相関・系譜を別々に確認する。</a:t>
            </a:r>
          </a:p>
        </p:txBody>
      </p:sp>
      <p:sp>
        <p:nvSpPr>
          <p:cNvPr id="11" name="footer">
            <a:extLst xmlns:a="http://schemas.openxmlformats.org/drawingml/2006/main">
              <a:ext uri="{FF2B5EF4-FFF2-40B4-BE49-F238E27FC236}">
                <a16:creationId xmlns:a16="http://schemas.microsoft.com/office/drawing/2014/main" id="{CEFD8F37-5D5D-4C94-AED1-7D0355830059}"/>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2" name="page">
            <a:extLst xmlns:a="http://schemas.openxmlformats.org/drawingml/2006/main">
              <a:ext uri="{FF2B5EF4-FFF2-40B4-BE49-F238E27FC236}">
                <a16:creationId xmlns:a16="http://schemas.microsoft.com/office/drawing/2014/main" id="{6390907A-D5BE-4DD0-B81D-BBC51DFB4EF7}"/>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19</a:t>
            </a:r>
          </a:p>
        </p:txBody>
      </p:sp>
      <p:sp>
        <p:nvSpPr>
          <p:cNvPr id="14" name="section">
            <a:extLst xmlns:a="http://schemas.openxmlformats.org/drawingml/2006/main">
              <a:ext uri="{FF2B5EF4-FFF2-40B4-BE49-F238E27FC236}">
                <a16:creationId xmlns:a16="http://schemas.microsoft.com/office/drawing/2014/main" id="{D767B631-1C1D-4217-B72A-815D127BC5EA}"/>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Tree>
    <p:extLst>
      <p:ext uri="{BB962C8B-B14F-4D97-AF65-F5344CB8AC3E}">
        <p14:creationId xmlns:p14="http://schemas.microsoft.com/office/powerpoint/2010/main" val="18593461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409A39A9-2705-45C9-BCC3-9AE07A0EFFF6}"/>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Propagator法 1/3：(ε, μ)セル間の確率移動を組み立てる</a:t>
            </a:r>
          </a:p>
        </p:txBody>
      </p:sp>
      <p:sp>
        <p:nvSpPr>
          <p:cNvPr id="3" name="">
            <a:extLst xmlns:a="http://schemas.openxmlformats.org/drawingml/2006/main">
              <a:ext uri="{FF2B5EF4-FFF2-40B4-BE49-F238E27FC236}">
                <a16:creationId xmlns:a16="http://schemas.microsoft.com/office/drawing/2014/main" id="{A9354319-8ACF-467A-83EE-EB6AAE531BB5}"/>
              </a:ext>
            </a:extLst>
          </p:cNvPr>
          <p:cNvSpPr>
            <a:spLocks xmlns:a="http://schemas.openxmlformats.org/drawingml/2006/main" noGrp="1"/>
          </p:cNvSpPr>
          <p:nvPr/>
        </p:nvSpPr>
        <p:spPr>
          <a:xfrm xmlns:a="http://schemas.openxmlformats.org/drawingml/2006/main">
            <a:off x="1524000" y="1333500"/>
            <a:ext cx="1143000" cy="66675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位相空間</a:t>
            </a:r>
          </a:p>
        </p:txBody>
      </p:sp>
      <p:sp>
        <p:nvSpPr>
          <p:cNvPr id="4" name="">
            <a:extLst xmlns:a="http://schemas.openxmlformats.org/drawingml/2006/main">
              <a:ext uri="{FF2B5EF4-FFF2-40B4-BE49-F238E27FC236}">
                <a16:creationId xmlns:a16="http://schemas.microsoft.com/office/drawing/2014/main" id="{37C521D5-5871-4295-B42A-5819EEBFF70F}"/>
              </a:ext>
            </a:extLst>
          </p:cNvPr>
          <p:cNvSpPr>
            <a:spLocks xmlns:a="http://schemas.openxmlformats.org/drawingml/2006/main" noGrp="1"/>
          </p:cNvSpPr>
          <p:nvPr/>
        </p:nvSpPr>
        <p:spPr>
          <a:xfrm xmlns:a="http://schemas.openxmlformats.org/drawingml/2006/main">
            <a:off x="2667000" y="1333500"/>
            <a:ext cx="8001000" cy="66675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pᵢⱼ = ∫cell(i,j) f(ε,μ)dεdμ ≥ 0</a:t>
            </a:r>
          </a:p>
        </p:txBody>
      </p:sp>
      <p:sp>
        <p:nvSpPr>
          <p:cNvPr id="5" name="">
            <a:extLst xmlns:a="http://schemas.openxmlformats.org/drawingml/2006/main">
              <a:ext uri="{FF2B5EF4-FFF2-40B4-BE49-F238E27FC236}">
                <a16:creationId xmlns:a16="http://schemas.microsoft.com/office/drawing/2014/main" id="{3D2F8111-8F93-4782-B70A-8FA91837F2C8}"/>
              </a:ext>
            </a:extLst>
          </p:cNvPr>
          <p:cNvSpPr>
            <a:spLocks xmlns:a="http://schemas.openxmlformats.org/drawingml/2006/main" noGrp="1"/>
          </p:cNvSpPr>
          <p:nvPr/>
        </p:nvSpPr>
        <p:spPr>
          <a:xfrm xmlns:a="http://schemas.openxmlformats.org/drawingml/2006/main">
            <a:off x="666750" y="2381250"/>
            <a:ext cx="6381750"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BFC8CD"/>
            </a:solidFill>
            <a:prstDash val="solid"/>
          </a:ln>
        </p:spPr>
      </p:sp>
      <p:sp>
        <p:nvSpPr>
          <p:cNvPr id="6" name="">
            <a:extLst xmlns:a="http://schemas.openxmlformats.org/drawingml/2006/main">
              <a:ext uri="{FF2B5EF4-FFF2-40B4-BE49-F238E27FC236}">
                <a16:creationId xmlns:a16="http://schemas.microsoft.com/office/drawing/2014/main" id="{CA4C5FFE-0246-4A77-8D31-A534F5A547C7}"/>
              </a:ext>
            </a:extLst>
          </p:cNvPr>
          <p:cNvSpPr>
            <a:spLocks xmlns:a="http://schemas.openxmlformats.org/drawingml/2006/main" noGrp="1"/>
          </p:cNvSpPr>
          <p:nvPr/>
        </p:nvSpPr>
        <p:spPr>
          <a:xfrm xmlns:a="http://schemas.openxmlformats.org/drawingml/2006/main">
            <a:off x="952500" y="27146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7" name="">
            <a:extLst xmlns:a="http://schemas.openxmlformats.org/drawingml/2006/main">
              <a:ext uri="{FF2B5EF4-FFF2-40B4-BE49-F238E27FC236}">
                <a16:creationId xmlns:a16="http://schemas.microsoft.com/office/drawing/2014/main" id="{ED621DDB-2F11-47A7-AB88-7EA80DE9E8FE}"/>
              </a:ext>
            </a:extLst>
          </p:cNvPr>
          <p:cNvSpPr>
            <a:spLocks xmlns:a="http://schemas.openxmlformats.org/drawingml/2006/main" noGrp="1"/>
          </p:cNvSpPr>
          <p:nvPr/>
        </p:nvSpPr>
        <p:spPr>
          <a:xfrm xmlns:a="http://schemas.openxmlformats.org/drawingml/2006/main">
            <a:off x="1543050" y="27146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8" name="">
            <a:extLst xmlns:a="http://schemas.openxmlformats.org/drawingml/2006/main">
              <a:ext uri="{FF2B5EF4-FFF2-40B4-BE49-F238E27FC236}">
                <a16:creationId xmlns:a16="http://schemas.microsoft.com/office/drawing/2014/main" id="{DFFF32A3-FAA0-423A-90D0-F3F56E0D5D9F}"/>
              </a:ext>
            </a:extLst>
          </p:cNvPr>
          <p:cNvSpPr>
            <a:spLocks xmlns:a="http://schemas.openxmlformats.org/drawingml/2006/main" noGrp="1"/>
          </p:cNvSpPr>
          <p:nvPr/>
        </p:nvSpPr>
        <p:spPr>
          <a:xfrm xmlns:a="http://schemas.openxmlformats.org/drawingml/2006/main">
            <a:off x="2133600" y="27146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9" name="">
            <a:extLst xmlns:a="http://schemas.openxmlformats.org/drawingml/2006/main">
              <a:ext uri="{FF2B5EF4-FFF2-40B4-BE49-F238E27FC236}">
                <a16:creationId xmlns:a16="http://schemas.microsoft.com/office/drawing/2014/main" id="{DCB19CE8-CECC-4701-9D09-B6C284AE110A}"/>
              </a:ext>
            </a:extLst>
          </p:cNvPr>
          <p:cNvSpPr>
            <a:spLocks xmlns:a="http://schemas.openxmlformats.org/drawingml/2006/main" noGrp="1"/>
          </p:cNvSpPr>
          <p:nvPr/>
        </p:nvSpPr>
        <p:spPr>
          <a:xfrm xmlns:a="http://schemas.openxmlformats.org/drawingml/2006/main">
            <a:off x="2724150" y="27146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10" name="">
            <a:extLst xmlns:a="http://schemas.openxmlformats.org/drawingml/2006/main">
              <a:ext uri="{FF2B5EF4-FFF2-40B4-BE49-F238E27FC236}">
                <a16:creationId xmlns:a16="http://schemas.microsoft.com/office/drawing/2014/main" id="{75BD6241-6910-4213-8BBB-40996346FCBE}"/>
              </a:ext>
            </a:extLst>
          </p:cNvPr>
          <p:cNvSpPr>
            <a:spLocks xmlns:a="http://schemas.openxmlformats.org/drawingml/2006/main" noGrp="1"/>
          </p:cNvSpPr>
          <p:nvPr/>
        </p:nvSpPr>
        <p:spPr>
          <a:xfrm xmlns:a="http://schemas.openxmlformats.org/drawingml/2006/main">
            <a:off x="3314700" y="27146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11" name="">
            <a:extLst xmlns:a="http://schemas.openxmlformats.org/drawingml/2006/main">
              <a:ext uri="{FF2B5EF4-FFF2-40B4-BE49-F238E27FC236}">
                <a16:creationId xmlns:a16="http://schemas.microsoft.com/office/drawing/2014/main" id="{31648744-F548-459B-999E-ED27F0A703DA}"/>
              </a:ext>
            </a:extLst>
          </p:cNvPr>
          <p:cNvSpPr>
            <a:spLocks xmlns:a="http://schemas.openxmlformats.org/drawingml/2006/main" noGrp="1"/>
          </p:cNvSpPr>
          <p:nvPr/>
        </p:nvSpPr>
        <p:spPr>
          <a:xfrm xmlns:a="http://schemas.openxmlformats.org/drawingml/2006/main">
            <a:off x="3905250" y="27146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12" name="">
            <a:extLst xmlns:a="http://schemas.openxmlformats.org/drawingml/2006/main">
              <a:ext uri="{FF2B5EF4-FFF2-40B4-BE49-F238E27FC236}">
                <a16:creationId xmlns:a16="http://schemas.microsoft.com/office/drawing/2014/main" id="{1D601468-F038-4F03-8A2A-807806043E5F}"/>
              </a:ext>
            </a:extLst>
          </p:cNvPr>
          <p:cNvSpPr>
            <a:spLocks xmlns:a="http://schemas.openxmlformats.org/drawingml/2006/main" noGrp="1"/>
          </p:cNvSpPr>
          <p:nvPr/>
        </p:nvSpPr>
        <p:spPr>
          <a:xfrm xmlns:a="http://schemas.openxmlformats.org/drawingml/2006/main">
            <a:off x="4495800" y="27146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13" name="">
            <a:extLst xmlns:a="http://schemas.openxmlformats.org/drawingml/2006/main">
              <a:ext uri="{FF2B5EF4-FFF2-40B4-BE49-F238E27FC236}">
                <a16:creationId xmlns:a16="http://schemas.microsoft.com/office/drawing/2014/main" id="{2E8C7CD9-ABDB-4504-8C2F-2D7F7E8B1D90}"/>
              </a:ext>
            </a:extLst>
          </p:cNvPr>
          <p:cNvSpPr>
            <a:spLocks xmlns:a="http://schemas.openxmlformats.org/drawingml/2006/main" noGrp="1"/>
          </p:cNvSpPr>
          <p:nvPr/>
        </p:nvSpPr>
        <p:spPr>
          <a:xfrm xmlns:a="http://schemas.openxmlformats.org/drawingml/2006/main">
            <a:off x="5086350" y="27146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14" name="">
            <a:extLst xmlns:a="http://schemas.openxmlformats.org/drawingml/2006/main">
              <a:ext uri="{FF2B5EF4-FFF2-40B4-BE49-F238E27FC236}">
                <a16:creationId xmlns:a16="http://schemas.microsoft.com/office/drawing/2014/main" id="{D9DD52BC-5CF9-4205-856F-DBCAA8E99B48}"/>
              </a:ext>
            </a:extLst>
          </p:cNvPr>
          <p:cNvSpPr>
            <a:spLocks xmlns:a="http://schemas.openxmlformats.org/drawingml/2006/main" noGrp="1"/>
          </p:cNvSpPr>
          <p:nvPr/>
        </p:nvSpPr>
        <p:spPr>
          <a:xfrm xmlns:a="http://schemas.openxmlformats.org/drawingml/2006/main">
            <a:off x="5676900" y="27146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15" name="">
            <a:extLst xmlns:a="http://schemas.openxmlformats.org/drawingml/2006/main">
              <a:ext uri="{FF2B5EF4-FFF2-40B4-BE49-F238E27FC236}">
                <a16:creationId xmlns:a16="http://schemas.microsoft.com/office/drawing/2014/main" id="{D0E66E4F-12EA-45BB-84A3-3ABA7A8D5021}"/>
              </a:ext>
            </a:extLst>
          </p:cNvPr>
          <p:cNvSpPr>
            <a:spLocks xmlns:a="http://schemas.openxmlformats.org/drawingml/2006/main" noGrp="1"/>
          </p:cNvSpPr>
          <p:nvPr/>
        </p:nvSpPr>
        <p:spPr>
          <a:xfrm xmlns:a="http://schemas.openxmlformats.org/drawingml/2006/main">
            <a:off x="6267450" y="27146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16" name="">
            <a:extLst xmlns:a="http://schemas.openxmlformats.org/drawingml/2006/main">
              <a:ext uri="{FF2B5EF4-FFF2-40B4-BE49-F238E27FC236}">
                <a16:creationId xmlns:a16="http://schemas.microsoft.com/office/drawing/2014/main" id="{B864D31D-D788-4195-A82E-F89C5B920207}"/>
              </a:ext>
            </a:extLst>
          </p:cNvPr>
          <p:cNvSpPr>
            <a:spLocks xmlns:a="http://schemas.openxmlformats.org/drawingml/2006/main" noGrp="1"/>
          </p:cNvSpPr>
          <p:nvPr/>
        </p:nvSpPr>
        <p:spPr>
          <a:xfrm xmlns:a="http://schemas.openxmlformats.org/drawingml/2006/main">
            <a:off x="952500" y="31527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17" name="">
            <a:extLst xmlns:a="http://schemas.openxmlformats.org/drawingml/2006/main">
              <a:ext uri="{FF2B5EF4-FFF2-40B4-BE49-F238E27FC236}">
                <a16:creationId xmlns:a16="http://schemas.microsoft.com/office/drawing/2014/main" id="{902C3AAF-274F-4243-95F1-9B58A917749A}"/>
              </a:ext>
            </a:extLst>
          </p:cNvPr>
          <p:cNvSpPr>
            <a:spLocks xmlns:a="http://schemas.openxmlformats.org/drawingml/2006/main" noGrp="1"/>
          </p:cNvSpPr>
          <p:nvPr/>
        </p:nvSpPr>
        <p:spPr>
          <a:xfrm xmlns:a="http://schemas.openxmlformats.org/drawingml/2006/main">
            <a:off x="1543050" y="31527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18" name="">
            <a:extLst xmlns:a="http://schemas.openxmlformats.org/drawingml/2006/main">
              <a:ext uri="{FF2B5EF4-FFF2-40B4-BE49-F238E27FC236}">
                <a16:creationId xmlns:a16="http://schemas.microsoft.com/office/drawing/2014/main" id="{4DAC0049-A2E4-41EC-8088-3462179C9F9D}"/>
              </a:ext>
            </a:extLst>
          </p:cNvPr>
          <p:cNvSpPr>
            <a:spLocks xmlns:a="http://schemas.openxmlformats.org/drawingml/2006/main" noGrp="1"/>
          </p:cNvSpPr>
          <p:nvPr/>
        </p:nvSpPr>
        <p:spPr>
          <a:xfrm xmlns:a="http://schemas.openxmlformats.org/drawingml/2006/main">
            <a:off x="2133600" y="31527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19" name="">
            <a:extLst xmlns:a="http://schemas.openxmlformats.org/drawingml/2006/main">
              <a:ext uri="{FF2B5EF4-FFF2-40B4-BE49-F238E27FC236}">
                <a16:creationId xmlns:a16="http://schemas.microsoft.com/office/drawing/2014/main" id="{8C183C22-8CAC-4B26-AF40-488CBAE4CD7B}"/>
              </a:ext>
            </a:extLst>
          </p:cNvPr>
          <p:cNvSpPr>
            <a:spLocks xmlns:a="http://schemas.openxmlformats.org/drawingml/2006/main" noGrp="1"/>
          </p:cNvSpPr>
          <p:nvPr/>
        </p:nvSpPr>
        <p:spPr>
          <a:xfrm xmlns:a="http://schemas.openxmlformats.org/drawingml/2006/main">
            <a:off x="2724150" y="31527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20" name="">
            <a:extLst xmlns:a="http://schemas.openxmlformats.org/drawingml/2006/main">
              <a:ext uri="{FF2B5EF4-FFF2-40B4-BE49-F238E27FC236}">
                <a16:creationId xmlns:a16="http://schemas.microsoft.com/office/drawing/2014/main" id="{8B8CE7DD-C93C-48C7-90D8-6FA8F08DA688}"/>
              </a:ext>
            </a:extLst>
          </p:cNvPr>
          <p:cNvSpPr>
            <a:spLocks xmlns:a="http://schemas.openxmlformats.org/drawingml/2006/main" noGrp="1"/>
          </p:cNvSpPr>
          <p:nvPr/>
        </p:nvSpPr>
        <p:spPr>
          <a:xfrm xmlns:a="http://schemas.openxmlformats.org/drawingml/2006/main">
            <a:off x="3314700" y="31527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21" name="">
            <a:extLst xmlns:a="http://schemas.openxmlformats.org/drawingml/2006/main">
              <a:ext uri="{FF2B5EF4-FFF2-40B4-BE49-F238E27FC236}">
                <a16:creationId xmlns:a16="http://schemas.microsoft.com/office/drawing/2014/main" id="{94135213-55DD-4391-B97E-6C5F5729EBF3}"/>
              </a:ext>
            </a:extLst>
          </p:cNvPr>
          <p:cNvSpPr>
            <a:spLocks xmlns:a="http://schemas.openxmlformats.org/drawingml/2006/main" noGrp="1"/>
          </p:cNvSpPr>
          <p:nvPr/>
        </p:nvSpPr>
        <p:spPr>
          <a:xfrm xmlns:a="http://schemas.openxmlformats.org/drawingml/2006/main">
            <a:off x="3905250" y="31527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22" name="">
            <a:extLst xmlns:a="http://schemas.openxmlformats.org/drawingml/2006/main">
              <a:ext uri="{FF2B5EF4-FFF2-40B4-BE49-F238E27FC236}">
                <a16:creationId xmlns:a16="http://schemas.microsoft.com/office/drawing/2014/main" id="{CF521E2C-0DB7-43F1-A87D-F85B10904B4F}"/>
              </a:ext>
            </a:extLst>
          </p:cNvPr>
          <p:cNvSpPr>
            <a:spLocks xmlns:a="http://schemas.openxmlformats.org/drawingml/2006/main" noGrp="1"/>
          </p:cNvSpPr>
          <p:nvPr/>
        </p:nvSpPr>
        <p:spPr>
          <a:xfrm xmlns:a="http://schemas.openxmlformats.org/drawingml/2006/main">
            <a:off x="4495800" y="31527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23" name="">
            <a:extLst xmlns:a="http://schemas.openxmlformats.org/drawingml/2006/main">
              <a:ext uri="{FF2B5EF4-FFF2-40B4-BE49-F238E27FC236}">
                <a16:creationId xmlns:a16="http://schemas.microsoft.com/office/drawing/2014/main" id="{5B5C5F4D-1338-4EEC-B8DA-66938D9FD58E}"/>
              </a:ext>
            </a:extLst>
          </p:cNvPr>
          <p:cNvSpPr>
            <a:spLocks xmlns:a="http://schemas.openxmlformats.org/drawingml/2006/main" noGrp="1"/>
          </p:cNvSpPr>
          <p:nvPr/>
        </p:nvSpPr>
        <p:spPr>
          <a:xfrm xmlns:a="http://schemas.openxmlformats.org/drawingml/2006/main">
            <a:off x="5086350" y="31527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24" name="">
            <a:extLst xmlns:a="http://schemas.openxmlformats.org/drawingml/2006/main">
              <a:ext uri="{FF2B5EF4-FFF2-40B4-BE49-F238E27FC236}">
                <a16:creationId xmlns:a16="http://schemas.microsoft.com/office/drawing/2014/main" id="{CD4D98AB-CF78-40ED-8940-506BBBFC16C8}"/>
              </a:ext>
            </a:extLst>
          </p:cNvPr>
          <p:cNvSpPr>
            <a:spLocks xmlns:a="http://schemas.openxmlformats.org/drawingml/2006/main" noGrp="1"/>
          </p:cNvSpPr>
          <p:nvPr/>
        </p:nvSpPr>
        <p:spPr>
          <a:xfrm xmlns:a="http://schemas.openxmlformats.org/drawingml/2006/main">
            <a:off x="5676900" y="31527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25" name="">
            <a:extLst xmlns:a="http://schemas.openxmlformats.org/drawingml/2006/main">
              <a:ext uri="{FF2B5EF4-FFF2-40B4-BE49-F238E27FC236}">
                <a16:creationId xmlns:a16="http://schemas.microsoft.com/office/drawing/2014/main" id="{06DAE908-2195-4C45-BD98-A7F12519FC53}"/>
              </a:ext>
            </a:extLst>
          </p:cNvPr>
          <p:cNvSpPr>
            <a:spLocks xmlns:a="http://schemas.openxmlformats.org/drawingml/2006/main" noGrp="1"/>
          </p:cNvSpPr>
          <p:nvPr/>
        </p:nvSpPr>
        <p:spPr>
          <a:xfrm xmlns:a="http://schemas.openxmlformats.org/drawingml/2006/main">
            <a:off x="6267450" y="31527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26" name="">
            <a:extLst xmlns:a="http://schemas.openxmlformats.org/drawingml/2006/main">
              <a:ext uri="{FF2B5EF4-FFF2-40B4-BE49-F238E27FC236}">
                <a16:creationId xmlns:a16="http://schemas.microsoft.com/office/drawing/2014/main" id="{3B00A832-01DB-4649-8B58-C1FC6B947EE4}"/>
              </a:ext>
            </a:extLst>
          </p:cNvPr>
          <p:cNvSpPr>
            <a:spLocks xmlns:a="http://schemas.openxmlformats.org/drawingml/2006/main" noGrp="1"/>
          </p:cNvSpPr>
          <p:nvPr/>
        </p:nvSpPr>
        <p:spPr>
          <a:xfrm xmlns:a="http://schemas.openxmlformats.org/drawingml/2006/main">
            <a:off x="952500" y="35909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27" name="">
            <a:extLst xmlns:a="http://schemas.openxmlformats.org/drawingml/2006/main">
              <a:ext uri="{FF2B5EF4-FFF2-40B4-BE49-F238E27FC236}">
                <a16:creationId xmlns:a16="http://schemas.microsoft.com/office/drawing/2014/main" id="{6416D03A-F133-4539-89C0-5FEB2645C4FC}"/>
              </a:ext>
            </a:extLst>
          </p:cNvPr>
          <p:cNvSpPr>
            <a:spLocks xmlns:a="http://schemas.openxmlformats.org/drawingml/2006/main" noGrp="1"/>
          </p:cNvSpPr>
          <p:nvPr/>
        </p:nvSpPr>
        <p:spPr>
          <a:xfrm xmlns:a="http://schemas.openxmlformats.org/drawingml/2006/main">
            <a:off x="1543050" y="35909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28" name="">
            <a:extLst xmlns:a="http://schemas.openxmlformats.org/drawingml/2006/main">
              <a:ext uri="{FF2B5EF4-FFF2-40B4-BE49-F238E27FC236}">
                <a16:creationId xmlns:a16="http://schemas.microsoft.com/office/drawing/2014/main" id="{87F6B647-F054-40C6-BB34-1C82242686BF}"/>
              </a:ext>
            </a:extLst>
          </p:cNvPr>
          <p:cNvSpPr>
            <a:spLocks xmlns:a="http://schemas.openxmlformats.org/drawingml/2006/main" noGrp="1"/>
          </p:cNvSpPr>
          <p:nvPr/>
        </p:nvSpPr>
        <p:spPr>
          <a:xfrm xmlns:a="http://schemas.openxmlformats.org/drawingml/2006/main">
            <a:off x="2133600" y="35909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29" name="">
            <a:extLst xmlns:a="http://schemas.openxmlformats.org/drawingml/2006/main">
              <a:ext uri="{FF2B5EF4-FFF2-40B4-BE49-F238E27FC236}">
                <a16:creationId xmlns:a16="http://schemas.microsoft.com/office/drawing/2014/main" id="{8FF90B95-5F76-474B-8B6C-C4777A107039}"/>
              </a:ext>
            </a:extLst>
          </p:cNvPr>
          <p:cNvSpPr>
            <a:spLocks xmlns:a="http://schemas.openxmlformats.org/drawingml/2006/main" noGrp="1"/>
          </p:cNvSpPr>
          <p:nvPr/>
        </p:nvSpPr>
        <p:spPr>
          <a:xfrm xmlns:a="http://schemas.openxmlformats.org/drawingml/2006/main">
            <a:off x="2724150" y="35909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30" name="">
            <a:extLst xmlns:a="http://schemas.openxmlformats.org/drawingml/2006/main">
              <a:ext uri="{FF2B5EF4-FFF2-40B4-BE49-F238E27FC236}">
                <a16:creationId xmlns:a16="http://schemas.microsoft.com/office/drawing/2014/main" id="{08C9BE83-A4D8-4708-B6B8-7E0A2E5B16F3}"/>
              </a:ext>
            </a:extLst>
          </p:cNvPr>
          <p:cNvSpPr>
            <a:spLocks xmlns:a="http://schemas.openxmlformats.org/drawingml/2006/main" noGrp="1"/>
          </p:cNvSpPr>
          <p:nvPr/>
        </p:nvSpPr>
        <p:spPr>
          <a:xfrm xmlns:a="http://schemas.openxmlformats.org/drawingml/2006/main">
            <a:off x="3314700" y="35909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31" name="">
            <a:extLst xmlns:a="http://schemas.openxmlformats.org/drawingml/2006/main">
              <a:ext uri="{FF2B5EF4-FFF2-40B4-BE49-F238E27FC236}">
                <a16:creationId xmlns:a16="http://schemas.microsoft.com/office/drawing/2014/main" id="{F3632C2A-C2C4-4FE7-B052-E6871262DECA}"/>
              </a:ext>
            </a:extLst>
          </p:cNvPr>
          <p:cNvSpPr>
            <a:spLocks xmlns:a="http://schemas.openxmlformats.org/drawingml/2006/main" noGrp="1"/>
          </p:cNvSpPr>
          <p:nvPr/>
        </p:nvSpPr>
        <p:spPr>
          <a:xfrm xmlns:a="http://schemas.openxmlformats.org/drawingml/2006/main">
            <a:off x="3905250" y="35909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32" name="">
            <a:extLst xmlns:a="http://schemas.openxmlformats.org/drawingml/2006/main">
              <a:ext uri="{FF2B5EF4-FFF2-40B4-BE49-F238E27FC236}">
                <a16:creationId xmlns:a16="http://schemas.microsoft.com/office/drawing/2014/main" id="{E94C465F-B8A1-40B9-84EF-8284BB2132F7}"/>
              </a:ext>
            </a:extLst>
          </p:cNvPr>
          <p:cNvSpPr>
            <a:spLocks xmlns:a="http://schemas.openxmlformats.org/drawingml/2006/main" noGrp="1"/>
          </p:cNvSpPr>
          <p:nvPr/>
        </p:nvSpPr>
        <p:spPr>
          <a:xfrm xmlns:a="http://schemas.openxmlformats.org/drawingml/2006/main">
            <a:off x="4495800" y="35909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33" name="">
            <a:extLst xmlns:a="http://schemas.openxmlformats.org/drawingml/2006/main">
              <a:ext uri="{FF2B5EF4-FFF2-40B4-BE49-F238E27FC236}">
                <a16:creationId xmlns:a16="http://schemas.microsoft.com/office/drawing/2014/main" id="{A07F23A6-4137-4347-9299-060803966753}"/>
              </a:ext>
            </a:extLst>
          </p:cNvPr>
          <p:cNvSpPr>
            <a:spLocks xmlns:a="http://schemas.openxmlformats.org/drawingml/2006/main" noGrp="1"/>
          </p:cNvSpPr>
          <p:nvPr/>
        </p:nvSpPr>
        <p:spPr>
          <a:xfrm xmlns:a="http://schemas.openxmlformats.org/drawingml/2006/main">
            <a:off x="5086350" y="35909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34" name="">
            <a:extLst xmlns:a="http://schemas.openxmlformats.org/drawingml/2006/main">
              <a:ext uri="{FF2B5EF4-FFF2-40B4-BE49-F238E27FC236}">
                <a16:creationId xmlns:a16="http://schemas.microsoft.com/office/drawing/2014/main" id="{53FF2217-65E6-4184-85E1-96543250571F}"/>
              </a:ext>
            </a:extLst>
          </p:cNvPr>
          <p:cNvSpPr>
            <a:spLocks xmlns:a="http://schemas.openxmlformats.org/drawingml/2006/main" noGrp="1"/>
          </p:cNvSpPr>
          <p:nvPr/>
        </p:nvSpPr>
        <p:spPr>
          <a:xfrm xmlns:a="http://schemas.openxmlformats.org/drawingml/2006/main">
            <a:off x="5676900" y="35909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35" name="">
            <a:extLst xmlns:a="http://schemas.openxmlformats.org/drawingml/2006/main">
              <a:ext uri="{FF2B5EF4-FFF2-40B4-BE49-F238E27FC236}">
                <a16:creationId xmlns:a16="http://schemas.microsoft.com/office/drawing/2014/main" id="{86D23581-9137-475B-9BF9-C9532228CDEA}"/>
              </a:ext>
            </a:extLst>
          </p:cNvPr>
          <p:cNvSpPr>
            <a:spLocks xmlns:a="http://schemas.openxmlformats.org/drawingml/2006/main" noGrp="1"/>
          </p:cNvSpPr>
          <p:nvPr/>
        </p:nvSpPr>
        <p:spPr>
          <a:xfrm xmlns:a="http://schemas.openxmlformats.org/drawingml/2006/main">
            <a:off x="6267450" y="35909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36" name="">
            <a:extLst xmlns:a="http://schemas.openxmlformats.org/drawingml/2006/main">
              <a:ext uri="{FF2B5EF4-FFF2-40B4-BE49-F238E27FC236}">
                <a16:creationId xmlns:a16="http://schemas.microsoft.com/office/drawing/2014/main" id="{0ECD1DE3-88DD-4446-AE94-38BCFF2B15E6}"/>
              </a:ext>
            </a:extLst>
          </p:cNvPr>
          <p:cNvSpPr>
            <a:spLocks xmlns:a="http://schemas.openxmlformats.org/drawingml/2006/main" noGrp="1"/>
          </p:cNvSpPr>
          <p:nvPr/>
        </p:nvSpPr>
        <p:spPr>
          <a:xfrm xmlns:a="http://schemas.openxmlformats.org/drawingml/2006/main">
            <a:off x="952500" y="40290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37" name="">
            <a:extLst xmlns:a="http://schemas.openxmlformats.org/drawingml/2006/main">
              <a:ext uri="{FF2B5EF4-FFF2-40B4-BE49-F238E27FC236}">
                <a16:creationId xmlns:a16="http://schemas.microsoft.com/office/drawing/2014/main" id="{5C4DB039-910A-445E-9BBF-3203861FCA85}"/>
              </a:ext>
            </a:extLst>
          </p:cNvPr>
          <p:cNvSpPr>
            <a:spLocks xmlns:a="http://schemas.openxmlformats.org/drawingml/2006/main" noGrp="1"/>
          </p:cNvSpPr>
          <p:nvPr/>
        </p:nvSpPr>
        <p:spPr>
          <a:xfrm xmlns:a="http://schemas.openxmlformats.org/drawingml/2006/main">
            <a:off x="1543050" y="40290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38" name="">
            <a:extLst xmlns:a="http://schemas.openxmlformats.org/drawingml/2006/main">
              <a:ext uri="{FF2B5EF4-FFF2-40B4-BE49-F238E27FC236}">
                <a16:creationId xmlns:a16="http://schemas.microsoft.com/office/drawing/2014/main" id="{5A5A7324-E9C4-4796-953F-BF820C5F3C42}"/>
              </a:ext>
            </a:extLst>
          </p:cNvPr>
          <p:cNvSpPr>
            <a:spLocks xmlns:a="http://schemas.openxmlformats.org/drawingml/2006/main" noGrp="1"/>
          </p:cNvSpPr>
          <p:nvPr/>
        </p:nvSpPr>
        <p:spPr>
          <a:xfrm xmlns:a="http://schemas.openxmlformats.org/drawingml/2006/main">
            <a:off x="2133600" y="40290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39" name="">
            <a:extLst xmlns:a="http://schemas.openxmlformats.org/drawingml/2006/main">
              <a:ext uri="{FF2B5EF4-FFF2-40B4-BE49-F238E27FC236}">
                <a16:creationId xmlns:a16="http://schemas.microsoft.com/office/drawing/2014/main" id="{E591DB64-D810-494D-8A9B-E49716719718}"/>
              </a:ext>
            </a:extLst>
          </p:cNvPr>
          <p:cNvSpPr>
            <a:spLocks xmlns:a="http://schemas.openxmlformats.org/drawingml/2006/main" noGrp="1"/>
          </p:cNvSpPr>
          <p:nvPr/>
        </p:nvSpPr>
        <p:spPr>
          <a:xfrm xmlns:a="http://schemas.openxmlformats.org/drawingml/2006/main">
            <a:off x="2724150" y="40290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40" name="">
            <a:extLst xmlns:a="http://schemas.openxmlformats.org/drawingml/2006/main">
              <a:ext uri="{FF2B5EF4-FFF2-40B4-BE49-F238E27FC236}">
                <a16:creationId xmlns:a16="http://schemas.microsoft.com/office/drawing/2014/main" id="{EDE2C80A-BCB2-4326-9FAC-BB2B992E57E5}"/>
              </a:ext>
            </a:extLst>
          </p:cNvPr>
          <p:cNvSpPr>
            <a:spLocks xmlns:a="http://schemas.openxmlformats.org/drawingml/2006/main" noGrp="1"/>
          </p:cNvSpPr>
          <p:nvPr/>
        </p:nvSpPr>
        <p:spPr>
          <a:xfrm xmlns:a="http://schemas.openxmlformats.org/drawingml/2006/main">
            <a:off x="3314700" y="40290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41" name="">
            <a:extLst xmlns:a="http://schemas.openxmlformats.org/drawingml/2006/main">
              <a:ext uri="{FF2B5EF4-FFF2-40B4-BE49-F238E27FC236}">
                <a16:creationId xmlns:a16="http://schemas.microsoft.com/office/drawing/2014/main" id="{473129BC-D81C-4D89-9524-572F52DAE12F}"/>
              </a:ext>
            </a:extLst>
          </p:cNvPr>
          <p:cNvSpPr>
            <a:spLocks xmlns:a="http://schemas.openxmlformats.org/drawingml/2006/main" noGrp="1"/>
          </p:cNvSpPr>
          <p:nvPr/>
        </p:nvSpPr>
        <p:spPr>
          <a:xfrm xmlns:a="http://schemas.openxmlformats.org/drawingml/2006/main">
            <a:off x="3905250" y="40290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42" name="">
            <a:extLst xmlns:a="http://schemas.openxmlformats.org/drawingml/2006/main">
              <a:ext uri="{FF2B5EF4-FFF2-40B4-BE49-F238E27FC236}">
                <a16:creationId xmlns:a16="http://schemas.microsoft.com/office/drawing/2014/main" id="{8758FE0B-A9B7-40CD-A79A-BE689DE6EE52}"/>
              </a:ext>
            </a:extLst>
          </p:cNvPr>
          <p:cNvSpPr>
            <a:spLocks xmlns:a="http://schemas.openxmlformats.org/drawingml/2006/main" noGrp="1"/>
          </p:cNvSpPr>
          <p:nvPr/>
        </p:nvSpPr>
        <p:spPr>
          <a:xfrm xmlns:a="http://schemas.openxmlformats.org/drawingml/2006/main">
            <a:off x="4495800" y="40290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43" name="">
            <a:extLst xmlns:a="http://schemas.openxmlformats.org/drawingml/2006/main">
              <a:ext uri="{FF2B5EF4-FFF2-40B4-BE49-F238E27FC236}">
                <a16:creationId xmlns:a16="http://schemas.microsoft.com/office/drawing/2014/main" id="{CB7EC37D-443D-46F8-A3ED-A90EBC3F45F9}"/>
              </a:ext>
            </a:extLst>
          </p:cNvPr>
          <p:cNvSpPr>
            <a:spLocks xmlns:a="http://schemas.openxmlformats.org/drawingml/2006/main" noGrp="1"/>
          </p:cNvSpPr>
          <p:nvPr/>
        </p:nvSpPr>
        <p:spPr>
          <a:xfrm xmlns:a="http://schemas.openxmlformats.org/drawingml/2006/main">
            <a:off x="5086350" y="40290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44" name="">
            <a:extLst xmlns:a="http://schemas.openxmlformats.org/drawingml/2006/main">
              <a:ext uri="{FF2B5EF4-FFF2-40B4-BE49-F238E27FC236}">
                <a16:creationId xmlns:a16="http://schemas.microsoft.com/office/drawing/2014/main" id="{33AD3D63-5CEC-41A2-BCD6-1C2B7B25A375}"/>
              </a:ext>
            </a:extLst>
          </p:cNvPr>
          <p:cNvSpPr>
            <a:spLocks xmlns:a="http://schemas.openxmlformats.org/drawingml/2006/main" noGrp="1"/>
          </p:cNvSpPr>
          <p:nvPr/>
        </p:nvSpPr>
        <p:spPr>
          <a:xfrm xmlns:a="http://schemas.openxmlformats.org/drawingml/2006/main">
            <a:off x="5676900" y="40290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45" name="">
            <a:extLst xmlns:a="http://schemas.openxmlformats.org/drawingml/2006/main">
              <a:ext uri="{FF2B5EF4-FFF2-40B4-BE49-F238E27FC236}">
                <a16:creationId xmlns:a16="http://schemas.microsoft.com/office/drawing/2014/main" id="{ECFF5C6D-1143-4817-9D30-24421EC36837}"/>
              </a:ext>
            </a:extLst>
          </p:cNvPr>
          <p:cNvSpPr>
            <a:spLocks xmlns:a="http://schemas.openxmlformats.org/drawingml/2006/main" noGrp="1"/>
          </p:cNvSpPr>
          <p:nvPr/>
        </p:nvSpPr>
        <p:spPr>
          <a:xfrm xmlns:a="http://schemas.openxmlformats.org/drawingml/2006/main">
            <a:off x="6267450" y="40290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46" name="">
            <a:extLst xmlns:a="http://schemas.openxmlformats.org/drawingml/2006/main">
              <a:ext uri="{FF2B5EF4-FFF2-40B4-BE49-F238E27FC236}">
                <a16:creationId xmlns:a16="http://schemas.microsoft.com/office/drawing/2014/main" id="{F4B58481-A757-42CE-9EB3-71A449384FF1}"/>
              </a:ext>
            </a:extLst>
          </p:cNvPr>
          <p:cNvSpPr>
            <a:spLocks xmlns:a="http://schemas.openxmlformats.org/drawingml/2006/main" noGrp="1"/>
          </p:cNvSpPr>
          <p:nvPr/>
        </p:nvSpPr>
        <p:spPr>
          <a:xfrm xmlns:a="http://schemas.openxmlformats.org/drawingml/2006/main">
            <a:off x="952500" y="44672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47" name="">
            <a:extLst xmlns:a="http://schemas.openxmlformats.org/drawingml/2006/main">
              <a:ext uri="{FF2B5EF4-FFF2-40B4-BE49-F238E27FC236}">
                <a16:creationId xmlns:a16="http://schemas.microsoft.com/office/drawing/2014/main" id="{EBA907C7-FF45-4281-B1E7-AD33D74B623B}"/>
              </a:ext>
            </a:extLst>
          </p:cNvPr>
          <p:cNvSpPr>
            <a:spLocks xmlns:a="http://schemas.openxmlformats.org/drawingml/2006/main" noGrp="1"/>
          </p:cNvSpPr>
          <p:nvPr/>
        </p:nvSpPr>
        <p:spPr>
          <a:xfrm xmlns:a="http://schemas.openxmlformats.org/drawingml/2006/main">
            <a:off x="1543050" y="44672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48" name="">
            <a:extLst xmlns:a="http://schemas.openxmlformats.org/drawingml/2006/main">
              <a:ext uri="{FF2B5EF4-FFF2-40B4-BE49-F238E27FC236}">
                <a16:creationId xmlns:a16="http://schemas.microsoft.com/office/drawing/2014/main" id="{EE8B883C-BABF-4F51-A1DF-14134EEF127B}"/>
              </a:ext>
            </a:extLst>
          </p:cNvPr>
          <p:cNvSpPr>
            <a:spLocks xmlns:a="http://schemas.openxmlformats.org/drawingml/2006/main" noGrp="1"/>
          </p:cNvSpPr>
          <p:nvPr/>
        </p:nvSpPr>
        <p:spPr>
          <a:xfrm xmlns:a="http://schemas.openxmlformats.org/drawingml/2006/main">
            <a:off x="2133600" y="44672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49" name="">
            <a:extLst xmlns:a="http://schemas.openxmlformats.org/drawingml/2006/main">
              <a:ext uri="{FF2B5EF4-FFF2-40B4-BE49-F238E27FC236}">
                <a16:creationId xmlns:a16="http://schemas.microsoft.com/office/drawing/2014/main" id="{D46D2512-4DD7-4DB0-A6C5-6BD6CA1F3D9D}"/>
              </a:ext>
            </a:extLst>
          </p:cNvPr>
          <p:cNvSpPr>
            <a:spLocks xmlns:a="http://schemas.openxmlformats.org/drawingml/2006/main" noGrp="1"/>
          </p:cNvSpPr>
          <p:nvPr/>
        </p:nvSpPr>
        <p:spPr>
          <a:xfrm xmlns:a="http://schemas.openxmlformats.org/drawingml/2006/main">
            <a:off x="2724150" y="44672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50" name="">
            <a:extLst xmlns:a="http://schemas.openxmlformats.org/drawingml/2006/main">
              <a:ext uri="{FF2B5EF4-FFF2-40B4-BE49-F238E27FC236}">
                <a16:creationId xmlns:a16="http://schemas.microsoft.com/office/drawing/2014/main" id="{1AAC8B81-D362-47D6-8F93-C983CBB16C5F}"/>
              </a:ext>
            </a:extLst>
          </p:cNvPr>
          <p:cNvSpPr>
            <a:spLocks xmlns:a="http://schemas.openxmlformats.org/drawingml/2006/main" noGrp="1"/>
          </p:cNvSpPr>
          <p:nvPr/>
        </p:nvSpPr>
        <p:spPr>
          <a:xfrm xmlns:a="http://schemas.openxmlformats.org/drawingml/2006/main">
            <a:off x="3314700" y="44672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51" name="">
            <a:extLst xmlns:a="http://schemas.openxmlformats.org/drawingml/2006/main">
              <a:ext uri="{FF2B5EF4-FFF2-40B4-BE49-F238E27FC236}">
                <a16:creationId xmlns:a16="http://schemas.microsoft.com/office/drawing/2014/main" id="{182F1CC8-7D46-4F3E-9738-40684E937262}"/>
              </a:ext>
            </a:extLst>
          </p:cNvPr>
          <p:cNvSpPr>
            <a:spLocks xmlns:a="http://schemas.openxmlformats.org/drawingml/2006/main" noGrp="1"/>
          </p:cNvSpPr>
          <p:nvPr/>
        </p:nvSpPr>
        <p:spPr>
          <a:xfrm xmlns:a="http://schemas.openxmlformats.org/drawingml/2006/main">
            <a:off x="3905250" y="44672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52" name="">
            <a:extLst xmlns:a="http://schemas.openxmlformats.org/drawingml/2006/main">
              <a:ext uri="{FF2B5EF4-FFF2-40B4-BE49-F238E27FC236}">
                <a16:creationId xmlns:a16="http://schemas.microsoft.com/office/drawing/2014/main" id="{7789591E-736F-4C10-9C4E-C62956FC798D}"/>
              </a:ext>
            </a:extLst>
          </p:cNvPr>
          <p:cNvSpPr>
            <a:spLocks xmlns:a="http://schemas.openxmlformats.org/drawingml/2006/main" noGrp="1"/>
          </p:cNvSpPr>
          <p:nvPr/>
        </p:nvSpPr>
        <p:spPr>
          <a:xfrm xmlns:a="http://schemas.openxmlformats.org/drawingml/2006/main">
            <a:off x="4495800" y="44672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53" name="">
            <a:extLst xmlns:a="http://schemas.openxmlformats.org/drawingml/2006/main">
              <a:ext uri="{FF2B5EF4-FFF2-40B4-BE49-F238E27FC236}">
                <a16:creationId xmlns:a16="http://schemas.microsoft.com/office/drawing/2014/main" id="{7009108B-B205-47CD-8B56-E7C35DDC0B33}"/>
              </a:ext>
            </a:extLst>
          </p:cNvPr>
          <p:cNvSpPr>
            <a:spLocks xmlns:a="http://schemas.openxmlformats.org/drawingml/2006/main" noGrp="1"/>
          </p:cNvSpPr>
          <p:nvPr/>
        </p:nvSpPr>
        <p:spPr>
          <a:xfrm xmlns:a="http://schemas.openxmlformats.org/drawingml/2006/main">
            <a:off x="5086350" y="44672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54" name="">
            <a:extLst xmlns:a="http://schemas.openxmlformats.org/drawingml/2006/main">
              <a:ext uri="{FF2B5EF4-FFF2-40B4-BE49-F238E27FC236}">
                <a16:creationId xmlns:a16="http://schemas.microsoft.com/office/drawing/2014/main" id="{350404A2-5FC2-43D2-87B7-C5362F155911}"/>
              </a:ext>
            </a:extLst>
          </p:cNvPr>
          <p:cNvSpPr>
            <a:spLocks xmlns:a="http://schemas.openxmlformats.org/drawingml/2006/main" noGrp="1"/>
          </p:cNvSpPr>
          <p:nvPr/>
        </p:nvSpPr>
        <p:spPr>
          <a:xfrm xmlns:a="http://schemas.openxmlformats.org/drawingml/2006/main">
            <a:off x="5676900" y="44672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55" name="">
            <a:extLst xmlns:a="http://schemas.openxmlformats.org/drawingml/2006/main">
              <a:ext uri="{FF2B5EF4-FFF2-40B4-BE49-F238E27FC236}">
                <a16:creationId xmlns:a16="http://schemas.microsoft.com/office/drawing/2014/main" id="{A291F524-DB93-4398-AB71-1772BCBB2DB5}"/>
              </a:ext>
            </a:extLst>
          </p:cNvPr>
          <p:cNvSpPr>
            <a:spLocks xmlns:a="http://schemas.openxmlformats.org/drawingml/2006/main" noGrp="1"/>
          </p:cNvSpPr>
          <p:nvPr/>
        </p:nvSpPr>
        <p:spPr>
          <a:xfrm xmlns:a="http://schemas.openxmlformats.org/drawingml/2006/main">
            <a:off x="6267450" y="44672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56" name="">
            <a:extLst xmlns:a="http://schemas.openxmlformats.org/drawingml/2006/main">
              <a:ext uri="{FF2B5EF4-FFF2-40B4-BE49-F238E27FC236}">
                <a16:creationId xmlns:a16="http://schemas.microsoft.com/office/drawing/2014/main" id="{C7B01EED-AA60-4B2E-94E9-F93B66F5EB9D}"/>
              </a:ext>
            </a:extLst>
          </p:cNvPr>
          <p:cNvSpPr>
            <a:spLocks xmlns:a="http://schemas.openxmlformats.org/drawingml/2006/main" noGrp="1"/>
          </p:cNvSpPr>
          <p:nvPr/>
        </p:nvSpPr>
        <p:spPr>
          <a:xfrm xmlns:a="http://schemas.openxmlformats.org/drawingml/2006/main">
            <a:off x="476250" y="25717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μ = +1</a:t>
            </a:r>
          </a:p>
        </p:txBody>
      </p:sp>
      <p:sp>
        <p:nvSpPr>
          <p:cNvPr id="57" name="">
            <a:extLst xmlns:a="http://schemas.openxmlformats.org/drawingml/2006/main">
              <a:ext uri="{FF2B5EF4-FFF2-40B4-BE49-F238E27FC236}">
                <a16:creationId xmlns:a16="http://schemas.microsoft.com/office/drawing/2014/main" id="{33D2C3AB-887D-4496-A531-932B7ECF1F5D}"/>
              </a:ext>
            </a:extLst>
          </p:cNvPr>
          <p:cNvSpPr>
            <a:spLocks xmlns:a="http://schemas.openxmlformats.org/drawingml/2006/main" noGrp="1"/>
          </p:cNvSpPr>
          <p:nvPr/>
        </p:nvSpPr>
        <p:spPr>
          <a:xfrm xmlns:a="http://schemas.openxmlformats.org/drawingml/2006/main">
            <a:off x="476250" y="4695825"/>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μ = −1</a:t>
            </a:r>
          </a:p>
        </p:txBody>
      </p:sp>
      <p:sp>
        <p:nvSpPr>
          <p:cNvPr id="58" name="">
            <a:extLst xmlns:a="http://schemas.openxmlformats.org/drawingml/2006/main">
              <a:ext uri="{FF2B5EF4-FFF2-40B4-BE49-F238E27FC236}">
                <a16:creationId xmlns:a16="http://schemas.microsoft.com/office/drawing/2014/main" id="{390193B5-3988-491E-9AB2-905C1A1020BC}"/>
              </a:ext>
            </a:extLst>
          </p:cNvPr>
          <p:cNvSpPr>
            <a:spLocks xmlns:a="http://schemas.openxmlformats.org/drawingml/2006/main" noGrp="1"/>
          </p:cNvSpPr>
          <p:nvPr/>
        </p:nvSpPr>
        <p:spPr>
          <a:xfrm xmlns:a="http://schemas.openxmlformats.org/drawingml/2006/main">
            <a:off x="857250" y="495300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低 ε</a:t>
            </a:r>
          </a:p>
        </p:txBody>
      </p:sp>
      <p:sp>
        <p:nvSpPr>
          <p:cNvPr id="59" name="">
            <a:extLst xmlns:a="http://schemas.openxmlformats.org/drawingml/2006/main">
              <a:ext uri="{FF2B5EF4-FFF2-40B4-BE49-F238E27FC236}">
                <a16:creationId xmlns:a16="http://schemas.microsoft.com/office/drawing/2014/main" id="{F9523E58-600D-45BE-B085-45D775E45B3F}"/>
              </a:ext>
            </a:extLst>
          </p:cNvPr>
          <p:cNvSpPr>
            <a:spLocks xmlns:a="http://schemas.openxmlformats.org/drawingml/2006/main" noGrp="1"/>
          </p:cNvSpPr>
          <p:nvPr/>
        </p:nvSpPr>
        <p:spPr>
          <a:xfrm xmlns:a="http://schemas.openxmlformats.org/drawingml/2006/main">
            <a:off x="6286500" y="495300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r">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高 ε</a:t>
            </a:r>
          </a:p>
        </p:txBody>
      </p:sp>
      <p:sp>
        <p:nvSpPr>
          <p:cNvPr id="60" name="">
            <a:extLst xmlns:a="http://schemas.openxmlformats.org/drawingml/2006/main">
              <a:ext uri="{FF2B5EF4-FFF2-40B4-BE49-F238E27FC236}">
                <a16:creationId xmlns:a16="http://schemas.microsoft.com/office/drawing/2014/main" id="{CDDF8F2A-15FE-4D21-88AC-CD398BDF4398}"/>
              </a:ext>
            </a:extLst>
          </p:cNvPr>
          <p:cNvSpPr>
            <a:spLocks xmlns:a="http://schemas.openxmlformats.org/drawingml/2006/main" noGrp="1"/>
          </p:cNvSpPr>
          <p:nvPr/>
        </p:nvSpPr>
        <p:spPr>
          <a:xfrm xmlns:a="http://schemas.openxmlformats.org/drawingml/2006/main">
            <a:off x="1381125" y="3048000"/>
            <a:ext cx="1619250" cy="523875"/>
          </a:xfrm>
          <a:prstGeom xmlns:a="http://schemas.openxmlformats.org/drawingml/2006/main" prst="line">
            <a:avLst/>
          </a:prstGeom>
          <a:noFill xmlns:a="http://schemas.openxmlformats.org/drawingml/2006/main"/>
          <a:ln xmlns:a="http://schemas.openxmlformats.org/drawingml/2006/main" w="20955">
            <a:solidFill>
              <a:srgbClr val="6DBB20"/>
            </a:solidFill>
            <a:prstDash val="solid"/>
          </a:ln>
        </p:spPr>
      </p:sp>
      <p:sp>
        <p:nvSpPr>
          <p:cNvPr id="61" name="">
            <a:extLst xmlns:a="http://schemas.openxmlformats.org/drawingml/2006/main">
              <a:ext uri="{FF2B5EF4-FFF2-40B4-BE49-F238E27FC236}">
                <a16:creationId xmlns:a16="http://schemas.microsoft.com/office/drawing/2014/main" id="{FC6184D2-915B-4302-AF5D-3E7ACDCD0EC2}"/>
              </a:ext>
            </a:extLst>
          </p:cNvPr>
          <p:cNvSpPr>
            <a:spLocks xmlns:a="http://schemas.openxmlformats.org/drawingml/2006/main" noGrp="1"/>
          </p:cNvSpPr>
          <p:nvPr/>
        </p:nvSpPr>
        <p:spPr>
          <a:xfrm xmlns:a="http://schemas.openxmlformats.org/drawingml/2006/main">
            <a:off x="2943225" y="3514725"/>
            <a:ext cx="114300" cy="114300"/>
          </a:xfrm>
          <a:prstGeom xmlns:a="http://schemas.openxmlformats.org/drawingml/2006/main" prst="ellipse">
            <a:avLst/>
          </a:prstGeom>
          <a:solidFill xmlns:a="http://schemas.openxmlformats.org/drawingml/2006/main">
            <a:srgbClr val="6DBB20"/>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97F15FA9-B8E3-45D3-9B50-64EE8299FE62}"/>
              </a:ext>
            </a:extLst>
          </p:cNvPr>
          <p:cNvSpPr>
            <a:spLocks xmlns:a="http://schemas.openxmlformats.org/drawingml/2006/main" noGrp="1"/>
          </p:cNvSpPr>
          <p:nvPr/>
        </p:nvSpPr>
        <p:spPr>
          <a:xfrm xmlns:a="http://schemas.openxmlformats.org/drawingml/2006/main">
            <a:off x="2571750" y="3000375"/>
            <a:ext cx="1476375" cy="428625"/>
          </a:xfrm>
          <a:prstGeom xmlns:a="http://schemas.openxmlformats.org/drawingml/2006/main" prst="line">
            <a:avLst/>
          </a:prstGeom>
          <a:noFill xmlns:a="http://schemas.openxmlformats.org/drawingml/2006/main"/>
          <a:ln xmlns:a="http://schemas.openxmlformats.org/drawingml/2006/main" w="20955">
            <a:solidFill>
              <a:srgbClr val="D64045"/>
            </a:solidFill>
            <a:prstDash val="solid"/>
          </a:ln>
        </p:spPr>
      </p:sp>
      <p:sp>
        <p:nvSpPr>
          <p:cNvPr id="63" name="">
            <a:extLst xmlns:a="http://schemas.openxmlformats.org/drawingml/2006/main">
              <a:ext uri="{FF2B5EF4-FFF2-40B4-BE49-F238E27FC236}">
                <a16:creationId xmlns:a16="http://schemas.microsoft.com/office/drawing/2014/main" id="{6D6F6E38-604C-4C56-89CD-70F8ED7330E0}"/>
              </a:ext>
            </a:extLst>
          </p:cNvPr>
          <p:cNvSpPr>
            <a:spLocks xmlns:a="http://schemas.openxmlformats.org/drawingml/2006/main" noGrp="1"/>
          </p:cNvSpPr>
          <p:nvPr/>
        </p:nvSpPr>
        <p:spPr>
          <a:xfrm xmlns:a="http://schemas.openxmlformats.org/drawingml/2006/main">
            <a:off x="3990975" y="2943225"/>
            <a:ext cx="114300" cy="114300"/>
          </a:xfrm>
          <a:prstGeom xmlns:a="http://schemas.openxmlformats.org/drawingml/2006/main" prst="ellipse">
            <a:avLst/>
          </a:prstGeom>
          <a:solidFill xmlns:a="http://schemas.openxmlformats.org/drawingml/2006/main">
            <a:srgbClr val="D64045"/>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626E1A49-4CAF-4D28-9E52-E1823F601ABD}"/>
              </a:ext>
            </a:extLst>
          </p:cNvPr>
          <p:cNvSpPr>
            <a:spLocks xmlns:a="http://schemas.openxmlformats.org/drawingml/2006/main" noGrp="1"/>
          </p:cNvSpPr>
          <p:nvPr/>
        </p:nvSpPr>
        <p:spPr>
          <a:xfrm xmlns:a="http://schemas.openxmlformats.org/drawingml/2006/main">
            <a:off x="4095750" y="3857625"/>
            <a:ext cx="1571625" cy="523875"/>
          </a:xfrm>
          <a:prstGeom xmlns:a="http://schemas.openxmlformats.org/drawingml/2006/main" prst="line">
            <a:avLst/>
          </a:prstGeom>
          <a:noFill xmlns:a="http://schemas.openxmlformats.org/drawingml/2006/main"/>
          <a:ln xmlns:a="http://schemas.openxmlformats.org/drawingml/2006/main" w="20955">
            <a:solidFill>
              <a:srgbClr val="6DBB20"/>
            </a:solidFill>
            <a:prstDash val="solid"/>
          </a:ln>
        </p:spPr>
      </p:sp>
      <p:sp>
        <p:nvSpPr>
          <p:cNvPr id="65" name="">
            <a:extLst xmlns:a="http://schemas.openxmlformats.org/drawingml/2006/main">
              <a:ext uri="{FF2B5EF4-FFF2-40B4-BE49-F238E27FC236}">
                <a16:creationId xmlns:a16="http://schemas.microsoft.com/office/drawing/2014/main" id="{9E62F8B8-90A1-49F9-9CAF-F7B17F8EE284}"/>
              </a:ext>
            </a:extLst>
          </p:cNvPr>
          <p:cNvSpPr>
            <a:spLocks xmlns:a="http://schemas.openxmlformats.org/drawingml/2006/main" noGrp="1"/>
          </p:cNvSpPr>
          <p:nvPr/>
        </p:nvSpPr>
        <p:spPr>
          <a:xfrm xmlns:a="http://schemas.openxmlformats.org/drawingml/2006/main">
            <a:off x="5610225" y="4324350"/>
            <a:ext cx="114300" cy="114300"/>
          </a:xfrm>
          <a:prstGeom xmlns:a="http://schemas.openxmlformats.org/drawingml/2006/main" prst="ellipse">
            <a:avLst/>
          </a:prstGeom>
          <a:solidFill xmlns:a="http://schemas.openxmlformats.org/drawingml/2006/main">
            <a:srgbClr val="6DBB20"/>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B1BAF437-2F1E-420C-8EEE-AAC0BA7C9A65}"/>
              </a:ext>
            </a:extLst>
          </p:cNvPr>
          <p:cNvSpPr>
            <a:spLocks xmlns:a="http://schemas.openxmlformats.org/drawingml/2006/main" noGrp="1"/>
          </p:cNvSpPr>
          <p:nvPr/>
        </p:nvSpPr>
        <p:spPr>
          <a:xfrm xmlns:a="http://schemas.openxmlformats.org/drawingml/2006/main">
            <a:off x="5286375" y="3000375"/>
            <a:ext cx="1190625" cy="619125"/>
          </a:xfrm>
          <a:prstGeom xmlns:a="http://schemas.openxmlformats.org/drawingml/2006/main" prst="line">
            <a:avLst/>
          </a:prstGeom>
          <a:noFill xmlns:a="http://schemas.openxmlformats.org/drawingml/2006/main"/>
          <a:ln xmlns:a="http://schemas.openxmlformats.org/drawingml/2006/main" w="20955">
            <a:solidFill>
              <a:srgbClr val="D64045"/>
            </a:solidFill>
            <a:prstDash val="solid"/>
          </a:ln>
        </p:spPr>
      </p:sp>
      <p:sp>
        <p:nvSpPr>
          <p:cNvPr id="67" name="">
            <a:extLst xmlns:a="http://schemas.openxmlformats.org/drawingml/2006/main">
              <a:ext uri="{FF2B5EF4-FFF2-40B4-BE49-F238E27FC236}">
                <a16:creationId xmlns:a16="http://schemas.microsoft.com/office/drawing/2014/main" id="{3A8EB4AB-840C-4D6E-BB35-71B3C1E509D8}"/>
              </a:ext>
            </a:extLst>
          </p:cNvPr>
          <p:cNvSpPr>
            <a:spLocks xmlns:a="http://schemas.openxmlformats.org/drawingml/2006/main" noGrp="1"/>
          </p:cNvSpPr>
          <p:nvPr/>
        </p:nvSpPr>
        <p:spPr>
          <a:xfrm xmlns:a="http://schemas.openxmlformats.org/drawingml/2006/main">
            <a:off x="6419850" y="3562350"/>
            <a:ext cx="114300" cy="114300"/>
          </a:xfrm>
          <a:prstGeom xmlns:a="http://schemas.openxmlformats.org/drawingml/2006/main" prst="ellipse">
            <a:avLst/>
          </a:prstGeom>
          <a:solidFill xmlns:a="http://schemas.openxmlformats.org/drawingml/2006/main">
            <a:srgbClr val="D64045"/>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0C2AA545-164A-4084-BDD3-88B0B1EEF193}"/>
              </a:ext>
            </a:extLst>
          </p:cNvPr>
          <p:cNvSpPr>
            <a:spLocks xmlns:a="http://schemas.openxmlformats.org/drawingml/2006/main" noGrp="1"/>
          </p:cNvSpPr>
          <p:nvPr/>
        </p:nvSpPr>
        <p:spPr>
          <a:xfrm xmlns:a="http://schemas.openxmlformats.org/drawingml/2006/main">
            <a:off x="1000125" y="5286375"/>
            <a:ext cx="590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241646"/>
                </a:solidFill>
                <a:latin typeface="Noto Sans JP"/>
                <a:ea typeface="Noto Sans JP"/>
                <a:cs typeface="Noto Sans JP"/>
              </a:defRPr>
            </a:pPr>
            <a:r>
              <a:rPr sz="1200" b="1" i="0">
                <a:solidFill>
                  <a:srgbClr val="241646"/>
                </a:solidFill>
                <a:latin typeface="Noto Sans JP"/>
                <a:ea typeface="Noto Sans JP"/>
                <a:cs typeface="Noto Sans JP"/>
              </a:rPr>
              <a:t>セル質量を電場加速・角度散乱・非弾性衝突で別セルへ移す</a:t>
            </a:r>
          </a:p>
        </p:txBody>
      </p:sp>
      <p:sp>
        <p:nvSpPr>
          <p:cNvPr id="69" name="">
            <a:extLst xmlns:a="http://schemas.openxmlformats.org/drawingml/2006/main">
              <a:ext uri="{FF2B5EF4-FFF2-40B4-BE49-F238E27FC236}">
                <a16:creationId xmlns:a16="http://schemas.microsoft.com/office/drawing/2014/main" id="{F1EBE3D6-6BF3-4012-812C-6C9EDCCF8E1E}"/>
              </a:ext>
            </a:extLst>
          </p:cNvPr>
          <p:cNvSpPr>
            <a:spLocks xmlns:a="http://schemas.openxmlformats.org/drawingml/2006/main" noGrp="1"/>
          </p:cNvSpPr>
          <p:nvPr/>
        </p:nvSpPr>
        <p:spPr>
          <a:xfrm xmlns:a="http://schemas.openxmlformats.org/drawingml/2006/main">
            <a:off x="7620000" y="2476500"/>
            <a:ext cx="1238250" cy="34290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008DB6"/>
                </a:solidFill>
                <a:latin typeface="Noto Sans JP"/>
                <a:ea typeface="Noto Sans JP"/>
                <a:cs typeface="Noto Sans JP"/>
              </a:defRPr>
            </a:pPr>
            <a:r>
              <a:rPr sz="1275" b="1" i="0">
                <a:solidFill>
                  <a:srgbClr val="008DB6"/>
                </a:solidFill>
                <a:latin typeface="Noto Sans JP"/>
                <a:ea typeface="Noto Sans JP"/>
                <a:cs typeface="Noto Sans JP"/>
              </a:rPr>
              <a:t>離散化</a:t>
            </a:r>
          </a:p>
        </p:txBody>
      </p:sp>
      <p:sp>
        <p:nvSpPr>
          <p:cNvPr id="70" name="">
            <a:extLst xmlns:a="http://schemas.openxmlformats.org/drawingml/2006/main">
              <a:ext uri="{FF2B5EF4-FFF2-40B4-BE49-F238E27FC236}">
                <a16:creationId xmlns:a16="http://schemas.microsoft.com/office/drawing/2014/main" id="{83C848FE-96E7-4499-8BB0-04689572BE18}"/>
              </a:ext>
            </a:extLst>
          </p:cNvPr>
          <p:cNvSpPr>
            <a:spLocks xmlns:a="http://schemas.openxmlformats.org/drawingml/2006/main" noGrp="1"/>
          </p:cNvSpPr>
          <p:nvPr/>
        </p:nvSpPr>
        <p:spPr>
          <a:xfrm xmlns:a="http://schemas.openxmlformats.org/drawingml/2006/main">
            <a:off x="9001125" y="240030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エネルギー ε × 角度余弦 μ の有限体積</a:t>
            </a:r>
          </a:p>
        </p:txBody>
      </p:sp>
      <p:sp>
        <p:nvSpPr>
          <p:cNvPr id="71" name="">
            <a:extLst xmlns:a="http://schemas.openxmlformats.org/drawingml/2006/main">
              <a:ext uri="{FF2B5EF4-FFF2-40B4-BE49-F238E27FC236}">
                <a16:creationId xmlns:a16="http://schemas.microsoft.com/office/drawing/2014/main" id="{D24CF5C2-B7CE-4623-B77B-8FC1F0116A97}"/>
              </a:ext>
            </a:extLst>
          </p:cNvPr>
          <p:cNvSpPr>
            <a:spLocks xmlns:a="http://schemas.openxmlformats.org/drawingml/2006/main" noGrp="1"/>
          </p:cNvSpPr>
          <p:nvPr/>
        </p:nvSpPr>
        <p:spPr>
          <a:xfrm xmlns:a="http://schemas.openxmlformats.org/drawingml/2006/main">
            <a:off x="7620000" y="3181350"/>
            <a:ext cx="1238250" cy="34290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008DB6"/>
                </a:solidFill>
                <a:latin typeface="Noto Sans JP"/>
                <a:ea typeface="Noto Sans JP"/>
                <a:cs typeface="Noto Sans JP"/>
              </a:defRPr>
            </a:pPr>
            <a:r>
              <a:rPr sz="1275" b="1" i="0">
                <a:solidFill>
                  <a:srgbClr val="008DB6"/>
                </a:solidFill>
                <a:latin typeface="Noto Sans JP"/>
                <a:ea typeface="Noto Sans JP"/>
                <a:cs typeface="Noto Sans JP"/>
              </a:rPr>
              <a:t>遷移作用素</a:t>
            </a:r>
          </a:p>
        </p:txBody>
      </p:sp>
      <p:sp>
        <p:nvSpPr>
          <p:cNvPr id="72" name="">
            <a:extLst xmlns:a="http://schemas.openxmlformats.org/drawingml/2006/main">
              <a:ext uri="{FF2B5EF4-FFF2-40B4-BE49-F238E27FC236}">
                <a16:creationId xmlns:a16="http://schemas.microsoft.com/office/drawing/2014/main" id="{D2C98FEB-FAF4-4107-89D8-A756025BACF9}"/>
              </a:ext>
            </a:extLst>
          </p:cNvPr>
          <p:cNvSpPr>
            <a:spLocks xmlns:a="http://schemas.openxmlformats.org/drawingml/2006/main" noGrp="1"/>
          </p:cNvSpPr>
          <p:nvPr/>
        </p:nvSpPr>
        <p:spPr>
          <a:xfrm xmlns:a="http://schemas.openxmlformats.org/drawingml/2006/main">
            <a:off x="9001125" y="31051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薄い時間区間の正値な確率移動行列を構成</a:t>
            </a:r>
          </a:p>
        </p:txBody>
      </p:sp>
      <p:sp>
        <p:nvSpPr>
          <p:cNvPr id="73" name="">
            <a:extLst xmlns:a="http://schemas.openxmlformats.org/drawingml/2006/main">
              <a:ext uri="{FF2B5EF4-FFF2-40B4-BE49-F238E27FC236}">
                <a16:creationId xmlns:a16="http://schemas.microsoft.com/office/drawing/2014/main" id="{83F4D6C1-13CC-4934-AF20-83CCA6FD7A31}"/>
              </a:ext>
            </a:extLst>
          </p:cNvPr>
          <p:cNvSpPr>
            <a:spLocks xmlns:a="http://schemas.openxmlformats.org/drawingml/2006/main" noGrp="1"/>
          </p:cNvSpPr>
          <p:nvPr/>
        </p:nvSpPr>
        <p:spPr>
          <a:xfrm xmlns:a="http://schemas.openxmlformats.org/drawingml/2006/main">
            <a:off x="7620000" y="3886200"/>
            <a:ext cx="1238250" cy="34290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008DB6"/>
                </a:solidFill>
                <a:latin typeface="Noto Sans JP"/>
                <a:ea typeface="Noto Sans JP"/>
                <a:cs typeface="Noto Sans JP"/>
              </a:defRPr>
            </a:pPr>
            <a:r>
              <a:rPr sz="1275" b="1" i="0">
                <a:solidFill>
                  <a:srgbClr val="008DB6"/>
                </a:solidFill>
                <a:latin typeface="Noto Sans JP"/>
                <a:ea typeface="Noto Sans JP"/>
                <a:cs typeface="Noto Sans JP"/>
              </a:rPr>
              <a:t>衝突閾値</a:t>
            </a:r>
          </a:p>
        </p:txBody>
      </p:sp>
      <p:sp>
        <p:nvSpPr>
          <p:cNvPr id="74" name="">
            <a:extLst xmlns:a="http://schemas.openxmlformats.org/drawingml/2006/main">
              <a:ext uri="{FF2B5EF4-FFF2-40B4-BE49-F238E27FC236}">
                <a16:creationId xmlns:a16="http://schemas.microsoft.com/office/drawing/2014/main" id="{D27009DE-B7FF-491A-BB16-CE3E0E5F7D49}"/>
              </a:ext>
            </a:extLst>
          </p:cNvPr>
          <p:cNvSpPr>
            <a:spLocks xmlns:a="http://schemas.openxmlformats.org/drawingml/2006/main" noGrp="1"/>
          </p:cNvSpPr>
          <p:nvPr/>
        </p:nvSpPr>
        <p:spPr>
          <a:xfrm xmlns:a="http://schemas.openxmlformats.org/drawingml/2006/main">
            <a:off x="9001125" y="381000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セル面に閾値を追加し、高エネルギー尾部を必要範囲まで延長</a:t>
            </a:r>
          </a:p>
        </p:txBody>
      </p:sp>
      <p:sp>
        <p:nvSpPr>
          <p:cNvPr id="75" name="">
            <a:extLst xmlns:a="http://schemas.openxmlformats.org/drawingml/2006/main">
              <a:ext uri="{FF2B5EF4-FFF2-40B4-BE49-F238E27FC236}">
                <a16:creationId xmlns:a16="http://schemas.microsoft.com/office/drawing/2014/main" id="{F2621F38-018C-4BE9-8FEF-F21B060C9739}"/>
              </a:ext>
            </a:extLst>
          </p:cNvPr>
          <p:cNvSpPr>
            <a:spLocks xmlns:a="http://schemas.openxmlformats.org/drawingml/2006/main" noGrp="1"/>
          </p:cNvSpPr>
          <p:nvPr/>
        </p:nvSpPr>
        <p:spPr>
          <a:xfrm xmlns:a="http://schemas.openxmlformats.org/drawingml/2006/main">
            <a:off x="7620000" y="4591050"/>
            <a:ext cx="1238250" cy="34290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008DB6"/>
                </a:solidFill>
                <a:latin typeface="Noto Sans JP"/>
                <a:ea typeface="Noto Sans JP"/>
                <a:cs typeface="Noto Sans JP"/>
              </a:defRPr>
            </a:pPr>
            <a:r>
              <a:rPr sz="1275" b="1" i="0">
                <a:solidFill>
                  <a:srgbClr val="008DB6"/>
                </a:solidFill>
                <a:latin typeface="Noto Sans JP"/>
                <a:ea typeface="Noto Sans JP"/>
                <a:cs typeface="Noto Sans JP"/>
              </a:rPr>
              <a:t>角度モデル</a:t>
            </a:r>
          </a:p>
        </p:txBody>
      </p:sp>
      <p:sp>
        <p:nvSpPr>
          <p:cNvPr id="76" name="">
            <a:extLst xmlns:a="http://schemas.openxmlformats.org/drawingml/2006/main">
              <a:ext uri="{FF2B5EF4-FFF2-40B4-BE49-F238E27FC236}">
                <a16:creationId xmlns:a16="http://schemas.microsoft.com/office/drawing/2014/main" id="{D0AB80A7-B2DB-4880-A0AC-5A63E892068D}"/>
              </a:ext>
            </a:extLst>
          </p:cNvPr>
          <p:cNvSpPr>
            <a:spLocks xmlns:a="http://schemas.openxmlformats.org/drawingml/2006/main" noGrp="1"/>
          </p:cNvSpPr>
          <p:nvPr/>
        </p:nvSpPr>
        <p:spPr>
          <a:xfrm xmlns:a="http://schemas.openxmlformats.org/drawingml/2006/main">
            <a:off x="9001125" y="45148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現行実装はP1衝突閉包。B=0の一様DC</a:t>
            </a:r>
          </a:p>
        </p:txBody>
      </p:sp>
      <p:sp>
        <p:nvSpPr>
          <p:cNvPr id="77" name="takeaway-bullet">
            <a:extLst xmlns:a="http://schemas.openxmlformats.org/drawingml/2006/main">
              <a:ext uri="{FF2B5EF4-FFF2-40B4-BE49-F238E27FC236}">
                <a16:creationId xmlns:a16="http://schemas.microsoft.com/office/drawing/2014/main" id="{2A198EF3-1090-4365-847D-55F09B4ACC22}"/>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78" name="takeaway">
            <a:extLst xmlns:a="http://schemas.openxmlformats.org/drawingml/2006/main">
              <a:ext uri="{FF2B5EF4-FFF2-40B4-BE49-F238E27FC236}">
                <a16:creationId xmlns:a16="http://schemas.microsoft.com/office/drawing/2014/main" id="{0E58D3AC-F422-411D-B020-6E3954B05818}"/>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確率質量を直接移送するため負のEEDFを作りにくく、Monte Carloとは異なる決定論的検算になる。</a:t>
            </a:r>
          </a:p>
        </p:txBody>
      </p:sp>
      <p:sp>
        <p:nvSpPr>
          <p:cNvPr id="80" name="footer">
            <a:extLst xmlns:a="http://schemas.openxmlformats.org/drawingml/2006/main">
              <a:ext uri="{FF2B5EF4-FFF2-40B4-BE49-F238E27FC236}">
                <a16:creationId xmlns:a16="http://schemas.microsoft.com/office/drawing/2014/main" id="{B4ED2C14-A0E6-44EB-A449-D638AAB8B81A}"/>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81" name="page">
            <a:extLst xmlns:a="http://schemas.openxmlformats.org/drawingml/2006/main">
              <a:ext uri="{FF2B5EF4-FFF2-40B4-BE49-F238E27FC236}">
                <a16:creationId xmlns:a16="http://schemas.microsoft.com/office/drawing/2014/main" id="{56552CE5-448E-48FE-9152-AFB989AE19E2}"/>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20</a:t>
            </a:r>
          </a:p>
        </p:txBody>
      </p:sp>
      <p:sp>
        <p:nvSpPr>
          <p:cNvPr id="82" name="section">
            <a:extLst xmlns:a="http://schemas.openxmlformats.org/drawingml/2006/main">
              <a:ext uri="{FF2B5EF4-FFF2-40B4-BE49-F238E27FC236}">
                <a16:creationId xmlns:a16="http://schemas.microsoft.com/office/drawing/2014/main" id="{974EB2BA-C5E2-42B0-8506-287D31DCDC6C}"/>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Tree>
    <p:extLst>
      <p:ext uri="{BB962C8B-B14F-4D97-AF65-F5344CB8AC3E}">
        <p14:creationId xmlns:p14="http://schemas.microsoft.com/office/powerpoint/2010/main" val="17737429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6B6BCEFA-C60C-4679-B80B-22761D8885B6}"/>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Propagator法 2/3：定常分布を求める</a:t>
            </a:r>
          </a:p>
        </p:txBody>
      </p:sp>
      <p:sp>
        <p:nvSpPr>
          <p:cNvPr id="3" name="">
            <a:extLst xmlns:a="http://schemas.openxmlformats.org/drawingml/2006/main">
              <a:ext uri="{FF2B5EF4-FFF2-40B4-BE49-F238E27FC236}">
                <a16:creationId xmlns:a16="http://schemas.microsoft.com/office/drawing/2014/main" id="{B62783CA-A7C6-489A-8C58-FD17B48FEC08}"/>
              </a:ext>
            </a:extLst>
          </p:cNvPr>
          <p:cNvSpPr>
            <a:spLocks xmlns:a="http://schemas.openxmlformats.org/drawingml/2006/main" noGrp="1"/>
          </p:cNvSpPr>
          <p:nvPr/>
        </p:nvSpPr>
        <p:spPr>
          <a:xfrm xmlns:a="http://schemas.openxmlformats.org/drawingml/2006/main">
            <a:off x="2095500" y="1333500"/>
            <a:ext cx="1143000" cy="66675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定常条件</a:t>
            </a:r>
          </a:p>
        </p:txBody>
      </p:sp>
      <p:sp>
        <p:nvSpPr>
          <p:cNvPr id="4" name="">
            <a:extLst xmlns:a="http://schemas.openxmlformats.org/drawingml/2006/main">
              <a:ext uri="{FF2B5EF4-FFF2-40B4-BE49-F238E27FC236}">
                <a16:creationId xmlns:a16="http://schemas.microsoft.com/office/drawing/2014/main" id="{C4B0AD78-6965-4105-AC7B-AAB2F9D7C9D0}"/>
              </a:ext>
            </a:extLst>
          </p:cNvPr>
          <p:cNvSpPr>
            <a:spLocks xmlns:a="http://schemas.openxmlformats.org/drawingml/2006/main" noGrp="1"/>
          </p:cNvSpPr>
          <p:nvPr/>
        </p:nvSpPr>
        <p:spPr>
          <a:xfrm xmlns:a="http://schemas.openxmlformats.org/drawingml/2006/main">
            <a:off x="3238500" y="1333500"/>
            <a:ext cx="6858000" cy="66675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R(g*) p* = p* ,    Σᵢⱼ p*ᵢⱼ = 1</a:t>
            </a:r>
          </a:p>
        </p:txBody>
      </p:sp>
      <p:sp>
        <p:nvSpPr>
          <p:cNvPr id="5" name="">
            <a:extLst xmlns:a="http://schemas.openxmlformats.org/drawingml/2006/main">
              <a:ext uri="{FF2B5EF4-FFF2-40B4-BE49-F238E27FC236}">
                <a16:creationId xmlns:a16="http://schemas.microsoft.com/office/drawing/2014/main" id="{A4A4BA0F-62B8-4520-B8CB-217F27A2CC06}"/>
              </a:ext>
            </a:extLst>
          </p:cNvPr>
          <p:cNvSpPr>
            <a:spLocks xmlns:a="http://schemas.openxmlformats.org/drawingml/2006/main" noGrp="1"/>
          </p:cNvSpPr>
          <p:nvPr/>
        </p:nvSpPr>
        <p:spPr>
          <a:xfrm xmlns:a="http://schemas.openxmlformats.org/drawingml/2006/main">
            <a:off x="714375" y="2619375"/>
            <a:ext cx="2381250" cy="2000250"/>
          </a:xfrm>
          <a:prstGeom xmlns:a="http://schemas.openxmlformats.org/drawingml/2006/main" prst="rect">
            <a:avLst/>
          </a:prstGeom>
          <a:solidFill xmlns:a="http://schemas.openxmlformats.org/drawingml/2006/main">
            <a:srgbClr val="F2F3F4"/>
          </a:solidFill>
          <a:ln xmlns:a="http://schemas.openxmlformats.org/drawingml/2006/main" w="9525">
            <a:solidFill>
              <a:srgbClr val="B6C0C5"/>
            </a:solidFill>
            <a:prstDash val="solid"/>
          </a:ln>
        </p:spPr>
      </p:sp>
      <p:sp>
        <p:nvSpPr>
          <p:cNvPr id="6" name="">
            <a:extLst xmlns:a="http://schemas.openxmlformats.org/drawingml/2006/main">
              <a:ext uri="{FF2B5EF4-FFF2-40B4-BE49-F238E27FC236}">
                <a16:creationId xmlns:a16="http://schemas.microsoft.com/office/drawing/2014/main" id="{7AA68AA2-458B-46D3-9BC0-75B3EECE0F6D}"/>
              </a:ext>
            </a:extLst>
          </p:cNvPr>
          <p:cNvSpPr>
            <a:spLocks xmlns:a="http://schemas.openxmlformats.org/drawingml/2006/main" noGrp="1"/>
          </p:cNvSpPr>
          <p:nvPr/>
        </p:nvSpPr>
        <p:spPr>
          <a:xfrm xmlns:a="http://schemas.openxmlformats.org/drawingml/2006/main">
            <a:off x="1000125" y="2857500"/>
            <a:ext cx="209550" cy="209550"/>
          </a:xfrm>
          <a:prstGeom xmlns:a="http://schemas.openxmlformats.org/drawingml/2006/main" prst="rect">
            <a:avLst/>
          </a:prstGeom>
          <a:solidFill xmlns:a="http://schemas.openxmlformats.org/drawingml/2006/main">
            <a:srgbClr val="00A6D6"/>
          </a:solidFill>
          <a:ln xmlns:a="http://schemas.openxmlformats.org/drawingml/2006/main" w="3810">
            <a:solidFill>
              <a:srgbClr val="D3D8DB"/>
            </a:solidFill>
            <a:prstDash val="solid"/>
          </a:ln>
        </p:spPr>
      </p:sp>
      <p:sp>
        <p:nvSpPr>
          <p:cNvPr id="7" name="">
            <a:extLst xmlns:a="http://schemas.openxmlformats.org/drawingml/2006/main">
              <a:ext uri="{FF2B5EF4-FFF2-40B4-BE49-F238E27FC236}">
                <a16:creationId xmlns:a16="http://schemas.microsoft.com/office/drawing/2014/main" id="{A94EA0FB-EE94-4DE4-85CB-03AD0311FEC0}"/>
              </a:ext>
            </a:extLst>
          </p:cNvPr>
          <p:cNvSpPr>
            <a:spLocks xmlns:a="http://schemas.openxmlformats.org/drawingml/2006/main" noGrp="1"/>
          </p:cNvSpPr>
          <p:nvPr/>
        </p:nvSpPr>
        <p:spPr>
          <a:xfrm xmlns:a="http://schemas.openxmlformats.org/drawingml/2006/main">
            <a:off x="1266825" y="28575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8" name="">
            <a:extLst xmlns:a="http://schemas.openxmlformats.org/drawingml/2006/main">
              <a:ext uri="{FF2B5EF4-FFF2-40B4-BE49-F238E27FC236}">
                <a16:creationId xmlns:a16="http://schemas.microsoft.com/office/drawing/2014/main" id="{62B3A41F-8D90-4893-AE27-44DDF1D1E18A}"/>
              </a:ext>
            </a:extLst>
          </p:cNvPr>
          <p:cNvSpPr>
            <a:spLocks xmlns:a="http://schemas.openxmlformats.org/drawingml/2006/main" noGrp="1"/>
          </p:cNvSpPr>
          <p:nvPr/>
        </p:nvSpPr>
        <p:spPr>
          <a:xfrm xmlns:a="http://schemas.openxmlformats.org/drawingml/2006/main">
            <a:off x="1533525" y="28575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9" name="">
            <a:extLst xmlns:a="http://schemas.openxmlformats.org/drawingml/2006/main">
              <a:ext uri="{FF2B5EF4-FFF2-40B4-BE49-F238E27FC236}">
                <a16:creationId xmlns:a16="http://schemas.microsoft.com/office/drawing/2014/main" id="{4781DFB6-AD19-49E8-A993-0C96B2F12DBE}"/>
              </a:ext>
            </a:extLst>
          </p:cNvPr>
          <p:cNvSpPr>
            <a:spLocks xmlns:a="http://schemas.openxmlformats.org/drawingml/2006/main" noGrp="1"/>
          </p:cNvSpPr>
          <p:nvPr/>
        </p:nvSpPr>
        <p:spPr>
          <a:xfrm xmlns:a="http://schemas.openxmlformats.org/drawingml/2006/main">
            <a:off x="1800225" y="28575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10" name="">
            <a:extLst xmlns:a="http://schemas.openxmlformats.org/drawingml/2006/main">
              <a:ext uri="{FF2B5EF4-FFF2-40B4-BE49-F238E27FC236}">
                <a16:creationId xmlns:a16="http://schemas.microsoft.com/office/drawing/2014/main" id="{A5F5650E-452C-43A4-883F-5E8A69D3BD85}"/>
              </a:ext>
            </a:extLst>
          </p:cNvPr>
          <p:cNvSpPr>
            <a:spLocks xmlns:a="http://schemas.openxmlformats.org/drawingml/2006/main" noGrp="1"/>
          </p:cNvSpPr>
          <p:nvPr/>
        </p:nvSpPr>
        <p:spPr>
          <a:xfrm xmlns:a="http://schemas.openxmlformats.org/drawingml/2006/main">
            <a:off x="2066925" y="28575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11" name="">
            <a:extLst xmlns:a="http://schemas.openxmlformats.org/drawingml/2006/main">
              <a:ext uri="{FF2B5EF4-FFF2-40B4-BE49-F238E27FC236}">
                <a16:creationId xmlns:a16="http://schemas.microsoft.com/office/drawing/2014/main" id="{1CA72AB2-408D-4AE8-B4CE-843A773906F0}"/>
              </a:ext>
            </a:extLst>
          </p:cNvPr>
          <p:cNvSpPr>
            <a:spLocks xmlns:a="http://schemas.openxmlformats.org/drawingml/2006/main" noGrp="1"/>
          </p:cNvSpPr>
          <p:nvPr/>
        </p:nvSpPr>
        <p:spPr>
          <a:xfrm xmlns:a="http://schemas.openxmlformats.org/drawingml/2006/main">
            <a:off x="2333625" y="28575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12" name="">
            <a:extLst xmlns:a="http://schemas.openxmlformats.org/drawingml/2006/main">
              <a:ext uri="{FF2B5EF4-FFF2-40B4-BE49-F238E27FC236}">
                <a16:creationId xmlns:a16="http://schemas.microsoft.com/office/drawing/2014/main" id="{79BC72BB-8B1A-41B5-8AA5-3A1E787550EB}"/>
              </a:ext>
            </a:extLst>
          </p:cNvPr>
          <p:cNvSpPr>
            <a:spLocks xmlns:a="http://schemas.openxmlformats.org/drawingml/2006/main" noGrp="1"/>
          </p:cNvSpPr>
          <p:nvPr/>
        </p:nvSpPr>
        <p:spPr>
          <a:xfrm xmlns:a="http://schemas.openxmlformats.org/drawingml/2006/main">
            <a:off x="1000125" y="31242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13" name="">
            <a:extLst xmlns:a="http://schemas.openxmlformats.org/drawingml/2006/main">
              <a:ext uri="{FF2B5EF4-FFF2-40B4-BE49-F238E27FC236}">
                <a16:creationId xmlns:a16="http://schemas.microsoft.com/office/drawing/2014/main" id="{058B5F21-C325-49F5-A736-3655E3786EF4}"/>
              </a:ext>
            </a:extLst>
          </p:cNvPr>
          <p:cNvSpPr>
            <a:spLocks xmlns:a="http://schemas.openxmlformats.org/drawingml/2006/main" noGrp="1"/>
          </p:cNvSpPr>
          <p:nvPr/>
        </p:nvSpPr>
        <p:spPr>
          <a:xfrm xmlns:a="http://schemas.openxmlformats.org/drawingml/2006/main">
            <a:off x="1266825" y="3124200"/>
            <a:ext cx="209550" cy="209550"/>
          </a:xfrm>
          <a:prstGeom xmlns:a="http://schemas.openxmlformats.org/drawingml/2006/main" prst="rect">
            <a:avLst/>
          </a:prstGeom>
          <a:solidFill xmlns:a="http://schemas.openxmlformats.org/drawingml/2006/main">
            <a:srgbClr val="00A6D6"/>
          </a:solidFill>
          <a:ln xmlns:a="http://schemas.openxmlformats.org/drawingml/2006/main" w="3810">
            <a:solidFill>
              <a:srgbClr val="D3D8DB"/>
            </a:solidFill>
            <a:prstDash val="solid"/>
          </a:ln>
        </p:spPr>
      </p:sp>
      <p:sp>
        <p:nvSpPr>
          <p:cNvPr id="14" name="">
            <a:extLst xmlns:a="http://schemas.openxmlformats.org/drawingml/2006/main">
              <a:ext uri="{FF2B5EF4-FFF2-40B4-BE49-F238E27FC236}">
                <a16:creationId xmlns:a16="http://schemas.microsoft.com/office/drawing/2014/main" id="{071C01AE-454F-4C73-A8B6-FB308D8F8BC1}"/>
              </a:ext>
            </a:extLst>
          </p:cNvPr>
          <p:cNvSpPr>
            <a:spLocks xmlns:a="http://schemas.openxmlformats.org/drawingml/2006/main" noGrp="1"/>
          </p:cNvSpPr>
          <p:nvPr/>
        </p:nvSpPr>
        <p:spPr>
          <a:xfrm xmlns:a="http://schemas.openxmlformats.org/drawingml/2006/main">
            <a:off x="1533525" y="31242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15" name="">
            <a:extLst xmlns:a="http://schemas.openxmlformats.org/drawingml/2006/main">
              <a:ext uri="{FF2B5EF4-FFF2-40B4-BE49-F238E27FC236}">
                <a16:creationId xmlns:a16="http://schemas.microsoft.com/office/drawing/2014/main" id="{B8A91D49-F9AB-486A-B04B-0140DA8B96FB}"/>
              </a:ext>
            </a:extLst>
          </p:cNvPr>
          <p:cNvSpPr>
            <a:spLocks xmlns:a="http://schemas.openxmlformats.org/drawingml/2006/main" noGrp="1"/>
          </p:cNvSpPr>
          <p:nvPr/>
        </p:nvSpPr>
        <p:spPr>
          <a:xfrm xmlns:a="http://schemas.openxmlformats.org/drawingml/2006/main">
            <a:off x="1800225" y="31242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16" name="">
            <a:extLst xmlns:a="http://schemas.openxmlformats.org/drawingml/2006/main">
              <a:ext uri="{FF2B5EF4-FFF2-40B4-BE49-F238E27FC236}">
                <a16:creationId xmlns:a16="http://schemas.microsoft.com/office/drawing/2014/main" id="{F89C6962-840C-433E-B84C-4DFDDD6E590A}"/>
              </a:ext>
            </a:extLst>
          </p:cNvPr>
          <p:cNvSpPr>
            <a:spLocks xmlns:a="http://schemas.openxmlformats.org/drawingml/2006/main" noGrp="1"/>
          </p:cNvSpPr>
          <p:nvPr/>
        </p:nvSpPr>
        <p:spPr>
          <a:xfrm xmlns:a="http://schemas.openxmlformats.org/drawingml/2006/main">
            <a:off x="2066925" y="31242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17" name="">
            <a:extLst xmlns:a="http://schemas.openxmlformats.org/drawingml/2006/main">
              <a:ext uri="{FF2B5EF4-FFF2-40B4-BE49-F238E27FC236}">
                <a16:creationId xmlns:a16="http://schemas.microsoft.com/office/drawing/2014/main" id="{BA165B71-9FD2-4D70-AB8A-FCA1C86B25B0}"/>
              </a:ext>
            </a:extLst>
          </p:cNvPr>
          <p:cNvSpPr>
            <a:spLocks xmlns:a="http://schemas.openxmlformats.org/drawingml/2006/main" noGrp="1"/>
          </p:cNvSpPr>
          <p:nvPr/>
        </p:nvSpPr>
        <p:spPr>
          <a:xfrm xmlns:a="http://schemas.openxmlformats.org/drawingml/2006/main">
            <a:off x="2333625" y="31242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18" name="">
            <a:extLst xmlns:a="http://schemas.openxmlformats.org/drawingml/2006/main">
              <a:ext uri="{FF2B5EF4-FFF2-40B4-BE49-F238E27FC236}">
                <a16:creationId xmlns:a16="http://schemas.microsoft.com/office/drawing/2014/main" id="{19B2E152-696D-42A3-849E-A65F513D3F02}"/>
              </a:ext>
            </a:extLst>
          </p:cNvPr>
          <p:cNvSpPr>
            <a:spLocks xmlns:a="http://schemas.openxmlformats.org/drawingml/2006/main" noGrp="1"/>
          </p:cNvSpPr>
          <p:nvPr/>
        </p:nvSpPr>
        <p:spPr>
          <a:xfrm xmlns:a="http://schemas.openxmlformats.org/drawingml/2006/main">
            <a:off x="1000125" y="33909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19" name="">
            <a:extLst xmlns:a="http://schemas.openxmlformats.org/drawingml/2006/main">
              <a:ext uri="{FF2B5EF4-FFF2-40B4-BE49-F238E27FC236}">
                <a16:creationId xmlns:a16="http://schemas.microsoft.com/office/drawing/2014/main" id="{9075B3DA-7E0C-4F56-B5ED-A11B8E298056}"/>
              </a:ext>
            </a:extLst>
          </p:cNvPr>
          <p:cNvSpPr>
            <a:spLocks xmlns:a="http://schemas.openxmlformats.org/drawingml/2006/main" noGrp="1"/>
          </p:cNvSpPr>
          <p:nvPr/>
        </p:nvSpPr>
        <p:spPr>
          <a:xfrm xmlns:a="http://schemas.openxmlformats.org/drawingml/2006/main">
            <a:off x="1266825" y="33909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20" name="">
            <a:extLst xmlns:a="http://schemas.openxmlformats.org/drawingml/2006/main">
              <a:ext uri="{FF2B5EF4-FFF2-40B4-BE49-F238E27FC236}">
                <a16:creationId xmlns:a16="http://schemas.microsoft.com/office/drawing/2014/main" id="{66DBCE06-4B9D-46F2-A6B6-432DAC313F23}"/>
              </a:ext>
            </a:extLst>
          </p:cNvPr>
          <p:cNvSpPr>
            <a:spLocks xmlns:a="http://schemas.openxmlformats.org/drawingml/2006/main" noGrp="1"/>
          </p:cNvSpPr>
          <p:nvPr/>
        </p:nvSpPr>
        <p:spPr>
          <a:xfrm xmlns:a="http://schemas.openxmlformats.org/drawingml/2006/main">
            <a:off x="1533525" y="3390900"/>
            <a:ext cx="209550" cy="209550"/>
          </a:xfrm>
          <a:prstGeom xmlns:a="http://schemas.openxmlformats.org/drawingml/2006/main" prst="rect">
            <a:avLst/>
          </a:prstGeom>
          <a:solidFill xmlns:a="http://schemas.openxmlformats.org/drawingml/2006/main">
            <a:srgbClr val="00A6D6"/>
          </a:solidFill>
          <a:ln xmlns:a="http://schemas.openxmlformats.org/drawingml/2006/main" w="3810">
            <a:solidFill>
              <a:srgbClr val="D3D8DB"/>
            </a:solidFill>
            <a:prstDash val="solid"/>
          </a:ln>
        </p:spPr>
      </p:sp>
      <p:sp>
        <p:nvSpPr>
          <p:cNvPr id="21" name="">
            <a:extLst xmlns:a="http://schemas.openxmlformats.org/drawingml/2006/main">
              <a:ext uri="{FF2B5EF4-FFF2-40B4-BE49-F238E27FC236}">
                <a16:creationId xmlns:a16="http://schemas.microsoft.com/office/drawing/2014/main" id="{4C22A0B5-3C3E-47F0-B1BD-07CDF04EBEA7}"/>
              </a:ext>
            </a:extLst>
          </p:cNvPr>
          <p:cNvSpPr>
            <a:spLocks xmlns:a="http://schemas.openxmlformats.org/drawingml/2006/main" noGrp="1"/>
          </p:cNvSpPr>
          <p:nvPr/>
        </p:nvSpPr>
        <p:spPr>
          <a:xfrm xmlns:a="http://schemas.openxmlformats.org/drawingml/2006/main">
            <a:off x="1800225" y="33909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22" name="">
            <a:extLst xmlns:a="http://schemas.openxmlformats.org/drawingml/2006/main">
              <a:ext uri="{FF2B5EF4-FFF2-40B4-BE49-F238E27FC236}">
                <a16:creationId xmlns:a16="http://schemas.microsoft.com/office/drawing/2014/main" id="{87326DC8-C978-4D76-A776-01F27A7AC068}"/>
              </a:ext>
            </a:extLst>
          </p:cNvPr>
          <p:cNvSpPr>
            <a:spLocks xmlns:a="http://schemas.openxmlformats.org/drawingml/2006/main" noGrp="1"/>
          </p:cNvSpPr>
          <p:nvPr/>
        </p:nvSpPr>
        <p:spPr>
          <a:xfrm xmlns:a="http://schemas.openxmlformats.org/drawingml/2006/main">
            <a:off x="2066925" y="33909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23" name="">
            <a:extLst xmlns:a="http://schemas.openxmlformats.org/drawingml/2006/main">
              <a:ext uri="{FF2B5EF4-FFF2-40B4-BE49-F238E27FC236}">
                <a16:creationId xmlns:a16="http://schemas.microsoft.com/office/drawing/2014/main" id="{D9B7077D-D542-497E-98A0-A96E4E307BEC}"/>
              </a:ext>
            </a:extLst>
          </p:cNvPr>
          <p:cNvSpPr>
            <a:spLocks xmlns:a="http://schemas.openxmlformats.org/drawingml/2006/main" noGrp="1"/>
          </p:cNvSpPr>
          <p:nvPr/>
        </p:nvSpPr>
        <p:spPr>
          <a:xfrm xmlns:a="http://schemas.openxmlformats.org/drawingml/2006/main">
            <a:off x="2333625" y="33909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24" name="">
            <a:extLst xmlns:a="http://schemas.openxmlformats.org/drawingml/2006/main">
              <a:ext uri="{FF2B5EF4-FFF2-40B4-BE49-F238E27FC236}">
                <a16:creationId xmlns:a16="http://schemas.microsoft.com/office/drawing/2014/main" id="{2C956CD0-3E6F-4146-A9DE-1A07D2C9C324}"/>
              </a:ext>
            </a:extLst>
          </p:cNvPr>
          <p:cNvSpPr>
            <a:spLocks xmlns:a="http://schemas.openxmlformats.org/drawingml/2006/main" noGrp="1"/>
          </p:cNvSpPr>
          <p:nvPr/>
        </p:nvSpPr>
        <p:spPr>
          <a:xfrm xmlns:a="http://schemas.openxmlformats.org/drawingml/2006/main">
            <a:off x="1000125" y="36576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25" name="">
            <a:extLst xmlns:a="http://schemas.openxmlformats.org/drawingml/2006/main">
              <a:ext uri="{FF2B5EF4-FFF2-40B4-BE49-F238E27FC236}">
                <a16:creationId xmlns:a16="http://schemas.microsoft.com/office/drawing/2014/main" id="{6FF834A7-4057-4DA3-AB79-AAE9D5E6DE9C}"/>
              </a:ext>
            </a:extLst>
          </p:cNvPr>
          <p:cNvSpPr>
            <a:spLocks xmlns:a="http://schemas.openxmlformats.org/drawingml/2006/main" noGrp="1"/>
          </p:cNvSpPr>
          <p:nvPr/>
        </p:nvSpPr>
        <p:spPr>
          <a:xfrm xmlns:a="http://schemas.openxmlformats.org/drawingml/2006/main">
            <a:off x="1266825" y="36576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26" name="">
            <a:extLst xmlns:a="http://schemas.openxmlformats.org/drawingml/2006/main">
              <a:ext uri="{FF2B5EF4-FFF2-40B4-BE49-F238E27FC236}">
                <a16:creationId xmlns:a16="http://schemas.microsoft.com/office/drawing/2014/main" id="{5C0B5A65-4BE9-4767-B674-81B33477666E}"/>
              </a:ext>
            </a:extLst>
          </p:cNvPr>
          <p:cNvSpPr>
            <a:spLocks xmlns:a="http://schemas.openxmlformats.org/drawingml/2006/main" noGrp="1"/>
          </p:cNvSpPr>
          <p:nvPr/>
        </p:nvSpPr>
        <p:spPr>
          <a:xfrm xmlns:a="http://schemas.openxmlformats.org/drawingml/2006/main">
            <a:off x="1533525" y="36576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27" name="">
            <a:extLst xmlns:a="http://schemas.openxmlformats.org/drawingml/2006/main">
              <a:ext uri="{FF2B5EF4-FFF2-40B4-BE49-F238E27FC236}">
                <a16:creationId xmlns:a16="http://schemas.microsoft.com/office/drawing/2014/main" id="{EE8638AD-D97D-4D72-A66B-CF5E70820722}"/>
              </a:ext>
            </a:extLst>
          </p:cNvPr>
          <p:cNvSpPr>
            <a:spLocks xmlns:a="http://schemas.openxmlformats.org/drawingml/2006/main" noGrp="1"/>
          </p:cNvSpPr>
          <p:nvPr/>
        </p:nvSpPr>
        <p:spPr>
          <a:xfrm xmlns:a="http://schemas.openxmlformats.org/drawingml/2006/main">
            <a:off x="1800225" y="3657600"/>
            <a:ext cx="209550" cy="209550"/>
          </a:xfrm>
          <a:prstGeom xmlns:a="http://schemas.openxmlformats.org/drawingml/2006/main" prst="rect">
            <a:avLst/>
          </a:prstGeom>
          <a:solidFill xmlns:a="http://schemas.openxmlformats.org/drawingml/2006/main">
            <a:srgbClr val="00A6D6"/>
          </a:solidFill>
          <a:ln xmlns:a="http://schemas.openxmlformats.org/drawingml/2006/main" w="3810">
            <a:solidFill>
              <a:srgbClr val="D3D8DB"/>
            </a:solidFill>
            <a:prstDash val="solid"/>
          </a:ln>
        </p:spPr>
      </p:sp>
      <p:sp>
        <p:nvSpPr>
          <p:cNvPr id="28" name="">
            <a:extLst xmlns:a="http://schemas.openxmlformats.org/drawingml/2006/main">
              <a:ext uri="{FF2B5EF4-FFF2-40B4-BE49-F238E27FC236}">
                <a16:creationId xmlns:a16="http://schemas.microsoft.com/office/drawing/2014/main" id="{9BC99DB5-D090-4BE6-A6B9-141CADFA92E4}"/>
              </a:ext>
            </a:extLst>
          </p:cNvPr>
          <p:cNvSpPr>
            <a:spLocks xmlns:a="http://schemas.openxmlformats.org/drawingml/2006/main" noGrp="1"/>
          </p:cNvSpPr>
          <p:nvPr/>
        </p:nvSpPr>
        <p:spPr>
          <a:xfrm xmlns:a="http://schemas.openxmlformats.org/drawingml/2006/main">
            <a:off x="2066925" y="36576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29" name="">
            <a:extLst xmlns:a="http://schemas.openxmlformats.org/drawingml/2006/main">
              <a:ext uri="{FF2B5EF4-FFF2-40B4-BE49-F238E27FC236}">
                <a16:creationId xmlns:a16="http://schemas.microsoft.com/office/drawing/2014/main" id="{09C43128-D44A-4AFC-9357-5ABC1AFE1B5F}"/>
              </a:ext>
            </a:extLst>
          </p:cNvPr>
          <p:cNvSpPr>
            <a:spLocks xmlns:a="http://schemas.openxmlformats.org/drawingml/2006/main" noGrp="1"/>
          </p:cNvSpPr>
          <p:nvPr/>
        </p:nvSpPr>
        <p:spPr>
          <a:xfrm xmlns:a="http://schemas.openxmlformats.org/drawingml/2006/main">
            <a:off x="2333625" y="36576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30" name="">
            <a:extLst xmlns:a="http://schemas.openxmlformats.org/drawingml/2006/main">
              <a:ext uri="{FF2B5EF4-FFF2-40B4-BE49-F238E27FC236}">
                <a16:creationId xmlns:a16="http://schemas.microsoft.com/office/drawing/2014/main" id="{B83B1B74-C952-4889-8B73-52362AD1827A}"/>
              </a:ext>
            </a:extLst>
          </p:cNvPr>
          <p:cNvSpPr>
            <a:spLocks xmlns:a="http://schemas.openxmlformats.org/drawingml/2006/main" noGrp="1"/>
          </p:cNvSpPr>
          <p:nvPr/>
        </p:nvSpPr>
        <p:spPr>
          <a:xfrm xmlns:a="http://schemas.openxmlformats.org/drawingml/2006/main">
            <a:off x="1000125" y="39243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31" name="">
            <a:extLst xmlns:a="http://schemas.openxmlformats.org/drawingml/2006/main">
              <a:ext uri="{FF2B5EF4-FFF2-40B4-BE49-F238E27FC236}">
                <a16:creationId xmlns:a16="http://schemas.microsoft.com/office/drawing/2014/main" id="{6D0E7EC8-CB53-47C5-AB2D-C353F7ED79F3}"/>
              </a:ext>
            </a:extLst>
          </p:cNvPr>
          <p:cNvSpPr>
            <a:spLocks xmlns:a="http://schemas.openxmlformats.org/drawingml/2006/main" noGrp="1"/>
          </p:cNvSpPr>
          <p:nvPr/>
        </p:nvSpPr>
        <p:spPr>
          <a:xfrm xmlns:a="http://schemas.openxmlformats.org/drawingml/2006/main">
            <a:off x="1266825" y="39243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32" name="">
            <a:extLst xmlns:a="http://schemas.openxmlformats.org/drawingml/2006/main">
              <a:ext uri="{FF2B5EF4-FFF2-40B4-BE49-F238E27FC236}">
                <a16:creationId xmlns:a16="http://schemas.microsoft.com/office/drawing/2014/main" id="{9FF07B34-1643-4093-BF28-6503E11E9E12}"/>
              </a:ext>
            </a:extLst>
          </p:cNvPr>
          <p:cNvSpPr>
            <a:spLocks xmlns:a="http://schemas.openxmlformats.org/drawingml/2006/main" noGrp="1"/>
          </p:cNvSpPr>
          <p:nvPr/>
        </p:nvSpPr>
        <p:spPr>
          <a:xfrm xmlns:a="http://schemas.openxmlformats.org/drawingml/2006/main">
            <a:off x="1533525" y="39243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33" name="">
            <a:extLst xmlns:a="http://schemas.openxmlformats.org/drawingml/2006/main">
              <a:ext uri="{FF2B5EF4-FFF2-40B4-BE49-F238E27FC236}">
                <a16:creationId xmlns:a16="http://schemas.microsoft.com/office/drawing/2014/main" id="{FDA026C3-8B3D-4A68-AA50-DBEB2BA02485}"/>
              </a:ext>
            </a:extLst>
          </p:cNvPr>
          <p:cNvSpPr>
            <a:spLocks xmlns:a="http://schemas.openxmlformats.org/drawingml/2006/main" noGrp="1"/>
          </p:cNvSpPr>
          <p:nvPr/>
        </p:nvSpPr>
        <p:spPr>
          <a:xfrm xmlns:a="http://schemas.openxmlformats.org/drawingml/2006/main">
            <a:off x="1800225" y="39243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34" name="">
            <a:extLst xmlns:a="http://schemas.openxmlformats.org/drawingml/2006/main">
              <a:ext uri="{FF2B5EF4-FFF2-40B4-BE49-F238E27FC236}">
                <a16:creationId xmlns:a16="http://schemas.microsoft.com/office/drawing/2014/main" id="{CC6246D5-C268-47CA-ACA6-A794EA85DB66}"/>
              </a:ext>
            </a:extLst>
          </p:cNvPr>
          <p:cNvSpPr>
            <a:spLocks xmlns:a="http://schemas.openxmlformats.org/drawingml/2006/main" noGrp="1"/>
          </p:cNvSpPr>
          <p:nvPr/>
        </p:nvSpPr>
        <p:spPr>
          <a:xfrm xmlns:a="http://schemas.openxmlformats.org/drawingml/2006/main">
            <a:off x="2066925" y="3924300"/>
            <a:ext cx="209550" cy="209550"/>
          </a:xfrm>
          <a:prstGeom xmlns:a="http://schemas.openxmlformats.org/drawingml/2006/main" prst="rect">
            <a:avLst/>
          </a:prstGeom>
          <a:solidFill xmlns:a="http://schemas.openxmlformats.org/drawingml/2006/main">
            <a:srgbClr val="00A6D6"/>
          </a:solidFill>
          <a:ln xmlns:a="http://schemas.openxmlformats.org/drawingml/2006/main" w="3810">
            <a:solidFill>
              <a:srgbClr val="D3D8DB"/>
            </a:solidFill>
            <a:prstDash val="solid"/>
          </a:ln>
        </p:spPr>
      </p:sp>
      <p:sp>
        <p:nvSpPr>
          <p:cNvPr id="35" name="">
            <a:extLst xmlns:a="http://schemas.openxmlformats.org/drawingml/2006/main">
              <a:ext uri="{FF2B5EF4-FFF2-40B4-BE49-F238E27FC236}">
                <a16:creationId xmlns:a16="http://schemas.microsoft.com/office/drawing/2014/main" id="{ED5C7786-AF7B-46EA-98F8-DE209E1A44A8}"/>
              </a:ext>
            </a:extLst>
          </p:cNvPr>
          <p:cNvSpPr>
            <a:spLocks xmlns:a="http://schemas.openxmlformats.org/drawingml/2006/main" noGrp="1"/>
          </p:cNvSpPr>
          <p:nvPr/>
        </p:nvSpPr>
        <p:spPr>
          <a:xfrm xmlns:a="http://schemas.openxmlformats.org/drawingml/2006/main">
            <a:off x="2333625" y="39243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36" name="">
            <a:extLst xmlns:a="http://schemas.openxmlformats.org/drawingml/2006/main">
              <a:ext uri="{FF2B5EF4-FFF2-40B4-BE49-F238E27FC236}">
                <a16:creationId xmlns:a16="http://schemas.microsoft.com/office/drawing/2014/main" id="{DA793D5E-52BC-4004-9B24-615961276F89}"/>
              </a:ext>
            </a:extLst>
          </p:cNvPr>
          <p:cNvSpPr>
            <a:spLocks xmlns:a="http://schemas.openxmlformats.org/drawingml/2006/main" noGrp="1"/>
          </p:cNvSpPr>
          <p:nvPr/>
        </p:nvSpPr>
        <p:spPr>
          <a:xfrm xmlns:a="http://schemas.openxmlformats.org/drawingml/2006/main">
            <a:off x="1000125" y="41910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37" name="">
            <a:extLst xmlns:a="http://schemas.openxmlformats.org/drawingml/2006/main">
              <a:ext uri="{FF2B5EF4-FFF2-40B4-BE49-F238E27FC236}">
                <a16:creationId xmlns:a16="http://schemas.microsoft.com/office/drawing/2014/main" id="{2003B09F-E075-46C0-AD9A-D045ADF5E568}"/>
              </a:ext>
            </a:extLst>
          </p:cNvPr>
          <p:cNvSpPr>
            <a:spLocks xmlns:a="http://schemas.openxmlformats.org/drawingml/2006/main" noGrp="1"/>
          </p:cNvSpPr>
          <p:nvPr/>
        </p:nvSpPr>
        <p:spPr>
          <a:xfrm xmlns:a="http://schemas.openxmlformats.org/drawingml/2006/main">
            <a:off x="1266825" y="41910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38" name="">
            <a:extLst xmlns:a="http://schemas.openxmlformats.org/drawingml/2006/main">
              <a:ext uri="{FF2B5EF4-FFF2-40B4-BE49-F238E27FC236}">
                <a16:creationId xmlns:a16="http://schemas.microsoft.com/office/drawing/2014/main" id="{BE2622D5-D071-4C12-9E84-E54184077256}"/>
              </a:ext>
            </a:extLst>
          </p:cNvPr>
          <p:cNvSpPr>
            <a:spLocks xmlns:a="http://schemas.openxmlformats.org/drawingml/2006/main" noGrp="1"/>
          </p:cNvSpPr>
          <p:nvPr/>
        </p:nvSpPr>
        <p:spPr>
          <a:xfrm xmlns:a="http://schemas.openxmlformats.org/drawingml/2006/main">
            <a:off x="1533525" y="41910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39" name="">
            <a:extLst xmlns:a="http://schemas.openxmlformats.org/drawingml/2006/main">
              <a:ext uri="{FF2B5EF4-FFF2-40B4-BE49-F238E27FC236}">
                <a16:creationId xmlns:a16="http://schemas.microsoft.com/office/drawing/2014/main" id="{640D0136-982E-499F-9A70-815C8DCC67BD}"/>
              </a:ext>
            </a:extLst>
          </p:cNvPr>
          <p:cNvSpPr>
            <a:spLocks xmlns:a="http://schemas.openxmlformats.org/drawingml/2006/main" noGrp="1"/>
          </p:cNvSpPr>
          <p:nvPr/>
        </p:nvSpPr>
        <p:spPr>
          <a:xfrm xmlns:a="http://schemas.openxmlformats.org/drawingml/2006/main">
            <a:off x="1800225" y="41910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40" name="">
            <a:extLst xmlns:a="http://schemas.openxmlformats.org/drawingml/2006/main">
              <a:ext uri="{FF2B5EF4-FFF2-40B4-BE49-F238E27FC236}">
                <a16:creationId xmlns:a16="http://schemas.microsoft.com/office/drawing/2014/main" id="{46031309-9ACD-42BD-AF9B-5B31A5D1FADC}"/>
              </a:ext>
            </a:extLst>
          </p:cNvPr>
          <p:cNvSpPr>
            <a:spLocks xmlns:a="http://schemas.openxmlformats.org/drawingml/2006/main" noGrp="1"/>
          </p:cNvSpPr>
          <p:nvPr/>
        </p:nvSpPr>
        <p:spPr>
          <a:xfrm xmlns:a="http://schemas.openxmlformats.org/drawingml/2006/main">
            <a:off x="2066925" y="41910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41" name="">
            <a:extLst xmlns:a="http://schemas.openxmlformats.org/drawingml/2006/main">
              <a:ext uri="{FF2B5EF4-FFF2-40B4-BE49-F238E27FC236}">
                <a16:creationId xmlns:a16="http://schemas.microsoft.com/office/drawing/2014/main" id="{5A34DD9B-AD87-49D7-95E0-AD84E8C58CDF}"/>
              </a:ext>
            </a:extLst>
          </p:cNvPr>
          <p:cNvSpPr>
            <a:spLocks xmlns:a="http://schemas.openxmlformats.org/drawingml/2006/main" noGrp="1"/>
          </p:cNvSpPr>
          <p:nvPr/>
        </p:nvSpPr>
        <p:spPr>
          <a:xfrm xmlns:a="http://schemas.openxmlformats.org/drawingml/2006/main">
            <a:off x="2333625" y="4191000"/>
            <a:ext cx="209550" cy="209550"/>
          </a:xfrm>
          <a:prstGeom xmlns:a="http://schemas.openxmlformats.org/drawingml/2006/main" prst="rect">
            <a:avLst/>
          </a:prstGeom>
          <a:solidFill xmlns:a="http://schemas.openxmlformats.org/drawingml/2006/main">
            <a:srgbClr val="00A6D6"/>
          </a:solidFill>
          <a:ln xmlns:a="http://schemas.openxmlformats.org/drawingml/2006/main" w="3810">
            <a:solidFill>
              <a:srgbClr val="D3D8DB"/>
            </a:solidFill>
            <a:prstDash val="solid"/>
          </a:ln>
        </p:spPr>
      </p:sp>
      <p:sp>
        <p:nvSpPr>
          <p:cNvPr id="42" name="">
            <a:extLst xmlns:a="http://schemas.openxmlformats.org/drawingml/2006/main">
              <a:ext uri="{FF2B5EF4-FFF2-40B4-BE49-F238E27FC236}">
                <a16:creationId xmlns:a16="http://schemas.microsoft.com/office/drawing/2014/main" id="{1E3D8370-E365-4546-A079-04061F849B8B}"/>
              </a:ext>
            </a:extLst>
          </p:cNvPr>
          <p:cNvSpPr>
            <a:spLocks xmlns:a="http://schemas.openxmlformats.org/drawingml/2006/main" noGrp="1"/>
          </p:cNvSpPr>
          <p:nvPr/>
        </p:nvSpPr>
        <p:spPr>
          <a:xfrm xmlns:a="http://schemas.openxmlformats.org/drawingml/2006/main">
            <a:off x="857250" y="46672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241646"/>
                </a:solidFill>
                <a:latin typeface="Noto Sans JP"/>
                <a:ea typeface="Noto Sans JP"/>
                <a:cs typeface="Noto Sans JP"/>
              </a:defRPr>
            </a:pPr>
            <a:r>
              <a:rPr sz="1275" b="1" i="0">
                <a:solidFill>
                  <a:srgbClr val="241646"/>
                </a:solidFill>
                <a:latin typeface="Noto Sans JP"/>
                <a:ea typeface="Noto Sans JP"/>
                <a:cs typeface="Noto Sans JP"/>
              </a:rPr>
              <a:t>正値な遷移行列 R</a:t>
            </a:r>
          </a:p>
        </p:txBody>
      </p:sp>
      <p:sp>
        <p:nvSpPr>
          <p:cNvPr id="43" name="">
            <a:extLst xmlns:a="http://schemas.openxmlformats.org/drawingml/2006/main">
              <a:ext uri="{FF2B5EF4-FFF2-40B4-BE49-F238E27FC236}">
                <a16:creationId xmlns:a16="http://schemas.microsoft.com/office/drawing/2014/main" id="{9DF7A294-2C8F-401A-AD40-C5B3C8DBEC1E}"/>
              </a:ext>
            </a:extLst>
          </p:cNvPr>
          <p:cNvSpPr>
            <a:spLocks xmlns:a="http://schemas.openxmlformats.org/drawingml/2006/main" noGrp="1"/>
          </p:cNvSpPr>
          <p:nvPr/>
        </p:nvSpPr>
        <p:spPr>
          <a:xfrm xmlns:a="http://schemas.openxmlformats.org/drawingml/2006/main">
            <a:off x="4476750" y="2857500"/>
            <a:ext cx="1714500" cy="1714500"/>
          </a:xfrm>
          <a:prstGeom xmlns:a="http://schemas.openxmlformats.org/drawingml/2006/main" prst="ellipse">
            <a:avLst/>
          </a:prstGeom>
          <a:solidFill xmlns:a="http://schemas.openxmlformats.org/drawingml/2006/main">
            <a:srgbClr val="F4ECF8"/>
          </a:solidFill>
          <a:ln xmlns:a="http://schemas.openxmlformats.org/drawingml/2006/main" w="17145">
            <a:solidFill>
              <a:srgbClr val="7B2FA3"/>
            </a:solidFill>
            <a:prstDash val="solid"/>
          </a:ln>
        </p:spPr>
      </p:sp>
      <p:sp>
        <p:nvSpPr>
          <p:cNvPr id="44" name="">
            <a:extLst xmlns:a="http://schemas.openxmlformats.org/drawingml/2006/main">
              <a:ext uri="{FF2B5EF4-FFF2-40B4-BE49-F238E27FC236}">
                <a16:creationId xmlns:a16="http://schemas.microsoft.com/office/drawing/2014/main" id="{3AC79A70-D711-4433-8EEB-40577D9161BF}"/>
              </a:ext>
            </a:extLst>
          </p:cNvPr>
          <p:cNvSpPr>
            <a:spLocks xmlns:a="http://schemas.openxmlformats.org/drawingml/2006/main" noGrp="1"/>
          </p:cNvSpPr>
          <p:nvPr/>
        </p:nvSpPr>
        <p:spPr>
          <a:xfrm xmlns:a="http://schemas.openxmlformats.org/drawingml/2006/main">
            <a:off x="4810125" y="3333750"/>
            <a:ext cx="1047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78295"/>
          </a:bodyPr>
          <a:lstStyle xmlns:a="http://schemas.openxmlformats.org/drawingml/2006/main"/>
          <a:p xmlns:a="http://schemas.openxmlformats.org/drawingml/2006/main">
            <a:pPr algn="ctr">
              <a:lnSpc>
                <a:spcPct val="102000"/>
              </a:lnSpc>
              <a:buNone/>
              <a:defRPr sz="1800" b="1" i="0">
                <a:solidFill>
                  <a:srgbClr val="7B2FA3"/>
                </a:solidFill>
                <a:latin typeface="Noto Sans JP"/>
                <a:ea typeface="Noto Sans JP"/>
                <a:cs typeface="Noto Sans JP"/>
              </a:defRPr>
            </a:pPr>
            <a:r>
              <a:rPr sz="1800" b="1" i="0">
                <a:solidFill>
                  <a:srgbClr val="7B2FA3"/>
                </a:solidFill>
                <a:latin typeface="Noto Sans JP"/>
                <a:ea typeface="Noto Sans JP"/>
                <a:cs typeface="Noto Sans JP"/>
              </a:rPr>
              <a:t>主固有ベクトル</a:t>
            </a:r>
          </a:p>
          <a:p xmlns:a="http://schemas.openxmlformats.org/drawingml/2006/main">
            <a:pPr algn="ctr">
              <a:lnSpc>
                <a:spcPct val="102000"/>
              </a:lnSpc>
              <a:buNone/>
              <a:defRPr sz="1800" b="1" i="0">
                <a:solidFill>
                  <a:srgbClr val="7B2FA3"/>
                </a:solidFill>
                <a:latin typeface="Noto Sans JP"/>
                <a:ea typeface="Noto Sans JP"/>
                <a:cs typeface="Noto Sans JP"/>
              </a:defRPr>
            </a:pPr>
            <a:r>
              <a:rPr sz="1800" b="1" i="0">
                <a:solidFill>
                  <a:srgbClr val="7B2FA3"/>
                </a:solidFill>
                <a:latin typeface="Noto Sans JP"/>
                <a:ea typeface="Noto Sans JP"/>
                <a:cs typeface="Noto Sans JP"/>
              </a:rPr>
              <a:t>p*</a:t>
            </a:r>
          </a:p>
        </p:txBody>
      </p:sp>
      <p:sp>
        <p:nvSpPr>
          <p:cNvPr id="45" name="">
            <a:extLst xmlns:a="http://schemas.openxmlformats.org/drawingml/2006/main">
              <a:ext uri="{FF2B5EF4-FFF2-40B4-BE49-F238E27FC236}">
                <a16:creationId xmlns:a16="http://schemas.microsoft.com/office/drawing/2014/main" id="{0E938E20-D0F6-4165-9F5F-BF1795513CAD}"/>
              </a:ext>
            </a:extLst>
          </p:cNvPr>
          <p:cNvSpPr>
            <a:spLocks xmlns:a="http://schemas.openxmlformats.org/drawingml/2006/main" noGrp="1"/>
          </p:cNvSpPr>
          <p:nvPr/>
        </p:nvSpPr>
        <p:spPr>
          <a:xfrm xmlns:a="http://schemas.openxmlformats.org/drawingml/2006/main">
            <a:off x="7810500" y="2571750"/>
            <a:ext cx="3238500" cy="2381250"/>
          </a:xfrm>
          <a:prstGeom xmlns:a="http://schemas.openxmlformats.org/drawingml/2006/main" prst="rect">
            <a:avLst/>
          </a:prstGeom>
          <a:solidFill xmlns:a="http://schemas.openxmlformats.org/drawingml/2006/main">
            <a:srgbClr val="FFFFFF"/>
          </a:solidFill>
          <a:ln xmlns:a="http://schemas.openxmlformats.org/drawingml/2006/main" w="9525">
            <a:solidFill>
              <a:srgbClr val="BFC8CD"/>
            </a:solidFill>
            <a:prstDash val="solid"/>
          </a:ln>
        </p:spPr>
      </p:sp>
      <p:sp>
        <p:nvSpPr>
          <p:cNvPr id="46" name="">
            <a:extLst xmlns:a="http://schemas.openxmlformats.org/drawingml/2006/main">
              <a:ext uri="{FF2B5EF4-FFF2-40B4-BE49-F238E27FC236}">
                <a16:creationId xmlns:a16="http://schemas.microsoft.com/office/drawing/2014/main" id="{1C13DD9B-837A-4376-9B1A-CCAAA344D698}"/>
              </a:ext>
            </a:extLst>
          </p:cNvPr>
          <p:cNvSpPr>
            <a:spLocks xmlns:a="http://schemas.openxmlformats.org/drawingml/2006/main" noGrp="1"/>
          </p:cNvSpPr>
          <p:nvPr/>
        </p:nvSpPr>
        <p:spPr>
          <a:xfrm xmlns:a="http://schemas.openxmlformats.org/drawingml/2006/main">
            <a:off x="8096250" y="4305300"/>
            <a:ext cx="171450" cy="1714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C09A1469-D14E-47C7-82D3-A29E54CCB931}"/>
              </a:ext>
            </a:extLst>
          </p:cNvPr>
          <p:cNvSpPr>
            <a:spLocks xmlns:a="http://schemas.openxmlformats.org/drawingml/2006/main" noGrp="1"/>
          </p:cNvSpPr>
          <p:nvPr/>
        </p:nvSpPr>
        <p:spPr>
          <a:xfrm xmlns:a="http://schemas.openxmlformats.org/drawingml/2006/main">
            <a:off x="8353425" y="4191000"/>
            <a:ext cx="171450" cy="2857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65B37F68-BAD0-4F7E-A8DB-C73BC518FB29}"/>
              </a:ext>
            </a:extLst>
          </p:cNvPr>
          <p:cNvSpPr>
            <a:spLocks xmlns:a="http://schemas.openxmlformats.org/drawingml/2006/main" noGrp="1"/>
          </p:cNvSpPr>
          <p:nvPr/>
        </p:nvSpPr>
        <p:spPr>
          <a:xfrm xmlns:a="http://schemas.openxmlformats.org/drawingml/2006/main">
            <a:off x="8610600" y="3990975"/>
            <a:ext cx="171450" cy="485775"/>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B75B3847-9833-4E93-B926-12DC6191F31C}"/>
              </a:ext>
            </a:extLst>
          </p:cNvPr>
          <p:cNvSpPr>
            <a:spLocks xmlns:a="http://schemas.openxmlformats.org/drawingml/2006/main" noGrp="1"/>
          </p:cNvSpPr>
          <p:nvPr/>
        </p:nvSpPr>
        <p:spPr>
          <a:xfrm xmlns:a="http://schemas.openxmlformats.org/drawingml/2006/main">
            <a:off x="8867775" y="3733800"/>
            <a:ext cx="171450" cy="7429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4544780D-FC3C-4DE2-8AB2-A7BAC5A93E9E}"/>
              </a:ext>
            </a:extLst>
          </p:cNvPr>
          <p:cNvSpPr>
            <a:spLocks xmlns:a="http://schemas.openxmlformats.org/drawingml/2006/main" noGrp="1"/>
          </p:cNvSpPr>
          <p:nvPr/>
        </p:nvSpPr>
        <p:spPr>
          <a:xfrm xmlns:a="http://schemas.openxmlformats.org/drawingml/2006/main">
            <a:off x="9124950" y="3333750"/>
            <a:ext cx="171450" cy="114300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D689AA40-1AA8-4D40-A0B6-53C4B090FDE7}"/>
              </a:ext>
            </a:extLst>
          </p:cNvPr>
          <p:cNvSpPr>
            <a:spLocks xmlns:a="http://schemas.openxmlformats.org/drawingml/2006/main" noGrp="1"/>
          </p:cNvSpPr>
          <p:nvPr/>
        </p:nvSpPr>
        <p:spPr>
          <a:xfrm xmlns:a="http://schemas.openxmlformats.org/drawingml/2006/main">
            <a:off x="9382125" y="3048000"/>
            <a:ext cx="171450" cy="14287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C2BB86FB-7D62-4EFC-8E46-54A9E5F3C149}"/>
              </a:ext>
            </a:extLst>
          </p:cNvPr>
          <p:cNvSpPr>
            <a:spLocks xmlns:a="http://schemas.openxmlformats.org/drawingml/2006/main" noGrp="1"/>
          </p:cNvSpPr>
          <p:nvPr/>
        </p:nvSpPr>
        <p:spPr>
          <a:xfrm xmlns:a="http://schemas.openxmlformats.org/drawingml/2006/main">
            <a:off x="9639300" y="3376613"/>
            <a:ext cx="171450" cy="1100138"/>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EDA85B77-56BA-48A3-B70E-CB58E5DD66DA}"/>
              </a:ext>
            </a:extLst>
          </p:cNvPr>
          <p:cNvSpPr>
            <a:spLocks xmlns:a="http://schemas.openxmlformats.org/drawingml/2006/main" noGrp="1"/>
          </p:cNvSpPr>
          <p:nvPr/>
        </p:nvSpPr>
        <p:spPr>
          <a:xfrm xmlns:a="http://schemas.openxmlformats.org/drawingml/2006/main">
            <a:off x="9896475" y="3833813"/>
            <a:ext cx="171450" cy="642938"/>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622269CE-82A5-4B2A-904E-2027AE6986AA}"/>
              </a:ext>
            </a:extLst>
          </p:cNvPr>
          <p:cNvSpPr>
            <a:spLocks xmlns:a="http://schemas.openxmlformats.org/drawingml/2006/main" noGrp="1"/>
          </p:cNvSpPr>
          <p:nvPr/>
        </p:nvSpPr>
        <p:spPr>
          <a:xfrm xmlns:a="http://schemas.openxmlformats.org/drawingml/2006/main">
            <a:off x="10153650" y="4162425"/>
            <a:ext cx="171450" cy="314325"/>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AD3B5707-5A70-47CF-8876-02B7DBAB9191}"/>
              </a:ext>
            </a:extLst>
          </p:cNvPr>
          <p:cNvSpPr>
            <a:spLocks xmlns:a="http://schemas.openxmlformats.org/drawingml/2006/main" noGrp="1"/>
          </p:cNvSpPr>
          <p:nvPr/>
        </p:nvSpPr>
        <p:spPr>
          <a:xfrm xmlns:a="http://schemas.openxmlformats.org/drawingml/2006/main">
            <a:off x="10410825" y="4348163"/>
            <a:ext cx="171450" cy="128588"/>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6228A821-AAD7-42CD-8746-53020680AFB2}"/>
              </a:ext>
            </a:extLst>
          </p:cNvPr>
          <p:cNvSpPr>
            <a:spLocks xmlns:a="http://schemas.openxmlformats.org/drawingml/2006/main" noGrp="1"/>
          </p:cNvSpPr>
          <p:nvPr/>
        </p:nvSpPr>
        <p:spPr>
          <a:xfrm xmlns:a="http://schemas.openxmlformats.org/drawingml/2006/main">
            <a:off x="8048625" y="4476750"/>
            <a:ext cx="2762250" cy="0"/>
          </a:xfrm>
          <a:prstGeom xmlns:a="http://schemas.openxmlformats.org/drawingml/2006/main" prst="line">
            <a:avLst/>
          </a:prstGeom>
          <a:noFill xmlns:a="http://schemas.openxmlformats.org/drawingml/2006/main"/>
          <a:ln xmlns:a="http://schemas.openxmlformats.org/drawingml/2006/main" w="11430">
            <a:solidFill>
              <a:srgbClr val="6E777B"/>
            </a:solidFill>
            <a:prstDash val="solid"/>
          </a:ln>
        </p:spPr>
      </p:sp>
      <p:sp>
        <p:nvSpPr>
          <p:cNvPr id="57" name="">
            <a:extLst xmlns:a="http://schemas.openxmlformats.org/drawingml/2006/main">
              <a:ext uri="{FF2B5EF4-FFF2-40B4-BE49-F238E27FC236}">
                <a16:creationId xmlns:a16="http://schemas.microsoft.com/office/drawing/2014/main" id="{F0EFD659-E96C-4E80-9CBA-0F2E8A499A3F}"/>
              </a:ext>
            </a:extLst>
          </p:cNvPr>
          <p:cNvSpPr>
            <a:spLocks xmlns:a="http://schemas.openxmlformats.org/drawingml/2006/main" noGrp="1"/>
          </p:cNvSpPr>
          <p:nvPr/>
        </p:nvSpPr>
        <p:spPr>
          <a:xfrm xmlns:a="http://schemas.openxmlformats.org/drawingml/2006/main">
            <a:off x="8191500" y="461962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241646"/>
                </a:solidFill>
                <a:latin typeface="Noto Sans JP"/>
                <a:ea typeface="Noto Sans JP"/>
                <a:cs typeface="Noto Sans JP"/>
              </a:defRPr>
            </a:pPr>
            <a:r>
              <a:rPr sz="1275" b="1" i="0">
                <a:solidFill>
                  <a:srgbClr val="241646"/>
                </a:solidFill>
                <a:latin typeface="Noto Sans JP"/>
                <a:ea typeface="Noto Sans JP"/>
                <a:cs typeface="Noto Sans JP"/>
              </a:rPr>
              <a:t>定常EEDF p(ε)</a:t>
            </a:r>
          </a:p>
        </p:txBody>
      </p:sp>
      <p:cxnSp>
        <p:nvCxnSpPr>
          <p:cNvPr id="241" name=""/>
          <p:cNvCxnSpPr>
            <a:stCxn xmlns:a="http://schemas.openxmlformats.org/drawingml/2006/main" id="5" idx="3"/>
            <a:endCxn xmlns:a="http://schemas.openxmlformats.org/drawingml/2006/main" id="43" idx="2"/>
          </p:cNvCxnSpPr>
          <p:nvPr/>
        </p:nvCxnSpPr>
        <p:spPr>
          <a:xfrm xmlns:a="http://schemas.openxmlformats.org/drawingml/2006/main">
            <a:off x="3095625" y="3619500"/>
            <a:ext cx="1381125" cy="95250"/>
          </a:xfrm>
          <a:prstGeom xmlns:a="http://schemas.openxmlformats.org/drawingml/2006/main" prst="straightConnector1">
            <a:avLst/>
          </a:prstGeom>
          <a:ln xmlns:a="http://schemas.openxmlformats.org/drawingml/2006/main" w="14288">
            <a:solidFill>
              <a:srgbClr val="747E83"/>
            </a:solidFill>
            <a:prstDash val="solid"/>
            <a:tailEnd type="arrow" w="sm" len="sm"/>
          </a:ln>
        </p:spPr>
      </p:cxnSp>
      <p:cxnSp>
        <p:nvCxnSpPr>
          <p:cNvPr id="242" name=""/>
          <p:cNvCxnSpPr>
            <a:stCxn xmlns:a="http://schemas.openxmlformats.org/drawingml/2006/main" id="43" idx="6"/>
            <a:endCxn xmlns:a="http://schemas.openxmlformats.org/drawingml/2006/main" id="45" idx="1"/>
          </p:cNvCxnSpPr>
          <p:nvPr/>
        </p:nvCxnSpPr>
        <p:spPr>
          <a:xfrm xmlns:a="http://schemas.openxmlformats.org/drawingml/2006/main">
            <a:off x="6191250" y="3714750"/>
            <a:ext cx="1619250" cy="47625"/>
          </a:xfrm>
          <a:prstGeom xmlns:a="http://schemas.openxmlformats.org/drawingml/2006/main" prst="straightConnector1">
            <a:avLst/>
          </a:prstGeom>
          <a:ln xmlns:a="http://schemas.openxmlformats.org/drawingml/2006/main" w="14288">
            <a:solidFill>
              <a:srgbClr val="747E83"/>
            </a:solidFill>
            <a:prstDash val="solid"/>
            <a:tailEnd type="arrow" w="sm" len="sm"/>
          </a:ln>
        </p:spPr>
      </p:cxnSp>
      <p:sp>
        <p:nvSpPr>
          <p:cNvPr id="60" name="">
            <a:extLst xmlns:a="http://schemas.openxmlformats.org/drawingml/2006/main">
              <a:ext uri="{FF2B5EF4-FFF2-40B4-BE49-F238E27FC236}">
                <a16:creationId xmlns:a16="http://schemas.microsoft.com/office/drawing/2014/main" id="{5D224355-6655-46AE-AC03-A0BBC116790B}"/>
              </a:ext>
            </a:extLst>
          </p:cNvPr>
          <p:cNvSpPr>
            <a:spLocks xmlns:a="http://schemas.openxmlformats.org/drawingml/2006/main" noGrp="1"/>
          </p:cNvSpPr>
          <p:nvPr/>
        </p:nvSpPr>
        <p:spPr>
          <a:xfrm xmlns:a="http://schemas.openxmlformats.org/drawingml/2006/main">
            <a:off x="857250" y="5286375"/>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1. 局所遷移を構成</a:t>
            </a:r>
          </a:p>
        </p:txBody>
      </p:sp>
      <p:sp>
        <p:nvSpPr>
          <p:cNvPr id="61" name="">
            <a:extLst xmlns:a="http://schemas.openxmlformats.org/drawingml/2006/main">
              <a:ext uri="{FF2B5EF4-FFF2-40B4-BE49-F238E27FC236}">
                <a16:creationId xmlns:a16="http://schemas.microsoft.com/office/drawing/2014/main" id="{0297016D-A3C4-4FC3-8544-EB29FB5643F3}"/>
              </a:ext>
            </a:extLst>
          </p:cNvPr>
          <p:cNvSpPr>
            <a:spLocks xmlns:a="http://schemas.openxmlformats.org/drawingml/2006/main" noGrp="1"/>
          </p:cNvSpPr>
          <p:nvPr/>
        </p:nvSpPr>
        <p:spPr>
          <a:xfrm xmlns:a="http://schemas.openxmlformats.org/drawingml/2006/main">
            <a:off x="3905250" y="5286375"/>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7B2FA3"/>
                </a:solidFill>
                <a:latin typeface="Noto Sans JP"/>
                <a:ea typeface="Noto Sans JP"/>
                <a:cs typeface="Noto Sans JP"/>
              </a:defRPr>
            </a:pPr>
            <a:r>
              <a:rPr sz="1200" b="1" i="0">
                <a:solidFill>
                  <a:srgbClr val="7B2FA3"/>
                </a:solidFill>
                <a:latin typeface="Noto Sans JP"/>
                <a:ea typeface="Noto Sans JP"/>
                <a:cs typeface="Noto Sans JP"/>
              </a:rPr>
              <a:t>2. 成長率gを調整し固有値1を探索</a:t>
            </a:r>
          </a:p>
        </p:txBody>
      </p:sp>
      <p:sp>
        <p:nvSpPr>
          <p:cNvPr id="62" name="">
            <a:extLst xmlns:a="http://schemas.openxmlformats.org/drawingml/2006/main">
              <a:ext uri="{FF2B5EF4-FFF2-40B4-BE49-F238E27FC236}">
                <a16:creationId xmlns:a16="http://schemas.microsoft.com/office/drawing/2014/main" id="{8F0FFD28-A763-40CE-824E-596150302A08}"/>
              </a:ext>
            </a:extLst>
          </p:cNvPr>
          <p:cNvSpPr>
            <a:spLocks xmlns:a="http://schemas.openxmlformats.org/drawingml/2006/main" noGrp="1"/>
          </p:cNvSpPr>
          <p:nvPr/>
        </p:nvSpPr>
        <p:spPr>
          <a:xfrm xmlns:a="http://schemas.openxmlformats.org/drawingml/2006/main">
            <a:off x="7810500" y="5286375"/>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6DBB20"/>
                </a:solidFill>
                <a:latin typeface="Noto Sans JP"/>
                <a:ea typeface="Noto Sans JP"/>
                <a:cs typeface="Noto Sans JP"/>
              </a:defRPr>
            </a:pPr>
            <a:r>
              <a:rPr sz="1200" b="1" i="0">
                <a:solidFill>
                  <a:srgbClr val="6DBB20"/>
                </a:solidFill>
                <a:latin typeface="Noto Sans JP"/>
                <a:ea typeface="Noto Sans JP"/>
                <a:cs typeface="Noto Sans JP"/>
              </a:rPr>
              <a:t>3. 角度積分してEEDF・モーメントを算出</a:t>
            </a:r>
          </a:p>
        </p:txBody>
      </p:sp>
      <p:sp>
        <p:nvSpPr>
          <p:cNvPr id="63" name="takeaway-bullet">
            <a:extLst xmlns:a="http://schemas.openxmlformats.org/drawingml/2006/main">
              <a:ext uri="{FF2B5EF4-FFF2-40B4-BE49-F238E27FC236}">
                <a16:creationId xmlns:a16="http://schemas.microsoft.com/office/drawing/2014/main" id="{3ACD68CC-C80C-429F-912E-F1204F040199}"/>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64" name="takeaway">
            <a:extLst xmlns:a="http://schemas.openxmlformats.org/drawingml/2006/main">
              <a:ext uri="{FF2B5EF4-FFF2-40B4-BE49-F238E27FC236}">
                <a16:creationId xmlns:a16="http://schemas.microsoft.com/office/drawing/2014/main" id="{4D244FAC-650C-4484-A447-87CDC98D3BC9}"/>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遷移行列Pの固有値1に対応する定常確率分布を求める。</a:t>
            </a:r>
          </a:p>
        </p:txBody>
      </p:sp>
      <p:sp>
        <p:nvSpPr>
          <p:cNvPr id="66" name="footer">
            <a:extLst xmlns:a="http://schemas.openxmlformats.org/drawingml/2006/main">
              <a:ext uri="{FF2B5EF4-FFF2-40B4-BE49-F238E27FC236}">
                <a16:creationId xmlns:a16="http://schemas.microsoft.com/office/drawing/2014/main" id="{82A574B7-28A4-4B46-B375-C1FE2384D5CD}"/>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67" name="page">
            <a:extLst xmlns:a="http://schemas.openxmlformats.org/drawingml/2006/main">
              <a:ext uri="{FF2B5EF4-FFF2-40B4-BE49-F238E27FC236}">
                <a16:creationId xmlns:a16="http://schemas.microsoft.com/office/drawing/2014/main" id="{F360F508-0E37-4341-9383-7395474E7BD6}"/>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21</a:t>
            </a:r>
          </a:p>
        </p:txBody>
      </p:sp>
      <p:sp>
        <p:nvSpPr>
          <p:cNvPr id="126" name="section">
            <a:extLst xmlns:a="http://schemas.openxmlformats.org/drawingml/2006/main">
              <a:ext uri="{FF2B5EF4-FFF2-40B4-BE49-F238E27FC236}">
                <a16:creationId xmlns:a16="http://schemas.microsoft.com/office/drawing/2014/main" id="{4C6EF870-C07B-4791-989B-4DF8C461A397}"/>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Tree>
    <p:extLst>
      <p:ext uri="{BB962C8B-B14F-4D97-AF65-F5344CB8AC3E}">
        <p14:creationId xmlns:p14="http://schemas.microsoft.com/office/powerpoint/2010/main" val="77575279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FB5CCD25-83E8-4149-B688-FFCED10C3334}"/>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Propagator法 3/3：独立な離散化検証に有用</a:t>
            </a:r>
          </a:p>
        </p:txBody>
      </p:sp>
      <p:graphicFrame>
        <p:nvGraphicFramePr>
          <p:cNvPr id="19" name=""/>
          <p:cNvGraphicFramePr/>
          <p:nvPr/>
        </p:nvGraphicFramePr>
        <p:xfrm>
          <a:off xmlns:a="http://schemas.openxmlformats.org/drawingml/2006/main" x="571500" y="1428750"/>
          <a:ext xmlns:a="http://schemas.openxmlformats.org/drawingml/2006/main" cx="11049000" cy="2524125"/>
        </p:xfrm>
        <a:graphic xmlns:a="http://schemas.openxmlformats.org/drawingml/2006/main">
          <a:graphicData uri="http://schemas.openxmlformats.org/drawingml/2006/table">
            <a:tbl>
              <a:tblPr/>
              <a:tblGrid>
                <a:gridCol w="2979506"/>
                <a:gridCol w="2482921"/>
                <a:gridCol w="1800118"/>
                <a:gridCol w="1800118"/>
                <a:gridCol w="1986337"/>
              </a:tblGrid>
              <a:tr h="631031">
                <a:tc>
                  <a:txBody>
                    <a:bodyPr lIns="57150" tIns="47625" rIns="57150" bIns="47625">
                      <a:normAutofit/>
                    </a:bodyPr>
                    <a:lstStyle/>
                    <a:p>
                      <a:pPr algn="l">
                        <a:buNone/>
                      </a:pPr>
                      <a:r>
                        <a:rPr sz="1125" b="1">
                          <a:solidFill>
                            <a:srgbClr val="FFFFFF"/>
                          </a:solidFill>
                          <a:latin typeface="Noto Sans JP"/>
                          <a:ea typeface="Noto Sans JP"/>
                          <a:cs typeface="Noto Sans JP"/>
                        </a:rPr>
                        <a:t>検証条件</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格子比較</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最大δ⟨ε⟩</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最大δW（ドリフト速度）</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最大重み付きL1差</a:t>
                      </a:r>
                    </a:p>
                  </a:txBody>
                  <a:tcPr marL="91440" marR="91440" marT="45720" marB="45720" anchor="ctr">
                    <a:solidFill>
                      <a:srgbClr val="00A6D6"/>
                    </a:solidFill>
                  </a:tcPr>
                </a:tc>
              </a:tr>
              <a:tr h="631031">
                <a:tc>
                  <a:txBody>
                    <a:bodyPr lIns="57150" tIns="47625" rIns="57150" bIns="47625">
                      <a:normAutofit/>
                    </a:bodyPr>
                    <a:lstStyle/>
                    <a:p>
                      <a:pPr algn="l">
                        <a:buNone/>
                      </a:pPr>
                      <a:r>
                        <a:rPr sz="1125" b="1">
                          <a:solidFill>
                            <a:srgbClr val="333333"/>
                          </a:solidFill>
                          <a:latin typeface="Noto Sans JP"/>
                          <a:ea typeface="Noto Sans JP"/>
                          <a:cs typeface="Noto Sans JP"/>
                        </a:rPr>
                        <a:t>Ar 0.05–1 Td</a:t>
                      </a:r>
                    </a:p>
                  </a:txBody>
                  <a:tcPr marL="91440" marR="91440" marT="45720" marB="45720" anchor="ctr">
                    <a:solidFill>
                      <a:srgbClr val="FFFFFF"/>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中格子／細格子</a:t>
                      </a:r>
                    </a:p>
                  </a:txBody>
                  <a:tcPr marL="91440" marR="91440" marT="45720" marB="45720" anchor="ctr">
                    <a:solidFill>
                      <a:srgbClr val="FFFFFF"/>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0.393%</a:t>
                      </a:r>
                    </a:p>
                  </a:txBody>
                  <a:tcPr marL="91440" marR="91440" marT="45720" marB="45720" anchor="ctr">
                    <a:solidFill>
                      <a:srgbClr val="FFFFFF"/>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0.544%</a:t>
                      </a:r>
                    </a:p>
                  </a:txBody>
                  <a:tcPr marL="91440" marR="91440" marT="45720" marB="45720" anchor="ctr">
                    <a:solidFill>
                      <a:srgbClr val="FFFFFF"/>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0.637%</a:t>
                      </a:r>
                    </a:p>
                  </a:txBody>
                  <a:tcPr marL="91440" marR="91440" marT="45720" marB="45720" anchor="ctr">
                    <a:solidFill>
                      <a:srgbClr val="FFFFFF"/>
                    </a:solidFill>
                  </a:tcPr>
                </a:tc>
              </a:tr>
              <a:tr h="631031">
                <a:tc>
                  <a:txBody>
                    <a:bodyPr lIns="57150" tIns="47625" rIns="57150" bIns="47625">
                      <a:normAutofit/>
                    </a:bodyPr>
                    <a:lstStyle/>
                    <a:p>
                      <a:pPr algn="l">
                        <a:buNone/>
                      </a:pPr>
                      <a:r>
                        <a:rPr sz="1125" b="1">
                          <a:solidFill>
                            <a:srgbClr val="333333"/>
                          </a:solidFill>
                          <a:latin typeface="Noto Sans JP"/>
                          <a:ea typeface="Noto Sans JP"/>
                          <a:cs typeface="Noto Sans JP"/>
                        </a:rPr>
                        <a:t>Ar（非弾性衝突あり） 10–500 Td</a:t>
                      </a:r>
                    </a:p>
                  </a:txBody>
                  <a:tcPr marL="91440" marR="91440" marT="45720" marB="45720" anchor="ctr">
                    <a:solidFill>
                      <a:srgbClr val="F2F3F4"/>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中格子／細格子</a:t>
                      </a:r>
                    </a:p>
                  </a:txBody>
                  <a:tcPr marL="91440" marR="91440" marT="45720" marB="45720" anchor="ctr">
                    <a:solidFill>
                      <a:srgbClr val="F2F3F4"/>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0.178%</a:t>
                      </a:r>
                    </a:p>
                  </a:txBody>
                  <a:tcPr marL="91440" marR="91440" marT="45720" marB="45720" anchor="ctr">
                    <a:solidFill>
                      <a:srgbClr val="F2F3F4"/>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0.619%</a:t>
                      </a:r>
                    </a:p>
                  </a:txBody>
                  <a:tcPr marL="91440" marR="91440" marT="45720" marB="45720" anchor="ctr">
                    <a:solidFill>
                      <a:srgbClr val="F2F3F4"/>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a:t>
                      </a:r>
                    </a:p>
                  </a:txBody>
                  <a:tcPr marL="91440" marR="91440" marT="45720" marB="45720" anchor="ctr">
                    <a:solidFill>
                      <a:srgbClr val="F2F3F4"/>
                    </a:solidFill>
                  </a:tcPr>
                </a:tc>
              </a:tr>
              <a:tr h="631031">
                <a:tc>
                  <a:txBody>
                    <a:bodyPr lIns="57150" tIns="47625" rIns="57150" bIns="47625">
                      <a:normAutofit/>
                    </a:bodyPr>
                    <a:lstStyle/>
                    <a:p>
                      <a:pPr algn="l">
                        <a:buNone/>
                      </a:pPr>
                      <a:r>
                        <a:rPr sz="1125" b="1">
                          <a:solidFill>
                            <a:srgbClr val="333333"/>
                          </a:solidFill>
                          <a:latin typeface="Noto Sans JP"/>
                          <a:ea typeface="Noto Sans JP"/>
                          <a:cs typeface="Noto Sans JP"/>
                        </a:rPr>
                        <a:t>GEC高電界 4000 Td</a:t>
                      </a:r>
                    </a:p>
                  </a:txBody>
                  <a:tcPr marL="91440" marR="91440" marT="45720" marB="45720" anchor="ctr">
                    <a:solidFill>
                      <a:srgbClr val="FFFFFF"/>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300×48 / 600×72</a:t>
                      </a:r>
                    </a:p>
                  </a:txBody>
                  <a:tcPr marL="91440" marR="91440" marT="45720" marB="45720" anchor="ctr">
                    <a:solidFill>
                      <a:srgbClr val="FFFFFF"/>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0.374%</a:t>
                      </a:r>
                    </a:p>
                  </a:txBody>
                  <a:tcPr marL="91440" marR="91440" marT="45720" marB="45720" anchor="ctr">
                    <a:solidFill>
                      <a:srgbClr val="FFFFFF"/>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0.547%</a:t>
                      </a:r>
                    </a:p>
                  </a:txBody>
                  <a:tcPr marL="91440" marR="91440" marT="45720" marB="45720" anchor="ctr">
                    <a:solidFill>
                      <a:srgbClr val="FFFFFF"/>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0.252%</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342DA35-27DC-4941-B75A-69D00895706D}"/>
              </a:ext>
            </a:extLst>
          </p:cNvPr>
          <p:cNvSpPr>
            <a:spLocks xmlns:a="http://schemas.openxmlformats.org/drawingml/2006/main" noGrp="1"/>
          </p:cNvSpPr>
          <p:nvPr/>
        </p:nvSpPr>
        <p:spPr>
          <a:xfrm xmlns:a="http://schemas.openxmlformats.org/drawingml/2006/main">
            <a:off x="762000" y="4333875"/>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6DBB20"/>
                </a:solidFill>
                <a:latin typeface="Noto Sans JP"/>
                <a:ea typeface="Noto Sans JP"/>
                <a:cs typeface="Noto Sans JP"/>
              </a:defRPr>
            </a:pPr>
            <a:r>
              <a:rPr sz="1500" b="1" i="0">
                <a:solidFill>
                  <a:srgbClr val="6DBB20"/>
                </a:solidFill>
                <a:latin typeface="Noto Sans JP"/>
                <a:ea typeface="Noto Sans JP"/>
                <a:cs typeface="Noto Sans JP"/>
              </a:rPr>
              <a:t>強み</a:t>
            </a:r>
          </a:p>
        </p:txBody>
      </p:sp>
      <p:sp>
        <p:nvSpPr>
          <p:cNvPr id="5" name="">
            <a:extLst xmlns:a="http://schemas.openxmlformats.org/drawingml/2006/main">
              <a:ext uri="{FF2B5EF4-FFF2-40B4-BE49-F238E27FC236}">
                <a16:creationId xmlns:a16="http://schemas.microsoft.com/office/drawing/2014/main" id="{F4515736-B17A-416F-81F7-DDFBF80F2FC3}"/>
              </a:ext>
            </a:extLst>
          </p:cNvPr>
          <p:cNvSpPr>
            <a:spLocks xmlns:a="http://schemas.openxmlformats.org/drawingml/2006/main" noGrp="1"/>
          </p:cNvSpPr>
          <p:nvPr/>
        </p:nvSpPr>
        <p:spPr>
          <a:xfrm xmlns:a="http://schemas.openxmlformats.org/drawingml/2006/main">
            <a:off x="1666875" y="4238625"/>
            <a:ext cx="4524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決定論的、正値・保存的、two-termと異なる(ε,μ)離散化</a:t>
            </a:r>
          </a:p>
        </p:txBody>
      </p:sp>
      <p:sp>
        <p:nvSpPr>
          <p:cNvPr id="6" name="">
            <a:extLst xmlns:a="http://schemas.openxmlformats.org/drawingml/2006/main">
              <a:ext uri="{FF2B5EF4-FFF2-40B4-BE49-F238E27FC236}">
                <a16:creationId xmlns:a16="http://schemas.microsoft.com/office/drawing/2014/main" id="{353352B4-9F9E-4BCA-B5E4-5983D4E8158D}"/>
              </a:ext>
            </a:extLst>
          </p:cNvPr>
          <p:cNvSpPr>
            <a:spLocks xmlns:a="http://schemas.openxmlformats.org/drawingml/2006/main" noGrp="1"/>
          </p:cNvSpPr>
          <p:nvPr/>
        </p:nvSpPr>
        <p:spPr>
          <a:xfrm xmlns:a="http://schemas.openxmlformats.org/drawingml/2006/main">
            <a:off x="6667500" y="4333875"/>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D64045"/>
                </a:solidFill>
                <a:latin typeface="Noto Sans JP"/>
                <a:ea typeface="Noto Sans JP"/>
                <a:cs typeface="Noto Sans JP"/>
              </a:defRPr>
            </a:pPr>
            <a:r>
              <a:rPr sz="1500" b="1" i="0">
                <a:solidFill>
                  <a:srgbClr val="D64045"/>
                </a:solidFill>
                <a:latin typeface="Noto Sans JP"/>
                <a:ea typeface="Noto Sans JP"/>
                <a:cs typeface="Noto Sans JP"/>
              </a:rPr>
              <a:t>限界</a:t>
            </a:r>
          </a:p>
        </p:txBody>
      </p:sp>
      <p:sp>
        <p:nvSpPr>
          <p:cNvPr id="7" name="">
            <a:extLst xmlns:a="http://schemas.openxmlformats.org/drawingml/2006/main">
              <a:ext uri="{FF2B5EF4-FFF2-40B4-BE49-F238E27FC236}">
                <a16:creationId xmlns:a16="http://schemas.microsoft.com/office/drawing/2014/main" id="{48BED9D5-2222-4B06-887F-D3704B7BCDC8}"/>
              </a:ext>
            </a:extLst>
          </p:cNvPr>
          <p:cNvSpPr>
            <a:spLocks xmlns:a="http://schemas.openxmlformats.org/drawingml/2006/main" noGrp="1"/>
          </p:cNvSpPr>
          <p:nvPr/>
        </p:nvSpPr>
        <p:spPr>
          <a:xfrm xmlns:a="http://schemas.openxmlformats.org/drawingml/2006/main">
            <a:off x="7524750" y="4143375"/>
            <a:ext cx="3905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現行実装はP1衝突モデル。重心拡散、エネルギー輸送、磁場、RF周期応答は未提供／未検証</a:t>
            </a:r>
          </a:p>
        </p:txBody>
      </p:sp>
      <p:sp>
        <p:nvSpPr>
          <p:cNvPr id="8" name="">
            <a:extLst xmlns:a="http://schemas.openxmlformats.org/drawingml/2006/main">
              <a:ext uri="{FF2B5EF4-FFF2-40B4-BE49-F238E27FC236}">
                <a16:creationId xmlns:a16="http://schemas.microsoft.com/office/drawing/2014/main" id="{B6558DB3-AC3E-4927-B30B-A4447846BE9B}"/>
              </a:ext>
            </a:extLst>
          </p:cNvPr>
          <p:cNvSpPr>
            <a:spLocks xmlns:a="http://schemas.openxmlformats.org/drawingml/2006/main" noGrp="1"/>
          </p:cNvSpPr>
          <p:nvPr/>
        </p:nvSpPr>
        <p:spPr>
          <a:xfrm xmlns:a="http://schemas.openxmlformats.org/drawingml/2006/main">
            <a:off x="762000" y="5095875"/>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425" b="1" i="0">
                <a:solidFill>
                  <a:srgbClr val="008DB6"/>
                </a:solidFill>
                <a:latin typeface="Noto Sans JP"/>
                <a:ea typeface="Noto Sans JP"/>
                <a:cs typeface="Noto Sans JP"/>
              </a:defRPr>
            </a:pPr>
            <a:r>
              <a:rPr sz="1425" b="1" i="0">
                <a:solidFill>
                  <a:srgbClr val="008DB6"/>
                </a:solidFill>
                <a:latin typeface="Noto Sans JP"/>
                <a:ea typeface="Noto Sans JP"/>
                <a:cs typeface="Noto Sans JP"/>
              </a:rPr>
              <a:t>推奨用途</a:t>
            </a:r>
          </a:p>
        </p:txBody>
      </p:sp>
      <p:sp>
        <p:nvSpPr>
          <p:cNvPr id="9" name="">
            <a:extLst xmlns:a="http://schemas.openxmlformats.org/drawingml/2006/main">
              <a:ext uri="{FF2B5EF4-FFF2-40B4-BE49-F238E27FC236}">
                <a16:creationId xmlns:a16="http://schemas.microsoft.com/office/drawing/2014/main" id="{DDDC750C-69AF-442B-87A1-A327CE1F2D36}"/>
              </a:ext>
            </a:extLst>
          </p:cNvPr>
          <p:cNvSpPr>
            <a:spLocks xmlns:a="http://schemas.openxmlformats.org/drawingml/2006/main" noGrp="1"/>
          </p:cNvSpPr>
          <p:nvPr/>
        </p:nvSpPr>
        <p:spPr>
          <a:xfrm xmlns:a="http://schemas.openxmlformats.org/drawingml/2006/main">
            <a:off x="1952625" y="5000625"/>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EEDF・平均エネルギー・フラックス・ドリフト速度の独立検算。提供されない輸送量を推定で補わない。</a:t>
            </a:r>
          </a:p>
        </p:txBody>
      </p:sp>
      <p:sp>
        <p:nvSpPr>
          <p:cNvPr id="10" name="takeaway-bullet">
            <a:extLst xmlns:a="http://schemas.openxmlformats.org/drawingml/2006/main">
              <a:ext uri="{FF2B5EF4-FFF2-40B4-BE49-F238E27FC236}">
                <a16:creationId xmlns:a16="http://schemas.microsoft.com/office/drawing/2014/main" id="{046EEF1F-EDF4-410F-A4C5-B7FB8C7163F6}"/>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1" name="takeaway">
            <a:extLst xmlns:a="http://schemas.openxmlformats.org/drawingml/2006/main">
              <a:ext uri="{FF2B5EF4-FFF2-40B4-BE49-F238E27FC236}">
                <a16:creationId xmlns:a16="http://schemas.microsoft.com/office/drawing/2014/main" id="{ABF413B7-447A-48DD-947B-C423EF6E7BB2}"/>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強みは統計ノイズのない独立離散化。検証済み出力の範囲を越えてCOMSOL入力を作らない。</a:t>
            </a:r>
          </a:p>
        </p:txBody>
      </p:sp>
      <p:sp>
        <p:nvSpPr>
          <p:cNvPr id="13" name="footer">
            <a:extLst xmlns:a="http://schemas.openxmlformats.org/drawingml/2006/main">
              <a:ext uri="{FF2B5EF4-FFF2-40B4-BE49-F238E27FC236}">
                <a16:creationId xmlns:a16="http://schemas.microsoft.com/office/drawing/2014/main" id="{B20F79E0-2B89-4B12-A0E6-46E681D9697D}"/>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4" name="page">
            <a:extLst xmlns:a="http://schemas.openxmlformats.org/drawingml/2006/main">
              <a:ext uri="{FF2B5EF4-FFF2-40B4-BE49-F238E27FC236}">
                <a16:creationId xmlns:a16="http://schemas.microsoft.com/office/drawing/2014/main" id="{D31F4D15-C471-48F3-BD31-3BAE9BE13618}"/>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22</a:t>
            </a:r>
          </a:p>
        </p:txBody>
      </p:sp>
      <p:sp>
        <p:nvSpPr>
          <p:cNvPr id="16" name="section">
            <a:extLst xmlns:a="http://schemas.openxmlformats.org/drawingml/2006/main">
              <a:ext uri="{FF2B5EF4-FFF2-40B4-BE49-F238E27FC236}">
                <a16:creationId xmlns:a16="http://schemas.microsoft.com/office/drawing/2014/main" id="{2DB31DA9-A40A-4069-B0FA-1A708E79E672}"/>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Tree>
    <p:extLst>
      <p:ext uri="{BB962C8B-B14F-4D97-AF65-F5344CB8AC3E}">
        <p14:creationId xmlns:p14="http://schemas.microsoft.com/office/powerpoint/2010/main" val="110978759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5B8978BF-3395-4B62-BA51-5E149BE49A84}"/>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手法間差を、4種類の誤差に分けて読む</a:t>
            </a:r>
          </a:p>
        </p:txBody>
      </p:sp>
      <p:graphicFrame>
        <p:nvGraphicFramePr>
          <p:cNvPr id="15" name=""/>
          <p:cNvGraphicFramePr/>
          <p:nvPr/>
        </p:nvGraphicFramePr>
        <p:xfrm>
          <a:off xmlns:a="http://schemas.openxmlformats.org/drawingml/2006/main" x="523875" y="1428750"/>
          <a:ext xmlns:a="http://schemas.openxmlformats.org/drawingml/2006/main" cx="11144250" cy="3429000"/>
        </p:xfrm>
        <a:graphic xmlns:a="http://schemas.openxmlformats.org/drawingml/2006/main">
          <a:graphicData uri="http://schemas.openxmlformats.org/drawingml/2006/table">
            <a:tbl>
              <a:tblPr/>
              <a:tblGrid>
                <a:gridCol w="1815636"/>
                <a:gridCol w="3067799"/>
                <a:gridCol w="2629542"/>
                <a:gridCol w="3631272"/>
              </a:tblGrid>
              <a:tr h="685800">
                <a:tc>
                  <a:txBody>
                    <a:bodyPr lIns="57150" tIns="47625" rIns="57150" bIns="47625">
                      <a:normAutofit/>
                    </a:bodyPr>
                    <a:lstStyle/>
                    <a:p>
                      <a:pPr algn="l">
                        <a:buNone/>
                      </a:pPr>
                      <a:r>
                        <a:rPr sz="1125" b="1">
                          <a:solidFill>
                            <a:srgbClr val="FFFFFF"/>
                          </a:solidFill>
                          <a:latin typeface="Noto Sans JP"/>
                          <a:ea typeface="Noto Sans JP"/>
                          <a:cs typeface="Noto Sans JP"/>
                        </a:rPr>
                        <a:t>誤差の種類</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例</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主な観測量</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低減・確認方法</a:t>
                      </a:r>
                    </a:p>
                  </a:txBody>
                  <a:tcPr marL="91440" marR="91440" marT="45720" marB="45720" anchor="ctr">
                    <a:solidFill>
                      <a:srgbClr val="00A6D6"/>
                    </a:solidFill>
                  </a:tcPr>
                </a:tc>
              </a:tr>
              <a:tr h="685800">
                <a:tc>
                  <a:txBody>
                    <a:bodyPr lIns="57150" tIns="47625" rIns="57150" bIns="47625">
                      <a:normAutofit/>
                    </a:bodyPr>
                    <a:lstStyle/>
                    <a:p>
                      <a:pPr algn="l">
                        <a:buNone/>
                      </a:pPr>
                      <a:r>
                        <a:rPr sz="1050" b="1">
                          <a:solidFill>
                            <a:srgbClr val="333333"/>
                          </a:solidFill>
                          <a:latin typeface="Noto Sans JP"/>
                          <a:ea typeface="Noto Sans JP"/>
                          <a:cs typeface="Noto Sans JP"/>
                        </a:rPr>
                        <a:t>入力データ</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断面積、閾値、角度散乱、混合比</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全てのEEDF・物性</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同じ入力データ識別子、過程一覧、単位を固定</a:t>
                      </a:r>
                    </a:p>
                  </a:txBody>
                  <a:tcPr marL="91440" marR="91440" marT="45720" marB="45720" anchor="ctr">
                    <a:solidFill>
                      <a:srgbClr val="FFFFFF"/>
                    </a:solidFill>
                  </a:tcPr>
                </a:tc>
              </a:tr>
              <a:tr h="685800">
                <a:tc>
                  <a:txBody>
                    <a:bodyPr lIns="57150" tIns="47625" rIns="57150" bIns="47625">
                      <a:normAutofit/>
                    </a:bodyPr>
                    <a:lstStyle/>
                    <a:p>
                      <a:pPr algn="l">
                        <a:buNone/>
                      </a:pPr>
                      <a:r>
                        <a:rPr sz="1050" b="1">
                          <a:solidFill>
                            <a:srgbClr val="333333"/>
                          </a:solidFill>
                          <a:latin typeface="Noto Sans JP"/>
                          <a:ea typeface="Noto Sans JP"/>
                          <a:cs typeface="Noto Sans JP"/>
                        </a:rPr>
                        <a:t>物理モデル</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two-term角度切断、P1角度モデル、付着・磁場対応</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角度分布、高エネルギー尾部、輸送</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能力表と結果メタデータを確認</a:t>
                      </a:r>
                    </a:p>
                  </a:txBody>
                  <a:tcPr marL="91440" marR="91440" marT="45720" marB="45720" anchor="ctr">
                    <a:solidFill>
                      <a:srgbClr val="F2F3F4"/>
                    </a:solidFill>
                  </a:tcPr>
                </a:tc>
              </a:tr>
              <a:tr h="685800">
                <a:tc>
                  <a:txBody>
                    <a:bodyPr lIns="57150" tIns="47625" rIns="57150" bIns="47625">
                      <a:normAutofit/>
                    </a:bodyPr>
                    <a:lstStyle/>
                    <a:p>
                      <a:pPr algn="l">
                        <a:buNone/>
                      </a:pPr>
                      <a:r>
                        <a:rPr sz="1050" b="1">
                          <a:solidFill>
                            <a:srgbClr val="333333"/>
                          </a:solidFill>
                          <a:latin typeface="Noto Sans JP"/>
                          <a:ea typeface="Noto Sans JP"/>
                          <a:cs typeface="Noto Sans JP"/>
                        </a:rPr>
                        <a:t>離散化</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エネルギー上限・格子、Lmax、時間刻み</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EEDF形状、平均量、反応速度</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格子細分化・Lmax・高エネルギー尾部延長</a:t>
                      </a:r>
                    </a:p>
                  </a:txBody>
                  <a:tcPr marL="91440" marR="91440" marT="45720" marB="45720" anchor="ctr">
                    <a:solidFill>
                      <a:srgbClr val="FFFFFF"/>
                    </a:solidFill>
                  </a:tcPr>
                </a:tc>
              </a:tr>
              <a:tr h="685800">
                <a:tc>
                  <a:txBody>
                    <a:bodyPr lIns="57150" tIns="47625" rIns="57150" bIns="47625">
                      <a:normAutofit/>
                    </a:bodyPr>
                    <a:lstStyle/>
                    <a:p>
                      <a:pPr algn="l">
                        <a:buNone/>
                      </a:pPr>
                      <a:r>
                        <a:rPr sz="1050" b="1">
                          <a:solidFill>
                            <a:srgbClr val="333333"/>
                          </a:solidFill>
                          <a:latin typeface="Noto Sans JP"/>
                          <a:ea typeface="Noto Sans JP"/>
                          <a:cs typeface="Noto Sans JP"/>
                        </a:rPr>
                        <a:t>統計</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粒子数、独立反復、相関、系譜</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Monte CarloのEEDF・反応速度・輸送</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95%信頼区間・相対標準誤差・有効標本数、定常性</a:t>
                      </a:r>
                    </a:p>
                  </a:txBody>
                  <a:tcPr marL="91440" marR="91440" marT="45720" marB="45720" anchor="ctr">
                    <a:solidFill>
                      <a:srgbClr val="F2F3F4"/>
                    </a:solidFill>
                  </a:tcPr>
                </a:tc>
              </a:tr>
            </a:tbl>
          </a:graphicData>
        </a:graphic>
      </p:graphicFrame>
      <p:sp>
        <p:nvSpPr>
          <p:cNvPr id="4" name="">
            <a:extLst xmlns:a="http://schemas.openxmlformats.org/drawingml/2006/main">
              <a:ext uri="{FF2B5EF4-FFF2-40B4-BE49-F238E27FC236}">
                <a16:creationId xmlns:a16="http://schemas.microsoft.com/office/drawing/2014/main" id="{287E1389-2E95-466D-A499-211021FCD6EA}"/>
              </a:ext>
            </a:extLst>
          </p:cNvPr>
          <p:cNvSpPr>
            <a:spLocks xmlns:a="http://schemas.openxmlformats.org/drawingml/2006/main" noGrp="1"/>
          </p:cNvSpPr>
          <p:nvPr/>
        </p:nvSpPr>
        <p:spPr>
          <a:xfrm xmlns:a="http://schemas.openxmlformats.org/drawingml/2006/main">
            <a:off x="1714500" y="5191125"/>
            <a:ext cx="1143000" cy="57150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伝播</a:t>
            </a:r>
          </a:p>
        </p:txBody>
      </p:sp>
      <p:sp>
        <p:nvSpPr>
          <p:cNvPr id="5" name="">
            <a:extLst xmlns:a="http://schemas.openxmlformats.org/drawingml/2006/main">
              <a:ext uri="{FF2B5EF4-FFF2-40B4-BE49-F238E27FC236}">
                <a16:creationId xmlns:a16="http://schemas.microsoft.com/office/drawing/2014/main" id="{BB27F6B6-6DAF-4F82-A0A4-23F2392A3FF3}"/>
              </a:ext>
            </a:extLst>
          </p:cNvPr>
          <p:cNvSpPr>
            <a:spLocks xmlns:a="http://schemas.openxmlformats.org/drawingml/2006/main" noGrp="1"/>
          </p:cNvSpPr>
          <p:nvPr/>
        </p:nvSpPr>
        <p:spPr>
          <a:xfrm xmlns:a="http://schemas.openxmlformats.org/drawingml/2006/main">
            <a:off x="2857500" y="5191125"/>
            <a:ext cx="7620000" cy="57150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δKPI² ≈ Σα (∂KPI/∂qα)² δqα² + 2Σα&lt;β Cov(qα,qβ)</a:t>
            </a:r>
          </a:p>
        </p:txBody>
      </p:sp>
      <p:sp>
        <p:nvSpPr>
          <p:cNvPr id="6" name="takeaway-bullet">
            <a:extLst xmlns:a="http://schemas.openxmlformats.org/drawingml/2006/main">
              <a:ext uri="{FF2B5EF4-FFF2-40B4-BE49-F238E27FC236}">
                <a16:creationId xmlns:a16="http://schemas.microsoft.com/office/drawing/2014/main" id="{526E66E0-C2EF-4613-849C-42595C82221F}"/>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7" name="takeaway">
            <a:extLst xmlns:a="http://schemas.openxmlformats.org/drawingml/2006/main">
              <a:ext uri="{FF2B5EF4-FFF2-40B4-BE49-F238E27FC236}">
                <a16:creationId xmlns:a16="http://schemas.microsoft.com/office/drawing/2014/main" id="{72B980DE-482B-4FCF-ACA9-32CCC78E8ED8}"/>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4手法の一致は離散化・モデル差の一部を減らす証拠。断面積が正しいことや装置KPIの妥当性までは証明しない。</a:t>
            </a:r>
          </a:p>
        </p:txBody>
      </p:sp>
      <p:sp>
        <p:nvSpPr>
          <p:cNvPr id="9" name="footer">
            <a:extLst xmlns:a="http://schemas.openxmlformats.org/drawingml/2006/main">
              <a:ext uri="{FF2B5EF4-FFF2-40B4-BE49-F238E27FC236}">
                <a16:creationId xmlns:a16="http://schemas.microsoft.com/office/drawing/2014/main" id="{CBE0AF5C-D4A2-4E0F-BB73-9D15106880B8}"/>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0" name="page">
            <a:extLst xmlns:a="http://schemas.openxmlformats.org/drawingml/2006/main">
              <a:ext uri="{FF2B5EF4-FFF2-40B4-BE49-F238E27FC236}">
                <a16:creationId xmlns:a16="http://schemas.microsoft.com/office/drawing/2014/main" id="{658BC31D-3B1F-4980-8A98-97B3114A189A}"/>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23</a:t>
            </a:r>
          </a:p>
        </p:txBody>
      </p:sp>
      <p:sp>
        <p:nvSpPr>
          <p:cNvPr id="12" name="section">
            <a:extLst xmlns:a="http://schemas.openxmlformats.org/drawingml/2006/main">
              <a:ext uri="{FF2B5EF4-FFF2-40B4-BE49-F238E27FC236}">
                <a16:creationId xmlns:a16="http://schemas.microsoft.com/office/drawing/2014/main" id="{EE432CD0-7D20-4D12-8EDC-22E023F3EBAB}"/>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III. 比較と実装</a:t>
            </a:r>
          </a:p>
        </p:txBody>
      </p:sp>
    </p:spTree>
    <p:extLst>
      <p:ext uri="{BB962C8B-B14F-4D97-AF65-F5344CB8AC3E}">
        <p14:creationId xmlns:p14="http://schemas.microsoft.com/office/powerpoint/2010/main" val="147978864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302B1EC2-9666-4D0A-AE96-A40238B2283A}"/>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コードの処理フローを物理的な言葉で読む</a:t>
            </a:r>
          </a:p>
        </p:txBody>
      </p:sp>
      <p:sp>
        <p:nvSpPr>
          <p:cNvPr id="3" name="">
            <a:extLst xmlns:a="http://schemas.openxmlformats.org/drawingml/2006/main">
              <a:ext uri="{FF2B5EF4-FFF2-40B4-BE49-F238E27FC236}">
                <a16:creationId xmlns:a16="http://schemas.microsoft.com/office/drawing/2014/main" id="{443F39C3-B88E-4863-A389-60F985D849BB}"/>
              </a:ext>
            </a:extLst>
          </p:cNvPr>
          <p:cNvSpPr>
            <a:spLocks xmlns:a="http://schemas.openxmlformats.org/drawingml/2006/main" noGrp="1"/>
          </p:cNvSpPr>
          <p:nvPr/>
        </p:nvSpPr>
        <p:spPr>
          <a:xfrm xmlns:a="http://schemas.openxmlformats.org/drawingml/2006/main">
            <a:off x="590550" y="131445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01</a:t>
            </a:r>
          </a:p>
        </p:txBody>
      </p:sp>
      <p:sp>
        <p:nvSpPr>
          <p:cNvPr id="4" name="">
            <a:extLst xmlns:a="http://schemas.openxmlformats.org/drawingml/2006/main">
              <a:ext uri="{FF2B5EF4-FFF2-40B4-BE49-F238E27FC236}">
                <a16:creationId xmlns:a16="http://schemas.microsoft.com/office/drawing/2014/main" id="{1E51E02E-F88A-4787-A160-4A7F383EA7D7}"/>
              </a:ext>
            </a:extLst>
          </p:cNvPr>
          <p:cNvSpPr>
            <a:spLocks xmlns:a="http://schemas.openxmlformats.org/drawingml/2006/main" noGrp="1"/>
          </p:cNvSpPr>
          <p:nvPr/>
        </p:nvSpPr>
        <p:spPr>
          <a:xfrm xmlns:a="http://schemas.openxmlformats.org/drawingml/2006/main">
            <a:off x="1238250" y="1295400"/>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条件を指定</a:t>
            </a:r>
          </a:p>
        </p:txBody>
      </p:sp>
      <p:sp>
        <p:nvSpPr>
          <p:cNvPr id="5" name="">
            <a:extLst xmlns:a="http://schemas.openxmlformats.org/drawingml/2006/main">
              <a:ext uri="{FF2B5EF4-FFF2-40B4-BE49-F238E27FC236}">
                <a16:creationId xmlns:a16="http://schemas.microsoft.com/office/drawing/2014/main" id="{DFD6B004-928E-4353-A7B8-60611B2EE357}"/>
              </a:ext>
            </a:extLst>
          </p:cNvPr>
          <p:cNvSpPr>
            <a:spLocks xmlns:a="http://schemas.openxmlformats.org/drawingml/2006/main" noGrp="1"/>
          </p:cNvSpPr>
          <p:nvPr/>
        </p:nvSpPr>
        <p:spPr>
          <a:xfrm xmlns:a="http://schemas.openxmlformats.org/drawingml/2006/main">
            <a:off x="4524375" y="1295400"/>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ガス組成、温度、圧力、E/N、使う計算法、必要な追加物理を入力する。</a:t>
            </a:r>
          </a:p>
        </p:txBody>
      </p:sp>
      <p:sp>
        <p:nvSpPr>
          <p:cNvPr id="6" name="">
            <a:extLst xmlns:a="http://schemas.openxmlformats.org/drawingml/2006/main">
              <a:ext uri="{FF2B5EF4-FFF2-40B4-BE49-F238E27FC236}">
                <a16:creationId xmlns:a16="http://schemas.microsoft.com/office/drawing/2014/main" id="{CBC17BE4-356E-46D4-AFB3-B751CF860EAE}"/>
              </a:ext>
            </a:extLst>
          </p:cNvPr>
          <p:cNvSpPr>
            <a:spLocks xmlns:a="http://schemas.openxmlformats.org/drawingml/2006/main" noGrp="1"/>
          </p:cNvSpPr>
          <p:nvPr/>
        </p:nvSpPr>
        <p:spPr>
          <a:xfrm xmlns:a="http://schemas.openxmlformats.org/drawingml/2006/main">
            <a:off x="1238250" y="1819275"/>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7" name="">
            <a:extLst xmlns:a="http://schemas.openxmlformats.org/drawingml/2006/main">
              <a:ext uri="{FF2B5EF4-FFF2-40B4-BE49-F238E27FC236}">
                <a16:creationId xmlns:a16="http://schemas.microsoft.com/office/drawing/2014/main" id="{7AA20CA9-2D5F-4EB1-8F13-3356AF555723}"/>
              </a:ext>
            </a:extLst>
          </p:cNvPr>
          <p:cNvSpPr>
            <a:spLocks xmlns:a="http://schemas.openxmlformats.org/drawingml/2006/main" noGrp="1"/>
          </p:cNvSpPr>
          <p:nvPr/>
        </p:nvSpPr>
        <p:spPr>
          <a:xfrm xmlns:a="http://schemas.openxmlformats.org/drawingml/2006/main">
            <a:off x="590550" y="202882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02</a:t>
            </a:r>
          </a:p>
        </p:txBody>
      </p:sp>
      <p:sp>
        <p:nvSpPr>
          <p:cNvPr id="8" name="">
            <a:extLst xmlns:a="http://schemas.openxmlformats.org/drawingml/2006/main">
              <a:ext uri="{FF2B5EF4-FFF2-40B4-BE49-F238E27FC236}">
                <a16:creationId xmlns:a16="http://schemas.microsoft.com/office/drawing/2014/main" id="{BF7596CE-3EEE-4B50-8975-0F29DC14EB36}"/>
              </a:ext>
            </a:extLst>
          </p:cNvPr>
          <p:cNvSpPr>
            <a:spLocks xmlns:a="http://schemas.openxmlformats.org/drawingml/2006/main" noGrp="1"/>
          </p:cNvSpPr>
          <p:nvPr/>
        </p:nvSpPr>
        <p:spPr>
          <a:xfrm xmlns:a="http://schemas.openxmlformats.org/drawingml/2006/main">
            <a:off x="1238250" y="2009775"/>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実行前に確認</a:t>
            </a:r>
          </a:p>
        </p:txBody>
      </p:sp>
      <p:sp>
        <p:nvSpPr>
          <p:cNvPr id="9" name="">
            <a:extLst xmlns:a="http://schemas.openxmlformats.org/drawingml/2006/main">
              <a:ext uri="{FF2B5EF4-FFF2-40B4-BE49-F238E27FC236}">
                <a16:creationId xmlns:a16="http://schemas.microsoft.com/office/drawing/2014/main" id="{B5782B18-24F5-4E5D-8C2F-5D1E03E8E7BB}"/>
              </a:ext>
            </a:extLst>
          </p:cNvPr>
          <p:cNvSpPr>
            <a:spLocks xmlns:a="http://schemas.openxmlformats.org/drawingml/2006/main" noGrp="1"/>
          </p:cNvSpPr>
          <p:nvPr/>
        </p:nvSpPr>
        <p:spPr>
          <a:xfrm xmlns:a="http://schemas.openxmlformats.org/drawingml/2006/main">
            <a:off x="4524375" y="2009775"/>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単位、断面積、各手法の対応範囲を確認し、未対応物理を黙って無視しない。</a:t>
            </a:r>
          </a:p>
        </p:txBody>
      </p:sp>
      <p:sp>
        <p:nvSpPr>
          <p:cNvPr id="10" name="">
            <a:extLst xmlns:a="http://schemas.openxmlformats.org/drawingml/2006/main">
              <a:ext uri="{FF2B5EF4-FFF2-40B4-BE49-F238E27FC236}">
                <a16:creationId xmlns:a16="http://schemas.microsoft.com/office/drawing/2014/main" id="{3A333B8E-3BBE-4746-8FC1-6B3899E138E2}"/>
              </a:ext>
            </a:extLst>
          </p:cNvPr>
          <p:cNvSpPr>
            <a:spLocks xmlns:a="http://schemas.openxmlformats.org/drawingml/2006/main" noGrp="1"/>
          </p:cNvSpPr>
          <p:nvPr/>
        </p:nvSpPr>
        <p:spPr>
          <a:xfrm xmlns:a="http://schemas.openxmlformats.org/drawingml/2006/main">
            <a:off x="1238250" y="2533650"/>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1" name="">
            <a:extLst xmlns:a="http://schemas.openxmlformats.org/drawingml/2006/main">
              <a:ext uri="{FF2B5EF4-FFF2-40B4-BE49-F238E27FC236}">
                <a16:creationId xmlns:a16="http://schemas.microsoft.com/office/drawing/2014/main" id="{2FBA15FD-F8A9-41F9-A3DF-F4DFFD8752C8}"/>
              </a:ext>
            </a:extLst>
          </p:cNvPr>
          <p:cNvSpPr>
            <a:spLocks xmlns:a="http://schemas.openxmlformats.org/drawingml/2006/main" noGrp="1"/>
          </p:cNvSpPr>
          <p:nvPr/>
        </p:nvSpPr>
        <p:spPr>
          <a:xfrm xmlns:a="http://schemas.openxmlformats.org/drawingml/2006/main">
            <a:off x="590550" y="274320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03</a:t>
            </a:r>
          </a:p>
        </p:txBody>
      </p:sp>
      <p:sp>
        <p:nvSpPr>
          <p:cNvPr id="12" name="">
            <a:extLst xmlns:a="http://schemas.openxmlformats.org/drawingml/2006/main">
              <a:ext uri="{FF2B5EF4-FFF2-40B4-BE49-F238E27FC236}">
                <a16:creationId xmlns:a16="http://schemas.microsoft.com/office/drawing/2014/main" id="{D9E693EB-AD62-45B0-B75F-3507DD8B6BD2}"/>
              </a:ext>
            </a:extLst>
          </p:cNvPr>
          <p:cNvSpPr>
            <a:spLocks xmlns:a="http://schemas.openxmlformats.org/drawingml/2006/main" noGrp="1"/>
          </p:cNvSpPr>
          <p:nvPr/>
        </p:nvSpPr>
        <p:spPr>
          <a:xfrm xmlns:a="http://schemas.openxmlformats.org/drawingml/2006/main">
            <a:off x="1238250" y="2724150"/>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4手法を実行</a:t>
            </a:r>
          </a:p>
        </p:txBody>
      </p:sp>
      <p:sp>
        <p:nvSpPr>
          <p:cNvPr id="13" name="">
            <a:extLst xmlns:a="http://schemas.openxmlformats.org/drawingml/2006/main">
              <a:ext uri="{FF2B5EF4-FFF2-40B4-BE49-F238E27FC236}">
                <a16:creationId xmlns:a16="http://schemas.microsoft.com/office/drawing/2014/main" id="{0D9B8DED-882E-452A-A701-8BC45EFFC01A}"/>
              </a:ext>
            </a:extLst>
          </p:cNvPr>
          <p:cNvSpPr>
            <a:spLocks xmlns:a="http://schemas.openxmlformats.org/drawingml/2006/main" noGrp="1"/>
          </p:cNvSpPr>
          <p:nvPr/>
        </p:nvSpPr>
        <p:spPr>
          <a:xfrm xmlns:a="http://schemas.openxmlformats.org/drawingml/2006/main">
            <a:off x="4524375" y="2724150"/>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各手法が自身の未知量と離散化でEEDF・物性を計算する。</a:t>
            </a:r>
          </a:p>
        </p:txBody>
      </p:sp>
      <p:sp>
        <p:nvSpPr>
          <p:cNvPr id="14" name="">
            <a:extLst xmlns:a="http://schemas.openxmlformats.org/drawingml/2006/main">
              <a:ext uri="{FF2B5EF4-FFF2-40B4-BE49-F238E27FC236}">
                <a16:creationId xmlns:a16="http://schemas.microsoft.com/office/drawing/2014/main" id="{4F08E8CD-46E7-44D0-B8B9-1AEBE750EEC1}"/>
              </a:ext>
            </a:extLst>
          </p:cNvPr>
          <p:cNvSpPr>
            <a:spLocks xmlns:a="http://schemas.openxmlformats.org/drawingml/2006/main" noGrp="1"/>
          </p:cNvSpPr>
          <p:nvPr/>
        </p:nvSpPr>
        <p:spPr>
          <a:xfrm xmlns:a="http://schemas.openxmlformats.org/drawingml/2006/main">
            <a:off x="1238250" y="3248025"/>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5" name="">
            <a:extLst xmlns:a="http://schemas.openxmlformats.org/drawingml/2006/main">
              <a:ext uri="{FF2B5EF4-FFF2-40B4-BE49-F238E27FC236}">
                <a16:creationId xmlns:a16="http://schemas.microsoft.com/office/drawing/2014/main" id="{2E913468-03C0-4023-B3C5-0FA1D241F96C}"/>
              </a:ext>
            </a:extLst>
          </p:cNvPr>
          <p:cNvSpPr>
            <a:spLocks xmlns:a="http://schemas.openxmlformats.org/drawingml/2006/main" noGrp="1"/>
          </p:cNvSpPr>
          <p:nvPr/>
        </p:nvSpPr>
        <p:spPr>
          <a:xfrm xmlns:a="http://schemas.openxmlformats.org/drawingml/2006/main">
            <a:off x="590550" y="345757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04</a:t>
            </a:r>
          </a:p>
        </p:txBody>
      </p:sp>
      <p:sp>
        <p:nvSpPr>
          <p:cNvPr id="16" name="">
            <a:extLst xmlns:a="http://schemas.openxmlformats.org/drawingml/2006/main">
              <a:ext uri="{FF2B5EF4-FFF2-40B4-BE49-F238E27FC236}">
                <a16:creationId xmlns:a16="http://schemas.microsoft.com/office/drawing/2014/main" id="{889394B0-AE74-409A-BDFA-DF262C192565}"/>
              </a:ext>
            </a:extLst>
          </p:cNvPr>
          <p:cNvSpPr>
            <a:spLocks xmlns:a="http://schemas.openxmlformats.org/drawingml/2006/main" noGrp="1"/>
          </p:cNvSpPr>
          <p:nvPr/>
        </p:nvSpPr>
        <p:spPr>
          <a:xfrm xmlns:a="http://schemas.openxmlformats.org/drawingml/2006/main">
            <a:off x="1238250" y="3438525"/>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数値品質を確認</a:t>
            </a:r>
          </a:p>
        </p:txBody>
      </p:sp>
      <p:sp>
        <p:nvSpPr>
          <p:cNvPr id="17" name="">
            <a:extLst xmlns:a="http://schemas.openxmlformats.org/drawingml/2006/main">
              <a:ext uri="{FF2B5EF4-FFF2-40B4-BE49-F238E27FC236}">
                <a16:creationId xmlns:a16="http://schemas.microsoft.com/office/drawing/2014/main" id="{E4B6E17B-B6D8-4388-B95F-C1AE695BB05C}"/>
              </a:ext>
            </a:extLst>
          </p:cNvPr>
          <p:cNvSpPr>
            <a:spLocks xmlns:a="http://schemas.openxmlformats.org/drawingml/2006/main" noGrp="1"/>
          </p:cNvSpPr>
          <p:nvPr/>
        </p:nvSpPr>
        <p:spPr>
          <a:xfrm xmlns:a="http://schemas.openxmlformats.org/drawingml/2006/main">
            <a:off x="4524375" y="3438525"/>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9485"/>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正規化、残差、格子／Lmax収束、Monte Carlo統計、高エネルギー尾部の範囲を確認する。</a:t>
            </a:r>
          </a:p>
        </p:txBody>
      </p:sp>
      <p:sp>
        <p:nvSpPr>
          <p:cNvPr id="18" name="">
            <a:extLst xmlns:a="http://schemas.openxmlformats.org/drawingml/2006/main">
              <a:ext uri="{FF2B5EF4-FFF2-40B4-BE49-F238E27FC236}">
                <a16:creationId xmlns:a16="http://schemas.microsoft.com/office/drawing/2014/main" id="{91A5FE38-0634-4ED0-87B5-41F64D65BCBE}"/>
              </a:ext>
            </a:extLst>
          </p:cNvPr>
          <p:cNvSpPr>
            <a:spLocks xmlns:a="http://schemas.openxmlformats.org/drawingml/2006/main" noGrp="1"/>
          </p:cNvSpPr>
          <p:nvPr/>
        </p:nvSpPr>
        <p:spPr>
          <a:xfrm xmlns:a="http://schemas.openxmlformats.org/drawingml/2006/main">
            <a:off x="1238250" y="3962400"/>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9" name="">
            <a:extLst xmlns:a="http://schemas.openxmlformats.org/drawingml/2006/main">
              <a:ext uri="{FF2B5EF4-FFF2-40B4-BE49-F238E27FC236}">
                <a16:creationId xmlns:a16="http://schemas.microsoft.com/office/drawing/2014/main" id="{CB955A16-3170-470F-BB14-284E6B23856E}"/>
              </a:ext>
            </a:extLst>
          </p:cNvPr>
          <p:cNvSpPr>
            <a:spLocks xmlns:a="http://schemas.openxmlformats.org/drawingml/2006/main" noGrp="1"/>
          </p:cNvSpPr>
          <p:nvPr/>
        </p:nvSpPr>
        <p:spPr>
          <a:xfrm xmlns:a="http://schemas.openxmlformats.org/drawingml/2006/main">
            <a:off x="590550" y="417195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05</a:t>
            </a:r>
          </a:p>
        </p:txBody>
      </p:sp>
      <p:sp>
        <p:nvSpPr>
          <p:cNvPr id="20" name="">
            <a:extLst xmlns:a="http://schemas.openxmlformats.org/drawingml/2006/main">
              <a:ext uri="{FF2B5EF4-FFF2-40B4-BE49-F238E27FC236}">
                <a16:creationId xmlns:a16="http://schemas.microsoft.com/office/drawing/2014/main" id="{4A629B7F-2C44-4D8F-A1EC-C3983B09271F}"/>
              </a:ext>
            </a:extLst>
          </p:cNvPr>
          <p:cNvSpPr>
            <a:spLocks xmlns:a="http://schemas.openxmlformats.org/drawingml/2006/main" noGrp="1"/>
          </p:cNvSpPr>
          <p:nvPr/>
        </p:nvSpPr>
        <p:spPr>
          <a:xfrm xmlns:a="http://schemas.openxmlformats.org/drawingml/2006/main">
            <a:off x="1238250" y="4152900"/>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同一定義で比較</a:t>
            </a:r>
          </a:p>
        </p:txBody>
      </p:sp>
      <p:sp>
        <p:nvSpPr>
          <p:cNvPr id="21" name="">
            <a:extLst xmlns:a="http://schemas.openxmlformats.org/drawingml/2006/main">
              <a:ext uri="{FF2B5EF4-FFF2-40B4-BE49-F238E27FC236}">
                <a16:creationId xmlns:a16="http://schemas.microsoft.com/office/drawing/2014/main" id="{3E44E82A-6F31-4B16-B7F5-EABDFA195095}"/>
              </a:ext>
            </a:extLst>
          </p:cNvPr>
          <p:cNvSpPr>
            <a:spLocks xmlns:a="http://schemas.openxmlformats.org/drawingml/2006/main" noGrp="1"/>
          </p:cNvSpPr>
          <p:nvPr/>
        </p:nvSpPr>
        <p:spPr>
          <a:xfrm xmlns:a="http://schemas.openxmlformats.org/drawingml/2006/main">
            <a:off x="4524375" y="4152900"/>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共通エネルギー格子と同じ輸送量定義で、EEDF・平均量・反応速度を比較する。</a:t>
            </a:r>
          </a:p>
        </p:txBody>
      </p:sp>
      <p:sp>
        <p:nvSpPr>
          <p:cNvPr id="22" name="">
            <a:extLst xmlns:a="http://schemas.openxmlformats.org/drawingml/2006/main">
              <a:ext uri="{FF2B5EF4-FFF2-40B4-BE49-F238E27FC236}">
                <a16:creationId xmlns:a16="http://schemas.microsoft.com/office/drawing/2014/main" id="{00B2DD52-F2DF-48A0-B474-32319F11CBAB}"/>
              </a:ext>
            </a:extLst>
          </p:cNvPr>
          <p:cNvSpPr>
            <a:spLocks xmlns:a="http://schemas.openxmlformats.org/drawingml/2006/main" noGrp="1"/>
          </p:cNvSpPr>
          <p:nvPr/>
        </p:nvSpPr>
        <p:spPr>
          <a:xfrm xmlns:a="http://schemas.openxmlformats.org/drawingml/2006/main">
            <a:off x="1238250" y="4676775"/>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23" name="">
            <a:extLst xmlns:a="http://schemas.openxmlformats.org/drawingml/2006/main">
              <a:ext uri="{FF2B5EF4-FFF2-40B4-BE49-F238E27FC236}">
                <a16:creationId xmlns:a16="http://schemas.microsoft.com/office/drawing/2014/main" id="{DFCDC6AC-41D3-4789-B387-5C54562A067B}"/>
              </a:ext>
            </a:extLst>
          </p:cNvPr>
          <p:cNvSpPr>
            <a:spLocks xmlns:a="http://schemas.openxmlformats.org/drawingml/2006/main" noGrp="1"/>
          </p:cNvSpPr>
          <p:nvPr/>
        </p:nvSpPr>
        <p:spPr>
          <a:xfrm xmlns:a="http://schemas.openxmlformats.org/drawingml/2006/main">
            <a:off x="590550" y="488632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06</a:t>
            </a:r>
          </a:p>
        </p:txBody>
      </p:sp>
      <p:sp>
        <p:nvSpPr>
          <p:cNvPr id="24" name="">
            <a:extLst xmlns:a="http://schemas.openxmlformats.org/drawingml/2006/main">
              <a:ext uri="{FF2B5EF4-FFF2-40B4-BE49-F238E27FC236}">
                <a16:creationId xmlns:a16="http://schemas.microsoft.com/office/drawing/2014/main" id="{D2EB2748-65D9-49EA-9DBB-7A069EE2CFB4}"/>
              </a:ext>
            </a:extLst>
          </p:cNvPr>
          <p:cNvSpPr>
            <a:spLocks xmlns:a="http://schemas.openxmlformats.org/drawingml/2006/main" noGrp="1"/>
          </p:cNvSpPr>
          <p:nvPr/>
        </p:nvSpPr>
        <p:spPr>
          <a:xfrm xmlns:a="http://schemas.openxmlformats.org/drawingml/2006/main">
            <a:off x="1238250" y="4867275"/>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COMSOL表を出力</a:t>
            </a:r>
          </a:p>
        </p:txBody>
      </p:sp>
      <p:sp>
        <p:nvSpPr>
          <p:cNvPr id="25" name="">
            <a:extLst xmlns:a="http://schemas.openxmlformats.org/drawingml/2006/main">
              <a:ext uri="{FF2B5EF4-FFF2-40B4-BE49-F238E27FC236}">
                <a16:creationId xmlns:a16="http://schemas.microsoft.com/office/drawing/2014/main" id="{29554F5E-F15C-447B-A980-04F324DD99EE}"/>
              </a:ext>
            </a:extLst>
          </p:cNvPr>
          <p:cNvSpPr>
            <a:spLocks xmlns:a="http://schemas.openxmlformats.org/drawingml/2006/main" noGrp="1"/>
          </p:cNvSpPr>
          <p:nvPr/>
        </p:nvSpPr>
        <p:spPr>
          <a:xfrm xmlns:a="http://schemas.openxmlformats.org/drawingml/2006/main">
            <a:off x="4524375" y="4867275"/>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採用条件を満たした結果だけを、単位・出典・対応範囲とともに表へ変換する。</a:t>
            </a:r>
          </a:p>
        </p:txBody>
      </p:sp>
      <p:sp>
        <p:nvSpPr>
          <p:cNvPr id="26" name="">
            <a:extLst xmlns:a="http://schemas.openxmlformats.org/drawingml/2006/main">
              <a:ext uri="{FF2B5EF4-FFF2-40B4-BE49-F238E27FC236}">
                <a16:creationId xmlns:a16="http://schemas.microsoft.com/office/drawing/2014/main" id="{5675AB33-5951-4F24-97E1-AE5A8B8F3134}"/>
              </a:ext>
            </a:extLst>
          </p:cNvPr>
          <p:cNvSpPr>
            <a:spLocks xmlns:a="http://schemas.openxmlformats.org/drawingml/2006/main" noGrp="1"/>
          </p:cNvSpPr>
          <p:nvPr/>
        </p:nvSpPr>
        <p:spPr>
          <a:xfrm xmlns:a="http://schemas.openxmlformats.org/drawingml/2006/main">
            <a:off x="838200" y="56197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設計上の要点</a:t>
            </a:r>
          </a:p>
        </p:txBody>
      </p:sp>
      <p:sp>
        <p:nvSpPr>
          <p:cNvPr id="27" name="">
            <a:extLst xmlns:a="http://schemas.openxmlformats.org/drawingml/2006/main">
              <a:ext uri="{FF2B5EF4-FFF2-40B4-BE49-F238E27FC236}">
                <a16:creationId xmlns:a16="http://schemas.microsoft.com/office/drawing/2014/main" id="{06519C55-BAE5-4405-B0B8-27412E3F34D8}"/>
              </a:ext>
            </a:extLst>
          </p:cNvPr>
          <p:cNvSpPr>
            <a:spLocks xmlns:a="http://schemas.openxmlformats.org/drawingml/2006/main" noGrp="1"/>
          </p:cNvSpPr>
          <p:nvPr/>
        </p:nvSpPr>
        <p:spPr>
          <a:xfrm xmlns:a="http://schemas.openxmlformats.org/drawingml/2006/main">
            <a:off x="2524125" y="552450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計算法の選択と追加物理の要求を分離し、各手法がどう扱ったかを結果に残す。</a:t>
            </a:r>
          </a:p>
        </p:txBody>
      </p:sp>
      <p:sp>
        <p:nvSpPr>
          <p:cNvPr id="28" name="takeaway-bullet">
            <a:extLst xmlns:a="http://schemas.openxmlformats.org/drawingml/2006/main">
              <a:ext uri="{FF2B5EF4-FFF2-40B4-BE49-F238E27FC236}">
                <a16:creationId xmlns:a16="http://schemas.microsoft.com/office/drawing/2014/main" id="{AD12EFB5-11D0-4C5D-B5E2-5BDF776C0F5B}"/>
              </a:ext>
            </a:extLst>
          </p:cNvPr>
          <p:cNvSpPr>
            <a:spLocks xmlns:a="http://schemas.openxmlformats.org/drawingml/2006/main" noGrp="1"/>
          </p:cNvSpPr>
          <p:nvPr/>
        </p:nvSpPr>
        <p:spPr>
          <a:xfrm xmlns:a="http://schemas.openxmlformats.org/drawingml/2006/main">
            <a:off x="457200" y="60864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9" name="takeaway">
            <a:extLst xmlns:a="http://schemas.openxmlformats.org/drawingml/2006/main">
              <a:ext uri="{FF2B5EF4-FFF2-40B4-BE49-F238E27FC236}">
                <a16:creationId xmlns:a16="http://schemas.microsoft.com/office/drawing/2014/main" id="{2507E8F9-624D-4BD1-9A86-1A0734123C54}"/>
              </a:ext>
            </a:extLst>
          </p:cNvPr>
          <p:cNvSpPr>
            <a:spLocks xmlns:a="http://schemas.openxmlformats.org/drawingml/2006/main" noGrp="1"/>
          </p:cNvSpPr>
          <p:nvPr/>
        </p:nvSpPr>
        <p:spPr>
          <a:xfrm xmlns:a="http://schemas.openxmlformats.org/drawingml/2006/main">
            <a:off x="647700" y="5962650"/>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処理名ではなく、各段階で何の物理・単位・証拠を確認するかを追う。</a:t>
            </a:r>
          </a:p>
        </p:txBody>
      </p:sp>
      <p:sp>
        <p:nvSpPr>
          <p:cNvPr id="31" name="footer">
            <a:extLst xmlns:a="http://schemas.openxmlformats.org/drawingml/2006/main">
              <a:ext uri="{FF2B5EF4-FFF2-40B4-BE49-F238E27FC236}">
                <a16:creationId xmlns:a16="http://schemas.microsoft.com/office/drawing/2014/main" id="{1A98FCDC-3492-4C05-846F-A773AC9EC5C2}"/>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32" name="page">
            <a:extLst xmlns:a="http://schemas.openxmlformats.org/drawingml/2006/main">
              <a:ext uri="{FF2B5EF4-FFF2-40B4-BE49-F238E27FC236}">
                <a16:creationId xmlns:a16="http://schemas.microsoft.com/office/drawing/2014/main" id="{5BAD5885-227F-4D79-A0B6-058386990A3D}"/>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24</a:t>
            </a:r>
          </a:p>
        </p:txBody>
      </p:sp>
      <p:sp>
        <p:nvSpPr>
          <p:cNvPr id="33" name="section">
            <a:extLst xmlns:a="http://schemas.openxmlformats.org/drawingml/2006/main">
              <a:ext uri="{FF2B5EF4-FFF2-40B4-BE49-F238E27FC236}">
                <a16:creationId xmlns:a16="http://schemas.microsoft.com/office/drawing/2014/main" id="{8DC53E86-2B2E-43EA-AC9D-EF4661A683F6}"/>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III. 比較と実装</a:t>
            </a:r>
          </a:p>
        </p:txBody>
      </p:sp>
    </p:spTree>
    <p:extLst>
      <p:ext uri="{BB962C8B-B14F-4D97-AF65-F5344CB8AC3E}">
        <p14:creationId xmlns:p14="http://schemas.microsoft.com/office/powerpoint/2010/main" val="128667486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6CAE6BF5-DF89-4D12-AD5B-43A40B6E5289}"/>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コード用語を、物理用語に言い換える</a:t>
            </a:r>
          </a:p>
        </p:txBody>
      </p:sp>
      <p:graphicFrame>
        <p:nvGraphicFramePr>
          <p:cNvPr id="13" name=""/>
          <p:cNvGraphicFramePr/>
          <p:nvPr/>
        </p:nvGraphicFramePr>
        <p:xfrm>
          <a:off xmlns:a="http://schemas.openxmlformats.org/drawingml/2006/main" x="428625" y="1333500"/>
          <a:ext xmlns:a="http://schemas.openxmlformats.org/drawingml/2006/main" cx="11334750" cy="4333875"/>
        </p:xfrm>
        <a:graphic xmlns:a="http://schemas.openxmlformats.org/drawingml/2006/main">
          <a:graphicData uri="http://schemas.openxmlformats.org/drawingml/2006/table">
            <a:tbl>
              <a:tblPr/>
              <a:tblGrid>
                <a:gridCol w="2867828"/>
                <a:gridCol w="2731265"/>
                <a:gridCol w="5735657"/>
              </a:tblGrid>
              <a:tr h="481542">
                <a:tc>
                  <a:txBody>
                    <a:bodyPr lIns="57150" tIns="47625" rIns="57150" bIns="47625">
                      <a:normAutofit/>
                    </a:bodyPr>
                    <a:lstStyle/>
                    <a:p>
                      <a:pPr algn="l">
                        <a:buNone/>
                      </a:pPr>
                      <a:r>
                        <a:rPr sz="1125" b="1">
                          <a:solidFill>
                            <a:srgbClr val="FFFFFF"/>
                          </a:solidFill>
                          <a:latin typeface="Noto Sans JP"/>
                          <a:ea typeface="Noto Sans JP"/>
                          <a:cs typeface="Noto Sans JP"/>
                        </a:rPr>
                        <a:t>コード・ファイル中の名称</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この資料での呼び方</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意味</a:t>
                      </a:r>
                    </a:p>
                  </a:txBody>
                  <a:tcPr marL="91440" marR="91440" marT="45720" marB="45720" anchor="ctr">
                    <a:solidFill>
                      <a:srgbClr val="00A6D6"/>
                    </a:solidFill>
                  </a:tcPr>
                </a:tc>
              </a:tr>
              <a:tr h="481542">
                <a:tc>
                  <a:txBody>
                    <a:bodyPr lIns="57150" tIns="47625" rIns="57150" bIns="47625">
                      <a:normAutofit/>
                    </a:bodyPr>
                    <a:lstStyle/>
                    <a:p>
                      <a:pPr algn="l">
                        <a:buNone/>
                      </a:pPr>
                      <a:r>
                        <a:rPr sz="975" b="1">
                          <a:solidFill>
                            <a:srgbClr val="333333"/>
                          </a:solidFill>
                          <a:latin typeface="Noto Sans JP"/>
                          <a:ea typeface="Noto Sans JP"/>
                          <a:cs typeface="Noto Sans JP"/>
                        </a:rPr>
                        <a:t>run.solvers</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使用する計算法</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two-term、multi-term、Monte Carlo、propagatorの選択</a:t>
                      </a:r>
                    </a:p>
                  </a:txBody>
                  <a:tcPr marL="91440" marR="91440" marT="45720" marB="45720" anchor="ctr">
                    <a:solidFill>
                      <a:srgbClr val="FFFFFF"/>
                    </a:solidFill>
                  </a:tcPr>
                </a:tc>
              </a:tr>
              <a:tr h="481542">
                <a:tc>
                  <a:txBody>
                    <a:bodyPr lIns="57150" tIns="47625" rIns="57150" bIns="47625">
                      <a:normAutofit/>
                    </a:bodyPr>
                    <a:lstStyle/>
                    <a:p>
                      <a:pPr algn="l">
                        <a:buNone/>
                      </a:pPr>
                      <a:r>
                        <a:rPr sz="975" b="1">
                          <a:solidFill>
                            <a:srgbClr val="333333"/>
                          </a:solidFill>
                          <a:latin typeface="Noto Sans JP"/>
                          <a:ea typeface="Noto Sans JP"/>
                          <a:cs typeface="Noto Sans JP"/>
                        </a:rPr>
                        <a:t>physics.features</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追加する物理モデル</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e–e衝突、B場、角度散乱などの要求</a:t>
                      </a:r>
                    </a:p>
                  </a:txBody>
                  <a:tcPr marL="91440" marR="91440" marT="45720" marB="45720" anchor="ctr">
                    <a:solidFill>
                      <a:srgbClr val="F2F3F4"/>
                    </a:solidFill>
                  </a:tcPr>
                </a:tc>
              </a:tr>
              <a:tr h="481542">
                <a:tc>
                  <a:txBody>
                    <a:bodyPr lIns="57150" tIns="47625" rIns="57150" bIns="47625">
                      <a:normAutofit/>
                    </a:bodyPr>
                    <a:lstStyle/>
                    <a:p>
                      <a:pPr algn="l">
                        <a:buNone/>
                      </a:pPr>
                      <a:r>
                        <a:rPr sz="975" b="1">
                          <a:solidFill>
                            <a:srgbClr val="333333"/>
                          </a:solidFill>
                          <a:latin typeface="Noto Sans JP"/>
                          <a:ea typeface="Noto Sans JP"/>
                          <a:cs typeface="Noto Sans JP"/>
                        </a:rPr>
                        <a:t>solve plan</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実行前の組み合わせ表</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どの手法が要求物理を実行・近似・不対応とするか</a:t>
                      </a:r>
                    </a:p>
                  </a:txBody>
                  <a:tcPr marL="91440" marR="91440" marT="45720" marB="45720" anchor="ctr">
                    <a:solidFill>
                      <a:srgbClr val="FFFFFF"/>
                    </a:solidFill>
                  </a:tcPr>
                </a:tc>
              </a:tr>
              <a:tr h="481542">
                <a:tc>
                  <a:txBody>
                    <a:bodyPr lIns="57150" tIns="47625" rIns="57150" bIns="47625">
                      <a:normAutofit/>
                    </a:bodyPr>
                    <a:lstStyle/>
                    <a:p>
                      <a:pPr algn="l">
                        <a:buNone/>
                      </a:pPr>
                      <a:r>
                        <a:rPr sz="975" b="1">
                          <a:solidFill>
                            <a:srgbClr val="333333"/>
                          </a:solidFill>
                          <a:latin typeface="Noto Sans JP"/>
                          <a:ea typeface="Noto Sans JP"/>
                          <a:cs typeface="Noto Sans JP"/>
                        </a:rPr>
                        <a:t>canonical result</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4手法共通の結果形式</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EEDF、物性、数値品質、仮定を同じ項目で保存</a:t>
                      </a:r>
                    </a:p>
                  </a:txBody>
                  <a:tcPr marL="91440" marR="91440" marT="45720" marB="45720" anchor="ctr">
                    <a:solidFill>
                      <a:srgbClr val="F2F3F4"/>
                    </a:solidFill>
                  </a:tcPr>
                </a:tc>
              </a:tr>
              <a:tr h="481542">
                <a:tc>
                  <a:txBody>
                    <a:bodyPr lIns="57150" tIns="47625" rIns="57150" bIns="47625">
                      <a:normAutofit/>
                    </a:bodyPr>
                    <a:lstStyle/>
                    <a:p>
                      <a:pPr algn="l">
                        <a:buNone/>
                      </a:pPr>
                      <a:r>
                        <a:rPr sz="975" b="1">
                          <a:solidFill>
                            <a:srgbClr val="333333"/>
                          </a:solidFill>
                          <a:latin typeface="Noto Sans JP"/>
                          <a:ea typeface="Noto Sans JP"/>
                          <a:cs typeface="Noto Sans JP"/>
                        </a:rPr>
                        <a:t>quality gate</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採用判定条件</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正規化・収束・統計誤差などの最低条件</a:t>
                      </a:r>
                    </a:p>
                  </a:txBody>
                  <a:tcPr marL="91440" marR="91440" marT="45720" marB="45720" anchor="ctr">
                    <a:solidFill>
                      <a:srgbClr val="FFFFFF"/>
                    </a:solidFill>
                  </a:tcPr>
                </a:tc>
              </a:tr>
              <a:tr h="481542">
                <a:tc>
                  <a:txBody>
                    <a:bodyPr lIns="57150" tIns="47625" rIns="57150" bIns="47625">
                      <a:normAutofit/>
                    </a:bodyPr>
                    <a:lstStyle/>
                    <a:p>
                      <a:pPr algn="l">
                        <a:buNone/>
                      </a:pPr>
                      <a:r>
                        <a:rPr sz="975" b="1">
                          <a:solidFill>
                            <a:srgbClr val="333333"/>
                          </a:solidFill>
                          <a:latin typeface="Noto Sans JP"/>
                          <a:ea typeface="Noto Sans JP"/>
                          <a:cs typeface="Noto Sans JP"/>
                        </a:rPr>
                        <a:t>COMSOL input bundle</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COMSOLへ渡す表一式</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物性表、EEDF表、単位、出典、対応範囲</a:t>
                      </a:r>
                    </a:p>
                  </a:txBody>
                  <a:tcPr marL="91440" marR="91440" marT="45720" marB="45720" anchor="ctr">
                    <a:solidFill>
                      <a:srgbClr val="F2F3F4"/>
                    </a:solidFill>
                  </a:tcPr>
                </a:tc>
              </a:tr>
              <a:tr h="481542">
                <a:tc>
                  <a:txBody>
                    <a:bodyPr lIns="57150" tIns="47625" rIns="57150" bIns="47625">
                      <a:normAutofit/>
                    </a:bodyPr>
                    <a:lstStyle/>
                    <a:p>
                      <a:pPr algn="l">
                        <a:buNone/>
                      </a:pPr>
                      <a:r>
                        <a:rPr sz="975" b="1">
                          <a:solidFill>
                            <a:srgbClr val="333333"/>
                          </a:solidFill>
                          <a:latin typeface="Noto Sans JP"/>
                          <a:ea typeface="Noto Sans JP"/>
                          <a:cs typeface="Noto Sans JP"/>
                        </a:rPr>
                        <a:t>model adapter / map</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個別MPHの変数対応</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表の列をCOMSOL変数・反応・解析ステップへ結び付ける設定</a:t>
                      </a:r>
                    </a:p>
                  </a:txBody>
                  <a:tcPr marL="91440" marR="91440" marT="45720" marB="45720" anchor="ctr">
                    <a:solidFill>
                      <a:srgbClr val="FFFFFF"/>
                    </a:solidFill>
                  </a:tcPr>
                </a:tc>
              </a:tr>
              <a:tr h="481542">
                <a:tc>
                  <a:txBody>
                    <a:bodyPr lIns="57150" tIns="47625" rIns="57150" bIns="47625">
                      <a:normAutofit/>
                    </a:bodyPr>
                    <a:lstStyle/>
                    <a:p>
                      <a:pPr algn="l">
                        <a:buNone/>
                      </a:pPr>
                      <a:r>
                        <a:rPr sz="975" b="1">
                          <a:solidFill>
                            <a:srgbClr val="333333"/>
                          </a:solidFill>
                          <a:latin typeface="Noto Sans JP"/>
                          <a:ea typeface="Noto Sans JP"/>
                          <a:cs typeface="Noto Sans JP"/>
                        </a:rPr>
                        <a:t>closure owner</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物性値の供給元</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SwarmとCOMSOLのどちらが各係数を与えるか</a:t>
                      </a:r>
                    </a:p>
                  </a:txBody>
                  <a:tcPr marL="91440" marR="91440" marT="45720" marB="45720" anchor="ctr">
                    <a:solidFill>
                      <a:srgbClr val="F2F3F4"/>
                    </a:solidFill>
                  </a:tcPr>
                </a:tc>
              </a:tr>
            </a:tbl>
          </a:graphicData>
        </a:graphic>
      </p:graphicFrame>
      <p:sp>
        <p:nvSpPr>
          <p:cNvPr id="4" name="takeaway-bullet">
            <a:extLst xmlns:a="http://schemas.openxmlformats.org/drawingml/2006/main">
              <a:ext uri="{FF2B5EF4-FFF2-40B4-BE49-F238E27FC236}">
                <a16:creationId xmlns:a16="http://schemas.microsoft.com/office/drawing/2014/main" id="{41886E6A-0B56-4AEC-9EC5-9477C7EF425A}"/>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5" name="takeaway">
            <a:extLst xmlns:a="http://schemas.openxmlformats.org/drawingml/2006/main">
              <a:ext uri="{FF2B5EF4-FFF2-40B4-BE49-F238E27FC236}">
                <a16:creationId xmlns:a16="http://schemas.microsoft.com/office/drawing/2014/main" id="{2CB7754C-F67F-4A0B-90FA-DE1999AFA470}"/>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コード名は追跡性のために残す。説明の主語は、物理量・近似・採用条件・装置判断に置く。</a:t>
            </a:r>
          </a:p>
        </p:txBody>
      </p:sp>
      <p:sp>
        <p:nvSpPr>
          <p:cNvPr id="7" name="footer">
            <a:extLst xmlns:a="http://schemas.openxmlformats.org/drawingml/2006/main">
              <a:ext uri="{FF2B5EF4-FFF2-40B4-BE49-F238E27FC236}">
                <a16:creationId xmlns:a16="http://schemas.microsoft.com/office/drawing/2014/main" id="{89059803-651B-4CFF-B946-56CDB47FADB9}"/>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8" name="page">
            <a:extLst xmlns:a="http://schemas.openxmlformats.org/drawingml/2006/main">
              <a:ext uri="{FF2B5EF4-FFF2-40B4-BE49-F238E27FC236}">
                <a16:creationId xmlns:a16="http://schemas.microsoft.com/office/drawing/2014/main" id="{630C6538-3543-4136-83D8-B62E8394B558}"/>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25</a:t>
            </a:r>
          </a:p>
        </p:txBody>
      </p:sp>
      <p:sp>
        <p:nvSpPr>
          <p:cNvPr id="10" name="section">
            <a:extLst xmlns:a="http://schemas.openxmlformats.org/drawingml/2006/main">
              <a:ext uri="{FF2B5EF4-FFF2-40B4-BE49-F238E27FC236}">
                <a16:creationId xmlns:a16="http://schemas.microsoft.com/office/drawing/2014/main" id="{B1344027-1F19-4D2F-ABB5-7E8C8B06D57D}"/>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III. 比較と実装</a:t>
            </a:r>
          </a:p>
        </p:txBody>
      </p:sp>
    </p:spTree>
    <p:extLst>
      <p:ext uri="{BB962C8B-B14F-4D97-AF65-F5344CB8AC3E}">
        <p14:creationId xmlns:p14="http://schemas.microsoft.com/office/powerpoint/2010/main" val="146195751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3CC2F97-5560-4ECC-BDE7-52F46C6C9BD8}"/>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7" name="">
            <a:extLst xmlns:a="http://schemas.openxmlformats.org/drawingml/2006/main">
              <a:ext uri="{FF2B5EF4-FFF2-40B4-BE49-F238E27FC236}">
                <a16:creationId xmlns:a16="http://schemas.microsoft.com/office/drawing/2014/main" id="{75A97D45-739E-466C-9004-A1AA17BDB2A1}"/>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26</a:t>
            </a:r>
          </a:p>
        </p:txBody>
      </p:sp>
      <p:graphicFrame>
        <p:nvGraphicFramePr>
          <p:cNvPr id="26" name=""/>
          <p:cNvGraphicFramePr/>
          <p:nvPr/>
        </p:nvGraphicFramePr>
        <p:xfrm>
          <a:off xmlns:a="http://schemas.openxmlformats.org/drawingml/2006/main" x="495300" y="1476375"/>
          <a:ext xmlns:a="http://schemas.openxmlformats.org/drawingml/2006/main" cx="11125200" cy="2857500"/>
        </p:xfrm>
        <a:graphic xmlns:a="http://schemas.openxmlformats.org/drawingml/2006/main">
          <a:graphicData uri="http://schemas.openxmlformats.org/drawingml/2006/table">
            <a:tbl>
              <a:tblPr firstRow="1" bandRow="0"/>
              <a:tblGrid>
                <a:gridCol w="2286000"/>
                <a:gridCol w="1143000"/>
                <a:gridCol w="2857500"/>
                <a:gridCol w="4838700"/>
              </a:tblGrid>
              <a:tr h="571500">
                <a:tc>
                  <a:txBody>
                    <a:bodyPr lIns="57150" tIns="38100" rIns="47625" bIns="38100">
                      <a:normAutofit/>
                    </a:bodyPr>
                    <a:lstStyle/>
                    <a:p>
                      <a:pPr algn="l">
                        <a:buNone/>
                      </a:pPr>
                      <a:r>
                        <a:rPr sz="1050" b="1">
                          <a:solidFill>
                            <a:srgbClr val="FFFFFF"/>
                          </a:solidFill>
                          <a:latin typeface="Noto Sans JP"/>
                          <a:ea typeface="Noto Sans JP"/>
                          <a:cs typeface="Noto Sans JP"/>
                        </a:rPr>
                        <a:t>ガス／断面積セット</a:t>
                      </a:r>
                    </a:p>
                  </a:txBody>
                  <a:tcPr marL="91440" marR="91440" marT="45720" marB="45720" anchor="ctr">
                    <a:solidFill>
                      <a:srgbClr val="00A6D9"/>
                    </a:solidFill>
                  </a:tcPr>
                </a:tc>
                <a:tc>
                  <a:txBody>
                    <a:bodyPr lIns="57150" tIns="38100" rIns="47625" bIns="38100">
                      <a:normAutofit/>
                    </a:bodyPr>
                    <a:lstStyle/>
                    <a:p>
                      <a:pPr algn="ctr">
                        <a:buNone/>
                      </a:pPr>
                      <a:r>
                        <a:rPr sz="1050" b="1">
                          <a:solidFill>
                            <a:srgbClr val="FFFFFF"/>
                          </a:solidFill>
                          <a:latin typeface="Noto Sans JP"/>
                          <a:ea typeface="Noto Sans JP"/>
                          <a:cs typeface="Noto Sans JP"/>
                        </a:rPr>
                        <a:t>衝突過程数</a:t>
                      </a:r>
                    </a:p>
                  </a:txBody>
                  <a:tcPr marL="91440" marR="91440" marT="45720" marB="45720" anchor="ctr">
                    <a:solidFill>
                      <a:srgbClr val="00A6D9"/>
                    </a:solidFill>
                  </a:tcPr>
                </a:tc>
                <a:tc>
                  <a:txBody>
                    <a:bodyPr lIns="57150" tIns="38100" rIns="47625" bIns="38100">
                      <a:normAutofit/>
                    </a:bodyPr>
                    <a:lstStyle/>
                    <a:p>
                      <a:pPr algn="ctr">
                        <a:buNone/>
                      </a:pPr>
                      <a:r>
                        <a:rPr sz="1050" b="1">
                          <a:solidFill>
                            <a:srgbClr val="FFFFFF"/>
                          </a:solidFill>
                          <a:latin typeface="Noto Sans JP"/>
                          <a:ea typeface="Noto Sans JP"/>
                          <a:cs typeface="Noto Sans JP"/>
                        </a:rPr>
                        <a:t>本比較で使用</a:t>
                      </a:r>
                    </a:p>
                  </a:txBody>
                  <a:tcPr marL="91440" marR="91440" marT="45720" marB="45720" anchor="ctr">
                    <a:solidFill>
                      <a:srgbClr val="00A6D9"/>
                    </a:solidFill>
                  </a:tcPr>
                </a:tc>
                <a:tc>
                  <a:txBody>
                    <a:bodyPr lIns="57150" tIns="38100" rIns="47625" bIns="38100">
                      <a:normAutofit/>
                    </a:bodyPr>
                    <a:lstStyle/>
                    <a:p>
                      <a:pPr algn="ctr">
                        <a:buNone/>
                      </a:pPr>
                      <a:r>
                        <a:rPr sz="1050" b="1">
                          <a:solidFill>
                            <a:srgbClr val="FFFFFF"/>
                          </a:solidFill>
                          <a:latin typeface="Noto Sans JP"/>
                          <a:ea typeface="Noto Sans JP"/>
                          <a:cs typeface="Noto Sans JP"/>
                        </a:rPr>
                        <a:t>注意点</a:t>
                      </a:r>
                    </a:p>
                  </a:txBody>
                  <a:tcPr marL="91440" marR="91440" marT="45720" marB="45720" anchor="ctr">
                    <a:solidFill>
                      <a:srgbClr val="00A6D9"/>
                    </a:solidFill>
                  </a:tcPr>
                </a:tc>
              </a:tr>
              <a:tr h="571500">
                <a:tc>
                  <a:txBody>
                    <a:bodyPr lIns="57150" tIns="38100" rIns="47625" bIns="38100">
                      <a:normAutofit/>
                    </a:bodyPr>
                    <a:lstStyle/>
                    <a:p>
                      <a:pPr algn="l">
                        <a:buNone/>
                      </a:pPr>
                      <a:r>
                        <a:rPr sz="1065" b="1">
                          <a:solidFill>
                            <a:srgbClr val="2F2F2F"/>
                          </a:solidFill>
                          <a:latin typeface="Noto Sans JP"/>
                          <a:ea typeface="Noto Sans JP"/>
                          <a:cs typeface="Noto Sans JP"/>
                        </a:rPr>
                        <a:t>Ar / Biagi</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46</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純Ar、全混合ガスで共通</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弾性・励起・電離</a:t>
                      </a:r>
                    </a:p>
                  </a:txBody>
                  <a:tcPr marL="91440" marR="91440" marT="45720" marB="45720" anchor="ctr">
                    <a:solidFill>
                      <a:srgbClr val="FFFFFF"/>
                    </a:solidFill>
                  </a:tcPr>
                </a:tc>
              </a:tr>
              <a:tr h="571500">
                <a:tc>
                  <a:txBody>
                    <a:bodyPr lIns="57150" tIns="38100" rIns="47625" bIns="38100">
                      <a:normAutofit/>
                    </a:bodyPr>
                    <a:lstStyle/>
                    <a:p>
                      <a:pPr algn="l">
                        <a:buNone/>
                      </a:pPr>
                      <a:r>
                        <a:rPr sz="1065" b="1">
                          <a:solidFill>
                            <a:srgbClr val="2F2F2F"/>
                          </a:solidFill>
                          <a:latin typeface="Noto Sans JP"/>
                          <a:ea typeface="Noto Sans JP"/>
                          <a:cs typeface="Noto Sans JP"/>
                        </a:rPr>
                        <a:t>N₂ / Biagi</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46</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Ar 90% + N₂ 10%</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回転励起なし；1 Tdは適用下限</a:t>
                      </a:r>
                    </a:p>
                  </a:txBody>
                  <a:tcPr marL="91440" marR="91440" marT="45720" marB="45720" anchor="ctr">
                    <a:solidFill>
                      <a:srgbClr val="F1F1F1"/>
                    </a:solidFill>
                  </a:tcPr>
                </a:tc>
              </a:tr>
              <a:tr h="571500">
                <a:tc>
                  <a:txBody>
                    <a:bodyPr lIns="57150" tIns="38100" rIns="47625" bIns="38100">
                      <a:normAutofit/>
                    </a:bodyPr>
                    <a:lstStyle/>
                    <a:p>
                      <a:pPr algn="l">
                        <a:buNone/>
                      </a:pPr>
                      <a:r>
                        <a:rPr sz="1065" b="1">
                          <a:solidFill>
                            <a:srgbClr val="2F2F2F"/>
                          </a:solidFill>
                          <a:latin typeface="Noto Sans JP"/>
                          <a:ea typeface="Noto Sans JP"/>
                          <a:cs typeface="Noto Sans JP"/>
                        </a:rPr>
                        <a:t>O₂ / Biagi（付着あり）</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15</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電子付着の感度確認</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二体解離性付着を含む</a:t>
                      </a:r>
                    </a:p>
                  </a:txBody>
                  <a:tcPr marL="91440" marR="91440" marT="45720" marB="45720" anchor="ctr">
                    <a:solidFill>
                      <a:srgbClr val="FFFFFF"/>
                    </a:solidFill>
                  </a:tcPr>
                </a:tc>
              </a:tr>
              <a:tr h="571500">
                <a:tc>
                  <a:txBody>
                    <a:bodyPr lIns="57150" tIns="38100" rIns="47625" bIns="38100">
                      <a:normAutofit/>
                    </a:bodyPr>
                    <a:lstStyle/>
                    <a:p>
                      <a:pPr algn="l">
                        <a:buNone/>
                      </a:pPr>
                      <a:r>
                        <a:rPr sz="1065" b="1">
                          <a:solidFill>
                            <a:srgbClr val="2F2F2F"/>
                          </a:solidFill>
                          <a:latin typeface="Noto Sans JP"/>
                          <a:ea typeface="Noto Sans JP"/>
                          <a:cs typeface="Noto Sans JP"/>
                        </a:rPr>
                        <a:t>O₂共通（付着なし）</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13</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3手法の共通比較条件</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電気陰性プラズマの予測には使用しない</a:t>
                      </a:r>
                    </a:p>
                  </a:txBody>
                  <a:tcPr marL="91440" marR="91440" marT="45720" marB="45720" anchor="ctr">
                    <a:solidFill>
                      <a:srgbClr val="F1F1F1"/>
                    </a:solidFill>
                  </a:tcPr>
                </a:tc>
              </a:tr>
            </a:tbl>
          </a:graphicData>
        </a:graphic>
      </p:graphicFrame>
      <p:sp>
        <p:nvSpPr>
          <p:cNvPr id="9" name="">
            <a:extLst xmlns:a="http://schemas.openxmlformats.org/drawingml/2006/main">
              <a:ext uri="{FF2B5EF4-FFF2-40B4-BE49-F238E27FC236}">
                <a16:creationId xmlns:a16="http://schemas.microsoft.com/office/drawing/2014/main" id="{4135FFF3-0416-430D-9822-3F59308A719F}"/>
              </a:ext>
            </a:extLst>
          </p:cNvPr>
          <p:cNvSpPr>
            <a:spLocks xmlns:a="http://schemas.openxmlformats.org/drawingml/2006/main" noGrp="1"/>
          </p:cNvSpPr>
          <p:nvPr/>
        </p:nvSpPr>
        <p:spPr>
          <a:xfrm xmlns:a="http://schemas.openxmlformats.org/drawingml/2006/main">
            <a:off x="571500" y="4714875"/>
            <a:ext cx="152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350" b="1" i="0">
                <a:solidFill>
                  <a:srgbClr val="211441"/>
                </a:solidFill>
                <a:latin typeface="Noto Sans JP"/>
                <a:ea typeface="Noto Sans JP"/>
                <a:cs typeface="Noto Sans JP"/>
              </a:defRPr>
            </a:pPr>
            <a:r>
              <a:rPr sz="1350" b="1" i="0">
                <a:solidFill>
                  <a:srgbClr val="211441"/>
                </a:solidFill>
                <a:latin typeface="Noto Sans JP"/>
                <a:ea typeface="Noto Sans JP"/>
                <a:cs typeface="Noto Sans JP"/>
              </a:rPr>
              <a:t>入力データ識別子</a:t>
            </a:r>
          </a:p>
        </p:txBody>
      </p:sp>
      <p:sp>
        <p:nvSpPr>
          <p:cNvPr id="10" name="">
            <a:extLst xmlns:a="http://schemas.openxmlformats.org/drawingml/2006/main">
              <a:ext uri="{FF2B5EF4-FFF2-40B4-BE49-F238E27FC236}">
                <a16:creationId xmlns:a16="http://schemas.microsoft.com/office/drawing/2014/main" id="{84A05995-DC06-4F2F-AB09-C424EBF05C7F}"/>
              </a:ext>
            </a:extLst>
          </p:cNvPr>
          <p:cNvSpPr>
            <a:spLocks xmlns:a="http://schemas.openxmlformats.org/drawingml/2006/main" noGrp="1"/>
          </p:cNvSpPr>
          <p:nvPr/>
        </p:nvSpPr>
        <p:spPr>
          <a:xfrm xmlns:a="http://schemas.openxmlformats.org/drawingml/2006/main">
            <a:off x="2095500" y="4657725"/>
            <a:ext cx="895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Ar 11f7…  |  N₂ 430e…  |  O₂（付着あり） cfb…  |  O₂（付着なし） af040…</a:t>
            </a:r>
          </a:p>
        </p:txBody>
      </p:sp>
      <p:sp>
        <p:nvSpPr>
          <p:cNvPr id="11" name="">
            <a:extLst xmlns:a="http://schemas.openxmlformats.org/drawingml/2006/main">
              <a:ext uri="{FF2B5EF4-FFF2-40B4-BE49-F238E27FC236}">
                <a16:creationId xmlns:a16="http://schemas.microsoft.com/office/drawing/2014/main" id="{92EE7B2A-E35C-499F-A687-AF144B457430}"/>
              </a:ext>
            </a:extLst>
          </p:cNvPr>
          <p:cNvSpPr>
            <a:spLocks xmlns:a="http://schemas.openxmlformats.org/drawingml/2006/main" noGrp="1"/>
          </p:cNvSpPr>
          <p:nvPr/>
        </p:nvSpPr>
        <p:spPr>
          <a:xfrm xmlns:a="http://schemas.openxmlformats.org/drawingml/2006/main">
            <a:off x="762000" y="523875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275" b="1" i="0">
                <a:solidFill>
                  <a:srgbClr val="007FAE"/>
                </a:solidFill>
                <a:latin typeface="Noto Sans JP"/>
                <a:ea typeface="Noto Sans JP"/>
                <a:cs typeface="Noto Sans JP"/>
              </a:defRPr>
            </a:pPr>
            <a:r>
              <a:rPr sz="1275" b="1" i="0">
                <a:solidFill>
                  <a:srgbClr val="007FAE"/>
                </a:solidFill>
                <a:latin typeface="Noto Sans JP"/>
                <a:ea typeface="Noto Sans JP"/>
                <a:cs typeface="Noto Sans JP"/>
              </a:rPr>
              <a:t>再現条件：Tg=300 K, p=13.3 Pa, 一様直流場, B=0, 電子間衝突なし, E/N={1,10,100,1000} Td</a:t>
            </a:r>
          </a:p>
        </p:txBody>
      </p:sp>
      <p:sp>
        <p:nvSpPr>
          <p:cNvPr id="14" name="">
            <a:extLst xmlns:a="http://schemas.openxmlformats.org/drawingml/2006/main">
              <a:ext uri="{FF2B5EF4-FFF2-40B4-BE49-F238E27FC236}">
                <a16:creationId xmlns:a16="http://schemas.microsoft.com/office/drawing/2014/main" id="{A547CAB9-D10C-4B92-B956-6FAA5D8D38FC}"/>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計算法の差を解釈する前に、反応セットと電子付着の有無を一致させる。</a:t>
            </a:r>
          </a:p>
        </p:txBody>
      </p:sp>
      <p:sp>
        <p:nvSpPr>
          <p:cNvPr id="15" name="">
            <a:extLst xmlns:a="http://schemas.openxmlformats.org/drawingml/2006/main">
              <a:ext uri="{FF2B5EF4-FFF2-40B4-BE49-F238E27FC236}">
                <a16:creationId xmlns:a16="http://schemas.microsoft.com/office/drawing/2014/main" id="{C7EF961E-13E8-449F-9F6A-7CA77459A724}"/>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[R2]  |  outputs/lxcat_swarm_validation/raw_lxcat/*; evaluation/README_ja.md</a:t>
            </a:r>
          </a:p>
        </p:txBody>
      </p:sp>
      <p:sp>
        <p:nvSpPr>
          <p:cNvPr id="18" name="title">
            <a:extLst xmlns:a="http://schemas.openxmlformats.org/drawingml/2006/main">
              <a:ext uri="{FF2B5EF4-FFF2-40B4-BE49-F238E27FC236}">
                <a16:creationId xmlns:a16="http://schemas.microsoft.com/office/drawing/2014/main" id="{0BB6B1CD-5A55-4680-8B95-33652F8C9A7F}"/>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衝突断面積：4手法で共通にする入力</a:t>
            </a:r>
          </a:p>
        </p:txBody>
      </p:sp>
      <p:sp>
        <p:nvSpPr>
          <p:cNvPr id="19" name="">
            <a:extLst xmlns:a="http://schemas.openxmlformats.org/drawingml/2006/main">
              <a:ext uri="{FF2B5EF4-FFF2-40B4-BE49-F238E27FC236}">
                <a16:creationId xmlns:a16="http://schemas.microsoft.com/office/drawing/2014/main" id="{A6542013-9A7D-45E1-9336-C9FF054DA44E}"/>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2" name="section">
            <a:extLst xmlns:a="http://schemas.openxmlformats.org/drawingml/2006/main">
              <a:ext uri="{FF2B5EF4-FFF2-40B4-BE49-F238E27FC236}">
                <a16:creationId xmlns:a16="http://schemas.microsoft.com/office/drawing/2014/main" id="{8D9C4003-87FB-452D-A575-EBCD2F4A6822}"/>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2409157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ection">
            <a:extLst xmlns:a="http://schemas.openxmlformats.org/drawingml/2006/main">
              <a:ext uri="{FF2B5EF4-FFF2-40B4-BE49-F238E27FC236}">
                <a16:creationId xmlns:a16="http://schemas.microsoft.com/office/drawing/2014/main" id="{9449826F-02C9-488F-A3BA-F97A1DA04D7A}"/>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
        <p:nvSpPr>
          <p:cNvPr id="2" name="title">
            <a:extLst xmlns:a="http://schemas.openxmlformats.org/drawingml/2006/main">
              <a:ext uri="{FF2B5EF4-FFF2-40B4-BE49-F238E27FC236}">
                <a16:creationId xmlns:a16="http://schemas.microsoft.com/office/drawing/2014/main" id="{7548251F-1760-41DA-A808-807A40E556CF}"/>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純Ar：Swarm 3手法とCOMSOL解析EEDF</a:t>
            </a:r>
          </a:p>
        </p:txBody>
      </p:sp>
      <p:sp>
        <p:nvSpPr>
          <p:cNvPr id="3" name="subtitle">
            <a:extLst xmlns:a="http://schemas.openxmlformats.org/drawingml/2006/main">
              <a:ext uri="{FF2B5EF4-FFF2-40B4-BE49-F238E27FC236}">
                <a16:creationId xmlns:a16="http://schemas.microsoft.com/office/drawing/2014/main" id="{705EE5C7-D713-4322-836D-76C38E0AE1D0}"/>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GEC図と同じ表現：電子エネルギーは線形軸、確率密度EEDFは対数軸（10⁻⁸–10⁰ eV⁻¹）</a:t>
            </a:r>
          </a:p>
        </p:txBody>
      </p:sp>
      <p:graphicFrame>
        <p:nvGraphicFramePr>
          <p:cNvPr id="26" name="Chart"/>
          <p:cNvGraphicFramePr/>
          <p:nvPr/>
        </p:nvGraphicFramePr>
        <p:xfrm>
          <a:off xmlns:a="http://schemas.openxmlformats.org/drawingml/2006/main" x="428625" y="1333500"/>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866f272f2c2449ec"/>
          </a:graphicData>
        </a:graphic>
      </p:graphicFrame>
      <p:graphicFrame>
        <p:nvGraphicFramePr>
          <p:cNvPr id="27" name="Chart"/>
          <p:cNvGraphicFramePr/>
          <p:nvPr/>
        </p:nvGraphicFramePr>
        <p:xfrm>
          <a:off xmlns:a="http://schemas.openxmlformats.org/drawingml/2006/main" x="6334125" y="1333500"/>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7db2ef531a1e48fb"/>
          </a:graphicData>
        </a:graphic>
      </p:graphicFrame>
      <p:graphicFrame>
        <p:nvGraphicFramePr>
          <p:cNvPr id="28" name="Chart"/>
          <p:cNvGraphicFramePr/>
          <p:nvPr/>
        </p:nvGraphicFramePr>
        <p:xfrm>
          <a:off xmlns:a="http://schemas.openxmlformats.org/drawingml/2006/main" x="428625" y="347662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086588fe795a4df5"/>
          </a:graphicData>
        </a:graphic>
      </p:graphicFrame>
      <p:graphicFrame>
        <p:nvGraphicFramePr>
          <p:cNvPr id="29" name="Chart"/>
          <p:cNvGraphicFramePr/>
          <p:nvPr/>
        </p:nvGraphicFramePr>
        <p:xfrm>
          <a:off xmlns:a="http://schemas.openxmlformats.org/drawingml/2006/main" x="6334125" y="347662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595f39437b924388"/>
          </a:graphicData>
        </a:graphic>
      </p:graphicFrame>
      <p:sp>
        <p:nvSpPr>
          <p:cNvPr id="8" name="">
            <a:extLst xmlns:a="http://schemas.openxmlformats.org/drawingml/2006/main">
              <a:ext uri="{FF2B5EF4-FFF2-40B4-BE49-F238E27FC236}">
                <a16:creationId xmlns:a16="http://schemas.microsoft.com/office/drawing/2014/main" id="{BE610121-4C01-4EEC-8838-0631EF58DE2C}"/>
              </a:ext>
            </a:extLst>
          </p:cNvPr>
          <p:cNvSpPr>
            <a:spLocks xmlns:a="http://schemas.openxmlformats.org/drawingml/2006/main" noGrp="1"/>
          </p:cNvSpPr>
          <p:nvPr/>
        </p:nvSpPr>
        <p:spPr>
          <a:xfrm xmlns:a="http://schemas.openxmlformats.org/drawingml/2006/main">
            <a:off x="523875" y="5648325"/>
            <a:ext cx="342900" cy="0"/>
          </a:xfrm>
          <a:prstGeom xmlns:a="http://schemas.openxmlformats.org/drawingml/2006/main" prst="line">
            <a:avLst/>
          </a:prstGeom>
          <a:noFill xmlns:a="http://schemas.openxmlformats.org/drawingml/2006/main"/>
          <a:ln xmlns:a="http://schemas.openxmlformats.org/drawingml/2006/main" w="23813">
            <a:solidFill>
              <a:srgbClr val="3B67B0"/>
            </a:solidFill>
            <a:prstDash val="solid"/>
          </a:ln>
        </p:spPr>
      </p:sp>
      <p:sp>
        <p:nvSpPr>
          <p:cNvPr id="9" name="">
            <a:extLst xmlns:a="http://schemas.openxmlformats.org/drawingml/2006/main">
              <a:ext uri="{FF2B5EF4-FFF2-40B4-BE49-F238E27FC236}">
                <a16:creationId xmlns:a16="http://schemas.microsoft.com/office/drawing/2014/main" id="{9C2831C2-7501-4B37-9C82-F75DF3A70077}"/>
              </a:ext>
            </a:extLst>
          </p:cNvPr>
          <p:cNvSpPr>
            <a:spLocks xmlns:a="http://schemas.openxmlformats.org/drawingml/2006/main" noGrp="1"/>
          </p:cNvSpPr>
          <p:nvPr/>
        </p:nvSpPr>
        <p:spPr>
          <a:xfrm xmlns:a="http://schemas.openxmlformats.org/drawingml/2006/main">
            <a:off x="923925" y="5543550"/>
            <a:ext cx="182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3B67B0"/>
                </a:solidFill>
                <a:latin typeface="Noto Sans JP"/>
                <a:ea typeface="Noto Sans JP"/>
                <a:cs typeface="Noto Sans JP"/>
              </a:defRPr>
            </a:pPr>
            <a:r>
              <a:rPr sz="938" b="1" i="0">
                <a:solidFill>
                  <a:srgbClr val="3B67B0"/>
                </a:solidFill>
                <a:latin typeface="Noto Sans JP"/>
                <a:ea typeface="Noto Sans JP"/>
                <a:cs typeface="Noto Sans JP"/>
              </a:rPr>
              <a:t>Two-term Swarm</a:t>
            </a:r>
          </a:p>
        </p:txBody>
      </p:sp>
      <p:sp>
        <p:nvSpPr>
          <p:cNvPr id="10" name="">
            <a:extLst xmlns:a="http://schemas.openxmlformats.org/drawingml/2006/main">
              <a:ext uri="{FF2B5EF4-FFF2-40B4-BE49-F238E27FC236}">
                <a16:creationId xmlns:a16="http://schemas.microsoft.com/office/drawing/2014/main" id="{36A51A9A-2C6C-4EF7-A794-0FEE1D651708}"/>
              </a:ext>
            </a:extLst>
          </p:cNvPr>
          <p:cNvSpPr>
            <a:spLocks xmlns:a="http://schemas.openxmlformats.org/drawingml/2006/main" noGrp="1"/>
          </p:cNvSpPr>
          <p:nvPr/>
        </p:nvSpPr>
        <p:spPr>
          <a:xfrm xmlns:a="http://schemas.openxmlformats.org/drawingml/2006/main">
            <a:off x="2809875" y="5648325"/>
            <a:ext cx="342900" cy="0"/>
          </a:xfrm>
          <a:prstGeom xmlns:a="http://schemas.openxmlformats.org/drawingml/2006/main" prst="line">
            <a:avLst/>
          </a:prstGeom>
          <a:noFill xmlns:a="http://schemas.openxmlformats.org/drawingml/2006/main"/>
          <a:ln xmlns:a="http://schemas.openxmlformats.org/drawingml/2006/main" w="23813">
            <a:solidFill>
              <a:srgbClr val="EDA24C"/>
            </a:solidFill>
            <a:prstDash val="solid"/>
          </a:ln>
        </p:spPr>
      </p:sp>
      <p:sp>
        <p:nvSpPr>
          <p:cNvPr id="11" name="">
            <a:extLst xmlns:a="http://schemas.openxmlformats.org/drawingml/2006/main">
              <a:ext uri="{FF2B5EF4-FFF2-40B4-BE49-F238E27FC236}">
                <a16:creationId xmlns:a16="http://schemas.microsoft.com/office/drawing/2014/main" id="{205FF735-98C2-4D73-8BF4-DCB52E162956}"/>
              </a:ext>
            </a:extLst>
          </p:cNvPr>
          <p:cNvSpPr>
            <a:spLocks xmlns:a="http://schemas.openxmlformats.org/drawingml/2006/main" noGrp="1"/>
          </p:cNvSpPr>
          <p:nvPr/>
        </p:nvSpPr>
        <p:spPr>
          <a:xfrm xmlns:a="http://schemas.openxmlformats.org/drawingml/2006/main">
            <a:off x="3209925" y="5543550"/>
            <a:ext cx="182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EDA24C"/>
                </a:solidFill>
                <a:latin typeface="Noto Sans JP"/>
                <a:ea typeface="Noto Sans JP"/>
                <a:cs typeface="Noto Sans JP"/>
              </a:defRPr>
            </a:pPr>
            <a:r>
              <a:rPr sz="938" b="1" i="0">
                <a:solidFill>
                  <a:srgbClr val="EDA24C"/>
                </a:solidFill>
                <a:latin typeface="Noto Sans JP"/>
                <a:ea typeface="Noto Sans JP"/>
                <a:cs typeface="Noto Sans JP"/>
              </a:rPr>
              <a:t>Monte Carlo Swarm</a:t>
            </a:r>
          </a:p>
        </p:txBody>
      </p:sp>
      <p:sp>
        <p:nvSpPr>
          <p:cNvPr id="12" name="">
            <a:extLst xmlns:a="http://schemas.openxmlformats.org/drawingml/2006/main">
              <a:ext uri="{FF2B5EF4-FFF2-40B4-BE49-F238E27FC236}">
                <a16:creationId xmlns:a16="http://schemas.microsoft.com/office/drawing/2014/main" id="{02142283-3D6C-40A5-84F6-6EA4B78602EB}"/>
              </a:ext>
            </a:extLst>
          </p:cNvPr>
          <p:cNvSpPr>
            <a:spLocks xmlns:a="http://schemas.openxmlformats.org/drawingml/2006/main" noGrp="1"/>
          </p:cNvSpPr>
          <p:nvPr/>
        </p:nvSpPr>
        <p:spPr>
          <a:xfrm xmlns:a="http://schemas.openxmlformats.org/drawingml/2006/main">
            <a:off x="5095875" y="5648325"/>
            <a:ext cx="342900" cy="0"/>
          </a:xfrm>
          <a:prstGeom xmlns:a="http://schemas.openxmlformats.org/drawingml/2006/main" prst="line">
            <a:avLst/>
          </a:prstGeom>
          <a:noFill xmlns:a="http://schemas.openxmlformats.org/drawingml/2006/main"/>
          <a:ln xmlns:a="http://schemas.openxmlformats.org/drawingml/2006/main" w="23813">
            <a:solidFill>
              <a:srgbClr val="5DAA18"/>
            </a:solidFill>
            <a:prstDash val="solid"/>
          </a:ln>
        </p:spPr>
      </p:sp>
      <p:sp>
        <p:nvSpPr>
          <p:cNvPr id="13" name="">
            <a:extLst xmlns:a="http://schemas.openxmlformats.org/drawingml/2006/main">
              <a:ext uri="{FF2B5EF4-FFF2-40B4-BE49-F238E27FC236}">
                <a16:creationId xmlns:a16="http://schemas.microsoft.com/office/drawing/2014/main" id="{595ACA50-9DBD-4E6D-853E-E608EDF192EC}"/>
              </a:ext>
            </a:extLst>
          </p:cNvPr>
          <p:cNvSpPr>
            <a:spLocks xmlns:a="http://schemas.openxmlformats.org/drawingml/2006/main" noGrp="1"/>
          </p:cNvSpPr>
          <p:nvPr/>
        </p:nvSpPr>
        <p:spPr>
          <a:xfrm xmlns:a="http://schemas.openxmlformats.org/drawingml/2006/main">
            <a:off x="5495925" y="5543550"/>
            <a:ext cx="182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5DAA18"/>
                </a:solidFill>
                <a:latin typeface="Noto Sans JP"/>
                <a:ea typeface="Noto Sans JP"/>
                <a:cs typeface="Noto Sans JP"/>
              </a:defRPr>
            </a:pPr>
            <a:r>
              <a:rPr sz="938" b="1" i="0">
                <a:solidFill>
                  <a:srgbClr val="5DAA18"/>
                </a:solidFill>
                <a:latin typeface="Noto Sans JP"/>
                <a:ea typeface="Noto Sans JP"/>
                <a:cs typeface="Noto Sans JP"/>
              </a:rPr>
              <a:t>Propagator Swarm</a:t>
            </a:r>
          </a:p>
        </p:txBody>
      </p:sp>
      <p:sp>
        <p:nvSpPr>
          <p:cNvPr id="14" name="">
            <a:extLst xmlns:a="http://schemas.openxmlformats.org/drawingml/2006/main">
              <a:ext uri="{FF2B5EF4-FFF2-40B4-BE49-F238E27FC236}">
                <a16:creationId xmlns:a16="http://schemas.microsoft.com/office/drawing/2014/main" id="{12395724-8557-40AD-B496-AF31A67412F3}"/>
              </a:ext>
            </a:extLst>
          </p:cNvPr>
          <p:cNvSpPr>
            <a:spLocks xmlns:a="http://schemas.openxmlformats.org/drawingml/2006/main" noGrp="1"/>
          </p:cNvSpPr>
          <p:nvPr/>
        </p:nvSpPr>
        <p:spPr>
          <a:xfrm xmlns:a="http://schemas.openxmlformats.org/drawingml/2006/main">
            <a:off x="7381875" y="5648325"/>
            <a:ext cx="342900" cy="0"/>
          </a:xfrm>
          <a:prstGeom xmlns:a="http://schemas.openxmlformats.org/drawingml/2006/main" prst="line">
            <a:avLst/>
          </a:prstGeom>
          <a:noFill xmlns:a="http://schemas.openxmlformats.org/drawingml/2006/main"/>
          <a:ln xmlns:a="http://schemas.openxmlformats.org/drawingml/2006/main" w="23813">
            <a:solidFill>
              <a:srgbClr val="59636F"/>
            </a:solidFill>
            <a:prstDash val="dash"/>
          </a:ln>
        </p:spPr>
      </p:sp>
      <p:sp>
        <p:nvSpPr>
          <p:cNvPr id="15" name="">
            <a:extLst xmlns:a="http://schemas.openxmlformats.org/drawingml/2006/main">
              <a:ext uri="{FF2B5EF4-FFF2-40B4-BE49-F238E27FC236}">
                <a16:creationId xmlns:a16="http://schemas.microsoft.com/office/drawing/2014/main" id="{94770157-3E6F-4098-AE49-725CE41BD605}"/>
              </a:ext>
            </a:extLst>
          </p:cNvPr>
          <p:cNvSpPr>
            <a:spLocks xmlns:a="http://schemas.openxmlformats.org/drawingml/2006/main" noGrp="1"/>
          </p:cNvSpPr>
          <p:nvPr/>
        </p:nvSpPr>
        <p:spPr>
          <a:xfrm xmlns:a="http://schemas.openxmlformats.org/drawingml/2006/main">
            <a:off x="7781925" y="5543550"/>
            <a:ext cx="182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59636F"/>
                </a:solidFill>
                <a:latin typeface="Noto Sans JP"/>
                <a:ea typeface="Noto Sans JP"/>
                <a:cs typeface="Noto Sans JP"/>
              </a:defRPr>
            </a:pPr>
            <a:r>
              <a:rPr sz="938" b="1" i="0">
                <a:solidFill>
                  <a:srgbClr val="59636F"/>
                </a:solidFill>
                <a:latin typeface="Noto Sans JP"/>
                <a:ea typeface="Noto Sans JP"/>
                <a:cs typeface="Noto Sans JP"/>
              </a:rPr>
              <a:t>COMSOL Maxwellian</a:t>
            </a:r>
          </a:p>
        </p:txBody>
      </p:sp>
      <p:sp>
        <p:nvSpPr>
          <p:cNvPr id="16" name="">
            <a:extLst xmlns:a="http://schemas.openxmlformats.org/drawingml/2006/main">
              <a:ext uri="{FF2B5EF4-FFF2-40B4-BE49-F238E27FC236}">
                <a16:creationId xmlns:a16="http://schemas.microsoft.com/office/drawing/2014/main" id="{B8699EC6-52A8-4E29-AEF7-BF787905A68C}"/>
              </a:ext>
            </a:extLst>
          </p:cNvPr>
          <p:cNvSpPr>
            <a:spLocks xmlns:a="http://schemas.openxmlformats.org/drawingml/2006/main" noGrp="1"/>
          </p:cNvSpPr>
          <p:nvPr/>
        </p:nvSpPr>
        <p:spPr>
          <a:xfrm xmlns:a="http://schemas.openxmlformats.org/drawingml/2006/main">
            <a:off x="9667875" y="5648325"/>
            <a:ext cx="342900" cy="0"/>
          </a:xfrm>
          <a:prstGeom xmlns:a="http://schemas.openxmlformats.org/drawingml/2006/main" prst="line">
            <a:avLst/>
          </a:prstGeom>
          <a:noFill xmlns:a="http://schemas.openxmlformats.org/drawingml/2006/main"/>
          <a:ln xmlns:a="http://schemas.openxmlformats.org/drawingml/2006/main" w="23813">
            <a:solidFill>
              <a:srgbClr val="908747"/>
            </a:solidFill>
            <a:prstDash val="dot"/>
          </a:ln>
        </p:spPr>
      </p:sp>
      <p:sp>
        <p:nvSpPr>
          <p:cNvPr id="17" name="">
            <a:extLst xmlns:a="http://schemas.openxmlformats.org/drawingml/2006/main">
              <a:ext uri="{FF2B5EF4-FFF2-40B4-BE49-F238E27FC236}">
                <a16:creationId xmlns:a16="http://schemas.microsoft.com/office/drawing/2014/main" id="{7833787A-D355-45E2-AF3E-B95C0C5058AA}"/>
              </a:ext>
            </a:extLst>
          </p:cNvPr>
          <p:cNvSpPr>
            <a:spLocks xmlns:a="http://schemas.openxmlformats.org/drawingml/2006/main" noGrp="1"/>
          </p:cNvSpPr>
          <p:nvPr/>
        </p:nvSpPr>
        <p:spPr>
          <a:xfrm xmlns:a="http://schemas.openxmlformats.org/drawingml/2006/main">
            <a:off x="10067925" y="5543550"/>
            <a:ext cx="182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908747"/>
                </a:solidFill>
                <a:latin typeface="Noto Sans JP"/>
                <a:ea typeface="Noto Sans JP"/>
                <a:cs typeface="Noto Sans JP"/>
              </a:defRPr>
            </a:pPr>
            <a:r>
              <a:rPr sz="938" b="1" i="0">
                <a:solidFill>
                  <a:srgbClr val="908747"/>
                </a:solidFill>
                <a:latin typeface="Noto Sans JP"/>
                <a:ea typeface="Noto Sans JP"/>
                <a:cs typeface="Noto Sans JP"/>
              </a:rPr>
              <a:t>COMSOL Druyvesteyn</a:t>
            </a:r>
          </a:p>
        </p:txBody>
      </p:sp>
      <p:sp>
        <p:nvSpPr>
          <p:cNvPr id="18" name="takeaway-bullet">
            <a:extLst xmlns:a="http://schemas.openxmlformats.org/drawingml/2006/main">
              <a:ext uri="{FF2B5EF4-FFF2-40B4-BE49-F238E27FC236}">
                <a16:creationId xmlns:a16="http://schemas.microsoft.com/office/drawing/2014/main" id="{BFD81372-6140-4422-9A0B-F2CA5704F16A}"/>
              </a:ext>
            </a:extLst>
          </p:cNvPr>
          <p:cNvSpPr>
            <a:spLocks xmlns:a="http://schemas.openxmlformats.org/drawingml/2006/main" noGrp="1"/>
          </p:cNvSpPr>
          <p:nvPr/>
        </p:nvSpPr>
        <p:spPr>
          <a:xfrm xmlns:a="http://schemas.openxmlformats.org/drawingml/2006/main">
            <a:off x="457200" y="5953125"/>
            <a:ext cx="76200" cy="76200"/>
          </a:xfrm>
          <a:prstGeom xmlns:a="http://schemas.openxmlformats.org/drawingml/2006/main" prst="rect">
            <a:avLst/>
          </a:prstGeom>
          <a:solidFill xmlns:a="http://schemas.openxmlformats.org/drawingml/2006/main">
            <a:srgbClr val="5DAA18"/>
          </a:solidFill>
          <a:ln xmlns:a="http://schemas.openxmlformats.org/drawingml/2006/main" w="0">
            <a:noFill/>
            <a:prstDash val="solid"/>
          </a:ln>
        </p:spPr>
      </p:sp>
      <p:sp>
        <p:nvSpPr>
          <p:cNvPr id="19" name="takeaway">
            <a:extLst xmlns:a="http://schemas.openxmlformats.org/drawingml/2006/main">
              <a:ext uri="{FF2B5EF4-FFF2-40B4-BE49-F238E27FC236}">
                <a16:creationId xmlns:a16="http://schemas.microsoft.com/office/drawing/2014/main" id="{9C7B4EDC-CA5B-4F6F-B255-13577A8C1962}"/>
              </a:ext>
            </a:extLst>
          </p:cNvPr>
          <p:cNvSpPr>
            <a:spLocks xmlns:a="http://schemas.openxmlformats.org/drawingml/2006/main" noGrp="1"/>
          </p:cNvSpPr>
          <p:nvPr/>
        </p:nvSpPr>
        <p:spPr>
          <a:xfrm xmlns:a="http://schemas.openxmlformats.org/drawingml/2006/main">
            <a:off x="647700" y="5829300"/>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5DAA18"/>
                </a:solidFill>
                <a:latin typeface="Noto Sans JP"/>
                <a:ea typeface="Noto Sans JP"/>
                <a:cs typeface="Noto Sans JP"/>
              </a:defRPr>
            </a:pPr>
            <a:r>
              <a:rPr sz="1350" b="1" i="0">
                <a:solidFill>
                  <a:srgbClr val="5DAA18"/>
                </a:solidFill>
                <a:latin typeface="Noto Sans JP"/>
                <a:ea typeface="Noto Sans JP"/>
                <a:cs typeface="Noto Sans JP"/>
              </a:rPr>
              <a:t>横軸は線形エネルギー、縦軸は真の対数目盛。反応閾値と高エネルギーtailを同時に読む。</a:t>
            </a:r>
          </a:p>
        </p:txBody>
      </p:sp>
      <p:sp>
        <p:nvSpPr>
          <p:cNvPr id="20" name="source">
            <a:extLst xmlns:a="http://schemas.openxmlformats.org/drawingml/2006/main">
              <a:ext uri="{FF2B5EF4-FFF2-40B4-BE49-F238E27FC236}">
                <a16:creationId xmlns:a16="http://schemas.microsoft.com/office/drawing/2014/main" id="{AF9A5C44-4A3F-421D-8D7C-4F678C0D0DBB}"/>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Swarm: outputs/argon_gec_icp/{two_term,monte_carlo,propagator}_tables*/mixture_0000/eedf.csv; COMSOL analytic EEDF definition</a:t>
            </a:r>
          </a:p>
        </p:txBody>
      </p:sp>
      <p:sp>
        <p:nvSpPr>
          <p:cNvPr id="21" name="footer">
            <a:extLst xmlns:a="http://schemas.openxmlformats.org/drawingml/2006/main">
              <a:ext uri="{FF2B5EF4-FFF2-40B4-BE49-F238E27FC236}">
                <a16:creationId xmlns:a16="http://schemas.microsoft.com/office/drawing/2014/main" id="{E5DB09BB-975D-48A6-B8CD-D04A3F9C6543}"/>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22" name="page">
            <a:extLst xmlns:a="http://schemas.openxmlformats.org/drawingml/2006/main">
              <a:ext uri="{FF2B5EF4-FFF2-40B4-BE49-F238E27FC236}">
                <a16:creationId xmlns:a16="http://schemas.microsoft.com/office/drawing/2014/main" id="{6503529D-F3C8-4A63-9364-FBCED9AA4BEF}"/>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27</a:t>
            </a:r>
          </a:p>
        </p:txBody>
      </p:sp>
    </p:spTree>
    <p:extLst>
      <p:ext uri="{BB962C8B-B14F-4D97-AF65-F5344CB8AC3E}">
        <p14:creationId xmlns:p14="http://schemas.microsoft.com/office/powerpoint/2010/main" val="163270695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B291561-830B-41EA-B2C4-2D9469F61DE8}"/>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7" name="">
            <a:extLst xmlns:a="http://schemas.openxmlformats.org/drawingml/2006/main">
              <a:ext uri="{FF2B5EF4-FFF2-40B4-BE49-F238E27FC236}">
                <a16:creationId xmlns:a16="http://schemas.microsoft.com/office/drawing/2014/main" id="{0599436B-8557-43C7-A1B3-FCD4B010A110}"/>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28</a:t>
            </a:r>
          </a:p>
        </p:txBody>
      </p:sp>
      <p:graphicFrame>
        <p:nvGraphicFramePr>
          <p:cNvPr id="29" name="Chart"/>
          <p:cNvGraphicFramePr/>
          <p:nvPr/>
        </p:nvGraphicFramePr>
        <p:xfrm>
          <a:off xmlns:a="http://schemas.openxmlformats.org/drawingml/2006/main" x="523875" y="1428750"/>
          <a:ext xmlns:a="http://schemas.openxmlformats.org/drawingml/2006/main" cx="7239000" cy="3905250"/>
        </p:xfrm>
        <a:graphic xmlns:a="http://schemas.openxmlformats.org/drawingml/2006/main">
          <a:graphicData uri="http://schemas.openxmlformats.org/drawingml/2006/chart">
            <c:chart xmlns:r="http://schemas.openxmlformats.org/officeDocument/2006/relationships" xmlns:c="http://schemas.openxmlformats.org/drawingml/2006/chart" r:id="R958b7fd65da04198"/>
          </a:graphicData>
        </a:graphic>
      </p:graphicFrame>
      <p:graphicFrame>
        <p:nvGraphicFramePr>
          <p:cNvPr id="30" name=""/>
          <p:cNvGraphicFramePr/>
          <p:nvPr/>
        </p:nvGraphicFramePr>
        <p:xfrm>
          <a:off xmlns:a="http://schemas.openxmlformats.org/drawingml/2006/main" x="8048625" y="1619250"/>
          <a:ext xmlns:a="http://schemas.openxmlformats.org/drawingml/2006/main" cx="3429000" cy="1952625"/>
        </p:xfrm>
        <a:graphic xmlns:a="http://schemas.openxmlformats.org/drawingml/2006/main">
          <a:graphicData uri="http://schemas.openxmlformats.org/drawingml/2006/table">
            <a:tbl>
              <a:tblPr firstRow="1" bandRow="0"/>
              <a:tblGrid>
                <a:gridCol w="952500"/>
                <a:gridCol w="809625"/>
                <a:gridCol w="809625"/>
                <a:gridCol w="857250"/>
              </a:tblGrid>
              <a:tr h="650875">
                <a:tc>
                  <a:txBody>
                    <a:bodyPr lIns="57150" tIns="38100" rIns="47625" bIns="38100">
                      <a:normAutofit/>
                    </a:bodyPr>
                    <a:lstStyle/>
                    <a:p>
                      <a:pPr algn="l">
                        <a:buNone/>
                      </a:pPr>
                      <a:r>
                        <a:rPr sz="900" b="1">
                          <a:solidFill>
                            <a:srgbClr val="FFFFFF"/>
                          </a:solidFill>
                          <a:latin typeface="Noto Sans JP"/>
                          <a:ea typeface="Noto Sans JP"/>
                          <a:cs typeface="Noto Sans JP"/>
                        </a:rPr>
                        <a:t>手法の組み合わせ</a:t>
                      </a:r>
                    </a:p>
                  </a:txBody>
                  <a:tcPr marL="91440" marR="91440" marT="45720" marB="45720" anchor="ctr">
                    <a:solidFill>
                      <a:srgbClr val="00A6D9"/>
                    </a:solidFill>
                  </a:tcPr>
                </a:tc>
                <a:tc>
                  <a:txBody>
                    <a:bodyPr lIns="57150" tIns="38100" rIns="47625" bIns="38100">
                      <a:normAutofit/>
                    </a:bodyPr>
                    <a:lstStyle/>
                    <a:p>
                      <a:pPr algn="ctr">
                        <a:buNone/>
                      </a:pPr>
                      <a:r>
                        <a:rPr sz="900" b="1">
                          <a:solidFill>
                            <a:srgbClr val="FFFFFF"/>
                          </a:solidFill>
                          <a:latin typeface="Noto Sans JP"/>
                          <a:ea typeface="Noto Sans JP"/>
                          <a:cs typeface="Noto Sans JP"/>
                        </a:rPr>
                        <a:t>最大TV</a:t>
                      </a:r>
                    </a:p>
                  </a:txBody>
                  <a:tcPr marL="91440" marR="91440" marT="45720" marB="45720" anchor="ctr">
                    <a:solidFill>
                      <a:srgbClr val="00A6D9"/>
                    </a:solidFill>
                  </a:tcPr>
                </a:tc>
                <a:tc>
                  <a:txBody>
                    <a:bodyPr lIns="57150" tIns="38100" rIns="47625" bIns="38100">
                      <a:normAutofit/>
                    </a:bodyPr>
                    <a:lstStyle/>
                    <a:p>
                      <a:pPr algn="ctr">
                        <a:buNone/>
                      </a:pPr>
                      <a:r>
                        <a:rPr sz="900" b="1">
                          <a:solidFill>
                            <a:srgbClr val="FFFFFF"/>
                          </a:solidFill>
                          <a:latin typeface="Noto Sans JP"/>
                          <a:ea typeface="Noto Sans JP"/>
                          <a:cs typeface="Noto Sans JP"/>
                        </a:rPr>
                        <a:t>E/N</a:t>
                      </a:r>
                    </a:p>
                  </a:txBody>
                  <a:tcPr marL="91440" marR="91440" marT="45720" marB="45720" anchor="ctr">
                    <a:solidFill>
                      <a:srgbClr val="00A6D9"/>
                    </a:solidFill>
                  </a:tcPr>
                </a:tc>
                <a:tc>
                  <a:txBody>
                    <a:bodyPr lIns="57150" tIns="38100" rIns="47625" bIns="38100">
                      <a:normAutofit/>
                    </a:bodyPr>
                    <a:lstStyle/>
                    <a:p>
                      <a:pPr algn="ctr">
                        <a:buNone/>
                      </a:pPr>
                      <a:r>
                        <a:rPr sz="900" b="1">
                          <a:solidFill>
                            <a:srgbClr val="FFFFFF"/>
                          </a:solidFill>
                          <a:latin typeface="Noto Sans JP"/>
                          <a:ea typeface="Noto Sans JP"/>
                          <a:cs typeface="Noto Sans JP"/>
                        </a:rPr>
                        <a:t>記載された平均エネルギー差</a:t>
                      </a:r>
                    </a:p>
                  </a:txBody>
                  <a:tcPr marL="91440" marR="91440" marT="45720" marB="45720" anchor="ctr">
                    <a:solidFill>
                      <a:srgbClr val="00A6D9"/>
                    </a:solidFill>
                  </a:tcPr>
                </a:tc>
              </a:tr>
              <a:tr h="650875">
                <a:tc>
                  <a:txBody>
                    <a:bodyPr lIns="57150" tIns="38100" rIns="47625" bIns="38100">
                      <a:normAutofit/>
                    </a:bodyPr>
                    <a:lstStyle/>
                    <a:p>
                      <a:pPr algn="l">
                        <a:buNone/>
                      </a:pPr>
                      <a:r>
                        <a:rPr sz="938" b="1">
                          <a:solidFill>
                            <a:srgbClr val="2F2F2F"/>
                          </a:solidFill>
                          <a:latin typeface="Noto Sans JP"/>
                          <a:ea typeface="Noto Sans JP"/>
                          <a:cs typeface="Noto Sans JP"/>
                        </a:rPr>
                        <a:t>Monte Carlo−two-term</a:t>
                      </a:r>
                    </a:p>
                  </a:txBody>
                  <a:tcPr marL="91440" marR="91440" marT="45720" marB="45720" anchor="ctr">
                    <a:solidFill>
                      <a:srgbClr val="FFFFFF"/>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3.81%</a:t>
                      </a:r>
                    </a:p>
                  </a:txBody>
                  <a:tcPr marL="91440" marR="91440" marT="45720" marB="45720" anchor="ctr">
                    <a:solidFill>
                      <a:srgbClr val="FFFFFF"/>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2500 Td</a:t>
                      </a:r>
                    </a:p>
                  </a:txBody>
                  <a:tcPr marL="91440" marR="91440" marT="45720" marB="45720" anchor="ctr">
                    <a:solidFill>
                      <a:srgbClr val="FFFFFF"/>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2.98%</a:t>
                      </a:r>
                    </a:p>
                  </a:txBody>
                  <a:tcPr marL="91440" marR="91440" marT="45720" marB="45720" anchor="ctr">
                    <a:solidFill>
                      <a:srgbClr val="FFFFFF"/>
                    </a:solidFill>
                  </a:tcPr>
                </a:tc>
              </a:tr>
              <a:tr h="650875">
                <a:tc>
                  <a:txBody>
                    <a:bodyPr lIns="57150" tIns="38100" rIns="47625" bIns="38100">
                      <a:normAutofit/>
                    </a:bodyPr>
                    <a:lstStyle/>
                    <a:p>
                      <a:pPr algn="l">
                        <a:buNone/>
                      </a:pPr>
                      <a:r>
                        <a:rPr sz="938" b="1">
                          <a:solidFill>
                            <a:srgbClr val="2F2F2F"/>
                          </a:solidFill>
                          <a:latin typeface="Noto Sans JP"/>
                          <a:ea typeface="Noto Sans JP"/>
                          <a:cs typeface="Noto Sans JP"/>
                        </a:rPr>
                        <a:t>propagator−two-term</a:t>
                      </a:r>
                    </a:p>
                  </a:txBody>
                  <a:tcPr marL="91440" marR="91440" marT="45720" marB="45720" anchor="ctr">
                    <a:solidFill>
                      <a:srgbClr val="F1F1F1"/>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3.94%</a:t>
                      </a:r>
                    </a:p>
                  </a:txBody>
                  <a:tcPr marL="91440" marR="91440" marT="45720" marB="45720" anchor="ctr">
                    <a:solidFill>
                      <a:srgbClr val="F1F1F1"/>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2500 Td</a:t>
                      </a:r>
                    </a:p>
                  </a:txBody>
                  <a:tcPr marL="91440" marR="91440" marT="45720" marB="45720" anchor="ctr">
                    <a:solidFill>
                      <a:srgbClr val="F1F1F1"/>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2.00%</a:t>
                      </a:r>
                    </a:p>
                  </a:txBody>
                  <a:tcPr marL="91440" marR="91440" marT="45720" marB="45720" anchor="ctr">
                    <a:solidFill>
                      <a:srgbClr val="F1F1F1"/>
                    </a:solidFill>
                  </a:tcPr>
                </a:tc>
              </a:tr>
            </a:tbl>
          </a:graphicData>
        </a:graphic>
      </p:graphicFrame>
      <p:sp>
        <p:nvSpPr>
          <p:cNvPr id="10" name="">
            <a:extLst xmlns:a="http://schemas.openxmlformats.org/drawingml/2006/main">
              <a:ext uri="{FF2B5EF4-FFF2-40B4-BE49-F238E27FC236}">
                <a16:creationId xmlns:a16="http://schemas.microsoft.com/office/drawing/2014/main" id="{B25003EA-0104-4D4B-B537-5804D5B86ACF}"/>
              </a:ext>
            </a:extLst>
          </p:cNvPr>
          <p:cNvSpPr>
            <a:spLocks xmlns:a="http://schemas.openxmlformats.org/drawingml/2006/main" noGrp="1"/>
          </p:cNvSpPr>
          <p:nvPr/>
        </p:nvSpPr>
        <p:spPr>
          <a:xfrm xmlns:a="http://schemas.openxmlformats.org/drawingml/2006/main">
            <a:off x="8096250" y="3924300"/>
            <a:ext cx="328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275" b="0" i="0">
                <a:solidFill>
                  <a:srgbClr val="2F2F2F"/>
                </a:solidFill>
                <a:latin typeface="Noto Sans JP"/>
                <a:ea typeface="Noto Sans JP"/>
                <a:cs typeface="Noto Sans JP"/>
              </a:defRPr>
            </a:pPr>
            <a:r>
              <a:rPr sz="1275" b="0" i="0">
                <a:solidFill>
                  <a:srgbClr val="2F2F2F"/>
                </a:solidFill>
                <a:latin typeface="Noto Sans JP"/>
                <a:ea typeface="Noto Sans JP"/>
                <a:cs typeface="Noto Sans JP"/>
              </a:rPr>
              <a:t>TVは全エネルギー域の確率質量差。局所的な高エネルギー尾部の相対差とは異なる。</a:t>
            </a:r>
          </a:p>
        </p:txBody>
      </p:sp>
      <p:sp>
        <p:nvSpPr>
          <p:cNvPr id="11" name="">
            <a:extLst xmlns:a="http://schemas.openxmlformats.org/drawingml/2006/main">
              <a:ext uri="{FF2B5EF4-FFF2-40B4-BE49-F238E27FC236}">
                <a16:creationId xmlns:a16="http://schemas.microsoft.com/office/drawing/2014/main" id="{6218F755-A437-49CE-84C9-B269955463A2}"/>
              </a:ext>
            </a:extLst>
          </p:cNvPr>
          <p:cNvSpPr>
            <a:spLocks xmlns:a="http://schemas.openxmlformats.org/drawingml/2006/main" noGrp="1"/>
          </p:cNvSpPr>
          <p:nvPr/>
        </p:nvSpPr>
        <p:spPr>
          <a:xfrm xmlns:a="http://schemas.openxmlformats.org/drawingml/2006/main">
            <a:off x="8334375" y="4810125"/>
            <a:ext cx="2809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950" b="1" i="0">
                <a:solidFill>
                  <a:srgbClr val="72B51F"/>
                </a:solidFill>
                <a:latin typeface="Noto Sans JP"/>
                <a:ea typeface="Noto Sans JP"/>
                <a:cs typeface="Noto Sans JP"/>
              </a:defRPr>
            </a:pPr>
            <a:r>
              <a:rPr sz="1950" b="1" i="0">
                <a:solidFill>
                  <a:srgbClr val="72B51F"/>
                </a:solidFill>
                <a:latin typeface="Noto Sans JP"/>
                <a:ea typeface="Noto Sans JP"/>
                <a:cs typeface="Noto Sans JP"/>
              </a:rPr>
              <a:t>最大値： 3.94%</a:t>
            </a:r>
          </a:p>
        </p:txBody>
      </p:sp>
      <p:sp>
        <p:nvSpPr>
          <p:cNvPr id="14" name="">
            <a:extLst xmlns:a="http://schemas.openxmlformats.org/drawingml/2006/main">
              <a:ext uri="{FF2B5EF4-FFF2-40B4-BE49-F238E27FC236}">
                <a16:creationId xmlns:a16="http://schemas.microsoft.com/office/drawing/2014/main" id="{7337B735-E37A-4529-A8EB-B79F0B96E92C}"/>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純Arの</a:t>
            </a:r>
            <a:r>
              <a:rPr sz="1275" b="1" i="0">
                <a:solidFill>
                  <a:srgbClr val="6DBB20"/>
                </a:solidFill>
                <a:latin typeface="Noto Sans JP"/>
                <a:ea typeface="Noto Sans JP"/>
                <a:cs typeface="Noto Sans JP"/>
              </a:rPr>
              <a:t>3手法</a:t>
            </a:r>
            <a:r>
              <a:rPr sz="1275" b="1" i="0">
                <a:solidFill>
                  <a:srgbClr val="6DBB20"/>
                </a:solidFill>
                <a:latin typeface="Noto Sans JP"/>
                <a:ea typeface="Noto Sans JP"/>
                <a:cs typeface="Noto Sans JP"/>
              </a:rPr>
              <a:t>間差は小さいが、</a:t>
            </a:r>
            <a:r>
              <a:rPr sz="1275" b="1" i="0">
                <a:solidFill>
                  <a:srgbClr val="6DBB20"/>
                </a:solidFill>
                <a:latin typeface="Noto Sans JP"/>
                <a:ea typeface="Noto Sans JP"/>
                <a:cs typeface="Noto Sans JP"/>
              </a:rPr>
              <a:t>反応速度は</a:t>
            </a:r>
            <a:r>
              <a:rPr sz="1275" b="1" i="0">
                <a:solidFill>
                  <a:srgbClr val="6DBB20"/>
                </a:solidFill>
                <a:latin typeface="Noto Sans JP"/>
                <a:ea typeface="Noto Sans JP"/>
                <a:cs typeface="Noto Sans JP"/>
              </a:rPr>
              <a:t>閾値積分なのでTVだけで合否を決めない。</a:t>
            </a:r>
          </a:p>
        </p:txBody>
      </p:sp>
      <p:sp>
        <p:nvSpPr>
          <p:cNvPr id="15" name="">
            <a:extLst xmlns:a="http://schemas.openxmlformats.org/drawingml/2006/main">
              <a:ext uri="{FF2B5EF4-FFF2-40B4-BE49-F238E27FC236}">
                <a16:creationId xmlns:a16="http://schemas.microsoft.com/office/drawing/2014/main" id="{7352C15D-A961-4F51-9FDD-FFE4EF15286C}"/>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outputs/argon_gec_icp/eedf_comparison/eedf_comparison_metrics.csv</a:t>
            </a:r>
          </a:p>
        </p:txBody>
      </p:sp>
      <p:sp>
        <p:nvSpPr>
          <p:cNvPr id="19" name="title">
            <a:extLst xmlns:a="http://schemas.openxmlformats.org/drawingml/2006/main">
              <a:ext uri="{FF2B5EF4-FFF2-40B4-BE49-F238E27FC236}">
                <a16:creationId xmlns:a16="http://schemas.microsoft.com/office/drawing/2014/main" id="{5EF63FC8-9DAB-45D3-82D5-29F6105CCBA7}"/>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純Ar：4手法のEEDF差はどこに出るか</a:t>
            </a:r>
          </a:p>
        </p:txBody>
      </p:sp>
      <p:sp>
        <p:nvSpPr>
          <p:cNvPr id="20" name="">
            <a:extLst xmlns:a="http://schemas.openxmlformats.org/drawingml/2006/main">
              <a:ext uri="{FF2B5EF4-FFF2-40B4-BE49-F238E27FC236}">
                <a16:creationId xmlns:a16="http://schemas.microsoft.com/office/drawing/2014/main" id="{50BC3BDA-5444-4704-8049-D75C5811CF0B}"/>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4" name="section">
            <a:extLst xmlns:a="http://schemas.openxmlformats.org/drawingml/2006/main">
              <a:ext uri="{FF2B5EF4-FFF2-40B4-BE49-F238E27FC236}">
                <a16:creationId xmlns:a16="http://schemas.microsoft.com/office/drawing/2014/main" id="{71AFEE55-B72D-4F18-BCB2-61F6FFDFC9B0}"/>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42001150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3DAA94A-EE20-4A85-8052-51D0DD9AC5C3}"/>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7" name="">
            <a:extLst xmlns:a="http://schemas.openxmlformats.org/drawingml/2006/main">
              <a:ext uri="{FF2B5EF4-FFF2-40B4-BE49-F238E27FC236}">
                <a16:creationId xmlns:a16="http://schemas.microsoft.com/office/drawing/2014/main" id="{6A5B1B4D-F147-431F-9B35-3BEF72F4D0CA}"/>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29</a:t>
            </a:r>
          </a:p>
        </p:txBody>
      </p:sp>
      <p:graphicFrame>
        <p:nvGraphicFramePr>
          <p:cNvPr id="27" name="Chart"/>
          <p:cNvGraphicFramePr/>
          <p:nvPr/>
        </p:nvGraphicFramePr>
        <p:xfrm>
          <a:off xmlns:a="http://schemas.openxmlformats.org/drawingml/2006/main" x="476250" y="1476375"/>
          <a:ext xmlns:a="http://schemas.openxmlformats.org/drawingml/2006/main" cx="5476875" cy="3714750"/>
        </p:xfrm>
        <a:graphic xmlns:a="http://schemas.openxmlformats.org/drawingml/2006/main">
          <a:graphicData uri="http://schemas.openxmlformats.org/drawingml/2006/chart">
            <c:chart xmlns:r="http://schemas.openxmlformats.org/officeDocument/2006/relationships" xmlns:c="http://schemas.openxmlformats.org/drawingml/2006/chart" r:id="R73076ce39e1a4119"/>
          </a:graphicData>
        </a:graphic>
      </p:graphicFrame>
      <p:graphicFrame>
        <p:nvGraphicFramePr>
          <p:cNvPr id="28" name="Chart"/>
          <p:cNvGraphicFramePr/>
          <p:nvPr/>
        </p:nvGraphicFramePr>
        <p:xfrm>
          <a:off xmlns:a="http://schemas.openxmlformats.org/drawingml/2006/main" x="6238875" y="1476375"/>
          <a:ext xmlns:a="http://schemas.openxmlformats.org/drawingml/2006/main" cx="5476875" cy="3714750"/>
        </p:xfrm>
        <a:graphic xmlns:a="http://schemas.openxmlformats.org/drawingml/2006/main">
          <a:graphicData uri="http://schemas.openxmlformats.org/drawingml/2006/chart">
            <c:chart xmlns:r="http://schemas.openxmlformats.org/officeDocument/2006/relationships" xmlns:c="http://schemas.openxmlformats.org/drawingml/2006/chart" r:id="Rdd621f04467f45f9"/>
          </a:graphicData>
        </a:graphic>
      </p:graphicFrame>
      <p:sp>
        <p:nvSpPr>
          <p:cNvPr id="12" name="">
            <a:extLst xmlns:a="http://schemas.openxmlformats.org/drawingml/2006/main">
              <a:ext uri="{FF2B5EF4-FFF2-40B4-BE49-F238E27FC236}">
                <a16:creationId xmlns:a16="http://schemas.microsoft.com/office/drawing/2014/main" id="{A11044D0-59CD-4DFA-91BF-0995DA2904B4}"/>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平均エネルギーと</a:t>
            </a:r>
            <a:r>
              <a:rPr sz="1275" b="1" i="0">
                <a:solidFill>
                  <a:srgbClr val="6DBB20"/>
                </a:solidFill>
                <a:latin typeface="Noto Sans JP"/>
                <a:ea typeface="Noto Sans JP"/>
                <a:cs typeface="Noto Sans JP"/>
              </a:rPr>
              <a:t>ドリフト速度</a:t>
            </a:r>
            <a:r>
              <a:rPr sz="1275" b="1" i="0">
                <a:solidFill>
                  <a:srgbClr val="6DBB20"/>
                </a:solidFill>
                <a:latin typeface="Noto Sans JP"/>
                <a:ea typeface="Noto Sans JP"/>
                <a:cs typeface="Noto Sans JP"/>
              </a:rPr>
              <a:t>の一致は</a:t>
            </a:r>
            <a:r>
              <a:rPr sz="1275" b="1" i="0">
                <a:solidFill>
                  <a:srgbClr val="6DBB20"/>
                </a:solidFill>
                <a:latin typeface="Noto Sans JP"/>
                <a:ea typeface="Noto Sans JP"/>
                <a:cs typeface="Noto Sans JP"/>
              </a:rPr>
              <a:t>低次モーメント</a:t>
            </a:r>
            <a:r>
              <a:rPr sz="1275" b="1" i="0">
                <a:solidFill>
                  <a:srgbClr val="6DBB20"/>
                </a:solidFill>
                <a:latin typeface="Noto Sans JP"/>
                <a:ea typeface="Noto Sans JP"/>
                <a:cs typeface="Noto Sans JP"/>
              </a:rPr>
              <a:t>整合を示すが、</a:t>
            </a:r>
            <a:r>
              <a:rPr sz="1275" b="1" i="0">
                <a:solidFill>
                  <a:srgbClr val="6DBB20"/>
                </a:solidFill>
                <a:latin typeface="Noto Sans JP"/>
                <a:ea typeface="Noto Sans JP"/>
                <a:cs typeface="Noto Sans JP"/>
              </a:rPr>
              <a:t>角度分布近似</a:t>
            </a:r>
            <a:r>
              <a:rPr sz="1275" b="1" i="0">
                <a:solidFill>
                  <a:srgbClr val="6DBB20"/>
                </a:solidFill>
                <a:latin typeface="Noto Sans JP"/>
                <a:ea typeface="Noto Sans JP"/>
                <a:cs typeface="Noto Sans JP"/>
              </a:rPr>
              <a:t>と</a:t>
            </a:r>
            <a:r>
              <a:rPr sz="1275" b="1" i="0">
                <a:solidFill>
                  <a:srgbClr val="6DBB20"/>
                </a:solidFill>
                <a:latin typeface="Noto Sans JP"/>
                <a:ea typeface="Noto Sans JP"/>
                <a:cs typeface="Noto Sans JP"/>
              </a:rPr>
              <a:t>高エネルギー反応速度</a:t>
            </a:r>
            <a:r>
              <a:rPr sz="1275" b="1" i="0">
                <a:solidFill>
                  <a:srgbClr val="6DBB20"/>
                </a:solidFill>
                <a:latin typeface="Noto Sans JP"/>
                <a:ea typeface="Noto Sans JP"/>
                <a:cs typeface="Noto Sans JP"/>
              </a:rPr>
              <a:t>の検証を置き換えない。</a:t>
            </a:r>
          </a:p>
        </p:txBody>
      </p:sp>
      <p:sp>
        <p:nvSpPr>
          <p:cNvPr id="13" name="">
            <a:extLst xmlns:a="http://schemas.openxmlformats.org/drawingml/2006/main">
              <a:ext uri="{FF2B5EF4-FFF2-40B4-BE49-F238E27FC236}">
                <a16:creationId xmlns:a16="http://schemas.microsoft.com/office/drawing/2014/main" id="{8CE14365-6F1C-4EFC-8F78-965728FA2495}"/>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transport_vs_en.csv for three solvers</a:t>
            </a:r>
          </a:p>
        </p:txBody>
      </p:sp>
      <p:sp>
        <p:nvSpPr>
          <p:cNvPr id="17" name="title">
            <a:extLst xmlns:a="http://schemas.openxmlformats.org/drawingml/2006/main">
              <a:ext uri="{FF2B5EF4-FFF2-40B4-BE49-F238E27FC236}">
                <a16:creationId xmlns:a16="http://schemas.microsoft.com/office/drawing/2014/main" id="{7B3B882E-8338-485E-A5BC-B96C0EC95F02}"/>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純Ar：平均エネルギーとドリフト速度</a:t>
            </a:r>
          </a:p>
        </p:txBody>
      </p:sp>
      <p:sp>
        <p:nvSpPr>
          <p:cNvPr id="18" name="">
            <a:extLst xmlns:a="http://schemas.openxmlformats.org/drawingml/2006/main">
              <a:ext uri="{FF2B5EF4-FFF2-40B4-BE49-F238E27FC236}">
                <a16:creationId xmlns:a16="http://schemas.microsoft.com/office/drawing/2014/main" id="{61BE466E-E4CF-40F3-851B-AC6EF8FCD42E}"/>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2" name="section">
            <a:extLst xmlns:a="http://schemas.openxmlformats.org/drawingml/2006/main">
              <a:ext uri="{FF2B5EF4-FFF2-40B4-BE49-F238E27FC236}">
                <a16:creationId xmlns:a16="http://schemas.microsoft.com/office/drawing/2014/main" id="{7D5D7D4A-84E2-49E2-9E3A-75ABF10D9D36}"/>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172530591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C3D481A-14E7-4B62-B791-FB4E13B5EBD1}"/>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7" name="">
            <a:extLst xmlns:a="http://schemas.openxmlformats.org/drawingml/2006/main">
              <a:ext uri="{FF2B5EF4-FFF2-40B4-BE49-F238E27FC236}">
                <a16:creationId xmlns:a16="http://schemas.microsoft.com/office/drawing/2014/main" id="{D5E0A804-03C5-4567-80CD-8FEFAE85BD80}"/>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30</a:t>
            </a:r>
          </a:p>
        </p:txBody>
      </p:sp>
      <p:graphicFrame>
        <p:nvGraphicFramePr>
          <p:cNvPr id="28" name="Chart"/>
          <p:cNvGraphicFramePr/>
          <p:nvPr/>
        </p:nvGraphicFramePr>
        <p:xfrm>
          <a:off xmlns:a="http://schemas.openxmlformats.org/drawingml/2006/main" x="476250" y="1476375"/>
          <a:ext xmlns:a="http://schemas.openxmlformats.org/drawingml/2006/main" cx="5476875" cy="3667125"/>
        </p:xfrm>
        <a:graphic xmlns:a="http://schemas.openxmlformats.org/drawingml/2006/main">
          <a:graphicData uri="http://schemas.openxmlformats.org/drawingml/2006/chart">
            <c:chart xmlns:r="http://schemas.openxmlformats.org/officeDocument/2006/relationships" xmlns:c="http://schemas.openxmlformats.org/drawingml/2006/chart" r:id="R1ffb12e8708e42de"/>
          </a:graphicData>
        </a:graphic>
      </p:graphicFrame>
      <p:graphicFrame>
        <p:nvGraphicFramePr>
          <p:cNvPr id="29" name="Chart"/>
          <p:cNvGraphicFramePr/>
          <p:nvPr/>
        </p:nvGraphicFramePr>
        <p:xfrm>
          <a:off xmlns:a="http://schemas.openxmlformats.org/drawingml/2006/main" x="6238875" y="1476375"/>
          <a:ext xmlns:a="http://schemas.openxmlformats.org/drawingml/2006/main" cx="5476875" cy="3667125"/>
        </p:xfrm>
        <a:graphic xmlns:a="http://schemas.openxmlformats.org/drawingml/2006/main">
          <a:graphicData uri="http://schemas.openxmlformats.org/drawingml/2006/chart">
            <c:chart xmlns:r="http://schemas.openxmlformats.org/officeDocument/2006/relationships" xmlns:c="http://schemas.openxmlformats.org/drawingml/2006/chart" r:id="R916b59e019fd4b95"/>
          </a:graphicData>
        </a:graphic>
      </p:graphicFrame>
      <p:sp>
        <p:nvSpPr>
          <p:cNvPr id="10" name="">
            <a:extLst xmlns:a="http://schemas.openxmlformats.org/drawingml/2006/main">
              <a:ext uri="{FF2B5EF4-FFF2-40B4-BE49-F238E27FC236}">
                <a16:creationId xmlns:a16="http://schemas.microsoft.com/office/drawing/2014/main" id="{B0AFDA7D-0305-4F11-8A69-5536A93A084E}"/>
              </a:ext>
            </a:extLst>
          </p:cNvPr>
          <p:cNvSpPr>
            <a:spLocks xmlns:a="http://schemas.openxmlformats.org/drawingml/2006/main" noGrp="1"/>
          </p:cNvSpPr>
          <p:nvPr/>
        </p:nvSpPr>
        <p:spPr>
          <a:xfrm xmlns:a="http://schemas.openxmlformats.org/drawingml/2006/main">
            <a:off x="2905125" y="5314950"/>
            <a:ext cx="638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350" b="1" i="0">
                <a:solidFill>
                  <a:srgbClr val="D43C3C"/>
                </a:solidFill>
                <a:latin typeface="Cambria Math"/>
                <a:ea typeface="Cambria Math"/>
                <a:cs typeface="Cambria Math"/>
              </a:defRPr>
            </a:pPr>
            <a:r>
              <a:rPr sz="1350" b="1" i="0">
                <a:solidFill>
                  <a:srgbClr val="D43C3C"/>
                </a:solidFill>
                <a:latin typeface="Cambria Math"/>
                <a:ea typeface="Cambria Math"/>
                <a:cs typeface="Cambria Math"/>
              </a:rPr>
              <a:t>kⱼ = ∫εₜₕ^∞ σⱼ(ε)v(ε)p(ε)dε：閾値未満は寄与しない</a:t>
            </a:r>
          </a:p>
        </p:txBody>
      </p:sp>
      <p:sp>
        <p:nvSpPr>
          <p:cNvPr id="13" name="">
            <a:extLst xmlns:a="http://schemas.openxmlformats.org/drawingml/2006/main">
              <a:ext uri="{FF2B5EF4-FFF2-40B4-BE49-F238E27FC236}">
                <a16:creationId xmlns:a16="http://schemas.microsoft.com/office/drawing/2014/main" id="{4DA1C7BF-7C65-4934-94DC-173D3F61347A}"/>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EEDFの“見た目の一致”より、対象反応の</a:t>
            </a:r>
            <a:r>
              <a:rPr sz="1275" b="1" i="0">
                <a:solidFill>
                  <a:srgbClr val="6DBB20"/>
                </a:solidFill>
                <a:latin typeface="Noto Sans JP"/>
                <a:ea typeface="Noto Sans JP"/>
                <a:cs typeface="Noto Sans JP"/>
              </a:rPr>
              <a:t>積分核</a:t>
            </a:r>
            <a:r>
              <a:rPr sz="1275" b="1" i="0">
                <a:solidFill>
                  <a:srgbClr val="6DBB20"/>
                </a:solidFill>
                <a:latin typeface="Noto Sans JP"/>
                <a:ea typeface="Noto Sans JP"/>
                <a:cs typeface="Noto Sans JP"/>
              </a:rPr>
              <a:t> σⱼvとの重なりを評価する。</a:t>
            </a:r>
          </a:p>
        </p:txBody>
      </p:sp>
      <p:sp>
        <p:nvSpPr>
          <p:cNvPr id="14" name="">
            <a:extLst xmlns:a="http://schemas.openxmlformats.org/drawingml/2006/main">
              <a:ext uri="{FF2B5EF4-FFF2-40B4-BE49-F238E27FC236}">
                <a16:creationId xmlns:a16="http://schemas.microsoft.com/office/drawing/2014/main" id="{FE03D727-0269-4FC3-87A1-90E8EBE6F8DC}"/>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rates_vs_en.csv; Ar thresholds 11.5 / 15.8 eV</a:t>
            </a:r>
          </a:p>
        </p:txBody>
      </p:sp>
      <p:sp>
        <p:nvSpPr>
          <p:cNvPr id="18" name="title">
            <a:extLst xmlns:a="http://schemas.openxmlformats.org/drawingml/2006/main">
              <a:ext uri="{FF2B5EF4-FFF2-40B4-BE49-F238E27FC236}">
                <a16:creationId xmlns:a16="http://schemas.microsoft.com/office/drawing/2014/main" id="{A223D67F-6349-4208-BFD2-926F460C4F1B}"/>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純Ar：高エネルギー尾部が励起・電離速度を決める</a:t>
            </a:r>
          </a:p>
        </p:txBody>
      </p:sp>
      <p:sp>
        <p:nvSpPr>
          <p:cNvPr id="19" name="">
            <a:extLst xmlns:a="http://schemas.openxmlformats.org/drawingml/2006/main">
              <a:ext uri="{FF2B5EF4-FFF2-40B4-BE49-F238E27FC236}">
                <a16:creationId xmlns:a16="http://schemas.microsoft.com/office/drawing/2014/main" id="{EADDFAA6-2241-4C43-8F24-C8E6D4524D01}"/>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3" name="section">
            <a:extLst xmlns:a="http://schemas.openxmlformats.org/drawingml/2006/main">
              <a:ext uri="{FF2B5EF4-FFF2-40B4-BE49-F238E27FC236}">
                <a16:creationId xmlns:a16="http://schemas.microsoft.com/office/drawing/2014/main" id="{8E905781-E5A6-4BE9-832F-F7168C192F01}"/>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117503422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60AAF1D-F0B8-455F-8DE7-EF2E81D3C7EE}"/>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7" name="">
            <a:extLst xmlns:a="http://schemas.openxmlformats.org/drawingml/2006/main">
              <a:ext uri="{FF2B5EF4-FFF2-40B4-BE49-F238E27FC236}">
                <a16:creationId xmlns:a16="http://schemas.microsoft.com/office/drawing/2014/main" id="{86905BF6-7F51-4E47-B64B-9419BA832EED}"/>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31</a:t>
            </a:r>
          </a:p>
        </p:txBody>
      </p:sp>
      <p:graphicFrame>
        <p:nvGraphicFramePr>
          <p:cNvPr id="25" name=""/>
          <p:cNvGraphicFramePr/>
          <p:nvPr/>
        </p:nvGraphicFramePr>
        <p:xfrm>
          <a:off xmlns:a="http://schemas.openxmlformats.org/drawingml/2006/main" x="476250" y="1476375"/>
          <a:ext xmlns:a="http://schemas.openxmlformats.org/drawingml/2006/main" cx="11144250" cy="3143250"/>
        </p:xfrm>
        <a:graphic xmlns:a="http://schemas.openxmlformats.org/drawingml/2006/main">
          <a:graphicData uri="http://schemas.openxmlformats.org/drawingml/2006/table">
            <a:tbl>
              <a:tblPr firstRow="1" bandRow="0"/>
              <a:tblGrid>
                <a:gridCol w="2381250"/>
                <a:gridCol w="1809750"/>
                <a:gridCol w="2857500"/>
                <a:gridCol w="4095750"/>
              </a:tblGrid>
              <a:tr h="523875">
                <a:tc>
                  <a:txBody>
                    <a:bodyPr lIns="57150" tIns="38100" rIns="47625" bIns="38100">
                      <a:normAutofit/>
                    </a:bodyPr>
                    <a:lstStyle/>
                    <a:p>
                      <a:pPr algn="l">
                        <a:buNone/>
                      </a:pPr>
                      <a:r>
                        <a:rPr sz="1050" b="1">
                          <a:solidFill>
                            <a:srgbClr val="FFFFFF"/>
                          </a:solidFill>
                          <a:latin typeface="Noto Sans JP"/>
                          <a:ea typeface="Noto Sans JP"/>
                          <a:cs typeface="Noto Sans JP"/>
                        </a:rPr>
                        <a:t>計算法／確認項目</a:t>
                      </a:r>
                    </a:p>
                  </a:txBody>
                  <a:tcPr marL="91440" marR="91440" marT="45720" marB="45720" anchor="ctr">
                    <a:solidFill>
                      <a:srgbClr val="00A6D9"/>
                    </a:solidFill>
                  </a:tcPr>
                </a:tc>
                <a:tc>
                  <a:txBody>
                    <a:bodyPr lIns="57150" tIns="38100" rIns="47625" bIns="38100">
                      <a:normAutofit/>
                    </a:bodyPr>
                    <a:lstStyle/>
                    <a:p>
                      <a:pPr algn="ctr">
                        <a:buNone/>
                      </a:pPr>
                      <a:r>
                        <a:rPr sz="1050" b="1">
                          <a:solidFill>
                            <a:srgbClr val="FFFFFF"/>
                          </a:solidFill>
                          <a:latin typeface="Noto Sans JP"/>
                          <a:ea typeface="Noto Sans JP"/>
                          <a:cs typeface="Noto Sans JP"/>
                        </a:rPr>
                        <a:t>合格数／全数</a:t>
                      </a:r>
                    </a:p>
                  </a:txBody>
                  <a:tcPr marL="91440" marR="91440" marT="45720" marB="45720" anchor="ctr">
                    <a:solidFill>
                      <a:srgbClr val="00A6D9"/>
                    </a:solidFill>
                  </a:tcPr>
                </a:tc>
                <a:tc>
                  <a:txBody>
                    <a:bodyPr lIns="57150" tIns="38100" rIns="47625" bIns="38100">
                      <a:normAutofit/>
                    </a:bodyPr>
                    <a:lstStyle/>
                    <a:p>
                      <a:pPr algn="ctr">
                        <a:buNone/>
                      </a:pPr>
                      <a:r>
                        <a:rPr sz="1050" b="1">
                          <a:solidFill>
                            <a:srgbClr val="FFFFFF"/>
                          </a:solidFill>
                          <a:latin typeface="Noto Sans JP"/>
                          <a:ea typeface="Noto Sans JP"/>
                          <a:cs typeface="Noto Sans JP"/>
                        </a:rPr>
                        <a:t>最大・代表値</a:t>
                      </a:r>
                    </a:p>
                  </a:txBody>
                  <a:tcPr marL="91440" marR="91440" marT="45720" marB="45720" anchor="ctr">
                    <a:solidFill>
                      <a:srgbClr val="00A6D9"/>
                    </a:solidFill>
                  </a:tcPr>
                </a:tc>
                <a:tc>
                  <a:txBody>
                    <a:bodyPr lIns="57150" tIns="38100" rIns="47625" bIns="38100">
                      <a:normAutofit/>
                    </a:bodyPr>
                    <a:lstStyle/>
                    <a:p>
                      <a:pPr algn="ctr">
                        <a:buNone/>
                      </a:pPr>
                      <a:r>
                        <a:rPr sz="1050" b="1">
                          <a:solidFill>
                            <a:srgbClr val="FFFFFF"/>
                          </a:solidFill>
                          <a:latin typeface="Noto Sans JP"/>
                          <a:ea typeface="Noto Sans JP"/>
                          <a:cs typeface="Noto Sans JP"/>
                        </a:rPr>
                        <a:t>解釈</a:t>
                      </a:r>
                    </a:p>
                  </a:txBody>
                  <a:tcPr marL="91440" marR="91440" marT="45720" marB="45720" anchor="ctr">
                    <a:solidFill>
                      <a:srgbClr val="00A6D9"/>
                    </a:solidFill>
                  </a:tcPr>
                </a:tc>
              </a:tr>
              <a:tr h="523875">
                <a:tc>
                  <a:txBody>
                    <a:bodyPr lIns="57150" tIns="38100" rIns="47625" bIns="38100">
                      <a:normAutofit/>
                    </a:bodyPr>
                    <a:lstStyle/>
                    <a:p>
                      <a:pPr algn="l">
                        <a:buNone/>
                      </a:pPr>
                      <a:r>
                        <a:rPr sz="1065" b="1">
                          <a:solidFill>
                            <a:srgbClr val="2F2F2F"/>
                          </a:solidFill>
                          <a:latin typeface="Noto Sans JP"/>
                          <a:ea typeface="Noto Sans JP"/>
                          <a:cs typeface="Noto Sans JP"/>
                        </a:rPr>
                        <a:t>two-term物性表の数値品質</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14 / 14</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高エネルギー尾部収束済み</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決定論的物性表を採用可能</a:t>
                      </a:r>
                    </a:p>
                  </a:txBody>
                  <a:tcPr marL="91440" marR="91440" marT="45720" marB="45720" anchor="ctr">
                    <a:solidFill>
                      <a:srgbClr val="FFFFFF"/>
                    </a:solidFill>
                  </a:tcPr>
                </a:tc>
              </a:tr>
              <a:tr h="523875">
                <a:tc>
                  <a:txBody>
                    <a:bodyPr lIns="57150" tIns="38100" rIns="47625" bIns="38100">
                      <a:normAutofit/>
                    </a:bodyPr>
                    <a:lstStyle/>
                    <a:p>
                      <a:pPr algn="l">
                        <a:buNone/>
                      </a:pPr>
                      <a:r>
                        <a:rPr sz="1065" b="1">
                          <a:solidFill>
                            <a:srgbClr val="2F2F2F"/>
                          </a:solidFill>
                          <a:latin typeface="Noto Sans JP"/>
                          <a:ea typeface="Noto Sans JP"/>
                          <a:cs typeface="Noto Sans JP"/>
                        </a:rPr>
                        <a:t>Monte Carlo輸送係数までの採用</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7 / 14</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定常性・相関時間が未達</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全輸送量を一括採用しない</a:t>
                      </a:r>
                    </a:p>
                  </a:txBody>
                  <a:tcPr marL="91440" marR="91440" marT="45720" marB="45720" anchor="ctr">
                    <a:solidFill>
                      <a:srgbClr val="F1F1F1"/>
                    </a:solidFill>
                  </a:tcPr>
                </a:tc>
              </a:tr>
              <a:tr h="523875">
                <a:tc>
                  <a:txBody>
                    <a:bodyPr lIns="57150" tIns="38100" rIns="47625" bIns="38100">
                      <a:normAutofit/>
                    </a:bodyPr>
                    <a:lstStyle/>
                    <a:p>
                      <a:pPr algn="l">
                        <a:buNone/>
                      </a:pPr>
                      <a:r>
                        <a:rPr sz="1065" b="1">
                          <a:solidFill>
                            <a:srgbClr val="2F2F2F"/>
                          </a:solidFill>
                          <a:latin typeface="Noto Sans JP"/>
                          <a:ea typeface="Noto Sans JP"/>
                          <a:cs typeface="Noto Sans JP"/>
                        </a:rPr>
                        <a:t>Monte Carlo EEDF・反応速度に採用</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14 / 14</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EEDF・反応速度のみ採用</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COMSOL入力として採用</a:t>
                      </a:r>
                    </a:p>
                  </a:txBody>
                  <a:tcPr marL="91440" marR="91440" marT="45720" marB="45720" anchor="ctr">
                    <a:solidFill>
                      <a:srgbClr val="FFFFFF"/>
                    </a:solidFill>
                  </a:tcPr>
                </a:tc>
              </a:tr>
              <a:tr h="523875">
                <a:tc>
                  <a:txBody>
                    <a:bodyPr lIns="57150" tIns="38100" rIns="47625" bIns="38100">
                      <a:normAutofit/>
                    </a:bodyPr>
                    <a:lstStyle/>
                    <a:p>
                      <a:pPr algn="l">
                        <a:buNone/>
                      </a:pPr>
                      <a:r>
                        <a:rPr sz="1065" b="1">
                          <a:solidFill>
                            <a:srgbClr val="2F2F2F"/>
                          </a:solidFill>
                          <a:latin typeface="Noto Sans JP"/>
                          <a:ea typeface="Noto Sans JP"/>
                          <a:cs typeface="Noto Sans JP"/>
                        </a:rPr>
                        <a:t>propagator P1主要出力</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14 / 14</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最大残差 1.43e-15</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決定論的収束</a:t>
                      </a:r>
                    </a:p>
                  </a:txBody>
                  <a:tcPr marL="91440" marR="91440" marT="45720" marB="45720" anchor="ctr">
                    <a:solidFill>
                      <a:srgbClr val="F1F1F1"/>
                    </a:solidFill>
                  </a:tcPr>
                </a:tc>
              </a:tr>
              <a:tr h="523875">
                <a:tc>
                  <a:txBody>
                    <a:bodyPr lIns="57150" tIns="38100" rIns="47625" bIns="38100">
                      <a:normAutofit/>
                    </a:bodyPr>
                    <a:lstStyle/>
                    <a:p>
                      <a:pPr algn="l">
                        <a:buNone/>
                      </a:pPr>
                      <a:r>
                        <a:rPr sz="1065" b="1">
                          <a:solidFill>
                            <a:srgbClr val="2F2F2F"/>
                          </a:solidFill>
                          <a:latin typeface="Noto Sans JP"/>
                          <a:ea typeface="Noto Sans JP"/>
                          <a:cs typeface="Noto Sans JP"/>
                        </a:rPr>
                        <a:t>EEDF正規化</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全表示条件</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最大誤差 4.44e-16</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確率質量保存</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9BB99A45-A3DF-4761-B477-356AC20E1EFC}"/>
              </a:ext>
            </a:extLst>
          </p:cNvPr>
          <p:cNvSpPr>
            <a:spLocks xmlns:a="http://schemas.openxmlformats.org/drawingml/2006/main" noGrp="1"/>
          </p:cNvSpPr>
          <p:nvPr/>
        </p:nvSpPr>
        <p:spPr>
          <a:xfrm xmlns:a="http://schemas.openxmlformats.org/drawingml/2006/main">
            <a:off x="666750" y="504825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425" b="1" i="0">
                <a:solidFill>
                  <a:srgbClr val="D43C3C"/>
                </a:solidFill>
                <a:latin typeface="Noto Sans JP"/>
                <a:ea typeface="Noto Sans JP"/>
                <a:cs typeface="Noto Sans JP"/>
              </a:defRPr>
            </a:pPr>
            <a:r>
              <a:rPr sz="1425" b="1" i="0">
                <a:solidFill>
                  <a:srgbClr val="D43C3C"/>
                </a:solidFill>
                <a:latin typeface="Noto Sans JP"/>
                <a:ea typeface="Noto Sans JP"/>
                <a:cs typeface="Noto Sans JP"/>
              </a:rPr>
              <a:t>重要</a:t>
            </a:r>
          </a:p>
        </p:txBody>
      </p:sp>
      <p:sp>
        <p:nvSpPr>
          <p:cNvPr id="10" name="">
            <a:extLst xmlns:a="http://schemas.openxmlformats.org/drawingml/2006/main">
              <a:ext uri="{FF2B5EF4-FFF2-40B4-BE49-F238E27FC236}">
                <a16:creationId xmlns:a16="http://schemas.microsoft.com/office/drawing/2014/main" id="{1F808627-03A7-4579-BC6D-3BD9DFD8CDA9}"/>
              </a:ext>
            </a:extLst>
          </p:cNvPr>
          <p:cNvSpPr>
            <a:spLocks xmlns:a="http://schemas.openxmlformats.org/drawingml/2006/main" noGrp="1"/>
          </p:cNvSpPr>
          <p:nvPr/>
        </p:nvSpPr>
        <p:spPr>
          <a:xfrm xmlns:a="http://schemas.openxmlformats.org/drawingml/2006/main">
            <a:off x="1619250" y="4953000"/>
            <a:ext cx="933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350" b="0" i="0">
                <a:solidFill>
                  <a:srgbClr val="2F2F2F"/>
                </a:solidFill>
                <a:latin typeface="Noto Sans JP"/>
                <a:ea typeface="Noto Sans JP"/>
                <a:cs typeface="Noto Sans JP"/>
              </a:defRPr>
            </a:pPr>
            <a:r>
              <a:rPr sz="1350" b="0" i="0">
                <a:solidFill>
                  <a:srgbClr val="2F2F2F"/>
                </a:solidFill>
                <a:latin typeface="Noto Sans JP"/>
                <a:ea typeface="Noto Sans JP"/>
                <a:cs typeface="Noto Sans JP"/>
              </a:rPr>
              <a:t>MCの</a:t>
            </a:r>
            <a:r>
              <a:rPr sz="1350" b="0" i="0">
                <a:solidFill>
                  <a:srgbClr val="2F2F2F"/>
                </a:solidFill>
                <a:latin typeface="Noto Sans JP"/>
                <a:ea typeface="Noto Sans JP"/>
                <a:cs typeface="Noto Sans JP"/>
              </a:rPr>
              <a:t>輸送係数まで統計収束</a:t>
            </a:r>
            <a:r>
              <a:rPr sz="1350" b="0" i="0">
                <a:solidFill>
                  <a:srgbClr val="2F2F2F"/>
                </a:solidFill>
                <a:latin typeface="Noto Sans JP"/>
                <a:ea typeface="Noto Sans JP"/>
                <a:cs typeface="Noto Sans JP"/>
              </a:rPr>
              <a:t> </a:t>
            </a:r>
            <a:r>
              <a:rPr sz="1350" b="0" i="0">
                <a:solidFill>
                  <a:srgbClr val="2F2F2F"/>
                </a:solidFill>
                <a:latin typeface="Noto Sans JP"/>
                <a:ea typeface="Noto Sans JP"/>
                <a:cs typeface="Noto Sans JP"/>
              </a:rPr>
              <a:t>未達</a:t>
            </a:r>
            <a:r>
              <a:rPr sz="1350" b="0" i="0">
                <a:solidFill>
                  <a:srgbClr val="2F2F2F"/>
                </a:solidFill>
                <a:latin typeface="Noto Sans JP"/>
                <a:ea typeface="Noto Sans JP"/>
                <a:cs typeface="Noto Sans JP"/>
              </a:rPr>
              <a:t>と</a:t>
            </a:r>
            <a:r>
              <a:rPr sz="1350" b="0" i="0">
                <a:solidFill>
                  <a:srgbClr val="2F2F2F"/>
                </a:solidFill>
                <a:latin typeface="Noto Sans JP"/>
                <a:ea typeface="Noto Sans JP"/>
                <a:cs typeface="Noto Sans JP"/>
              </a:rPr>
              <a:t>EEDF・反応速度の採用</a:t>
            </a:r>
            <a:r>
              <a:rPr sz="1350" b="0" i="0">
                <a:solidFill>
                  <a:srgbClr val="2F2F2F"/>
                </a:solidFill>
                <a:latin typeface="Noto Sans JP"/>
                <a:ea typeface="Noto Sans JP"/>
                <a:cs typeface="Noto Sans JP"/>
              </a:rPr>
              <a:t>は矛盾しない。採用対象の物理量が異なる。</a:t>
            </a:r>
          </a:p>
        </p:txBody>
      </p:sp>
      <p:sp>
        <p:nvSpPr>
          <p:cNvPr id="13" name="">
            <a:extLst xmlns:a="http://schemas.openxmlformats.org/drawingml/2006/main">
              <a:ext uri="{FF2B5EF4-FFF2-40B4-BE49-F238E27FC236}">
                <a16:creationId xmlns:a16="http://schemas.microsoft.com/office/drawing/2014/main" id="{E099A57B-8B73-4944-BCA2-96F0E1BA206B}"/>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採用判定</a:t>
            </a:r>
            <a:r>
              <a:rPr sz="1275" b="1" i="0">
                <a:solidFill>
                  <a:srgbClr val="6DBB20"/>
                </a:solidFill>
                <a:latin typeface="Noto Sans JP"/>
                <a:ea typeface="Noto Sans JP"/>
                <a:cs typeface="Noto Sans JP"/>
              </a:rPr>
              <a:t>は</a:t>
            </a:r>
            <a:r>
              <a:rPr sz="1275" b="1" i="0">
                <a:solidFill>
                  <a:srgbClr val="6DBB20"/>
                </a:solidFill>
                <a:latin typeface="Noto Sans JP"/>
                <a:ea typeface="Noto Sans JP"/>
                <a:cs typeface="Noto Sans JP"/>
              </a:rPr>
              <a:t>計算法全体</a:t>
            </a:r>
            <a:r>
              <a:rPr sz="1275" b="1" i="0">
                <a:solidFill>
                  <a:srgbClr val="6DBB20"/>
                </a:solidFill>
                <a:latin typeface="Noto Sans JP"/>
                <a:ea typeface="Noto Sans JP"/>
                <a:cs typeface="Noto Sans JP"/>
              </a:rPr>
              <a:t>の称号ではなく、使用する出力量ごとの契約。</a:t>
            </a:r>
          </a:p>
        </p:txBody>
      </p:sp>
      <p:sp>
        <p:nvSpPr>
          <p:cNvPr id="14" name="">
            <a:extLst xmlns:a="http://schemas.openxmlformats.org/drawingml/2006/main">
              <a:ext uri="{FF2B5EF4-FFF2-40B4-BE49-F238E27FC236}">
                <a16:creationId xmlns:a16="http://schemas.microsoft.com/office/drawing/2014/main" id="{AF6D2990-0C38-474C-8C26-1550F47512B4}"/>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quality.csv for three solvers; run_status.json</a:t>
            </a:r>
          </a:p>
        </p:txBody>
      </p:sp>
      <p:sp>
        <p:nvSpPr>
          <p:cNvPr id="17" name="title">
            <a:extLst xmlns:a="http://schemas.openxmlformats.org/drawingml/2006/main">
              <a:ext uri="{FF2B5EF4-FFF2-40B4-BE49-F238E27FC236}">
                <a16:creationId xmlns:a16="http://schemas.microsoft.com/office/drawing/2014/main" id="{5876E5D1-FA01-407D-AE78-8ED243B32146}"/>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純Ar：採用前の数値品質確認</a:t>
            </a:r>
          </a:p>
        </p:txBody>
      </p:sp>
      <p:sp>
        <p:nvSpPr>
          <p:cNvPr id="18" name="">
            <a:extLst xmlns:a="http://schemas.openxmlformats.org/drawingml/2006/main">
              <a:ext uri="{FF2B5EF4-FFF2-40B4-BE49-F238E27FC236}">
                <a16:creationId xmlns:a16="http://schemas.microsoft.com/office/drawing/2014/main" id="{E654ECA9-F583-421D-8A00-AB330F88A3E1}"/>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1" name="section">
            <a:extLst xmlns:a="http://schemas.openxmlformats.org/drawingml/2006/main">
              <a:ext uri="{FF2B5EF4-FFF2-40B4-BE49-F238E27FC236}">
                <a16:creationId xmlns:a16="http://schemas.microsoft.com/office/drawing/2014/main" id="{E77040FD-F8BF-45A4-89D3-646AF5F5F1D0}"/>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57786189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92489DA-25B3-4D72-9C67-18410D8DF8E2}"/>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7" name="">
            <a:extLst xmlns:a="http://schemas.openxmlformats.org/drawingml/2006/main">
              <a:ext uri="{FF2B5EF4-FFF2-40B4-BE49-F238E27FC236}">
                <a16:creationId xmlns:a16="http://schemas.microsoft.com/office/drawing/2014/main" id="{7EE7588E-A5BC-46B8-98EB-8CD7536D7F86}"/>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32</a:t>
            </a:r>
          </a:p>
        </p:txBody>
      </p:sp>
      <p:graphicFrame>
        <p:nvGraphicFramePr>
          <p:cNvPr id="31" name=""/>
          <p:cNvGraphicFramePr/>
          <p:nvPr/>
        </p:nvGraphicFramePr>
        <p:xfrm>
          <a:off xmlns:a="http://schemas.openxmlformats.org/drawingml/2006/main" x="476250" y="1476375"/>
          <a:ext xmlns:a="http://schemas.openxmlformats.org/drawingml/2006/main" cx="11144250" cy="2619375"/>
        </p:xfrm>
        <a:graphic xmlns:a="http://schemas.openxmlformats.org/drawingml/2006/main">
          <a:graphicData uri="http://schemas.openxmlformats.org/drawingml/2006/table">
            <a:tbl>
              <a:tblPr firstRow="1" bandRow="0"/>
              <a:tblGrid>
                <a:gridCol w="2095500"/>
                <a:gridCol w="3238500"/>
                <a:gridCol w="3238500"/>
                <a:gridCol w="2571750"/>
              </a:tblGrid>
              <a:tr h="654844">
                <a:tc>
                  <a:txBody>
                    <a:bodyPr lIns="57150" tIns="38100" rIns="47625" bIns="38100">
                      <a:normAutofit/>
                    </a:bodyPr>
                    <a:lstStyle/>
                    <a:p>
                      <a:pPr algn="l">
                        <a:buNone/>
                      </a:pPr>
                      <a:r>
                        <a:rPr sz="1050" b="1">
                          <a:solidFill>
                            <a:srgbClr val="FFFFFF"/>
                          </a:solidFill>
                          <a:latin typeface="Noto Sans JP"/>
                          <a:ea typeface="Noto Sans JP"/>
                          <a:cs typeface="Noto Sans JP"/>
                        </a:rPr>
                        <a:t>条件</a:t>
                      </a:r>
                    </a:p>
                  </a:txBody>
                  <a:tcPr marL="91440" marR="91440" marT="45720" marB="45720" anchor="ctr">
                    <a:solidFill>
                      <a:srgbClr val="00A6D9"/>
                    </a:solidFill>
                  </a:tcPr>
                </a:tc>
                <a:tc>
                  <a:txBody>
                    <a:bodyPr lIns="57150" tIns="38100" rIns="47625" bIns="38100">
                      <a:normAutofit/>
                    </a:bodyPr>
                    <a:lstStyle/>
                    <a:p>
                      <a:pPr algn="ctr">
                        <a:buNone/>
                      </a:pPr>
                      <a:r>
                        <a:rPr sz="1050" b="1">
                          <a:solidFill>
                            <a:srgbClr val="FFFFFF"/>
                          </a:solidFill>
                          <a:latin typeface="Noto Sans JP"/>
                          <a:ea typeface="Noto Sans JP"/>
                          <a:cs typeface="Noto Sans JP"/>
                        </a:rPr>
                        <a:t>主なエネルギー損失・比較手法</a:t>
                      </a:r>
                    </a:p>
                  </a:txBody>
                  <a:tcPr marL="91440" marR="91440" marT="45720" marB="45720" anchor="ctr">
                    <a:solidFill>
                      <a:srgbClr val="00A6D9"/>
                    </a:solidFill>
                  </a:tcPr>
                </a:tc>
                <a:tc>
                  <a:txBody>
                    <a:bodyPr lIns="57150" tIns="38100" rIns="47625" bIns="38100">
                      <a:normAutofit/>
                    </a:bodyPr>
                    <a:lstStyle/>
                    <a:p>
                      <a:pPr algn="ctr">
                        <a:buNone/>
                      </a:pPr>
                      <a:r>
                        <a:rPr sz="1050" b="1">
                          <a:solidFill>
                            <a:srgbClr val="FFFFFF"/>
                          </a:solidFill>
                          <a:latin typeface="Noto Sans JP"/>
                          <a:ea typeface="Noto Sans JP"/>
                          <a:cs typeface="Noto Sans JP"/>
                        </a:rPr>
                        <a:t>期待されるEEDF効果</a:t>
                      </a:r>
                    </a:p>
                  </a:txBody>
                  <a:tcPr marL="91440" marR="91440" marT="45720" marB="45720" anchor="ctr">
                    <a:solidFill>
                      <a:srgbClr val="00A6D9"/>
                    </a:solidFill>
                  </a:tcPr>
                </a:tc>
                <a:tc>
                  <a:txBody>
                    <a:bodyPr lIns="57150" tIns="38100" rIns="47625" bIns="38100">
                      <a:normAutofit/>
                    </a:bodyPr>
                    <a:lstStyle/>
                    <a:p>
                      <a:pPr algn="ctr">
                        <a:buNone/>
                      </a:pPr>
                      <a:r>
                        <a:rPr sz="1050" b="1">
                          <a:solidFill>
                            <a:srgbClr val="FFFFFF"/>
                          </a:solidFill>
                          <a:latin typeface="Noto Sans JP"/>
                          <a:ea typeface="Noto Sans JP"/>
                          <a:cs typeface="Noto Sans JP"/>
                        </a:rPr>
                        <a:t>比較上の制約</a:t>
                      </a:r>
                    </a:p>
                  </a:txBody>
                  <a:tcPr marL="91440" marR="91440" marT="45720" marB="45720" anchor="ctr">
                    <a:solidFill>
                      <a:srgbClr val="00A6D9"/>
                    </a:solidFill>
                  </a:tcPr>
                </a:tc>
              </a:tr>
              <a:tr h="654844">
                <a:tc>
                  <a:txBody>
                    <a:bodyPr lIns="57150" tIns="38100" rIns="47625" bIns="38100">
                      <a:normAutofit/>
                    </a:bodyPr>
                    <a:lstStyle/>
                    <a:p>
                      <a:pPr algn="l">
                        <a:buNone/>
                      </a:pPr>
                      <a:r>
                        <a:rPr sz="1065" b="1">
                          <a:solidFill>
                            <a:srgbClr val="2F2F2F"/>
                          </a:solidFill>
                          <a:latin typeface="Noto Sans JP"/>
                          <a:ea typeface="Noto Sans JP"/>
                          <a:cs typeface="Noto Sans JP"/>
                        </a:rPr>
                        <a:t>Ar/N₂</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N₂振動・電子励起</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1–10 eV域の冷却・構造変化</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Biagi断面積セットは回転励起を含まない</a:t>
                      </a:r>
                    </a:p>
                  </a:txBody>
                  <a:tcPr marL="91440" marR="91440" marT="45720" marB="45720" anchor="ctr">
                    <a:solidFill>
                      <a:srgbClr val="FFFFFF"/>
                    </a:solidFill>
                  </a:tcPr>
                </a:tc>
              </a:tr>
              <a:tr h="654844">
                <a:tc>
                  <a:txBody>
                    <a:bodyPr lIns="57150" tIns="38100" rIns="47625" bIns="38100">
                      <a:normAutofit/>
                    </a:bodyPr>
                    <a:lstStyle/>
                    <a:p>
                      <a:pPr algn="l">
                        <a:buNone/>
                      </a:pPr>
                      <a:r>
                        <a:rPr sz="1065" b="1">
                          <a:solidFill>
                            <a:srgbClr val="2F2F2F"/>
                          </a:solidFill>
                          <a:latin typeface="Noto Sans JP"/>
                          <a:ea typeface="Noto Sans JP"/>
                          <a:cs typeface="Noto Sans JP"/>
                        </a:rPr>
                        <a:t>Ar/O₂（付着なし共通条件）</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O₂振動・電子励起</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低エネルギー本体と高エネルギー尾部を再配分</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3手法に共通する衝突過程</a:t>
                      </a:r>
                    </a:p>
                  </a:txBody>
                  <a:tcPr marL="91440" marR="91440" marT="45720" marB="45720" anchor="ctr">
                    <a:solidFill>
                      <a:srgbClr val="F1F1F1"/>
                    </a:solidFill>
                  </a:tcPr>
                </a:tc>
              </a:tr>
              <a:tr h="654844">
                <a:tc>
                  <a:txBody>
                    <a:bodyPr lIns="57150" tIns="38100" rIns="47625" bIns="38100">
                      <a:normAutofit/>
                    </a:bodyPr>
                    <a:lstStyle/>
                    <a:p>
                      <a:pPr algn="l">
                        <a:buNone/>
                      </a:pPr>
                      <a:r>
                        <a:rPr sz="1065" b="1">
                          <a:solidFill>
                            <a:srgbClr val="2F2F2F"/>
                          </a:solidFill>
                          <a:latin typeface="Noto Sans JP"/>
                          <a:ea typeface="Noto Sans JP"/>
                          <a:cs typeface="Noto Sans JP"/>
                        </a:rPr>
                        <a:t>Ar/O₂（解離性付着あり）</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e+O₂→O+O⁻</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電子数成長率を低下</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現行Monte Carloは付着後の粒子数減少が未実装</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449D6BC5-4579-4658-9F1C-95DB2B48D6AA}"/>
              </a:ext>
            </a:extLst>
          </p:cNvPr>
          <p:cNvSpPr>
            <a:spLocks xmlns:a="http://schemas.openxmlformats.org/drawingml/2006/main" noGrp="1"/>
          </p:cNvSpPr>
          <p:nvPr/>
        </p:nvSpPr>
        <p:spPr>
          <a:xfrm xmlns:a="http://schemas.openxmlformats.org/drawingml/2006/main">
            <a:off x="714375" y="4524375"/>
            <a:ext cx="4286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D5D5D5"/>
            </a:solidFill>
            <a:prstDash val="solid"/>
          </a:ln>
        </p:spPr>
      </p:sp>
      <p:sp>
        <p:nvSpPr>
          <p:cNvPr id="10" name="">
            <a:extLst xmlns:a="http://schemas.openxmlformats.org/drawingml/2006/main">
              <a:ext uri="{FF2B5EF4-FFF2-40B4-BE49-F238E27FC236}">
                <a16:creationId xmlns:a16="http://schemas.microsoft.com/office/drawing/2014/main" id="{9F635E31-E4FB-4D9E-AD9C-F3AA476CEF8B}"/>
              </a:ext>
            </a:extLst>
          </p:cNvPr>
          <p:cNvSpPr>
            <a:spLocks xmlns:a="http://schemas.openxmlformats.org/drawingml/2006/main" noGrp="1"/>
          </p:cNvSpPr>
          <p:nvPr/>
        </p:nvSpPr>
        <p:spPr>
          <a:xfrm xmlns:a="http://schemas.openxmlformats.org/drawingml/2006/main">
            <a:off x="714375" y="4524375"/>
            <a:ext cx="704850" cy="619125"/>
          </a:xfrm>
          <a:prstGeom xmlns:a="http://schemas.openxmlformats.org/drawingml/2006/main" prst="rect">
            <a:avLst/>
          </a:prstGeom>
          <a:solidFill xmlns:a="http://schemas.openxmlformats.org/drawingml/2006/main">
            <a:srgbClr val="00A6D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97D1784-7B40-4BF1-AA17-EE3057E5A4DA}"/>
              </a:ext>
            </a:extLst>
          </p:cNvPr>
          <p:cNvSpPr>
            <a:spLocks xmlns:a="http://schemas.openxmlformats.org/drawingml/2006/main" noGrp="1"/>
          </p:cNvSpPr>
          <p:nvPr/>
        </p:nvSpPr>
        <p:spPr>
          <a:xfrm xmlns:a="http://schemas.openxmlformats.org/drawingml/2006/main">
            <a:off x="762000" y="4562475"/>
            <a:ext cx="609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125" b="1" i="0">
                <a:solidFill>
                  <a:srgbClr val="FFFFFF"/>
                </a:solidFill>
                <a:latin typeface="Noto Sans JP"/>
                <a:ea typeface="Noto Sans JP"/>
                <a:cs typeface="Noto Sans JP"/>
              </a:defRPr>
            </a:pPr>
            <a:r>
              <a:rPr sz="1125" b="1" i="0">
                <a:solidFill>
                  <a:srgbClr val="FFFFFF"/>
                </a:solidFill>
                <a:latin typeface="Noto Sans JP"/>
                <a:ea typeface="Noto Sans JP"/>
                <a:cs typeface="Noto Sans JP"/>
              </a:rPr>
              <a:t>混合</a:t>
            </a:r>
          </a:p>
        </p:txBody>
      </p:sp>
      <p:sp>
        <p:nvSpPr>
          <p:cNvPr id="12" name="">
            <a:extLst xmlns:a="http://schemas.openxmlformats.org/drawingml/2006/main">
              <a:ext uri="{FF2B5EF4-FFF2-40B4-BE49-F238E27FC236}">
                <a16:creationId xmlns:a16="http://schemas.microsoft.com/office/drawing/2014/main" id="{88E9C8C6-C4B8-4835-8301-1AD895531152}"/>
              </a:ext>
            </a:extLst>
          </p:cNvPr>
          <p:cNvSpPr>
            <a:spLocks xmlns:a="http://schemas.openxmlformats.org/drawingml/2006/main" noGrp="1"/>
          </p:cNvSpPr>
          <p:nvPr/>
        </p:nvSpPr>
        <p:spPr>
          <a:xfrm xmlns:a="http://schemas.openxmlformats.org/drawingml/2006/main">
            <a:off x="1590675" y="4572000"/>
            <a:ext cx="3257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800" b="0" i="0">
                <a:solidFill>
                  <a:srgbClr val="2F2F2F"/>
                </a:solidFill>
                <a:latin typeface="Cambria Math"/>
                <a:ea typeface="Cambria Math"/>
                <a:cs typeface="Cambria Math"/>
              </a:defRPr>
            </a:pPr>
            <a:r>
              <a:rPr sz="1800" b="0" i="0">
                <a:solidFill>
                  <a:srgbClr val="2F2F2F"/>
                </a:solidFill>
                <a:latin typeface="Cambria Math"/>
                <a:ea typeface="Cambria Math"/>
                <a:cs typeface="Cambria Math"/>
              </a:rPr>
              <a:t>Σs xs=1,   Cmix=Σs xs Cs</a:t>
            </a:r>
          </a:p>
        </p:txBody>
      </p:sp>
      <p:sp>
        <p:nvSpPr>
          <p:cNvPr id="13" name="">
            <a:extLst xmlns:a="http://schemas.openxmlformats.org/drawingml/2006/main">
              <a:ext uri="{FF2B5EF4-FFF2-40B4-BE49-F238E27FC236}">
                <a16:creationId xmlns:a16="http://schemas.microsoft.com/office/drawing/2014/main" id="{D269FF4A-C209-47EF-9BB6-8F8248526366}"/>
              </a:ext>
            </a:extLst>
          </p:cNvPr>
          <p:cNvSpPr>
            <a:spLocks xmlns:a="http://schemas.openxmlformats.org/drawingml/2006/main" noGrp="1"/>
          </p:cNvSpPr>
          <p:nvPr/>
        </p:nvSpPr>
        <p:spPr>
          <a:xfrm xmlns:a="http://schemas.openxmlformats.org/drawingml/2006/main">
            <a:off x="6000750" y="4524375"/>
            <a:ext cx="476250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D5D5D5"/>
            </a:solidFill>
            <a:prstDash val="solid"/>
          </a:ln>
        </p:spPr>
      </p:sp>
      <p:sp>
        <p:nvSpPr>
          <p:cNvPr id="14" name="">
            <a:extLst xmlns:a="http://schemas.openxmlformats.org/drawingml/2006/main">
              <a:ext uri="{FF2B5EF4-FFF2-40B4-BE49-F238E27FC236}">
                <a16:creationId xmlns:a16="http://schemas.microsoft.com/office/drawing/2014/main" id="{F6DB1634-0438-42AD-8A73-FADA868FCDBD}"/>
              </a:ext>
            </a:extLst>
          </p:cNvPr>
          <p:cNvSpPr>
            <a:spLocks xmlns:a="http://schemas.openxmlformats.org/drawingml/2006/main" noGrp="1"/>
          </p:cNvSpPr>
          <p:nvPr/>
        </p:nvSpPr>
        <p:spPr>
          <a:xfrm xmlns:a="http://schemas.openxmlformats.org/drawingml/2006/main">
            <a:off x="6000750" y="4524375"/>
            <a:ext cx="704850" cy="619125"/>
          </a:xfrm>
          <a:prstGeom xmlns:a="http://schemas.openxmlformats.org/drawingml/2006/main" prst="rect">
            <a:avLst/>
          </a:prstGeom>
          <a:solidFill xmlns:a="http://schemas.openxmlformats.org/drawingml/2006/main">
            <a:srgbClr val="00A6D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BDE74E7-61D4-4026-8C1F-BD1B9EC89C25}"/>
              </a:ext>
            </a:extLst>
          </p:cNvPr>
          <p:cNvSpPr>
            <a:spLocks xmlns:a="http://schemas.openxmlformats.org/drawingml/2006/main" noGrp="1"/>
          </p:cNvSpPr>
          <p:nvPr/>
        </p:nvSpPr>
        <p:spPr>
          <a:xfrm xmlns:a="http://schemas.openxmlformats.org/drawingml/2006/main">
            <a:off x="6048375" y="4562475"/>
            <a:ext cx="609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125" b="1" i="0">
                <a:solidFill>
                  <a:srgbClr val="FFFFFF"/>
                </a:solidFill>
                <a:latin typeface="Noto Sans JP"/>
                <a:ea typeface="Noto Sans JP"/>
                <a:cs typeface="Noto Sans JP"/>
              </a:defRPr>
            </a:pPr>
            <a:r>
              <a:rPr sz="1125" b="1" i="0">
                <a:solidFill>
                  <a:srgbClr val="FFFFFF"/>
                </a:solidFill>
                <a:latin typeface="Noto Sans JP"/>
                <a:ea typeface="Noto Sans JP"/>
                <a:cs typeface="Noto Sans JP"/>
              </a:rPr>
              <a:t>付着損失</a:t>
            </a:r>
          </a:p>
        </p:txBody>
      </p:sp>
      <p:sp>
        <p:nvSpPr>
          <p:cNvPr id="16" name="">
            <a:extLst xmlns:a="http://schemas.openxmlformats.org/drawingml/2006/main">
              <a:ext uri="{FF2B5EF4-FFF2-40B4-BE49-F238E27FC236}">
                <a16:creationId xmlns:a16="http://schemas.microsoft.com/office/drawing/2014/main" id="{F2B9A88C-8C01-4F80-A720-137DF5D0E24E}"/>
              </a:ext>
            </a:extLst>
          </p:cNvPr>
          <p:cNvSpPr>
            <a:spLocks xmlns:a="http://schemas.openxmlformats.org/drawingml/2006/main" noGrp="1"/>
          </p:cNvSpPr>
          <p:nvPr/>
        </p:nvSpPr>
        <p:spPr>
          <a:xfrm xmlns:a="http://schemas.openxmlformats.org/drawingml/2006/main">
            <a:off x="6877050" y="4572000"/>
            <a:ext cx="3733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800" b="0" i="0">
                <a:solidFill>
                  <a:srgbClr val="2F2F2F"/>
                </a:solidFill>
                <a:latin typeface="Cambria Math"/>
                <a:ea typeface="Cambria Math"/>
                <a:cs typeface="Cambria Math"/>
              </a:defRPr>
            </a:pPr>
            <a:r>
              <a:rPr sz="1800" b="0" i="0">
                <a:solidFill>
                  <a:srgbClr val="2F2F2F"/>
                </a:solidFill>
                <a:latin typeface="Cambria Math"/>
                <a:ea typeface="Cambria Math"/>
                <a:cs typeface="Cambria Math"/>
              </a:rPr>
              <a:t>Rattach = nₑN xO₂ katt</a:t>
            </a:r>
          </a:p>
        </p:txBody>
      </p:sp>
      <p:sp>
        <p:nvSpPr>
          <p:cNvPr id="19" name="">
            <a:extLst xmlns:a="http://schemas.openxmlformats.org/drawingml/2006/main">
              <a:ext uri="{FF2B5EF4-FFF2-40B4-BE49-F238E27FC236}">
                <a16:creationId xmlns:a16="http://schemas.microsoft.com/office/drawing/2014/main" id="{9CBAC3E6-BF2D-4B01-8BA5-57A9291DEE8A}"/>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組成差は“平均断面積”ではなく、各閾値</a:t>
            </a:r>
            <a:r>
              <a:rPr sz="1275" b="1" i="0">
                <a:solidFill>
                  <a:srgbClr val="6DBB20"/>
                </a:solidFill>
                <a:latin typeface="Noto Sans JP"/>
                <a:ea typeface="Noto Sans JP"/>
                <a:cs typeface="Noto Sans JP"/>
              </a:rPr>
              <a:t>積分核</a:t>
            </a:r>
            <a:r>
              <a:rPr sz="1275" b="1" i="0">
                <a:solidFill>
                  <a:srgbClr val="6DBB20"/>
                </a:solidFill>
                <a:latin typeface="Noto Sans JP"/>
                <a:ea typeface="Noto Sans JP"/>
                <a:cs typeface="Noto Sans JP"/>
              </a:rPr>
              <a:t>とEEDFの自己整合再配分として現れる。</a:t>
            </a:r>
          </a:p>
        </p:txBody>
      </p:sp>
      <p:sp>
        <p:nvSpPr>
          <p:cNvPr id="20" name="">
            <a:extLst xmlns:a="http://schemas.openxmlformats.org/drawingml/2006/main">
              <a:ext uri="{FF2B5EF4-FFF2-40B4-BE49-F238E27FC236}">
                <a16:creationId xmlns:a16="http://schemas.microsoft.com/office/drawing/2014/main" id="{222BB28B-3DE2-42A8-ADB8-B06D81F52676}"/>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[R2]  |  outputs/lxcat_swarm_validation/evaluation/README_ja.md</a:t>
            </a:r>
          </a:p>
        </p:txBody>
      </p:sp>
      <p:sp>
        <p:nvSpPr>
          <p:cNvPr id="23" name="title">
            <a:extLst xmlns:a="http://schemas.openxmlformats.org/drawingml/2006/main">
              <a:ext uri="{FF2B5EF4-FFF2-40B4-BE49-F238E27FC236}">
                <a16:creationId xmlns:a16="http://schemas.microsoft.com/office/drawing/2014/main" id="{556894E1-8BD8-40CF-A1CC-20DF0D2573ED}"/>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混合ガス：Ar 90% + 添加ガス 10% の比較条件</a:t>
            </a:r>
          </a:p>
        </p:txBody>
      </p:sp>
      <p:sp>
        <p:nvSpPr>
          <p:cNvPr id="24" name="">
            <a:extLst xmlns:a="http://schemas.openxmlformats.org/drawingml/2006/main">
              <a:ext uri="{FF2B5EF4-FFF2-40B4-BE49-F238E27FC236}">
                <a16:creationId xmlns:a16="http://schemas.microsoft.com/office/drawing/2014/main" id="{9D75BD34-157F-4D8F-8C29-F505167D5CCA}"/>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7" name="section">
            <a:extLst xmlns:a="http://schemas.openxmlformats.org/drawingml/2006/main">
              <a:ext uri="{FF2B5EF4-FFF2-40B4-BE49-F238E27FC236}">
                <a16:creationId xmlns:a16="http://schemas.microsoft.com/office/drawing/2014/main" id="{3204AAD0-8057-4689-BFD8-21E64B05A8F9}"/>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70847862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ection">
            <a:extLst xmlns:a="http://schemas.openxmlformats.org/drawingml/2006/main">
              <a:ext uri="{FF2B5EF4-FFF2-40B4-BE49-F238E27FC236}">
                <a16:creationId xmlns:a16="http://schemas.microsoft.com/office/drawing/2014/main" id="{A4107B2B-2DD2-4882-8C43-50AB7F6E7FDC}"/>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
        <p:nvSpPr>
          <p:cNvPr id="2" name="title">
            <a:extLst xmlns:a="http://schemas.openxmlformats.org/drawingml/2006/main">
              <a:ext uri="{FF2B5EF4-FFF2-40B4-BE49-F238E27FC236}">
                <a16:creationId xmlns:a16="http://schemas.microsoft.com/office/drawing/2014/main" id="{FE734865-DDBB-42F4-AD7A-E1B40A31FA28}"/>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Ar 90% + N₂ 10%：SwarmとCOMSOL解析EEDF</a:t>
            </a:r>
          </a:p>
        </p:txBody>
      </p:sp>
      <p:sp>
        <p:nvSpPr>
          <p:cNvPr id="3" name="subtitle">
            <a:extLst xmlns:a="http://schemas.openxmlformats.org/drawingml/2006/main">
              <a:ext uri="{FF2B5EF4-FFF2-40B4-BE49-F238E27FC236}">
                <a16:creationId xmlns:a16="http://schemas.microsoft.com/office/drawing/2014/main" id="{E18A9091-97BB-45B7-8879-FB156A6BD8A9}"/>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全条件を共通の線形ε軸・対数F(ε)軸で表示し、振動励起による低エネルギー構造を比較</a:t>
            </a:r>
          </a:p>
        </p:txBody>
      </p:sp>
      <p:graphicFrame>
        <p:nvGraphicFramePr>
          <p:cNvPr id="26" name="Chart"/>
          <p:cNvGraphicFramePr/>
          <p:nvPr/>
        </p:nvGraphicFramePr>
        <p:xfrm>
          <a:off xmlns:a="http://schemas.openxmlformats.org/drawingml/2006/main" x="428625" y="1333500"/>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8d2fee0ae0d843a5"/>
          </a:graphicData>
        </a:graphic>
      </p:graphicFrame>
      <p:graphicFrame>
        <p:nvGraphicFramePr>
          <p:cNvPr id="27" name="Chart"/>
          <p:cNvGraphicFramePr/>
          <p:nvPr/>
        </p:nvGraphicFramePr>
        <p:xfrm>
          <a:off xmlns:a="http://schemas.openxmlformats.org/drawingml/2006/main" x="6334125" y="1333500"/>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a55696d236d54586"/>
          </a:graphicData>
        </a:graphic>
      </p:graphicFrame>
      <p:graphicFrame>
        <p:nvGraphicFramePr>
          <p:cNvPr id="28" name="Chart"/>
          <p:cNvGraphicFramePr/>
          <p:nvPr/>
        </p:nvGraphicFramePr>
        <p:xfrm>
          <a:off xmlns:a="http://schemas.openxmlformats.org/drawingml/2006/main" x="428625" y="347662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b0f12880432c4fe7"/>
          </a:graphicData>
        </a:graphic>
      </p:graphicFrame>
      <p:graphicFrame>
        <p:nvGraphicFramePr>
          <p:cNvPr id="29" name="Chart"/>
          <p:cNvGraphicFramePr/>
          <p:nvPr/>
        </p:nvGraphicFramePr>
        <p:xfrm>
          <a:off xmlns:a="http://schemas.openxmlformats.org/drawingml/2006/main" x="6334125" y="347662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a3ca134cefee451f"/>
          </a:graphicData>
        </a:graphic>
      </p:graphicFrame>
      <p:sp>
        <p:nvSpPr>
          <p:cNvPr id="8" name="">
            <a:extLst xmlns:a="http://schemas.openxmlformats.org/drawingml/2006/main">
              <a:ext uri="{FF2B5EF4-FFF2-40B4-BE49-F238E27FC236}">
                <a16:creationId xmlns:a16="http://schemas.microsoft.com/office/drawing/2014/main" id="{65B82560-878E-4468-9344-EFB11C5C946B}"/>
              </a:ext>
            </a:extLst>
          </p:cNvPr>
          <p:cNvSpPr>
            <a:spLocks xmlns:a="http://schemas.openxmlformats.org/drawingml/2006/main" noGrp="1"/>
          </p:cNvSpPr>
          <p:nvPr/>
        </p:nvSpPr>
        <p:spPr>
          <a:xfrm xmlns:a="http://schemas.openxmlformats.org/drawingml/2006/main">
            <a:off x="523875" y="5648325"/>
            <a:ext cx="342900" cy="0"/>
          </a:xfrm>
          <a:prstGeom xmlns:a="http://schemas.openxmlformats.org/drawingml/2006/main" prst="line">
            <a:avLst/>
          </a:prstGeom>
          <a:noFill xmlns:a="http://schemas.openxmlformats.org/drawingml/2006/main"/>
          <a:ln xmlns:a="http://schemas.openxmlformats.org/drawingml/2006/main" w="23813">
            <a:solidFill>
              <a:srgbClr val="3B67B0"/>
            </a:solidFill>
            <a:prstDash val="solid"/>
          </a:ln>
        </p:spPr>
      </p:sp>
      <p:sp>
        <p:nvSpPr>
          <p:cNvPr id="9" name="">
            <a:extLst xmlns:a="http://schemas.openxmlformats.org/drawingml/2006/main">
              <a:ext uri="{FF2B5EF4-FFF2-40B4-BE49-F238E27FC236}">
                <a16:creationId xmlns:a16="http://schemas.microsoft.com/office/drawing/2014/main" id="{A29E4B77-BA9A-4B15-BDE8-0626DC7C68CE}"/>
              </a:ext>
            </a:extLst>
          </p:cNvPr>
          <p:cNvSpPr>
            <a:spLocks xmlns:a="http://schemas.openxmlformats.org/drawingml/2006/main" noGrp="1"/>
          </p:cNvSpPr>
          <p:nvPr/>
        </p:nvSpPr>
        <p:spPr>
          <a:xfrm xmlns:a="http://schemas.openxmlformats.org/drawingml/2006/main">
            <a:off x="923925" y="5543550"/>
            <a:ext cx="182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3B67B0"/>
                </a:solidFill>
                <a:latin typeface="Noto Sans JP"/>
                <a:ea typeface="Noto Sans JP"/>
                <a:cs typeface="Noto Sans JP"/>
              </a:defRPr>
            </a:pPr>
            <a:r>
              <a:rPr sz="938" b="1" i="0">
                <a:solidFill>
                  <a:srgbClr val="3B67B0"/>
                </a:solidFill>
                <a:latin typeface="Noto Sans JP"/>
                <a:ea typeface="Noto Sans JP"/>
                <a:cs typeface="Noto Sans JP"/>
              </a:rPr>
              <a:t>Two-term Swarm</a:t>
            </a:r>
          </a:p>
        </p:txBody>
      </p:sp>
      <p:sp>
        <p:nvSpPr>
          <p:cNvPr id="10" name="">
            <a:extLst xmlns:a="http://schemas.openxmlformats.org/drawingml/2006/main">
              <a:ext uri="{FF2B5EF4-FFF2-40B4-BE49-F238E27FC236}">
                <a16:creationId xmlns:a16="http://schemas.microsoft.com/office/drawing/2014/main" id="{F4D7AAC5-993A-4842-BC7A-5834380530DB}"/>
              </a:ext>
            </a:extLst>
          </p:cNvPr>
          <p:cNvSpPr>
            <a:spLocks xmlns:a="http://schemas.openxmlformats.org/drawingml/2006/main" noGrp="1"/>
          </p:cNvSpPr>
          <p:nvPr/>
        </p:nvSpPr>
        <p:spPr>
          <a:xfrm xmlns:a="http://schemas.openxmlformats.org/drawingml/2006/main">
            <a:off x="2809875" y="5648325"/>
            <a:ext cx="342900" cy="0"/>
          </a:xfrm>
          <a:prstGeom xmlns:a="http://schemas.openxmlformats.org/drawingml/2006/main" prst="line">
            <a:avLst/>
          </a:prstGeom>
          <a:noFill xmlns:a="http://schemas.openxmlformats.org/drawingml/2006/main"/>
          <a:ln xmlns:a="http://schemas.openxmlformats.org/drawingml/2006/main" w="23813">
            <a:solidFill>
              <a:srgbClr val="EDA24C"/>
            </a:solidFill>
            <a:prstDash val="solid"/>
          </a:ln>
        </p:spPr>
      </p:sp>
      <p:sp>
        <p:nvSpPr>
          <p:cNvPr id="11" name="">
            <a:extLst xmlns:a="http://schemas.openxmlformats.org/drawingml/2006/main">
              <a:ext uri="{FF2B5EF4-FFF2-40B4-BE49-F238E27FC236}">
                <a16:creationId xmlns:a16="http://schemas.microsoft.com/office/drawing/2014/main" id="{55112885-1745-4758-8AE8-1A7B0B3E67D2}"/>
              </a:ext>
            </a:extLst>
          </p:cNvPr>
          <p:cNvSpPr>
            <a:spLocks xmlns:a="http://schemas.openxmlformats.org/drawingml/2006/main" noGrp="1"/>
          </p:cNvSpPr>
          <p:nvPr/>
        </p:nvSpPr>
        <p:spPr>
          <a:xfrm xmlns:a="http://schemas.openxmlformats.org/drawingml/2006/main">
            <a:off x="3209925" y="5543550"/>
            <a:ext cx="182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EDA24C"/>
                </a:solidFill>
                <a:latin typeface="Noto Sans JP"/>
                <a:ea typeface="Noto Sans JP"/>
                <a:cs typeface="Noto Sans JP"/>
              </a:defRPr>
            </a:pPr>
            <a:r>
              <a:rPr sz="938" b="1" i="0">
                <a:solidFill>
                  <a:srgbClr val="EDA24C"/>
                </a:solidFill>
                <a:latin typeface="Noto Sans JP"/>
                <a:ea typeface="Noto Sans JP"/>
                <a:cs typeface="Noto Sans JP"/>
              </a:rPr>
              <a:t>Monte Carlo Swarm</a:t>
            </a:r>
          </a:p>
        </p:txBody>
      </p:sp>
      <p:sp>
        <p:nvSpPr>
          <p:cNvPr id="12" name="">
            <a:extLst xmlns:a="http://schemas.openxmlformats.org/drawingml/2006/main">
              <a:ext uri="{FF2B5EF4-FFF2-40B4-BE49-F238E27FC236}">
                <a16:creationId xmlns:a16="http://schemas.microsoft.com/office/drawing/2014/main" id="{A8FCCEBF-6C0C-4663-8261-77D03914648B}"/>
              </a:ext>
            </a:extLst>
          </p:cNvPr>
          <p:cNvSpPr>
            <a:spLocks xmlns:a="http://schemas.openxmlformats.org/drawingml/2006/main" noGrp="1"/>
          </p:cNvSpPr>
          <p:nvPr/>
        </p:nvSpPr>
        <p:spPr>
          <a:xfrm xmlns:a="http://schemas.openxmlformats.org/drawingml/2006/main">
            <a:off x="5095875" y="5648325"/>
            <a:ext cx="342900" cy="0"/>
          </a:xfrm>
          <a:prstGeom xmlns:a="http://schemas.openxmlformats.org/drawingml/2006/main" prst="line">
            <a:avLst/>
          </a:prstGeom>
          <a:noFill xmlns:a="http://schemas.openxmlformats.org/drawingml/2006/main"/>
          <a:ln xmlns:a="http://schemas.openxmlformats.org/drawingml/2006/main" w="23813">
            <a:solidFill>
              <a:srgbClr val="5DAA18"/>
            </a:solidFill>
            <a:prstDash val="solid"/>
          </a:ln>
        </p:spPr>
      </p:sp>
      <p:sp>
        <p:nvSpPr>
          <p:cNvPr id="13" name="">
            <a:extLst xmlns:a="http://schemas.openxmlformats.org/drawingml/2006/main">
              <a:ext uri="{FF2B5EF4-FFF2-40B4-BE49-F238E27FC236}">
                <a16:creationId xmlns:a16="http://schemas.microsoft.com/office/drawing/2014/main" id="{16FA5384-5AD1-4A6E-9A84-6D3DC9CA6AF1}"/>
              </a:ext>
            </a:extLst>
          </p:cNvPr>
          <p:cNvSpPr>
            <a:spLocks xmlns:a="http://schemas.openxmlformats.org/drawingml/2006/main" noGrp="1"/>
          </p:cNvSpPr>
          <p:nvPr/>
        </p:nvSpPr>
        <p:spPr>
          <a:xfrm xmlns:a="http://schemas.openxmlformats.org/drawingml/2006/main">
            <a:off x="5495925" y="5543550"/>
            <a:ext cx="182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5DAA18"/>
                </a:solidFill>
                <a:latin typeface="Noto Sans JP"/>
                <a:ea typeface="Noto Sans JP"/>
                <a:cs typeface="Noto Sans JP"/>
              </a:defRPr>
            </a:pPr>
            <a:r>
              <a:rPr sz="938" b="1" i="0">
                <a:solidFill>
                  <a:srgbClr val="5DAA18"/>
                </a:solidFill>
                <a:latin typeface="Noto Sans JP"/>
                <a:ea typeface="Noto Sans JP"/>
                <a:cs typeface="Noto Sans JP"/>
              </a:rPr>
              <a:t>Propagator Swarm</a:t>
            </a:r>
          </a:p>
        </p:txBody>
      </p:sp>
      <p:sp>
        <p:nvSpPr>
          <p:cNvPr id="14" name="">
            <a:extLst xmlns:a="http://schemas.openxmlformats.org/drawingml/2006/main">
              <a:ext uri="{FF2B5EF4-FFF2-40B4-BE49-F238E27FC236}">
                <a16:creationId xmlns:a16="http://schemas.microsoft.com/office/drawing/2014/main" id="{ABBEA4FE-39BB-408F-B2A8-699EC9B44A37}"/>
              </a:ext>
            </a:extLst>
          </p:cNvPr>
          <p:cNvSpPr>
            <a:spLocks xmlns:a="http://schemas.openxmlformats.org/drawingml/2006/main" noGrp="1"/>
          </p:cNvSpPr>
          <p:nvPr/>
        </p:nvSpPr>
        <p:spPr>
          <a:xfrm xmlns:a="http://schemas.openxmlformats.org/drawingml/2006/main">
            <a:off x="7381875" y="5648325"/>
            <a:ext cx="342900" cy="0"/>
          </a:xfrm>
          <a:prstGeom xmlns:a="http://schemas.openxmlformats.org/drawingml/2006/main" prst="line">
            <a:avLst/>
          </a:prstGeom>
          <a:noFill xmlns:a="http://schemas.openxmlformats.org/drawingml/2006/main"/>
          <a:ln xmlns:a="http://schemas.openxmlformats.org/drawingml/2006/main" w="23813">
            <a:solidFill>
              <a:srgbClr val="59636F"/>
            </a:solidFill>
            <a:prstDash val="dash"/>
          </a:ln>
        </p:spPr>
      </p:sp>
      <p:sp>
        <p:nvSpPr>
          <p:cNvPr id="15" name="">
            <a:extLst xmlns:a="http://schemas.openxmlformats.org/drawingml/2006/main">
              <a:ext uri="{FF2B5EF4-FFF2-40B4-BE49-F238E27FC236}">
                <a16:creationId xmlns:a16="http://schemas.microsoft.com/office/drawing/2014/main" id="{B96A520E-FE62-4318-B4C9-2EB321183823}"/>
              </a:ext>
            </a:extLst>
          </p:cNvPr>
          <p:cNvSpPr>
            <a:spLocks xmlns:a="http://schemas.openxmlformats.org/drawingml/2006/main" noGrp="1"/>
          </p:cNvSpPr>
          <p:nvPr/>
        </p:nvSpPr>
        <p:spPr>
          <a:xfrm xmlns:a="http://schemas.openxmlformats.org/drawingml/2006/main">
            <a:off x="7781925" y="5543550"/>
            <a:ext cx="182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59636F"/>
                </a:solidFill>
                <a:latin typeface="Noto Sans JP"/>
                <a:ea typeface="Noto Sans JP"/>
                <a:cs typeface="Noto Sans JP"/>
              </a:defRPr>
            </a:pPr>
            <a:r>
              <a:rPr sz="938" b="1" i="0">
                <a:solidFill>
                  <a:srgbClr val="59636F"/>
                </a:solidFill>
                <a:latin typeface="Noto Sans JP"/>
                <a:ea typeface="Noto Sans JP"/>
                <a:cs typeface="Noto Sans JP"/>
              </a:rPr>
              <a:t>COMSOL Maxwellian</a:t>
            </a:r>
          </a:p>
        </p:txBody>
      </p:sp>
      <p:sp>
        <p:nvSpPr>
          <p:cNvPr id="16" name="">
            <a:extLst xmlns:a="http://schemas.openxmlformats.org/drawingml/2006/main">
              <a:ext uri="{FF2B5EF4-FFF2-40B4-BE49-F238E27FC236}">
                <a16:creationId xmlns:a16="http://schemas.microsoft.com/office/drawing/2014/main" id="{0136AC3D-DF17-4D68-B81E-119C0B8DE89B}"/>
              </a:ext>
            </a:extLst>
          </p:cNvPr>
          <p:cNvSpPr>
            <a:spLocks xmlns:a="http://schemas.openxmlformats.org/drawingml/2006/main" noGrp="1"/>
          </p:cNvSpPr>
          <p:nvPr/>
        </p:nvSpPr>
        <p:spPr>
          <a:xfrm xmlns:a="http://schemas.openxmlformats.org/drawingml/2006/main">
            <a:off x="9667875" y="5648325"/>
            <a:ext cx="342900" cy="0"/>
          </a:xfrm>
          <a:prstGeom xmlns:a="http://schemas.openxmlformats.org/drawingml/2006/main" prst="line">
            <a:avLst/>
          </a:prstGeom>
          <a:noFill xmlns:a="http://schemas.openxmlformats.org/drawingml/2006/main"/>
          <a:ln xmlns:a="http://schemas.openxmlformats.org/drawingml/2006/main" w="23813">
            <a:solidFill>
              <a:srgbClr val="908747"/>
            </a:solidFill>
            <a:prstDash val="dot"/>
          </a:ln>
        </p:spPr>
      </p:sp>
      <p:sp>
        <p:nvSpPr>
          <p:cNvPr id="17" name="">
            <a:extLst xmlns:a="http://schemas.openxmlformats.org/drawingml/2006/main">
              <a:ext uri="{FF2B5EF4-FFF2-40B4-BE49-F238E27FC236}">
                <a16:creationId xmlns:a16="http://schemas.microsoft.com/office/drawing/2014/main" id="{C18FD098-532B-465A-87A0-CCBFCFB25A63}"/>
              </a:ext>
            </a:extLst>
          </p:cNvPr>
          <p:cNvSpPr>
            <a:spLocks xmlns:a="http://schemas.openxmlformats.org/drawingml/2006/main" noGrp="1"/>
          </p:cNvSpPr>
          <p:nvPr/>
        </p:nvSpPr>
        <p:spPr>
          <a:xfrm xmlns:a="http://schemas.openxmlformats.org/drawingml/2006/main">
            <a:off x="10067925" y="5543550"/>
            <a:ext cx="182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908747"/>
                </a:solidFill>
                <a:latin typeface="Noto Sans JP"/>
                <a:ea typeface="Noto Sans JP"/>
                <a:cs typeface="Noto Sans JP"/>
              </a:defRPr>
            </a:pPr>
            <a:r>
              <a:rPr sz="938" b="1" i="0">
                <a:solidFill>
                  <a:srgbClr val="908747"/>
                </a:solidFill>
                <a:latin typeface="Noto Sans JP"/>
                <a:ea typeface="Noto Sans JP"/>
                <a:cs typeface="Noto Sans JP"/>
              </a:rPr>
              <a:t>COMSOL Druyvesteyn</a:t>
            </a:r>
          </a:p>
        </p:txBody>
      </p:sp>
      <p:sp>
        <p:nvSpPr>
          <p:cNvPr id="18" name="takeaway-bullet">
            <a:extLst xmlns:a="http://schemas.openxmlformats.org/drawingml/2006/main">
              <a:ext uri="{FF2B5EF4-FFF2-40B4-BE49-F238E27FC236}">
                <a16:creationId xmlns:a16="http://schemas.microsoft.com/office/drawing/2014/main" id="{AE3F2636-8D74-4B13-8286-E519957A4795}"/>
              </a:ext>
            </a:extLst>
          </p:cNvPr>
          <p:cNvSpPr>
            <a:spLocks xmlns:a="http://schemas.openxmlformats.org/drawingml/2006/main" noGrp="1"/>
          </p:cNvSpPr>
          <p:nvPr/>
        </p:nvSpPr>
        <p:spPr>
          <a:xfrm xmlns:a="http://schemas.openxmlformats.org/drawingml/2006/main">
            <a:off x="457200" y="5953125"/>
            <a:ext cx="76200" cy="76200"/>
          </a:xfrm>
          <a:prstGeom xmlns:a="http://schemas.openxmlformats.org/drawingml/2006/main" prst="rect">
            <a:avLst/>
          </a:prstGeom>
          <a:solidFill xmlns:a="http://schemas.openxmlformats.org/drawingml/2006/main">
            <a:srgbClr val="5DAA18"/>
          </a:solidFill>
          <a:ln xmlns:a="http://schemas.openxmlformats.org/drawingml/2006/main" w="0">
            <a:noFill/>
            <a:prstDash val="solid"/>
          </a:ln>
        </p:spPr>
      </p:sp>
      <p:sp>
        <p:nvSpPr>
          <p:cNvPr id="19" name="takeaway">
            <a:extLst xmlns:a="http://schemas.openxmlformats.org/drawingml/2006/main">
              <a:ext uri="{FF2B5EF4-FFF2-40B4-BE49-F238E27FC236}">
                <a16:creationId xmlns:a16="http://schemas.microsoft.com/office/drawing/2014/main" id="{FE903E9E-0768-4F0F-9775-4F9EE567A875}"/>
              </a:ext>
            </a:extLst>
          </p:cNvPr>
          <p:cNvSpPr>
            <a:spLocks xmlns:a="http://schemas.openxmlformats.org/drawingml/2006/main" noGrp="1"/>
          </p:cNvSpPr>
          <p:nvPr/>
        </p:nvSpPr>
        <p:spPr>
          <a:xfrm xmlns:a="http://schemas.openxmlformats.org/drawingml/2006/main">
            <a:off x="647700" y="5829300"/>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5DAA18"/>
                </a:solidFill>
                <a:latin typeface="Noto Sans JP"/>
                <a:ea typeface="Noto Sans JP"/>
                <a:cs typeface="Noto Sans JP"/>
              </a:defRPr>
            </a:pPr>
            <a:r>
              <a:rPr sz="1350" b="1" i="0">
                <a:solidFill>
                  <a:srgbClr val="5DAA18"/>
                </a:solidFill>
                <a:latin typeface="Noto Sans JP"/>
                <a:ea typeface="Noto Sans JP"/>
                <a:cs typeface="Noto Sans JP"/>
              </a:rPr>
              <a:t>横軸は線形エネルギー、縦軸は真の対数目盛。反応閾値と高エネルギーtailを同時に読む。</a:t>
            </a:r>
          </a:p>
        </p:txBody>
      </p:sp>
      <p:sp>
        <p:nvSpPr>
          <p:cNvPr id="20" name="source">
            <a:extLst xmlns:a="http://schemas.openxmlformats.org/drawingml/2006/main">
              <a:ext uri="{FF2B5EF4-FFF2-40B4-BE49-F238E27FC236}">
                <a16:creationId xmlns:a16="http://schemas.microsoft.com/office/drawing/2014/main" id="{13DDC4DA-CA0F-48D8-AB4F-A66EF54A31E2}"/>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Ar/N₂ mixture sweep EEDF and mean-energy results; COMSOL analytic EEDF definition</a:t>
            </a:r>
          </a:p>
        </p:txBody>
      </p:sp>
      <p:sp>
        <p:nvSpPr>
          <p:cNvPr id="21" name="footer">
            <a:extLst xmlns:a="http://schemas.openxmlformats.org/drawingml/2006/main">
              <a:ext uri="{FF2B5EF4-FFF2-40B4-BE49-F238E27FC236}">
                <a16:creationId xmlns:a16="http://schemas.microsoft.com/office/drawing/2014/main" id="{F40C83EA-1691-49D0-A276-2BCC2F19BA5F}"/>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22" name="page">
            <a:extLst xmlns:a="http://schemas.openxmlformats.org/drawingml/2006/main">
              <a:ext uri="{FF2B5EF4-FFF2-40B4-BE49-F238E27FC236}">
                <a16:creationId xmlns:a16="http://schemas.microsoft.com/office/drawing/2014/main" id="{D48A45BE-7E6E-4E30-B9FD-A36884A5AA94}"/>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33</a:t>
            </a:r>
          </a:p>
        </p:txBody>
      </p:sp>
    </p:spTree>
    <p:extLst>
      <p:ext uri="{BB962C8B-B14F-4D97-AF65-F5344CB8AC3E}">
        <p14:creationId xmlns:p14="http://schemas.microsoft.com/office/powerpoint/2010/main" val="43650819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7998191-2C6B-4AA7-9491-90FB873A1D44}"/>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7" name="">
            <a:extLst xmlns:a="http://schemas.openxmlformats.org/drawingml/2006/main">
              <a:ext uri="{FF2B5EF4-FFF2-40B4-BE49-F238E27FC236}">
                <a16:creationId xmlns:a16="http://schemas.microsoft.com/office/drawing/2014/main" id="{AECAFA3F-71D4-4443-9187-5D4E26923C0E}"/>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34</a:t>
            </a:r>
          </a:p>
        </p:txBody>
      </p:sp>
      <p:graphicFrame>
        <p:nvGraphicFramePr>
          <p:cNvPr id="31" name="Chart"/>
          <p:cNvGraphicFramePr/>
          <p:nvPr/>
        </p:nvGraphicFramePr>
        <p:xfrm>
          <a:off xmlns:a="http://schemas.openxmlformats.org/drawingml/2006/main" x="476250" y="1476375"/>
          <a:ext xmlns:a="http://schemas.openxmlformats.org/drawingml/2006/main" cx="5381625" cy="2714625"/>
        </p:xfrm>
        <a:graphic xmlns:a="http://schemas.openxmlformats.org/drawingml/2006/main">
          <a:graphicData uri="http://schemas.openxmlformats.org/drawingml/2006/chart">
            <c:chart xmlns:r="http://schemas.openxmlformats.org/officeDocument/2006/relationships" xmlns:c="http://schemas.openxmlformats.org/drawingml/2006/chart" r:id="R22bd03e864e04742"/>
          </a:graphicData>
        </a:graphic>
      </p:graphicFrame>
      <p:graphicFrame>
        <p:nvGraphicFramePr>
          <p:cNvPr id="32" name="Chart"/>
          <p:cNvGraphicFramePr/>
          <p:nvPr/>
        </p:nvGraphicFramePr>
        <p:xfrm>
          <a:off xmlns:a="http://schemas.openxmlformats.org/drawingml/2006/main" x="6191250" y="1476375"/>
          <a:ext xmlns:a="http://schemas.openxmlformats.org/drawingml/2006/main" cx="5381625" cy="2714625"/>
        </p:xfrm>
        <a:graphic xmlns:a="http://schemas.openxmlformats.org/drawingml/2006/main">
          <a:graphicData uri="http://schemas.openxmlformats.org/drawingml/2006/chart">
            <c:chart xmlns:r="http://schemas.openxmlformats.org/officeDocument/2006/relationships" xmlns:c="http://schemas.openxmlformats.org/drawingml/2006/chart" r:id="Rd0ba27cc82db4ff6"/>
          </a:graphicData>
        </a:graphic>
      </p:graphicFrame>
      <p:graphicFrame>
        <p:nvGraphicFramePr>
          <p:cNvPr id="33" name=""/>
          <p:cNvGraphicFramePr/>
          <p:nvPr/>
        </p:nvGraphicFramePr>
        <p:xfrm>
          <a:off xmlns:a="http://schemas.openxmlformats.org/drawingml/2006/main" x="2428875" y="4333875"/>
          <a:ext xmlns:a="http://schemas.openxmlformats.org/drawingml/2006/main" cx="7334250" cy="1476375"/>
        </p:xfrm>
        <a:graphic xmlns:a="http://schemas.openxmlformats.org/drawingml/2006/main">
          <a:graphicData uri="http://schemas.openxmlformats.org/drawingml/2006/table">
            <a:tbl>
              <a:tblPr firstRow="1" bandRow="0"/>
              <a:tblGrid>
                <a:gridCol w="1524000"/>
                <a:gridCol w="1428750"/>
                <a:gridCol w="2190750"/>
                <a:gridCol w="2190750"/>
              </a:tblGrid>
              <a:tr h="295275">
                <a:tc>
                  <a:txBody>
                    <a:bodyPr lIns="57150" tIns="38100" rIns="47625" bIns="38100">
                      <a:normAutofit/>
                    </a:bodyPr>
                    <a:lstStyle/>
                    <a:p>
                      <a:pPr algn="l">
                        <a:buNone/>
                      </a:pPr>
                      <a:r>
                        <a:rPr sz="810" b="1">
                          <a:solidFill>
                            <a:srgbClr val="FFFFFF"/>
                          </a:solidFill>
                          <a:latin typeface="Noto Sans JP"/>
                          <a:ea typeface="Noto Sans JP"/>
                          <a:cs typeface="Noto Sans JP"/>
                        </a:rPr>
                        <a:t>E/N</a:t>
                      </a:r>
                    </a:p>
                  </a:txBody>
                  <a:tcPr marL="91440" marR="91440" marT="45720" marB="45720" anchor="ctr">
                    <a:solidFill>
                      <a:srgbClr val="00A6D9"/>
                    </a:solidFill>
                  </a:tcPr>
                </a:tc>
                <a:tc>
                  <a:txBody>
                    <a:bodyPr lIns="57150" tIns="38100" rIns="47625" bIns="38100">
                      <a:normAutofit/>
                    </a:bodyPr>
                    <a:lstStyle/>
                    <a:p>
                      <a:pPr algn="ctr">
                        <a:buNone/>
                      </a:pPr>
                      <a:r>
                        <a:rPr sz="810" b="1">
                          <a:solidFill>
                            <a:srgbClr val="FFFFFF"/>
                          </a:solidFill>
                          <a:latin typeface="Noto Sans JP"/>
                          <a:ea typeface="Noto Sans JP"/>
                          <a:cs typeface="Noto Sans JP"/>
                        </a:rPr>
                        <a:t>輸送係数まで統計収束</a:t>
                      </a:r>
                    </a:p>
                  </a:txBody>
                  <a:tcPr marL="91440" marR="91440" marT="45720" marB="45720" anchor="ctr">
                    <a:solidFill>
                      <a:srgbClr val="00A6D9"/>
                    </a:solidFill>
                  </a:tcPr>
                </a:tc>
                <a:tc>
                  <a:txBody>
                    <a:bodyPr lIns="57150" tIns="38100" rIns="47625" bIns="38100">
                      <a:normAutofit/>
                    </a:bodyPr>
                    <a:lstStyle/>
                    <a:p>
                      <a:pPr algn="ctr">
                        <a:buNone/>
                      </a:pPr>
                      <a:r>
                        <a:rPr sz="810" b="1">
                          <a:solidFill>
                            <a:srgbClr val="FFFFFF"/>
                          </a:solidFill>
                          <a:latin typeface="Noto Sans JP"/>
                          <a:ea typeface="Noto Sans JP"/>
                          <a:cs typeface="Noto Sans JP"/>
                        </a:rPr>
                        <a:t>EEDF・反応速度に採用</a:t>
                      </a:r>
                    </a:p>
                  </a:txBody>
                  <a:tcPr marL="91440" marR="91440" marT="45720" marB="45720" anchor="ctr">
                    <a:solidFill>
                      <a:srgbClr val="00A6D9"/>
                    </a:solidFill>
                  </a:tcPr>
                </a:tc>
                <a:tc>
                  <a:txBody>
                    <a:bodyPr lIns="57150" tIns="38100" rIns="47625" bIns="38100">
                      <a:normAutofit/>
                    </a:bodyPr>
                    <a:lstStyle/>
                    <a:p>
                      <a:pPr algn="ctr">
                        <a:buNone/>
                      </a:pPr>
                      <a:r>
                        <a:rPr sz="810" b="1">
                          <a:solidFill>
                            <a:srgbClr val="FFFFFF"/>
                          </a:solidFill>
                          <a:latin typeface="Noto Sans JP"/>
                          <a:ea typeface="Noto Sans JP"/>
                          <a:cs typeface="Noto Sans JP"/>
                        </a:rPr>
                        <a:t>電子移動度の相対標準誤差</a:t>
                      </a:r>
                    </a:p>
                  </a:txBody>
                  <a:tcPr marL="91440" marR="91440" marT="45720" marB="45720" anchor="ctr">
                    <a:solidFill>
                      <a:srgbClr val="00A6D9"/>
                    </a:solidFill>
                  </a:tcPr>
                </a:tc>
              </a:tr>
              <a:tr h="295275">
                <a:tc>
                  <a:txBody>
                    <a:bodyPr lIns="57150" tIns="38100" rIns="47625" bIns="38100">
                      <a:normAutofit/>
                    </a:bodyPr>
                    <a:lstStyle/>
                    <a:p>
                      <a:pPr algn="l">
                        <a:buNone/>
                      </a:pPr>
                      <a:r>
                        <a:rPr sz="788" b="1">
                          <a:solidFill>
                            <a:srgbClr val="2F2F2F"/>
                          </a:solidFill>
                          <a:latin typeface="Noto Sans JP"/>
                          <a:ea typeface="Noto Sans JP"/>
                          <a:cs typeface="Noto Sans JP"/>
                        </a:rPr>
                        <a:t>1 Td</a:t>
                      </a:r>
                    </a:p>
                  </a:txBody>
                  <a:tcPr marL="91440" marR="91440" marT="45720" marB="45720" anchor="ctr">
                    <a:solidFill>
                      <a:srgbClr val="FFFFFF"/>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未達</a:t>
                      </a:r>
                    </a:p>
                  </a:txBody>
                  <a:tcPr marL="91440" marR="91440" marT="45720" marB="45720" anchor="ctr">
                    <a:solidFill>
                      <a:srgbClr val="FFFFFF"/>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合格</a:t>
                      </a:r>
                    </a:p>
                  </a:txBody>
                  <a:tcPr marL="91440" marR="91440" marT="45720" marB="45720" anchor="ctr">
                    <a:solidFill>
                      <a:srgbClr val="FFFFFF"/>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2.23%</a:t>
                      </a:r>
                    </a:p>
                  </a:txBody>
                  <a:tcPr marL="91440" marR="91440" marT="45720" marB="45720" anchor="ctr">
                    <a:solidFill>
                      <a:srgbClr val="FFFFFF"/>
                    </a:solidFill>
                  </a:tcPr>
                </a:tc>
              </a:tr>
              <a:tr h="295275">
                <a:tc>
                  <a:txBody>
                    <a:bodyPr lIns="57150" tIns="38100" rIns="47625" bIns="38100">
                      <a:normAutofit/>
                    </a:bodyPr>
                    <a:lstStyle/>
                    <a:p>
                      <a:pPr algn="l">
                        <a:buNone/>
                      </a:pPr>
                      <a:r>
                        <a:rPr sz="788" b="1">
                          <a:solidFill>
                            <a:srgbClr val="2F2F2F"/>
                          </a:solidFill>
                          <a:latin typeface="Noto Sans JP"/>
                          <a:ea typeface="Noto Sans JP"/>
                          <a:cs typeface="Noto Sans JP"/>
                        </a:rPr>
                        <a:t>10 Td</a:t>
                      </a:r>
                    </a:p>
                  </a:txBody>
                  <a:tcPr marL="91440" marR="91440" marT="45720" marB="45720" anchor="ctr">
                    <a:solidFill>
                      <a:srgbClr val="F1F1F1"/>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未達</a:t>
                      </a:r>
                    </a:p>
                  </a:txBody>
                  <a:tcPr marL="91440" marR="91440" marT="45720" marB="45720" anchor="ctr">
                    <a:solidFill>
                      <a:srgbClr val="F1F1F1"/>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合格</a:t>
                      </a:r>
                    </a:p>
                  </a:txBody>
                  <a:tcPr marL="91440" marR="91440" marT="45720" marB="45720" anchor="ctr">
                    <a:solidFill>
                      <a:srgbClr val="F1F1F1"/>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0.15%</a:t>
                      </a:r>
                    </a:p>
                  </a:txBody>
                  <a:tcPr marL="91440" marR="91440" marT="45720" marB="45720" anchor="ctr">
                    <a:solidFill>
                      <a:srgbClr val="F1F1F1"/>
                    </a:solidFill>
                  </a:tcPr>
                </a:tc>
              </a:tr>
              <a:tr h="295275">
                <a:tc>
                  <a:txBody>
                    <a:bodyPr lIns="57150" tIns="38100" rIns="47625" bIns="38100">
                      <a:normAutofit/>
                    </a:bodyPr>
                    <a:lstStyle/>
                    <a:p>
                      <a:pPr algn="l">
                        <a:buNone/>
                      </a:pPr>
                      <a:r>
                        <a:rPr sz="788" b="1">
                          <a:solidFill>
                            <a:srgbClr val="2F2F2F"/>
                          </a:solidFill>
                          <a:latin typeface="Noto Sans JP"/>
                          <a:ea typeface="Noto Sans JP"/>
                          <a:cs typeface="Noto Sans JP"/>
                        </a:rPr>
                        <a:t>100 Td</a:t>
                      </a:r>
                    </a:p>
                  </a:txBody>
                  <a:tcPr marL="91440" marR="91440" marT="45720" marB="45720" anchor="ctr">
                    <a:solidFill>
                      <a:srgbClr val="FFFFFF"/>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未達</a:t>
                      </a:r>
                    </a:p>
                  </a:txBody>
                  <a:tcPr marL="91440" marR="91440" marT="45720" marB="45720" anchor="ctr">
                    <a:solidFill>
                      <a:srgbClr val="FFFFFF"/>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合格</a:t>
                      </a:r>
                    </a:p>
                  </a:txBody>
                  <a:tcPr marL="91440" marR="91440" marT="45720" marB="45720" anchor="ctr">
                    <a:solidFill>
                      <a:srgbClr val="FFFFFF"/>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0.14%</a:t>
                      </a:r>
                    </a:p>
                  </a:txBody>
                  <a:tcPr marL="91440" marR="91440" marT="45720" marB="45720" anchor="ctr">
                    <a:solidFill>
                      <a:srgbClr val="FFFFFF"/>
                    </a:solidFill>
                  </a:tcPr>
                </a:tc>
              </a:tr>
              <a:tr h="295275">
                <a:tc>
                  <a:txBody>
                    <a:bodyPr lIns="57150" tIns="38100" rIns="47625" bIns="38100">
                      <a:normAutofit/>
                    </a:bodyPr>
                    <a:lstStyle/>
                    <a:p>
                      <a:pPr algn="l">
                        <a:buNone/>
                      </a:pPr>
                      <a:r>
                        <a:rPr sz="788" b="1">
                          <a:solidFill>
                            <a:srgbClr val="2F2F2F"/>
                          </a:solidFill>
                          <a:latin typeface="Noto Sans JP"/>
                          <a:ea typeface="Noto Sans JP"/>
                          <a:cs typeface="Noto Sans JP"/>
                        </a:rPr>
                        <a:t>1000 Td</a:t>
                      </a:r>
                    </a:p>
                  </a:txBody>
                  <a:tcPr marL="91440" marR="91440" marT="45720" marB="45720" anchor="ctr">
                    <a:solidFill>
                      <a:srgbClr val="F1F1F1"/>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合格</a:t>
                      </a:r>
                    </a:p>
                  </a:txBody>
                  <a:tcPr marL="91440" marR="91440" marT="45720" marB="45720" anchor="ctr">
                    <a:solidFill>
                      <a:srgbClr val="F1F1F1"/>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合格</a:t>
                      </a:r>
                    </a:p>
                  </a:txBody>
                  <a:tcPr marL="91440" marR="91440" marT="45720" marB="45720" anchor="ctr">
                    <a:solidFill>
                      <a:srgbClr val="F1F1F1"/>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0.01%</a:t>
                      </a:r>
                    </a:p>
                  </a:txBody>
                  <a:tcPr marL="91440" marR="91440" marT="45720" marB="45720" anchor="ctr">
                    <a:solidFill>
                      <a:srgbClr val="F1F1F1"/>
                    </a:solidFill>
                  </a:tcPr>
                </a:tc>
              </a:tr>
            </a:tbl>
          </a:graphicData>
        </a:graphic>
      </p:graphicFrame>
      <p:sp>
        <p:nvSpPr>
          <p:cNvPr id="13" name="">
            <a:extLst xmlns:a="http://schemas.openxmlformats.org/drawingml/2006/main">
              <a:ext uri="{FF2B5EF4-FFF2-40B4-BE49-F238E27FC236}">
                <a16:creationId xmlns:a16="http://schemas.microsoft.com/office/drawing/2014/main" id="{BCBAD0BD-69DD-42D2-89BA-22F74F0A2926}"/>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EEDF・反応速度は4/4条件で採用、輸送係数までの統計収束は1/4条件。100 Tdは電子数成長率が整合するが、拡散係数は未収束。</a:t>
            </a:r>
          </a:p>
        </p:txBody>
      </p:sp>
      <p:sp>
        <p:nvSpPr>
          <p:cNvPr id="14" name="">
            <a:extLst xmlns:a="http://schemas.openxmlformats.org/drawingml/2006/main">
              <a:ext uri="{FF2B5EF4-FFF2-40B4-BE49-F238E27FC236}">
                <a16:creationId xmlns:a16="http://schemas.microsoft.com/office/drawing/2014/main" id="{DD1BD35D-7CB8-493C-849B-40A8464815FA}"/>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mc_refinement_v7 + mc_core_v8; conservative union-grid TV</a:t>
            </a:r>
          </a:p>
        </p:txBody>
      </p:sp>
      <p:sp>
        <p:nvSpPr>
          <p:cNvPr id="19" name="title">
            <a:extLst xmlns:a="http://schemas.openxmlformats.org/drawingml/2006/main">
              <a:ext uri="{FF2B5EF4-FFF2-40B4-BE49-F238E27FC236}">
                <a16:creationId xmlns:a16="http://schemas.microsoft.com/office/drawing/2014/main" id="{31BB593A-1342-484A-9F30-EEB0D05846FF}"/>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Ar/N₂：EEDF差とMonte Carloの統計誤差</a:t>
            </a:r>
          </a:p>
        </p:txBody>
      </p:sp>
      <p:sp>
        <p:nvSpPr>
          <p:cNvPr id="20" name="">
            <a:extLst xmlns:a="http://schemas.openxmlformats.org/drawingml/2006/main">
              <a:ext uri="{FF2B5EF4-FFF2-40B4-BE49-F238E27FC236}">
                <a16:creationId xmlns:a16="http://schemas.microsoft.com/office/drawing/2014/main" id="{1DAE62AD-4C47-4167-886B-C7A552D49690}"/>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5" name="section">
            <a:extLst xmlns:a="http://schemas.openxmlformats.org/drawingml/2006/main">
              <a:ext uri="{FF2B5EF4-FFF2-40B4-BE49-F238E27FC236}">
                <a16:creationId xmlns:a16="http://schemas.microsoft.com/office/drawing/2014/main" id="{AD4EF12E-36CB-445E-82A8-F07FF01F5C05}"/>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386108238"/>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ection">
            <a:extLst xmlns:a="http://schemas.openxmlformats.org/drawingml/2006/main">
              <a:ext uri="{FF2B5EF4-FFF2-40B4-BE49-F238E27FC236}">
                <a16:creationId xmlns:a16="http://schemas.microsoft.com/office/drawing/2014/main" id="{437591BF-ACB0-44B6-86B6-FA3669F67F99}"/>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
        <p:nvSpPr>
          <p:cNvPr id="2" name="title">
            <a:extLst xmlns:a="http://schemas.openxmlformats.org/drawingml/2006/main">
              <a:ext uri="{FF2B5EF4-FFF2-40B4-BE49-F238E27FC236}">
                <a16:creationId xmlns:a16="http://schemas.microsoft.com/office/drawing/2014/main" id="{B0A06163-9E20-4927-9893-452D38A13BDA}"/>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Ar/O₂（90/10）：SwarmとCOMSOL解析EEDF</a:t>
            </a:r>
          </a:p>
        </p:txBody>
      </p:sp>
      <p:sp>
        <p:nvSpPr>
          <p:cNvPr id="3" name="subtitle">
            <a:extLst xmlns:a="http://schemas.openxmlformats.org/drawingml/2006/main">
              <a:ext uri="{FF2B5EF4-FFF2-40B4-BE49-F238E27FC236}">
                <a16:creationId xmlns:a16="http://schemas.microsoft.com/office/drawing/2014/main" id="{4F82820A-EB79-4474-99A3-6429D3A93D40}"/>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共通no-attachment閉包を、GEC図と同じ線形ε軸・対数F(ε)軸で比較</a:t>
            </a:r>
          </a:p>
        </p:txBody>
      </p:sp>
      <p:graphicFrame>
        <p:nvGraphicFramePr>
          <p:cNvPr id="26" name="Chart"/>
          <p:cNvGraphicFramePr/>
          <p:nvPr/>
        </p:nvGraphicFramePr>
        <p:xfrm>
          <a:off xmlns:a="http://schemas.openxmlformats.org/drawingml/2006/main" x="428625" y="1333500"/>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3d146aa9e15f40f7"/>
          </a:graphicData>
        </a:graphic>
      </p:graphicFrame>
      <p:graphicFrame>
        <p:nvGraphicFramePr>
          <p:cNvPr id="27" name="Chart"/>
          <p:cNvGraphicFramePr/>
          <p:nvPr/>
        </p:nvGraphicFramePr>
        <p:xfrm>
          <a:off xmlns:a="http://schemas.openxmlformats.org/drawingml/2006/main" x="6334125" y="1333500"/>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65b9c5a94968401d"/>
          </a:graphicData>
        </a:graphic>
      </p:graphicFrame>
      <p:graphicFrame>
        <p:nvGraphicFramePr>
          <p:cNvPr id="28" name="Chart"/>
          <p:cNvGraphicFramePr/>
          <p:nvPr/>
        </p:nvGraphicFramePr>
        <p:xfrm>
          <a:off xmlns:a="http://schemas.openxmlformats.org/drawingml/2006/main" x="428625" y="347662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dbabc6517dba46c9"/>
          </a:graphicData>
        </a:graphic>
      </p:graphicFrame>
      <p:graphicFrame>
        <p:nvGraphicFramePr>
          <p:cNvPr id="29" name="Chart"/>
          <p:cNvGraphicFramePr/>
          <p:nvPr/>
        </p:nvGraphicFramePr>
        <p:xfrm>
          <a:off xmlns:a="http://schemas.openxmlformats.org/drawingml/2006/main" x="6334125" y="347662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f2f77c6b625e47e3"/>
          </a:graphicData>
        </a:graphic>
      </p:graphicFrame>
      <p:sp>
        <p:nvSpPr>
          <p:cNvPr id="8" name="">
            <a:extLst xmlns:a="http://schemas.openxmlformats.org/drawingml/2006/main">
              <a:ext uri="{FF2B5EF4-FFF2-40B4-BE49-F238E27FC236}">
                <a16:creationId xmlns:a16="http://schemas.microsoft.com/office/drawing/2014/main" id="{876181EF-53CD-4CEC-8D68-157568033C5F}"/>
              </a:ext>
            </a:extLst>
          </p:cNvPr>
          <p:cNvSpPr>
            <a:spLocks xmlns:a="http://schemas.openxmlformats.org/drawingml/2006/main" noGrp="1"/>
          </p:cNvSpPr>
          <p:nvPr/>
        </p:nvSpPr>
        <p:spPr>
          <a:xfrm xmlns:a="http://schemas.openxmlformats.org/drawingml/2006/main">
            <a:off x="523875" y="5648325"/>
            <a:ext cx="342900" cy="0"/>
          </a:xfrm>
          <a:prstGeom xmlns:a="http://schemas.openxmlformats.org/drawingml/2006/main" prst="line">
            <a:avLst/>
          </a:prstGeom>
          <a:noFill xmlns:a="http://schemas.openxmlformats.org/drawingml/2006/main"/>
          <a:ln xmlns:a="http://schemas.openxmlformats.org/drawingml/2006/main" w="23813">
            <a:solidFill>
              <a:srgbClr val="3B67B0"/>
            </a:solidFill>
            <a:prstDash val="solid"/>
          </a:ln>
        </p:spPr>
      </p:sp>
      <p:sp>
        <p:nvSpPr>
          <p:cNvPr id="9" name="">
            <a:extLst xmlns:a="http://schemas.openxmlformats.org/drawingml/2006/main">
              <a:ext uri="{FF2B5EF4-FFF2-40B4-BE49-F238E27FC236}">
                <a16:creationId xmlns:a16="http://schemas.microsoft.com/office/drawing/2014/main" id="{BACD6759-19FA-4624-A8A2-7CCA29A787CD}"/>
              </a:ext>
            </a:extLst>
          </p:cNvPr>
          <p:cNvSpPr>
            <a:spLocks xmlns:a="http://schemas.openxmlformats.org/drawingml/2006/main" noGrp="1"/>
          </p:cNvSpPr>
          <p:nvPr/>
        </p:nvSpPr>
        <p:spPr>
          <a:xfrm xmlns:a="http://schemas.openxmlformats.org/drawingml/2006/main">
            <a:off x="923925" y="5543550"/>
            <a:ext cx="182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3B67B0"/>
                </a:solidFill>
                <a:latin typeface="Noto Sans JP"/>
                <a:ea typeface="Noto Sans JP"/>
                <a:cs typeface="Noto Sans JP"/>
              </a:defRPr>
            </a:pPr>
            <a:r>
              <a:rPr sz="938" b="1" i="0">
                <a:solidFill>
                  <a:srgbClr val="3B67B0"/>
                </a:solidFill>
                <a:latin typeface="Noto Sans JP"/>
                <a:ea typeface="Noto Sans JP"/>
                <a:cs typeface="Noto Sans JP"/>
              </a:rPr>
              <a:t>Two-term Swarm</a:t>
            </a:r>
          </a:p>
        </p:txBody>
      </p:sp>
      <p:sp>
        <p:nvSpPr>
          <p:cNvPr id="10" name="">
            <a:extLst xmlns:a="http://schemas.openxmlformats.org/drawingml/2006/main">
              <a:ext uri="{FF2B5EF4-FFF2-40B4-BE49-F238E27FC236}">
                <a16:creationId xmlns:a16="http://schemas.microsoft.com/office/drawing/2014/main" id="{B3780D1B-4A98-4935-A04D-F9255CA6E667}"/>
              </a:ext>
            </a:extLst>
          </p:cNvPr>
          <p:cNvSpPr>
            <a:spLocks xmlns:a="http://schemas.openxmlformats.org/drawingml/2006/main" noGrp="1"/>
          </p:cNvSpPr>
          <p:nvPr/>
        </p:nvSpPr>
        <p:spPr>
          <a:xfrm xmlns:a="http://schemas.openxmlformats.org/drawingml/2006/main">
            <a:off x="2809875" y="5648325"/>
            <a:ext cx="342900" cy="0"/>
          </a:xfrm>
          <a:prstGeom xmlns:a="http://schemas.openxmlformats.org/drawingml/2006/main" prst="line">
            <a:avLst/>
          </a:prstGeom>
          <a:noFill xmlns:a="http://schemas.openxmlformats.org/drawingml/2006/main"/>
          <a:ln xmlns:a="http://schemas.openxmlformats.org/drawingml/2006/main" w="23813">
            <a:solidFill>
              <a:srgbClr val="EDA24C"/>
            </a:solidFill>
            <a:prstDash val="solid"/>
          </a:ln>
        </p:spPr>
      </p:sp>
      <p:sp>
        <p:nvSpPr>
          <p:cNvPr id="11" name="">
            <a:extLst xmlns:a="http://schemas.openxmlformats.org/drawingml/2006/main">
              <a:ext uri="{FF2B5EF4-FFF2-40B4-BE49-F238E27FC236}">
                <a16:creationId xmlns:a16="http://schemas.microsoft.com/office/drawing/2014/main" id="{D1DC3FD9-3255-47D1-A85D-CF794A590ED9}"/>
              </a:ext>
            </a:extLst>
          </p:cNvPr>
          <p:cNvSpPr>
            <a:spLocks xmlns:a="http://schemas.openxmlformats.org/drawingml/2006/main" noGrp="1"/>
          </p:cNvSpPr>
          <p:nvPr/>
        </p:nvSpPr>
        <p:spPr>
          <a:xfrm xmlns:a="http://schemas.openxmlformats.org/drawingml/2006/main">
            <a:off x="3209925" y="5543550"/>
            <a:ext cx="182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EDA24C"/>
                </a:solidFill>
                <a:latin typeface="Noto Sans JP"/>
                <a:ea typeface="Noto Sans JP"/>
                <a:cs typeface="Noto Sans JP"/>
              </a:defRPr>
            </a:pPr>
            <a:r>
              <a:rPr sz="938" b="1" i="0">
                <a:solidFill>
                  <a:srgbClr val="EDA24C"/>
                </a:solidFill>
                <a:latin typeface="Noto Sans JP"/>
                <a:ea typeface="Noto Sans JP"/>
                <a:cs typeface="Noto Sans JP"/>
              </a:rPr>
              <a:t>Monte Carlo Swarm</a:t>
            </a:r>
          </a:p>
        </p:txBody>
      </p:sp>
      <p:sp>
        <p:nvSpPr>
          <p:cNvPr id="12" name="">
            <a:extLst xmlns:a="http://schemas.openxmlformats.org/drawingml/2006/main">
              <a:ext uri="{FF2B5EF4-FFF2-40B4-BE49-F238E27FC236}">
                <a16:creationId xmlns:a16="http://schemas.microsoft.com/office/drawing/2014/main" id="{86890207-135B-441A-BF35-BC7CA4DA7A15}"/>
              </a:ext>
            </a:extLst>
          </p:cNvPr>
          <p:cNvSpPr>
            <a:spLocks xmlns:a="http://schemas.openxmlformats.org/drawingml/2006/main" noGrp="1"/>
          </p:cNvSpPr>
          <p:nvPr/>
        </p:nvSpPr>
        <p:spPr>
          <a:xfrm xmlns:a="http://schemas.openxmlformats.org/drawingml/2006/main">
            <a:off x="5095875" y="5648325"/>
            <a:ext cx="342900" cy="0"/>
          </a:xfrm>
          <a:prstGeom xmlns:a="http://schemas.openxmlformats.org/drawingml/2006/main" prst="line">
            <a:avLst/>
          </a:prstGeom>
          <a:noFill xmlns:a="http://schemas.openxmlformats.org/drawingml/2006/main"/>
          <a:ln xmlns:a="http://schemas.openxmlformats.org/drawingml/2006/main" w="23813">
            <a:solidFill>
              <a:srgbClr val="5DAA18"/>
            </a:solidFill>
            <a:prstDash val="solid"/>
          </a:ln>
        </p:spPr>
      </p:sp>
      <p:sp>
        <p:nvSpPr>
          <p:cNvPr id="13" name="">
            <a:extLst xmlns:a="http://schemas.openxmlformats.org/drawingml/2006/main">
              <a:ext uri="{FF2B5EF4-FFF2-40B4-BE49-F238E27FC236}">
                <a16:creationId xmlns:a16="http://schemas.microsoft.com/office/drawing/2014/main" id="{924F0DBA-46BB-4D3E-A7BC-3590CFFC97FC}"/>
              </a:ext>
            </a:extLst>
          </p:cNvPr>
          <p:cNvSpPr>
            <a:spLocks xmlns:a="http://schemas.openxmlformats.org/drawingml/2006/main" noGrp="1"/>
          </p:cNvSpPr>
          <p:nvPr/>
        </p:nvSpPr>
        <p:spPr>
          <a:xfrm xmlns:a="http://schemas.openxmlformats.org/drawingml/2006/main">
            <a:off x="5495925" y="5543550"/>
            <a:ext cx="182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5DAA18"/>
                </a:solidFill>
                <a:latin typeface="Noto Sans JP"/>
                <a:ea typeface="Noto Sans JP"/>
                <a:cs typeface="Noto Sans JP"/>
              </a:defRPr>
            </a:pPr>
            <a:r>
              <a:rPr sz="938" b="1" i="0">
                <a:solidFill>
                  <a:srgbClr val="5DAA18"/>
                </a:solidFill>
                <a:latin typeface="Noto Sans JP"/>
                <a:ea typeface="Noto Sans JP"/>
                <a:cs typeface="Noto Sans JP"/>
              </a:rPr>
              <a:t>Propagator Swarm</a:t>
            </a:r>
          </a:p>
        </p:txBody>
      </p:sp>
      <p:sp>
        <p:nvSpPr>
          <p:cNvPr id="14" name="">
            <a:extLst xmlns:a="http://schemas.openxmlformats.org/drawingml/2006/main">
              <a:ext uri="{FF2B5EF4-FFF2-40B4-BE49-F238E27FC236}">
                <a16:creationId xmlns:a16="http://schemas.microsoft.com/office/drawing/2014/main" id="{A6F0C0F2-726C-40F3-8F83-E8521B78F5A1}"/>
              </a:ext>
            </a:extLst>
          </p:cNvPr>
          <p:cNvSpPr>
            <a:spLocks xmlns:a="http://schemas.openxmlformats.org/drawingml/2006/main" noGrp="1"/>
          </p:cNvSpPr>
          <p:nvPr/>
        </p:nvSpPr>
        <p:spPr>
          <a:xfrm xmlns:a="http://schemas.openxmlformats.org/drawingml/2006/main">
            <a:off x="7381875" y="5648325"/>
            <a:ext cx="342900" cy="0"/>
          </a:xfrm>
          <a:prstGeom xmlns:a="http://schemas.openxmlformats.org/drawingml/2006/main" prst="line">
            <a:avLst/>
          </a:prstGeom>
          <a:noFill xmlns:a="http://schemas.openxmlformats.org/drawingml/2006/main"/>
          <a:ln xmlns:a="http://schemas.openxmlformats.org/drawingml/2006/main" w="23813">
            <a:solidFill>
              <a:srgbClr val="59636F"/>
            </a:solidFill>
            <a:prstDash val="dash"/>
          </a:ln>
        </p:spPr>
      </p:sp>
      <p:sp>
        <p:nvSpPr>
          <p:cNvPr id="15" name="">
            <a:extLst xmlns:a="http://schemas.openxmlformats.org/drawingml/2006/main">
              <a:ext uri="{FF2B5EF4-FFF2-40B4-BE49-F238E27FC236}">
                <a16:creationId xmlns:a16="http://schemas.microsoft.com/office/drawing/2014/main" id="{36C52AD3-56B0-4A2E-B2B8-222D8730A1F7}"/>
              </a:ext>
            </a:extLst>
          </p:cNvPr>
          <p:cNvSpPr>
            <a:spLocks xmlns:a="http://schemas.openxmlformats.org/drawingml/2006/main" noGrp="1"/>
          </p:cNvSpPr>
          <p:nvPr/>
        </p:nvSpPr>
        <p:spPr>
          <a:xfrm xmlns:a="http://schemas.openxmlformats.org/drawingml/2006/main">
            <a:off x="7781925" y="5543550"/>
            <a:ext cx="182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59636F"/>
                </a:solidFill>
                <a:latin typeface="Noto Sans JP"/>
                <a:ea typeface="Noto Sans JP"/>
                <a:cs typeface="Noto Sans JP"/>
              </a:defRPr>
            </a:pPr>
            <a:r>
              <a:rPr sz="938" b="1" i="0">
                <a:solidFill>
                  <a:srgbClr val="59636F"/>
                </a:solidFill>
                <a:latin typeface="Noto Sans JP"/>
                <a:ea typeface="Noto Sans JP"/>
                <a:cs typeface="Noto Sans JP"/>
              </a:rPr>
              <a:t>COMSOL Maxwellian</a:t>
            </a:r>
          </a:p>
        </p:txBody>
      </p:sp>
      <p:sp>
        <p:nvSpPr>
          <p:cNvPr id="16" name="">
            <a:extLst xmlns:a="http://schemas.openxmlformats.org/drawingml/2006/main">
              <a:ext uri="{FF2B5EF4-FFF2-40B4-BE49-F238E27FC236}">
                <a16:creationId xmlns:a16="http://schemas.microsoft.com/office/drawing/2014/main" id="{FA286821-B66F-4122-817F-8AA56FCCAD6C}"/>
              </a:ext>
            </a:extLst>
          </p:cNvPr>
          <p:cNvSpPr>
            <a:spLocks xmlns:a="http://schemas.openxmlformats.org/drawingml/2006/main" noGrp="1"/>
          </p:cNvSpPr>
          <p:nvPr/>
        </p:nvSpPr>
        <p:spPr>
          <a:xfrm xmlns:a="http://schemas.openxmlformats.org/drawingml/2006/main">
            <a:off x="9667875" y="5648325"/>
            <a:ext cx="342900" cy="0"/>
          </a:xfrm>
          <a:prstGeom xmlns:a="http://schemas.openxmlformats.org/drawingml/2006/main" prst="line">
            <a:avLst/>
          </a:prstGeom>
          <a:noFill xmlns:a="http://schemas.openxmlformats.org/drawingml/2006/main"/>
          <a:ln xmlns:a="http://schemas.openxmlformats.org/drawingml/2006/main" w="23813">
            <a:solidFill>
              <a:srgbClr val="908747"/>
            </a:solidFill>
            <a:prstDash val="dot"/>
          </a:ln>
        </p:spPr>
      </p:sp>
      <p:sp>
        <p:nvSpPr>
          <p:cNvPr id="17" name="">
            <a:extLst xmlns:a="http://schemas.openxmlformats.org/drawingml/2006/main">
              <a:ext uri="{FF2B5EF4-FFF2-40B4-BE49-F238E27FC236}">
                <a16:creationId xmlns:a16="http://schemas.microsoft.com/office/drawing/2014/main" id="{56E798FB-017F-4963-857D-ADB119FF5AE3}"/>
              </a:ext>
            </a:extLst>
          </p:cNvPr>
          <p:cNvSpPr>
            <a:spLocks xmlns:a="http://schemas.openxmlformats.org/drawingml/2006/main" noGrp="1"/>
          </p:cNvSpPr>
          <p:nvPr/>
        </p:nvSpPr>
        <p:spPr>
          <a:xfrm xmlns:a="http://schemas.openxmlformats.org/drawingml/2006/main">
            <a:off x="10067925" y="5543550"/>
            <a:ext cx="182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908747"/>
                </a:solidFill>
                <a:latin typeface="Noto Sans JP"/>
                <a:ea typeface="Noto Sans JP"/>
                <a:cs typeface="Noto Sans JP"/>
              </a:defRPr>
            </a:pPr>
            <a:r>
              <a:rPr sz="938" b="1" i="0">
                <a:solidFill>
                  <a:srgbClr val="908747"/>
                </a:solidFill>
                <a:latin typeface="Noto Sans JP"/>
                <a:ea typeface="Noto Sans JP"/>
                <a:cs typeface="Noto Sans JP"/>
              </a:rPr>
              <a:t>COMSOL Druyvesteyn</a:t>
            </a:r>
          </a:p>
        </p:txBody>
      </p:sp>
      <p:sp>
        <p:nvSpPr>
          <p:cNvPr id="18" name="takeaway-bullet">
            <a:extLst xmlns:a="http://schemas.openxmlformats.org/drawingml/2006/main">
              <a:ext uri="{FF2B5EF4-FFF2-40B4-BE49-F238E27FC236}">
                <a16:creationId xmlns:a16="http://schemas.microsoft.com/office/drawing/2014/main" id="{8793682B-7DDC-4148-BFEE-6E7384E1440D}"/>
              </a:ext>
            </a:extLst>
          </p:cNvPr>
          <p:cNvSpPr>
            <a:spLocks xmlns:a="http://schemas.openxmlformats.org/drawingml/2006/main" noGrp="1"/>
          </p:cNvSpPr>
          <p:nvPr/>
        </p:nvSpPr>
        <p:spPr>
          <a:xfrm xmlns:a="http://schemas.openxmlformats.org/drawingml/2006/main">
            <a:off x="457200" y="5953125"/>
            <a:ext cx="76200" cy="76200"/>
          </a:xfrm>
          <a:prstGeom xmlns:a="http://schemas.openxmlformats.org/drawingml/2006/main" prst="rect">
            <a:avLst/>
          </a:prstGeom>
          <a:solidFill xmlns:a="http://schemas.openxmlformats.org/drawingml/2006/main">
            <a:srgbClr val="5DAA18"/>
          </a:solidFill>
          <a:ln xmlns:a="http://schemas.openxmlformats.org/drawingml/2006/main" w="0">
            <a:noFill/>
            <a:prstDash val="solid"/>
          </a:ln>
        </p:spPr>
      </p:sp>
      <p:sp>
        <p:nvSpPr>
          <p:cNvPr id="19" name="takeaway">
            <a:extLst xmlns:a="http://schemas.openxmlformats.org/drawingml/2006/main">
              <a:ext uri="{FF2B5EF4-FFF2-40B4-BE49-F238E27FC236}">
                <a16:creationId xmlns:a16="http://schemas.microsoft.com/office/drawing/2014/main" id="{54234E33-11ED-4C6E-8EF5-65616ABA4C0E}"/>
              </a:ext>
            </a:extLst>
          </p:cNvPr>
          <p:cNvSpPr>
            <a:spLocks xmlns:a="http://schemas.openxmlformats.org/drawingml/2006/main" noGrp="1"/>
          </p:cNvSpPr>
          <p:nvPr/>
        </p:nvSpPr>
        <p:spPr>
          <a:xfrm xmlns:a="http://schemas.openxmlformats.org/drawingml/2006/main">
            <a:off x="647700" y="5829300"/>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5DAA18"/>
                </a:solidFill>
                <a:latin typeface="Noto Sans JP"/>
                <a:ea typeface="Noto Sans JP"/>
                <a:cs typeface="Noto Sans JP"/>
              </a:defRPr>
            </a:pPr>
            <a:r>
              <a:rPr sz="1350" b="1" i="0">
                <a:solidFill>
                  <a:srgbClr val="5DAA18"/>
                </a:solidFill>
                <a:latin typeface="Noto Sans JP"/>
                <a:ea typeface="Noto Sans JP"/>
                <a:cs typeface="Noto Sans JP"/>
              </a:rPr>
              <a:t>横軸は線形エネルギー、縦軸は真の対数目盛。反応閾値と高エネルギーtailを同時に読む。</a:t>
            </a:r>
          </a:p>
        </p:txBody>
      </p:sp>
      <p:sp>
        <p:nvSpPr>
          <p:cNvPr id="20" name="source">
            <a:extLst xmlns:a="http://schemas.openxmlformats.org/drawingml/2006/main">
              <a:ext uri="{FF2B5EF4-FFF2-40B4-BE49-F238E27FC236}">
                <a16:creationId xmlns:a16="http://schemas.microsoft.com/office/drawing/2014/main" id="{F2889E0B-708E-4F79-9BE7-3C9CBC9FACC4}"/>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Ar/O₂ common non-attachment mixture sweep EEDF and mean-energy results; COMSOL analytic EEDF definition</a:t>
            </a:r>
          </a:p>
        </p:txBody>
      </p:sp>
      <p:sp>
        <p:nvSpPr>
          <p:cNvPr id="21" name="footer">
            <a:extLst xmlns:a="http://schemas.openxmlformats.org/drawingml/2006/main">
              <a:ext uri="{FF2B5EF4-FFF2-40B4-BE49-F238E27FC236}">
                <a16:creationId xmlns:a16="http://schemas.microsoft.com/office/drawing/2014/main" id="{97494F0B-D6E8-432F-928E-FCF3D431B2EA}"/>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22" name="page">
            <a:extLst xmlns:a="http://schemas.openxmlformats.org/drawingml/2006/main">
              <a:ext uri="{FF2B5EF4-FFF2-40B4-BE49-F238E27FC236}">
                <a16:creationId xmlns:a16="http://schemas.microsoft.com/office/drawing/2014/main" id="{F4BE2327-2591-4CBD-A0AC-9FABA7BDA637}"/>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35</a:t>
            </a:r>
          </a:p>
        </p:txBody>
      </p:sp>
    </p:spTree>
    <p:extLst>
      <p:ext uri="{BB962C8B-B14F-4D97-AF65-F5344CB8AC3E}">
        <p14:creationId xmlns:p14="http://schemas.microsoft.com/office/powerpoint/2010/main" val="168229268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9EF725A-87C2-4E5B-8FF7-57AD2DA5F74D}"/>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7" name="">
            <a:extLst xmlns:a="http://schemas.openxmlformats.org/drawingml/2006/main">
              <a:ext uri="{FF2B5EF4-FFF2-40B4-BE49-F238E27FC236}">
                <a16:creationId xmlns:a16="http://schemas.microsoft.com/office/drawing/2014/main" id="{11776BA9-7A5A-4A50-A0F9-75DBB49FFAAE}"/>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36</a:t>
            </a:r>
          </a:p>
        </p:txBody>
      </p:sp>
      <p:graphicFrame>
        <p:nvGraphicFramePr>
          <p:cNvPr id="31" name="Chart"/>
          <p:cNvGraphicFramePr/>
          <p:nvPr/>
        </p:nvGraphicFramePr>
        <p:xfrm>
          <a:off xmlns:a="http://schemas.openxmlformats.org/drawingml/2006/main" x="476250" y="1476375"/>
          <a:ext xmlns:a="http://schemas.openxmlformats.org/drawingml/2006/main" cx="5334000" cy="3238500"/>
        </p:xfrm>
        <a:graphic xmlns:a="http://schemas.openxmlformats.org/drawingml/2006/main">
          <a:graphicData uri="http://schemas.openxmlformats.org/drawingml/2006/chart">
            <c:chart xmlns:r="http://schemas.openxmlformats.org/officeDocument/2006/relationships" xmlns:c="http://schemas.openxmlformats.org/drawingml/2006/chart" r:id="R35fbcffd966c43d4"/>
          </a:graphicData>
        </a:graphic>
      </p:graphicFrame>
      <p:graphicFrame>
        <p:nvGraphicFramePr>
          <p:cNvPr id="32" name=""/>
          <p:cNvGraphicFramePr/>
          <p:nvPr/>
        </p:nvGraphicFramePr>
        <p:xfrm>
          <a:off xmlns:a="http://schemas.openxmlformats.org/drawingml/2006/main" x="6191250" y="1476375"/>
          <a:ext xmlns:a="http://schemas.openxmlformats.org/drawingml/2006/main" cx="5381625" cy="3238500"/>
        </p:xfrm>
        <a:graphic xmlns:a="http://schemas.openxmlformats.org/drawingml/2006/main">
          <a:graphicData uri="http://schemas.openxmlformats.org/drawingml/2006/table">
            <a:tbl>
              <a:tblPr firstRow="1" bandRow="0"/>
              <a:tblGrid>
                <a:gridCol w="1143000"/>
                <a:gridCol w="952500"/>
                <a:gridCol w="1666875"/>
                <a:gridCol w="1619250"/>
              </a:tblGrid>
              <a:tr h="647700">
                <a:tc>
                  <a:txBody>
                    <a:bodyPr lIns="57150" tIns="38100" rIns="47625" bIns="38100">
                      <a:normAutofit/>
                    </a:bodyPr>
                    <a:lstStyle/>
                    <a:p>
                      <a:pPr algn="l">
                        <a:buNone/>
                      </a:pPr>
                      <a:r>
                        <a:rPr sz="923" b="1">
                          <a:solidFill>
                            <a:srgbClr val="FFFFFF"/>
                          </a:solidFill>
                          <a:latin typeface="Noto Sans JP"/>
                          <a:ea typeface="Noto Sans JP"/>
                          <a:cs typeface="Noto Sans JP"/>
                        </a:rPr>
                        <a:t>E/N</a:t>
                      </a:r>
                    </a:p>
                  </a:txBody>
                  <a:tcPr marL="91440" marR="91440" marT="45720" marB="45720" anchor="ctr">
                    <a:solidFill>
                      <a:srgbClr val="00A6D9"/>
                    </a:solidFill>
                  </a:tcPr>
                </a:tc>
                <a:tc>
                  <a:txBody>
                    <a:bodyPr lIns="57150" tIns="38100" rIns="47625" bIns="38100">
                      <a:normAutofit/>
                    </a:bodyPr>
                    <a:lstStyle/>
                    <a:p>
                      <a:pPr algn="ctr">
                        <a:buNone/>
                      </a:pPr>
                      <a:r>
                        <a:rPr sz="923" b="1">
                          <a:solidFill>
                            <a:srgbClr val="FFFFFF"/>
                          </a:solidFill>
                          <a:latin typeface="Noto Sans JP"/>
                          <a:ea typeface="Noto Sans JP"/>
                          <a:cs typeface="Noto Sans JP"/>
                        </a:rPr>
                        <a:t>TV</a:t>
                      </a:r>
                    </a:p>
                  </a:txBody>
                  <a:tcPr marL="91440" marR="91440" marT="45720" marB="45720" anchor="ctr">
                    <a:solidFill>
                      <a:srgbClr val="00A6D9"/>
                    </a:solidFill>
                  </a:tcPr>
                </a:tc>
                <a:tc>
                  <a:txBody>
                    <a:bodyPr lIns="57150" tIns="38100" rIns="47625" bIns="38100">
                      <a:normAutofit/>
                    </a:bodyPr>
                    <a:lstStyle/>
                    <a:p>
                      <a:pPr algn="ctr">
                        <a:buNone/>
                      </a:pPr>
                      <a:r>
                        <a:rPr sz="923" b="1">
                          <a:solidFill>
                            <a:srgbClr val="FFFFFF"/>
                          </a:solidFill>
                          <a:latin typeface="Noto Sans JP"/>
                          <a:ea typeface="Noto Sans JP"/>
                          <a:cs typeface="Noto Sans JP"/>
                        </a:rPr>
                        <a:t>電子数成長率（付着なし）[s⁻¹]</a:t>
                      </a:r>
                    </a:p>
                  </a:txBody>
                  <a:tcPr marL="91440" marR="91440" marT="45720" marB="45720" anchor="ctr">
                    <a:solidFill>
                      <a:srgbClr val="00A6D9"/>
                    </a:solidFill>
                  </a:tcPr>
                </a:tc>
                <a:tc>
                  <a:txBody>
                    <a:bodyPr lIns="57150" tIns="38100" rIns="47625" bIns="38100">
                      <a:normAutofit/>
                    </a:bodyPr>
                    <a:lstStyle/>
                    <a:p>
                      <a:pPr algn="ctr">
                        <a:buNone/>
                      </a:pPr>
                      <a:r>
                        <a:rPr sz="923" b="1">
                          <a:solidFill>
                            <a:srgbClr val="FFFFFF"/>
                          </a:solidFill>
                          <a:latin typeface="Noto Sans JP"/>
                          <a:ea typeface="Noto Sans JP"/>
                          <a:cs typeface="Noto Sans JP"/>
                        </a:rPr>
                        <a:t>電子数成長率（解離性付着あり）[s⁻¹]</a:t>
                      </a:r>
                    </a:p>
                  </a:txBody>
                  <a:tcPr marL="91440" marR="91440" marT="45720" marB="45720" anchor="ctr">
                    <a:solidFill>
                      <a:srgbClr val="00A6D9"/>
                    </a:solidFill>
                  </a:tcPr>
                </a:tc>
              </a:tr>
              <a:tr h="647700">
                <a:tc>
                  <a:txBody>
                    <a:bodyPr lIns="57150" tIns="38100" rIns="47625" bIns="38100">
                      <a:normAutofit/>
                    </a:bodyPr>
                    <a:lstStyle/>
                    <a:p>
                      <a:pPr algn="l">
                        <a:buNone/>
                      </a:pPr>
                      <a:r>
                        <a:rPr sz="960" b="1">
                          <a:solidFill>
                            <a:srgbClr val="2F2F2F"/>
                          </a:solidFill>
                          <a:latin typeface="Noto Sans JP"/>
                          <a:ea typeface="Noto Sans JP"/>
                          <a:cs typeface="Noto Sans JP"/>
                        </a:rPr>
                        <a:t>1 Td</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0.000%</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1.17e-11</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-0.056</a:t>
                      </a:r>
                    </a:p>
                  </a:txBody>
                  <a:tcPr marL="91440" marR="91440" marT="45720" marB="45720" anchor="ctr">
                    <a:solidFill>
                      <a:srgbClr val="FFFFFF"/>
                    </a:solidFill>
                  </a:tcPr>
                </a:tc>
              </a:tr>
              <a:tr h="647700">
                <a:tc>
                  <a:txBody>
                    <a:bodyPr lIns="57150" tIns="38100" rIns="47625" bIns="38100">
                      <a:normAutofit/>
                    </a:bodyPr>
                    <a:lstStyle/>
                    <a:p>
                      <a:pPr algn="l">
                        <a:buNone/>
                      </a:pPr>
                      <a:r>
                        <a:rPr sz="960" b="1">
                          <a:solidFill>
                            <a:srgbClr val="2F2F2F"/>
                          </a:solidFill>
                          <a:latin typeface="Noto Sans JP"/>
                          <a:ea typeface="Noto Sans JP"/>
                          <a:cs typeface="Noto Sans JP"/>
                        </a:rPr>
                        <a:t>10 Td</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0.349%</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0.014</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-6535.990</a:t>
                      </a:r>
                    </a:p>
                  </a:txBody>
                  <a:tcPr marL="91440" marR="91440" marT="45720" marB="45720" anchor="ctr">
                    <a:solidFill>
                      <a:srgbClr val="F1F1F1"/>
                    </a:solidFill>
                  </a:tcPr>
                </a:tc>
              </a:tr>
              <a:tr h="647700">
                <a:tc>
                  <a:txBody>
                    <a:bodyPr lIns="57150" tIns="38100" rIns="47625" bIns="38100">
                      <a:normAutofit/>
                    </a:bodyPr>
                    <a:lstStyle/>
                    <a:p>
                      <a:pPr algn="l">
                        <a:buNone/>
                      </a:pPr>
                      <a:r>
                        <a:rPr sz="960" b="1">
                          <a:solidFill>
                            <a:srgbClr val="2F2F2F"/>
                          </a:solidFill>
                          <a:latin typeface="Noto Sans JP"/>
                          <a:ea typeface="Noto Sans JP"/>
                          <a:cs typeface="Noto Sans JP"/>
                        </a:rPr>
                        <a:t>100 Td</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0.016%</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1.50e+5</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1.35e+5</a:t>
                      </a:r>
                    </a:p>
                  </a:txBody>
                  <a:tcPr marL="91440" marR="91440" marT="45720" marB="45720" anchor="ctr">
                    <a:solidFill>
                      <a:srgbClr val="FFFFFF"/>
                    </a:solidFill>
                  </a:tcPr>
                </a:tc>
              </a:tr>
              <a:tr h="647700">
                <a:tc>
                  <a:txBody>
                    <a:bodyPr lIns="57150" tIns="38100" rIns="47625" bIns="38100">
                      <a:normAutofit/>
                    </a:bodyPr>
                    <a:lstStyle/>
                    <a:p>
                      <a:pPr algn="l">
                        <a:buNone/>
                      </a:pPr>
                      <a:r>
                        <a:rPr sz="960" b="1">
                          <a:solidFill>
                            <a:srgbClr val="2F2F2F"/>
                          </a:solidFill>
                          <a:latin typeface="Noto Sans JP"/>
                          <a:ea typeface="Noto Sans JP"/>
                          <a:cs typeface="Noto Sans JP"/>
                        </a:rPr>
                        <a:t>1000 Td</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0.002%</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4.65e+7</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4.65e+7</a:t>
                      </a:r>
                    </a:p>
                  </a:txBody>
                  <a:tcPr marL="91440" marR="91440" marT="45720" marB="45720" anchor="ctr">
                    <a:solidFill>
                      <a:srgbClr val="F1F1F1"/>
                    </a:solidFill>
                  </a:tcPr>
                </a:tc>
              </a:tr>
            </a:tbl>
          </a:graphicData>
        </a:graphic>
      </p:graphicFrame>
      <p:sp>
        <p:nvSpPr>
          <p:cNvPr id="10" name="">
            <a:extLst xmlns:a="http://schemas.openxmlformats.org/drawingml/2006/main">
              <a:ext uri="{FF2B5EF4-FFF2-40B4-BE49-F238E27FC236}">
                <a16:creationId xmlns:a16="http://schemas.microsoft.com/office/drawing/2014/main" id="{A7905194-D4DB-478C-BED1-4AF5AB8CF10C}"/>
              </a:ext>
            </a:extLst>
          </p:cNvPr>
          <p:cNvSpPr>
            <a:spLocks xmlns:a="http://schemas.openxmlformats.org/drawingml/2006/main" noGrp="1"/>
          </p:cNvSpPr>
          <p:nvPr/>
        </p:nvSpPr>
        <p:spPr>
          <a:xfrm xmlns:a="http://schemas.openxmlformats.org/drawingml/2006/main">
            <a:off x="2381250" y="5000625"/>
            <a:ext cx="742950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D5D5D5"/>
            </a:solidFill>
            <a:prstDash val="solid"/>
          </a:ln>
        </p:spPr>
      </p:sp>
      <p:sp>
        <p:nvSpPr>
          <p:cNvPr id="11" name="">
            <a:extLst xmlns:a="http://schemas.openxmlformats.org/drawingml/2006/main">
              <a:ext uri="{FF2B5EF4-FFF2-40B4-BE49-F238E27FC236}">
                <a16:creationId xmlns:a16="http://schemas.microsoft.com/office/drawing/2014/main" id="{88CB4E5C-C18D-4343-A3C4-F5AC79387EAF}"/>
              </a:ext>
            </a:extLst>
          </p:cNvPr>
          <p:cNvSpPr>
            <a:spLocks xmlns:a="http://schemas.openxmlformats.org/drawingml/2006/main" noGrp="1"/>
          </p:cNvSpPr>
          <p:nvPr/>
        </p:nvSpPr>
        <p:spPr>
          <a:xfrm xmlns:a="http://schemas.openxmlformats.org/drawingml/2006/main">
            <a:off x="2381250" y="5000625"/>
            <a:ext cx="704850" cy="571500"/>
          </a:xfrm>
          <a:prstGeom xmlns:a="http://schemas.openxmlformats.org/drawingml/2006/main" prst="rect">
            <a:avLst/>
          </a:prstGeom>
          <a:solidFill xmlns:a="http://schemas.openxmlformats.org/drawingml/2006/main">
            <a:srgbClr val="00A6D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10D8CB7-E488-4B4F-818A-E8C055B0E81F}"/>
              </a:ext>
            </a:extLst>
          </p:cNvPr>
          <p:cNvSpPr>
            <a:spLocks xmlns:a="http://schemas.openxmlformats.org/drawingml/2006/main" noGrp="1"/>
          </p:cNvSpPr>
          <p:nvPr/>
        </p:nvSpPr>
        <p:spPr>
          <a:xfrm xmlns:a="http://schemas.openxmlformats.org/drawingml/2006/main">
            <a:off x="2428875" y="5038725"/>
            <a:ext cx="609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125" b="1" i="0">
                <a:solidFill>
                  <a:srgbClr val="FFFFFF"/>
                </a:solidFill>
                <a:latin typeface="Noto Sans JP"/>
                <a:ea typeface="Noto Sans JP"/>
                <a:cs typeface="Noto Sans JP"/>
              </a:defRPr>
            </a:pPr>
            <a:r>
              <a:rPr sz="1125" b="1" i="0">
                <a:solidFill>
                  <a:srgbClr val="FFFFFF"/>
                </a:solidFill>
                <a:latin typeface="Noto Sans JP"/>
                <a:ea typeface="Noto Sans JP"/>
                <a:cs typeface="Noto Sans JP"/>
              </a:rPr>
              <a:t>付着損失</a:t>
            </a:r>
          </a:p>
        </p:txBody>
      </p:sp>
      <p:sp>
        <p:nvSpPr>
          <p:cNvPr id="13" name="">
            <a:extLst xmlns:a="http://schemas.openxmlformats.org/drawingml/2006/main">
              <a:ext uri="{FF2B5EF4-FFF2-40B4-BE49-F238E27FC236}">
                <a16:creationId xmlns:a16="http://schemas.microsoft.com/office/drawing/2014/main" id="{5AAF4AA6-15AF-47A6-A556-52E3782BCC22}"/>
              </a:ext>
            </a:extLst>
          </p:cNvPr>
          <p:cNvSpPr>
            <a:spLocks xmlns:a="http://schemas.openxmlformats.org/drawingml/2006/main" noGrp="1"/>
          </p:cNvSpPr>
          <p:nvPr/>
        </p:nvSpPr>
        <p:spPr>
          <a:xfrm xmlns:a="http://schemas.openxmlformats.org/drawingml/2006/main">
            <a:off x="3257550" y="5048250"/>
            <a:ext cx="640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800" b="0" i="0">
                <a:solidFill>
                  <a:srgbClr val="2F2F2F"/>
                </a:solidFill>
                <a:latin typeface="Cambria Math"/>
                <a:ea typeface="Cambria Math"/>
                <a:cs typeface="Cambria Math"/>
              </a:defRPr>
            </a:pPr>
            <a:r>
              <a:rPr sz="1800" b="0" i="0">
                <a:solidFill>
                  <a:srgbClr val="2F2F2F"/>
                </a:solidFill>
                <a:latin typeface="Cambria Math"/>
                <a:ea typeface="Cambria Math"/>
                <a:cs typeface="Cambria Math"/>
              </a:rPr>
              <a:t>Cattach[p] = −Nvσatt(ε)p</a:t>
            </a:r>
          </a:p>
        </p:txBody>
      </p:sp>
      <p:sp>
        <p:nvSpPr>
          <p:cNvPr id="16" name="">
            <a:extLst xmlns:a="http://schemas.openxmlformats.org/drawingml/2006/main">
              <a:ext uri="{FF2B5EF4-FFF2-40B4-BE49-F238E27FC236}">
                <a16:creationId xmlns:a16="http://schemas.microsoft.com/office/drawing/2014/main" id="{4C2022EB-A050-403C-9431-4E6824AA9091}"/>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10 Td：TV=0.349%・⟨ε⟩−0.458%でも、gは+0.014→−6.54×10³ s⁻¹。密度収支は</a:t>
            </a:r>
            <a:r>
              <a:rPr sz="1275" b="1" i="0">
                <a:solidFill>
                  <a:srgbClr val="6DBB20"/>
                </a:solidFill>
                <a:latin typeface="Noto Sans JP"/>
                <a:ea typeface="Noto Sans JP"/>
                <a:cs typeface="Noto Sans JP"/>
              </a:rPr>
              <a:t>高エネルギー尾部形状</a:t>
            </a:r>
            <a:r>
              <a:rPr sz="1275" b="1" i="0">
                <a:solidFill>
                  <a:srgbClr val="6DBB20"/>
                </a:solidFill>
                <a:latin typeface="Noto Sans JP"/>
                <a:ea typeface="Noto Sans JP"/>
                <a:cs typeface="Noto Sans JP"/>
              </a:rPr>
              <a:t>以上に敏感。</a:t>
            </a:r>
          </a:p>
        </p:txBody>
      </p:sp>
      <p:sp>
        <p:nvSpPr>
          <p:cNvPr id="17" name="">
            <a:extLst xmlns:a="http://schemas.openxmlformats.org/drawingml/2006/main">
              <a:ext uri="{FF2B5EF4-FFF2-40B4-BE49-F238E27FC236}">
                <a16:creationId xmlns:a16="http://schemas.microsoft.com/office/drawing/2014/main" id="{6BE9F784-44DB-4855-A580-E42940C99E23}"/>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evaluation/attachment_sensitivity.csv</a:t>
            </a:r>
          </a:p>
        </p:txBody>
      </p:sp>
      <p:sp>
        <p:nvSpPr>
          <p:cNvPr id="21" name="title">
            <a:extLst xmlns:a="http://schemas.openxmlformats.org/drawingml/2006/main">
              <a:ext uri="{FF2B5EF4-FFF2-40B4-BE49-F238E27FC236}">
                <a16:creationId xmlns:a16="http://schemas.microsoft.com/office/drawing/2014/main" id="{5E693764-62CD-4222-A7E6-C5532BCA931C}"/>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O₂付着：EEDF差が小さくても電子数成長率は反転する</a:t>
            </a:r>
          </a:p>
        </p:txBody>
      </p:sp>
      <p:sp>
        <p:nvSpPr>
          <p:cNvPr id="22" name="">
            <a:extLst xmlns:a="http://schemas.openxmlformats.org/drawingml/2006/main">
              <a:ext uri="{FF2B5EF4-FFF2-40B4-BE49-F238E27FC236}">
                <a16:creationId xmlns:a16="http://schemas.microsoft.com/office/drawing/2014/main" id="{BC03B1EA-0FA7-40BF-9732-02E37C084E98}"/>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6" name="section">
            <a:extLst xmlns:a="http://schemas.openxmlformats.org/drawingml/2006/main">
              <a:ext uri="{FF2B5EF4-FFF2-40B4-BE49-F238E27FC236}">
                <a16:creationId xmlns:a16="http://schemas.microsoft.com/office/drawing/2014/main" id="{C55F4115-6D50-4CC6-A866-EF3415B403E8}"/>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68420933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7000459-E7E4-4092-85A8-AAD6A8491EA1}"/>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7" name="">
            <a:extLst xmlns:a="http://schemas.openxmlformats.org/drawingml/2006/main">
              <a:ext uri="{FF2B5EF4-FFF2-40B4-BE49-F238E27FC236}">
                <a16:creationId xmlns:a16="http://schemas.microsoft.com/office/drawing/2014/main" id="{23634240-3337-4CAC-8960-CDEF1FDD3443}"/>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37</a:t>
            </a:r>
          </a:p>
        </p:txBody>
      </p:sp>
      <p:graphicFrame>
        <p:nvGraphicFramePr>
          <p:cNvPr id="27" name=""/>
          <p:cNvGraphicFramePr/>
          <p:nvPr/>
        </p:nvGraphicFramePr>
        <p:xfrm>
          <a:off xmlns:a="http://schemas.openxmlformats.org/drawingml/2006/main" x="428625" y="1381125"/>
          <a:ext xmlns:a="http://schemas.openxmlformats.org/drawingml/2006/main" cx="11334750" cy="1952625"/>
        </p:xfrm>
        <a:graphic xmlns:a="http://schemas.openxmlformats.org/drawingml/2006/main">
          <a:graphicData uri="http://schemas.openxmlformats.org/drawingml/2006/table">
            <a:tbl>
              <a:tblPr firstRow="1" bandRow="0"/>
              <a:tblGrid>
                <a:gridCol w="1571625"/>
                <a:gridCol w="1714500"/>
                <a:gridCol w="1714500"/>
                <a:gridCol w="6334125"/>
              </a:tblGrid>
              <a:tr h="488156">
                <a:tc>
                  <a:txBody>
                    <a:bodyPr lIns="57150" tIns="38100" rIns="47625" bIns="38100">
                      <a:normAutofit/>
                    </a:bodyPr>
                    <a:lstStyle/>
                    <a:p>
                      <a:pPr algn="l">
                        <a:buNone/>
                      </a:pPr>
                      <a:r>
                        <a:rPr sz="975" b="1">
                          <a:solidFill>
                            <a:srgbClr val="FFFFFF"/>
                          </a:solidFill>
                          <a:latin typeface="Noto Sans JP"/>
                          <a:ea typeface="Noto Sans JP"/>
                          <a:cs typeface="Noto Sans JP"/>
                        </a:rPr>
                        <a:t>混合ガス</a:t>
                      </a:r>
                    </a:p>
                  </a:txBody>
                  <a:tcPr marL="91440" marR="91440" marT="45720" marB="45720" anchor="ctr">
                    <a:solidFill>
                      <a:srgbClr val="00A6D9"/>
                    </a:solidFill>
                  </a:tcPr>
                </a:tc>
                <a:tc>
                  <a:txBody>
                    <a:bodyPr lIns="57150" tIns="38100" rIns="47625" bIns="38100">
                      <a:normAutofit/>
                    </a:bodyPr>
                    <a:lstStyle/>
                    <a:p>
                      <a:pPr algn="ctr">
                        <a:buNone/>
                      </a:pPr>
                      <a:r>
                        <a:rPr sz="975" b="1">
                          <a:solidFill>
                            <a:srgbClr val="FFFFFF"/>
                          </a:solidFill>
                          <a:latin typeface="Noto Sans JP"/>
                          <a:ea typeface="Noto Sans JP"/>
                          <a:cs typeface="Noto Sans JP"/>
                        </a:rPr>
                        <a:t>EEDF・反応速度に採用</a:t>
                      </a:r>
                    </a:p>
                  </a:txBody>
                  <a:tcPr marL="91440" marR="91440" marT="45720" marB="45720" anchor="ctr">
                    <a:solidFill>
                      <a:srgbClr val="00A6D9"/>
                    </a:solidFill>
                  </a:tcPr>
                </a:tc>
                <a:tc>
                  <a:txBody>
                    <a:bodyPr lIns="57150" tIns="38100" rIns="47625" bIns="38100">
                      <a:normAutofit/>
                    </a:bodyPr>
                    <a:lstStyle/>
                    <a:p>
                      <a:pPr algn="ctr">
                        <a:buNone/>
                      </a:pPr>
                      <a:r>
                        <a:rPr sz="975" b="1">
                          <a:solidFill>
                            <a:srgbClr val="FFFFFF"/>
                          </a:solidFill>
                          <a:latin typeface="Noto Sans JP"/>
                          <a:ea typeface="Noto Sans JP"/>
                          <a:cs typeface="Noto Sans JP"/>
                        </a:rPr>
                        <a:t>輸送係数まで統計収束</a:t>
                      </a:r>
                    </a:p>
                  </a:txBody>
                  <a:tcPr marL="91440" marR="91440" marT="45720" marB="45720" anchor="ctr">
                    <a:solidFill>
                      <a:srgbClr val="00A6D9"/>
                    </a:solidFill>
                  </a:tcPr>
                </a:tc>
                <a:tc>
                  <a:txBody>
                    <a:bodyPr lIns="57150" tIns="38100" rIns="47625" bIns="38100">
                      <a:normAutofit/>
                    </a:bodyPr>
                    <a:lstStyle/>
                    <a:p>
                      <a:pPr algn="ctr">
                        <a:buNone/>
                      </a:pPr>
                      <a:r>
                        <a:rPr sz="975" b="1">
                          <a:solidFill>
                            <a:srgbClr val="FFFFFF"/>
                          </a:solidFill>
                          <a:latin typeface="Noto Sans JP"/>
                          <a:ea typeface="Noto Sans JP"/>
                          <a:cs typeface="Noto Sans JP"/>
                        </a:rPr>
                        <a:t>確認すべき点</a:t>
                      </a:r>
                    </a:p>
                  </a:txBody>
                  <a:tcPr marL="91440" marR="91440" marT="45720" marB="45720" anchor="ctr">
                    <a:solidFill>
                      <a:srgbClr val="00A6D9"/>
                    </a:solidFill>
                  </a:tcPr>
                </a:tc>
              </a:tr>
              <a:tr h="488156">
                <a:tc>
                  <a:txBody>
                    <a:bodyPr lIns="57150" tIns="38100" rIns="47625" bIns="38100">
                      <a:normAutofit/>
                    </a:bodyPr>
                    <a:lstStyle/>
                    <a:p>
                      <a:pPr algn="l">
                        <a:buNone/>
                      </a:pPr>
                      <a:r>
                        <a:rPr sz="990" b="1">
                          <a:solidFill>
                            <a:srgbClr val="2F2F2F"/>
                          </a:solidFill>
                          <a:latin typeface="Noto Sans JP"/>
                          <a:ea typeface="Noto Sans JP"/>
                          <a:cs typeface="Noto Sans JP"/>
                        </a:rPr>
                        <a:t>Ar/O₂</a:t>
                      </a:r>
                    </a:p>
                  </a:txBody>
                  <a:tcPr marL="91440" marR="91440" marT="45720" marB="45720" anchor="ctr">
                    <a:solidFill>
                      <a:srgbClr val="FFFFFF"/>
                    </a:solidFill>
                  </a:tcPr>
                </a:tc>
                <a:tc>
                  <a:txBody>
                    <a:bodyPr lIns="57150" tIns="38100" rIns="47625" bIns="38100">
                      <a:normAutofit/>
                    </a:bodyPr>
                    <a:lstStyle/>
                    <a:p>
                      <a:pPr algn="ctr">
                        <a:buNone/>
                      </a:pPr>
                      <a:r>
                        <a:rPr sz="990" b="0">
                          <a:solidFill>
                            <a:srgbClr val="2F2F2F"/>
                          </a:solidFill>
                          <a:latin typeface="Noto Sans JP"/>
                          <a:ea typeface="Noto Sans JP"/>
                          <a:cs typeface="Noto Sans JP"/>
                        </a:rPr>
                        <a:t>4/4</a:t>
                      </a:r>
                    </a:p>
                  </a:txBody>
                  <a:tcPr marL="91440" marR="91440" marT="45720" marB="45720" anchor="ctr">
                    <a:solidFill>
                      <a:srgbClr val="FFFFFF"/>
                    </a:solidFill>
                  </a:tcPr>
                </a:tc>
                <a:tc>
                  <a:txBody>
                    <a:bodyPr lIns="57150" tIns="38100" rIns="47625" bIns="38100">
                      <a:normAutofit/>
                    </a:bodyPr>
                    <a:lstStyle/>
                    <a:p>
                      <a:pPr algn="ctr">
                        <a:buNone/>
                      </a:pPr>
                      <a:r>
                        <a:rPr sz="990" b="0">
                          <a:solidFill>
                            <a:srgbClr val="2F2F2F"/>
                          </a:solidFill>
                          <a:latin typeface="Noto Sans JP"/>
                          <a:ea typeface="Noto Sans JP"/>
                          <a:cs typeface="Noto Sans JP"/>
                        </a:rPr>
                        <a:t>2/4</a:t>
                      </a:r>
                    </a:p>
                  </a:txBody>
                  <a:tcPr marL="91440" marR="91440" marT="45720" marB="45720" anchor="ctr">
                    <a:solidFill>
                      <a:srgbClr val="FFFFFF"/>
                    </a:solidFill>
                  </a:tcPr>
                </a:tc>
                <a:tc>
                  <a:txBody>
                    <a:bodyPr lIns="57150" tIns="38100" rIns="47625" bIns="38100">
                      <a:normAutofit/>
                    </a:bodyPr>
                    <a:lstStyle/>
                    <a:p>
                      <a:pPr algn="ctr">
                        <a:buNone/>
                      </a:pPr>
                      <a:r>
                        <a:rPr sz="990" b="0">
                          <a:solidFill>
                            <a:srgbClr val="2F2F2F"/>
                          </a:solidFill>
                          <a:latin typeface="Noto Sans JP"/>
                          <a:ea typeface="Noto Sans JP"/>
                          <a:cs typeface="Noto Sans JP"/>
                        </a:rPr>
                        <a:t>1 TdでMonte Carlo直接出力−two-term TV=4.32%; 付着なし共通物理</a:t>
                      </a:r>
                    </a:p>
                  </a:txBody>
                  <a:tcPr marL="91440" marR="91440" marT="45720" marB="45720" anchor="ctr">
                    <a:solidFill>
                      <a:srgbClr val="FFFFFF"/>
                    </a:solidFill>
                  </a:tcPr>
                </a:tc>
              </a:tr>
              <a:tr h="488156">
                <a:tc>
                  <a:txBody>
                    <a:bodyPr lIns="57150" tIns="38100" rIns="47625" bIns="38100">
                      <a:normAutofit/>
                    </a:bodyPr>
                    <a:lstStyle/>
                    <a:p>
                      <a:pPr algn="l">
                        <a:buNone/>
                      </a:pPr>
                      <a:r>
                        <a:rPr sz="990" b="1">
                          <a:solidFill>
                            <a:srgbClr val="2F2F2F"/>
                          </a:solidFill>
                          <a:latin typeface="Noto Sans JP"/>
                          <a:ea typeface="Noto Sans JP"/>
                          <a:cs typeface="Noto Sans JP"/>
                        </a:rPr>
                        <a:t>Ar/N₂</a:t>
                      </a:r>
                    </a:p>
                  </a:txBody>
                  <a:tcPr marL="91440" marR="91440" marT="45720" marB="45720" anchor="ctr">
                    <a:solidFill>
                      <a:srgbClr val="F1F1F1"/>
                    </a:solidFill>
                  </a:tcPr>
                </a:tc>
                <a:tc>
                  <a:txBody>
                    <a:bodyPr lIns="57150" tIns="38100" rIns="47625" bIns="38100">
                      <a:normAutofit/>
                    </a:bodyPr>
                    <a:lstStyle/>
                    <a:p>
                      <a:pPr algn="ctr">
                        <a:buNone/>
                      </a:pPr>
                      <a:r>
                        <a:rPr sz="990" b="0">
                          <a:solidFill>
                            <a:srgbClr val="2F2F2F"/>
                          </a:solidFill>
                          <a:latin typeface="Noto Sans JP"/>
                          <a:ea typeface="Noto Sans JP"/>
                          <a:cs typeface="Noto Sans JP"/>
                        </a:rPr>
                        <a:t>4/4</a:t>
                      </a:r>
                    </a:p>
                  </a:txBody>
                  <a:tcPr marL="91440" marR="91440" marT="45720" marB="45720" anchor="ctr">
                    <a:solidFill>
                      <a:srgbClr val="F1F1F1"/>
                    </a:solidFill>
                  </a:tcPr>
                </a:tc>
                <a:tc>
                  <a:txBody>
                    <a:bodyPr lIns="57150" tIns="38100" rIns="47625" bIns="38100">
                      <a:normAutofit/>
                    </a:bodyPr>
                    <a:lstStyle/>
                    <a:p>
                      <a:pPr algn="ctr">
                        <a:buNone/>
                      </a:pPr>
                      <a:r>
                        <a:rPr sz="990" b="0">
                          <a:solidFill>
                            <a:srgbClr val="2F2F2F"/>
                          </a:solidFill>
                          <a:latin typeface="Noto Sans JP"/>
                          <a:ea typeface="Noto Sans JP"/>
                          <a:cs typeface="Noto Sans JP"/>
                        </a:rPr>
                        <a:t>1/4</a:t>
                      </a:r>
                    </a:p>
                  </a:txBody>
                  <a:tcPr marL="91440" marR="91440" marT="45720" marB="45720" anchor="ctr">
                    <a:solidFill>
                      <a:srgbClr val="F1F1F1"/>
                    </a:solidFill>
                  </a:tcPr>
                </a:tc>
                <a:tc>
                  <a:txBody>
                    <a:bodyPr lIns="57150" tIns="38100" rIns="47625" bIns="38100">
                      <a:normAutofit/>
                    </a:bodyPr>
                    <a:lstStyle/>
                    <a:p>
                      <a:pPr algn="ctr">
                        <a:buNone/>
                      </a:pPr>
                      <a:r>
                        <a:rPr sz="990" b="0">
                          <a:solidFill>
                            <a:srgbClr val="2F2F2F"/>
                          </a:solidFill>
                          <a:latin typeface="Noto Sans JP"/>
                          <a:ea typeface="Noto Sans JP"/>
                          <a:cs typeface="Noto Sans JP"/>
                        </a:rPr>
                        <a:t>100 Tdは成長率整合合格; 輸送は観測時間不足</a:t>
                      </a:r>
                    </a:p>
                  </a:txBody>
                  <a:tcPr marL="91440" marR="91440" marT="45720" marB="45720" anchor="ctr">
                    <a:solidFill>
                      <a:srgbClr val="F1F1F1"/>
                    </a:solidFill>
                  </a:tcPr>
                </a:tc>
              </a:tr>
              <a:tr h="488156">
                <a:tc>
                  <a:txBody>
                    <a:bodyPr lIns="57150" tIns="38100" rIns="47625" bIns="38100">
                      <a:normAutofit/>
                    </a:bodyPr>
                    <a:lstStyle/>
                    <a:p>
                      <a:pPr algn="l">
                        <a:buNone/>
                      </a:pPr>
                      <a:r>
                        <a:rPr sz="990" b="1">
                          <a:solidFill>
                            <a:srgbClr val="2F2F2F"/>
                          </a:solidFill>
                          <a:latin typeface="Noto Sans JP"/>
                          <a:ea typeface="Noto Sans JP"/>
                          <a:cs typeface="Noto Sans JP"/>
                        </a:rPr>
                        <a:t>Ar/Cl₂</a:t>
                      </a:r>
                    </a:p>
                  </a:txBody>
                  <a:tcPr marL="91440" marR="91440" marT="45720" marB="45720" anchor="ctr">
                    <a:solidFill>
                      <a:srgbClr val="FFFFFF"/>
                    </a:solidFill>
                  </a:tcPr>
                </a:tc>
                <a:tc>
                  <a:txBody>
                    <a:bodyPr lIns="57150" tIns="38100" rIns="47625" bIns="38100">
                      <a:normAutofit/>
                    </a:bodyPr>
                    <a:lstStyle/>
                    <a:p>
                      <a:pPr algn="ctr">
                        <a:buNone/>
                      </a:pPr>
                      <a:r>
                        <a:rPr sz="990" b="0">
                          <a:solidFill>
                            <a:srgbClr val="2F2F2F"/>
                          </a:solidFill>
                          <a:latin typeface="Noto Sans JP"/>
                          <a:ea typeface="Noto Sans JP"/>
                          <a:cs typeface="Noto Sans JP"/>
                        </a:rPr>
                        <a:t>3/4</a:t>
                      </a:r>
                    </a:p>
                  </a:txBody>
                  <a:tcPr marL="91440" marR="91440" marT="45720" marB="45720" anchor="ctr">
                    <a:solidFill>
                      <a:srgbClr val="FFFFFF"/>
                    </a:solidFill>
                  </a:tcPr>
                </a:tc>
                <a:tc>
                  <a:txBody>
                    <a:bodyPr lIns="57150" tIns="38100" rIns="47625" bIns="38100">
                      <a:normAutofit/>
                    </a:bodyPr>
                    <a:lstStyle/>
                    <a:p>
                      <a:pPr algn="ctr">
                        <a:buNone/>
                      </a:pPr>
                      <a:r>
                        <a:rPr sz="990" b="0">
                          <a:solidFill>
                            <a:srgbClr val="2F2F2F"/>
                          </a:solidFill>
                          <a:latin typeface="Noto Sans JP"/>
                          <a:ea typeface="Noto Sans JP"/>
                          <a:cs typeface="Noto Sans JP"/>
                        </a:rPr>
                        <a:t>1/4</a:t>
                      </a:r>
                    </a:p>
                  </a:txBody>
                  <a:tcPr marL="91440" marR="91440" marT="45720" marB="45720" anchor="ctr">
                    <a:solidFill>
                      <a:srgbClr val="FFFFFF"/>
                    </a:solidFill>
                  </a:tcPr>
                </a:tc>
                <a:tc>
                  <a:txBody>
                    <a:bodyPr lIns="57150" tIns="38100" rIns="47625" bIns="38100">
                      <a:normAutofit/>
                    </a:bodyPr>
                    <a:lstStyle/>
                    <a:p>
                      <a:pPr algn="ctr">
                        <a:buNone/>
                      </a:pPr>
                      <a:r>
                        <a:rPr sz="990" b="0">
                          <a:solidFill>
                            <a:srgbClr val="2F2F2F"/>
                          </a:solidFill>
                          <a:latin typeface="Noto Sans JP"/>
                          <a:ea typeface="Noto Sans JP"/>
                          <a:cs typeface="Noto Sans JP"/>
                        </a:rPr>
                        <a:t>100 Tdの35.5/43.5 eV二重電離を全独立反復で未観測</a:t>
                      </a:r>
                    </a:p>
                  </a:txBody>
                  <a:tcPr marL="91440" marR="91440" marT="45720" marB="45720" anchor="ctr">
                    <a:solidFill>
                      <a:srgbClr val="FFFFFF"/>
                    </a:solidFill>
                  </a:tcPr>
                </a:tc>
              </a:tr>
            </a:tbl>
          </a:graphicData>
        </a:graphic>
      </p:graphicFrame>
      <p:graphicFrame>
        <p:nvGraphicFramePr>
          <p:cNvPr id="28" name=""/>
          <p:cNvGraphicFramePr/>
          <p:nvPr/>
        </p:nvGraphicFramePr>
        <p:xfrm>
          <a:off xmlns:a="http://schemas.openxmlformats.org/drawingml/2006/main" x="428625" y="3714750"/>
          <a:ext xmlns:a="http://schemas.openxmlformats.org/drawingml/2006/main" cx="11334750" cy="1666875"/>
        </p:xfrm>
        <a:graphic xmlns:a="http://schemas.openxmlformats.org/drawingml/2006/main">
          <a:graphicData uri="http://schemas.openxmlformats.org/drawingml/2006/table">
            <a:tbl>
              <a:tblPr firstRow="1" bandRow="0"/>
              <a:tblGrid>
                <a:gridCol w="1428750"/>
                <a:gridCol w="1809750"/>
                <a:gridCol w="1476375"/>
                <a:gridCol w="1047750"/>
                <a:gridCol w="2381250"/>
                <a:gridCol w="3190875"/>
              </a:tblGrid>
              <a:tr h="555625">
                <a:tc>
                  <a:txBody>
                    <a:bodyPr lIns="57150" tIns="38100" rIns="47625" bIns="38100">
                      <a:normAutofit/>
                    </a:bodyPr>
                    <a:lstStyle/>
                    <a:p>
                      <a:pPr algn="l">
                        <a:buNone/>
                      </a:pPr>
                      <a:r>
                        <a:rPr sz="915" b="1">
                          <a:solidFill>
                            <a:srgbClr val="FFFFFF"/>
                          </a:solidFill>
                          <a:latin typeface="Noto Sans JP"/>
                          <a:ea typeface="Noto Sans JP"/>
                          <a:cs typeface="Noto Sans JP"/>
                        </a:rPr>
                        <a:t>100 Td 条件</a:t>
                      </a:r>
                    </a:p>
                  </a:txBody>
                  <a:tcPr marL="91440" marR="91440" marT="45720" marB="45720" anchor="ctr">
                    <a:solidFill>
                      <a:srgbClr val="00A6D9"/>
                    </a:solidFill>
                  </a:tcPr>
                </a:tc>
                <a:tc>
                  <a:txBody>
                    <a:bodyPr lIns="57150" tIns="38100" rIns="47625" bIns="38100">
                      <a:normAutofit/>
                    </a:bodyPr>
                    <a:lstStyle/>
                    <a:p>
                      <a:pPr algn="ctr">
                        <a:buNone/>
                      </a:pPr>
                      <a:r>
                        <a:rPr sz="915" b="1">
                          <a:solidFill>
                            <a:srgbClr val="FFFFFF"/>
                          </a:solidFill>
                          <a:latin typeface="Noto Sans JP"/>
                          <a:ea typeface="Noto Sans JP"/>
                          <a:cs typeface="Noto Sans JP"/>
                        </a:rPr>
                        <a:t>成長率の定常性指標</a:t>
                      </a:r>
                    </a:p>
                  </a:txBody>
                  <a:tcPr marL="91440" marR="91440" marT="45720" marB="45720" anchor="ctr">
                    <a:solidFill>
                      <a:srgbClr val="00A6D9"/>
                    </a:solidFill>
                  </a:tcPr>
                </a:tc>
                <a:tc>
                  <a:txBody>
                    <a:bodyPr lIns="57150" tIns="38100" rIns="47625" bIns="38100">
                      <a:normAutofit/>
                    </a:bodyPr>
                    <a:lstStyle/>
                    <a:p>
                      <a:pPr algn="ctr">
                        <a:buNone/>
                      </a:pPr>
                      <a:r>
                        <a:rPr sz="915" b="1">
                          <a:solidFill>
                            <a:srgbClr val="FFFFFF"/>
                          </a:solidFill>
                          <a:latin typeface="Noto Sans JP"/>
                          <a:ea typeface="Noto Sans JP"/>
                          <a:cs typeface="Noto Sans JP"/>
                        </a:rPr>
                        <a:t>衝突イベント推定差</a:t>
                      </a:r>
                    </a:p>
                  </a:txBody>
                  <a:tcPr marL="91440" marR="91440" marT="45720" marB="45720" anchor="ctr">
                    <a:solidFill>
                      <a:srgbClr val="00A6D9"/>
                    </a:solidFill>
                  </a:tcPr>
                </a:tc>
                <a:tc>
                  <a:txBody>
                    <a:bodyPr lIns="57150" tIns="38100" rIns="47625" bIns="38100">
                      <a:normAutofit/>
                    </a:bodyPr>
                    <a:lstStyle/>
                    <a:p>
                      <a:pPr algn="ctr">
                        <a:buNone/>
                      </a:pPr>
                      <a:r>
                        <a:rPr sz="915" b="1">
                          <a:solidFill>
                            <a:srgbClr val="FFFFFF"/>
                          </a:solidFill>
                          <a:latin typeface="Noto Sans JP"/>
                          <a:ea typeface="Noto Sans JP"/>
                          <a:cs typeface="Noto Sans JP"/>
                        </a:rPr>
                        <a:t>採用判定</a:t>
                      </a:r>
                    </a:p>
                  </a:txBody>
                  <a:tcPr marL="91440" marR="91440" marT="45720" marB="45720" anchor="ctr">
                    <a:solidFill>
                      <a:srgbClr val="00A6D9"/>
                    </a:solidFill>
                  </a:tcPr>
                </a:tc>
                <a:tc>
                  <a:txBody>
                    <a:bodyPr lIns="57150" tIns="38100" rIns="47625" bIns="38100">
                      <a:normAutofit/>
                    </a:bodyPr>
                    <a:lstStyle/>
                    <a:p>
                      <a:pPr algn="ctr">
                        <a:buNone/>
                      </a:pPr>
                      <a:r>
                        <a:rPr sz="915" b="1">
                          <a:solidFill>
                            <a:srgbClr val="FFFFFF"/>
                          </a:solidFill>
                          <a:latin typeface="Noto Sans JP"/>
                          <a:ea typeface="Noto Sans JP"/>
                          <a:cs typeface="Noto Sans JP"/>
                        </a:rPr>
                        <a:t>未達理由</a:t>
                      </a:r>
                    </a:p>
                  </a:txBody>
                  <a:tcPr marL="91440" marR="91440" marT="45720" marB="45720" anchor="ctr">
                    <a:solidFill>
                      <a:srgbClr val="00A6D9"/>
                    </a:solidFill>
                  </a:tcPr>
                </a:tc>
                <a:tc>
                  <a:txBody>
                    <a:bodyPr lIns="57150" tIns="38100" rIns="47625" bIns="38100">
                      <a:normAutofit/>
                    </a:bodyPr>
                    <a:lstStyle/>
                    <a:p>
                      <a:pPr algn="ctr">
                        <a:buNone/>
                      </a:pPr>
                      <a:r>
                        <a:rPr sz="915" b="1">
                          <a:solidFill>
                            <a:srgbClr val="FFFFFF"/>
                          </a:solidFill>
                          <a:latin typeface="Noto Sans JP"/>
                          <a:ea typeface="Noto Sans JP"/>
                          <a:cs typeface="Noto Sans JP"/>
                        </a:rPr>
                        <a:t>実行時間／計算規模</a:t>
                      </a:r>
                    </a:p>
                  </a:txBody>
                  <a:tcPr marL="91440" marR="91440" marT="45720" marB="45720" anchor="ctr">
                    <a:solidFill>
                      <a:srgbClr val="00A6D9"/>
                    </a:solidFill>
                  </a:tcPr>
                </a:tc>
              </a:tr>
              <a:tr h="555625">
                <a:tc>
                  <a:txBody>
                    <a:bodyPr lIns="57150" tIns="38100" rIns="47625" bIns="38100">
                      <a:normAutofit/>
                    </a:bodyPr>
                    <a:lstStyle/>
                    <a:p>
                      <a:pPr algn="l">
                        <a:buNone/>
                      </a:pPr>
                      <a:r>
                        <a:rPr sz="938" b="1">
                          <a:solidFill>
                            <a:srgbClr val="2F2F2F"/>
                          </a:solidFill>
                          <a:latin typeface="Noto Sans JP"/>
                          <a:ea typeface="Noto Sans JP"/>
                          <a:cs typeface="Noto Sans JP"/>
                        </a:rPr>
                        <a:t>Ar/N2</a:t>
                      </a:r>
                    </a:p>
                  </a:txBody>
                  <a:tcPr marL="91440" marR="91440" marT="45720" marB="45720" anchor="ctr">
                    <a:solidFill>
                      <a:srgbClr val="FFFFFF"/>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0.995546</a:t>
                      </a:r>
                    </a:p>
                  </a:txBody>
                  <a:tcPr marL="91440" marR="91440" marT="45720" marB="45720" anchor="ctr">
                    <a:solidFill>
                      <a:srgbClr val="FFFFFF"/>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-1.554%</a:t>
                      </a:r>
                    </a:p>
                  </a:txBody>
                  <a:tcPr marL="91440" marR="91440" marT="45720" marB="45720" anchor="ctr">
                    <a:solidFill>
                      <a:srgbClr val="FFFFFF"/>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合格</a:t>
                      </a:r>
                    </a:p>
                  </a:txBody>
                  <a:tcPr marL="91440" marR="91440" marT="45720" marB="45720" anchor="ctr">
                    <a:solidFill>
                      <a:srgbClr val="FFFFFF"/>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観測時間不足</a:t>
                      </a:r>
                    </a:p>
                  </a:txBody>
                  <a:tcPr marL="91440" marR="91440" marT="45720" marB="45720" anchor="ctr">
                    <a:solidFill>
                      <a:srgbClr val="FFFFFF"/>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550.2 s / 151.0 M</a:t>
                      </a:r>
                    </a:p>
                  </a:txBody>
                  <a:tcPr marL="91440" marR="91440" marT="45720" marB="45720" anchor="ctr">
                    <a:solidFill>
                      <a:srgbClr val="FFFFFF"/>
                    </a:solidFill>
                  </a:tcPr>
                </a:tc>
              </a:tr>
              <a:tr h="555625">
                <a:tc>
                  <a:txBody>
                    <a:bodyPr lIns="57150" tIns="38100" rIns="47625" bIns="38100">
                      <a:normAutofit/>
                    </a:bodyPr>
                    <a:lstStyle/>
                    <a:p>
                      <a:pPr algn="l">
                        <a:buNone/>
                      </a:pPr>
                      <a:r>
                        <a:rPr sz="938" b="1">
                          <a:solidFill>
                            <a:srgbClr val="2F2F2F"/>
                          </a:solidFill>
                          <a:latin typeface="Noto Sans JP"/>
                          <a:ea typeface="Noto Sans JP"/>
                          <a:cs typeface="Noto Sans JP"/>
                        </a:rPr>
                        <a:t>Ar/Cl2</a:t>
                      </a:r>
                    </a:p>
                  </a:txBody>
                  <a:tcPr marL="91440" marR="91440" marT="45720" marB="45720" anchor="ctr">
                    <a:solidFill>
                      <a:srgbClr val="F1F1F1"/>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0.994423</a:t>
                      </a:r>
                    </a:p>
                  </a:txBody>
                  <a:tcPr marL="91440" marR="91440" marT="45720" marB="45720" anchor="ctr">
                    <a:solidFill>
                      <a:srgbClr val="F1F1F1"/>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-1.323%</a:t>
                      </a:r>
                    </a:p>
                  </a:txBody>
                  <a:tcPr marL="91440" marR="91440" marT="45720" marB="45720" anchor="ctr">
                    <a:solidFill>
                      <a:srgbClr val="F1F1F1"/>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未達</a:t>
                      </a:r>
                    </a:p>
                  </a:txBody>
                  <a:tcPr marL="91440" marR="91440" marT="45720" marB="45720" anchor="ctr">
                    <a:solidFill>
                      <a:srgbClr val="F1F1F1"/>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高エネルギー標本不足 + 観測時間不足</a:t>
                      </a:r>
                    </a:p>
                  </a:txBody>
                  <a:tcPr marL="91440" marR="91440" marT="45720" marB="45720" anchor="ctr">
                    <a:solidFill>
                      <a:srgbClr val="F1F1F1"/>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236.6 s / 184.5 M</a:t>
                      </a:r>
                    </a:p>
                  </a:txBody>
                  <a:tcPr marL="91440" marR="91440" marT="45720" marB="45720" anchor="ctr">
                    <a:solidFill>
                      <a:srgbClr val="F1F1F1"/>
                    </a:solidFill>
                  </a:tcPr>
                </a:tc>
              </a:tr>
            </a:tbl>
          </a:graphicData>
        </a:graphic>
      </p:graphicFrame>
      <p:sp>
        <p:nvSpPr>
          <p:cNvPr id="12" name="">
            <a:extLst xmlns:a="http://schemas.openxmlformats.org/drawingml/2006/main">
              <a:ext uri="{FF2B5EF4-FFF2-40B4-BE49-F238E27FC236}">
                <a16:creationId xmlns:a16="http://schemas.microsoft.com/office/drawing/2014/main" id="{F6F80543-1DEE-4D4D-B391-C7C35546658A}"/>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8039"/>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12点中</a:t>
            </a:r>
            <a:r>
              <a:rPr sz="1275" b="1" i="0">
                <a:solidFill>
                  <a:srgbClr val="6DBB20"/>
                </a:solidFill>
                <a:latin typeface="Noto Sans JP"/>
                <a:ea typeface="Noto Sans JP"/>
                <a:cs typeface="Noto Sans JP"/>
              </a:rPr>
              <a:t>EEDF・反応速度に採用</a:t>
            </a:r>
            <a:r>
              <a:rPr sz="1275" b="1" i="0">
                <a:solidFill>
                  <a:srgbClr val="6DBB20"/>
                </a:solidFill>
                <a:latin typeface="Noto Sans JP"/>
                <a:ea typeface="Noto Sans JP"/>
                <a:cs typeface="Noto Sans JP"/>
              </a:rPr>
              <a:t> 11、</a:t>
            </a:r>
            <a:r>
              <a:rPr sz="1275" b="1" i="0">
                <a:solidFill>
                  <a:srgbClr val="6DBB20"/>
                </a:solidFill>
                <a:latin typeface="Noto Sans JP"/>
                <a:ea typeface="Noto Sans JP"/>
                <a:cs typeface="Noto Sans JP"/>
              </a:rPr>
              <a:t>輸送係数まで統計収束</a:t>
            </a:r>
            <a:r>
              <a:rPr sz="1275" b="1" i="0">
                <a:solidFill>
                  <a:srgbClr val="6DBB20"/>
                </a:solidFill>
                <a:latin typeface="Noto Sans JP"/>
                <a:ea typeface="Noto Sans JP"/>
                <a:cs typeface="Noto Sans JP"/>
              </a:rPr>
              <a:t> 4。未合格軸をEEDF破損へ読み替えず、</a:t>
            </a:r>
            <a:r>
              <a:rPr sz="1275" b="1" i="0">
                <a:solidFill>
                  <a:srgbClr val="6DBB20"/>
                </a:solidFill>
                <a:latin typeface="Noto Sans JP"/>
                <a:ea typeface="Noto Sans JP"/>
                <a:cs typeface="Noto Sans JP"/>
              </a:rPr>
              <a:t>観測時間不足</a:t>
            </a:r>
            <a:r>
              <a:rPr sz="1275" b="1" i="0">
                <a:solidFill>
                  <a:srgbClr val="6DBB20"/>
                </a:solidFill>
                <a:latin typeface="Noto Sans JP"/>
                <a:ea typeface="Noto Sans JP"/>
                <a:cs typeface="Noto Sans JP"/>
              </a:rPr>
              <a:t>と</a:t>
            </a:r>
            <a:r>
              <a:rPr sz="1275" b="1" i="0">
                <a:solidFill>
                  <a:srgbClr val="6DBB20"/>
                </a:solidFill>
                <a:latin typeface="Noto Sans JP"/>
                <a:ea typeface="Noto Sans JP"/>
                <a:cs typeface="Noto Sans JP"/>
              </a:rPr>
              <a:t>高エネルギー標本不足</a:t>
            </a:r>
            <a:r>
              <a:rPr sz="1275" b="1" i="0">
                <a:solidFill>
                  <a:srgbClr val="6DBB20"/>
                </a:solidFill>
                <a:latin typeface="Noto Sans JP"/>
                <a:ea typeface="Noto Sans JP"/>
                <a:cs typeface="Noto Sans JP"/>
              </a:rPr>
              <a:t>を別々に扱う。</a:t>
            </a:r>
          </a:p>
        </p:txBody>
      </p:sp>
      <p:sp>
        <p:nvSpPr>
          <p:cNvPr id="13" name="">
            <a:extLst xmlns:a="http://schemas.openxmlformats.org/drawingml/2006/main">
              <a:ext uri="{FF2B5EF4-FFF2-40B4-BE49-F238E27FC236}">
                <a16:creationId xmlns:a16="http://schemas.microsoft.com/office/drawing/2014/main" id="{9C4F9E2A-3E6F-4854-9AC4-CFCEA01482AC}"/>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mc_refinement_v7/evaluation/refinement/qualification_status.csv; mc_core_v8/evaluation/metrics.csv</a:t>
            </a:r>
          </a:p>
        </p:txBody>
      </p:sp>
      <p:sp>
        <p:nvSpPr>
          <p:cNvPr id="17" name="title">
            <a:extLst xmlns:a="http://schemas.openxmlformats.org/drawingml/2006/main">
              <a:ext uri="{FF2B5EF4-FFF2-40B4-BE49-F238E27FC236}">
                <a16:creationId xmlns:a16="http://schemas.microsoft.com/office/drawing/2014/main" id="{4957BBA8-DEA9-415C-AFDE-66E5ECAA67C1}"/>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混合ガスMC：出力別に統計収束を判定</a:t>
            </a:r>
          </a:p>
        </p:txBody>
      </p:sp>
      <p:sp>
        <p:nvSpPr>
          <p:cNvPr id="18" name="">
            <a:extLst xmlns:a="http://schemas.openxmlformats.org/drawingml/2006/main">
              <a:ext uri="{FF2B5EF4-FFF2-40B4-BE49-F238E27FC236}">
                <a16:creationId xmlns:a16="http://schemas.microsoft.com/office/drawing/2014/main" id="{6445D37F-489B-4C80-8DAC-91C619110761}"/>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2" name="section">
            <a:extLst xmlns:a="http://schemas.openxmlformats.org/drawingml/2006/main">
              <a:ext uri="{FF2B5EF4-FFF2-40B4-BE49-F238E27FC236}">
                <a16:creationId xmlns:a16="http://schemas.microsoft.com/office/drawing/2014/main" id="{1C3C396B-EC74-4D90-935C-BE4521B92ECD}"/>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179692244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2680C70-6C63-4741-ADC1-F4A84EB77A50}"/>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Ar/N₂とAr/O₂のMonte Carloは各最終計算結果を使用；O₂は電子付着を除く共通衝突集合</a:t>
            </a:r>
          </a:p>
        </p:txBody>
      </p:sp>
      <p:sp>
        <p:nvSpPr>
          <p:cNvPr id="7" name="">
            <a:extLst xmlns:a="http://schemas.openxmlformats.org/drawingml/2006/main">
              <a:ext uri="{FF2B5EF4-FFF2-40B4-BE49-F238E27FC236}">
                <a16:creationId xmlns:a16="http://schemas.microsoft.com/office/drawing/2014/main" id="{9A5E5DB8-63B0-4A6F-AC72-463B9C48FA9F}"/>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8" name="">
            <a:extLst xmlns:a="http://schemas.openxmlformats.org/drawingml/2006/main">
              <a:ext uri="{FF2B5EF4-FFF2-40B4-BE49-F238E27FC236}">
                <a16:creationId xmlns:a16="http://schemas.microsoft.com/office/drawing/2014/main" id="{677A62DC-486C-48B8-808C-8708958622AA}"/>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38</a:t>
            </a:r>
          </a:p>
        </p:txBody>
      </p:sp>
      <p:graphicFrame>
        <p:nvGraphicFramePr>
          <p:cNvPr id="33" name="Chart"/>
          <p:cNvGraphicFramePr/>
          <p:nvPr/>
        </p:nvGraphicFramePr>
        <p:xfrm>
          <a:off xmlns:a="http://schemas.openxmlformats.org/drawingml/2006/main" x="428625" y="1381125"/>
          <a:ext xmlns:a="http://schemas.openxmlformats.org/drawingml/2006/main" cx="5429250" cy="3190875"/>
        </p:xfrm>
        <a:graphic xmlns:a="http://schemas.openxmlformats.org/drawingml/2006/main">
          <a:graphicData uri="http://schemas.openxmlformats.org/drawingml/2006/chart">
            <c:chart xmlns:r="http://schemas.openxmlformats.org/officeDocument/2006/relationships" xmlns:c="http://schemas.openxmlformats.org/drawingml/2006/chart" r:id="R1376403a361640c3"/>
          </a:graphicData>
        </a:graphic>
      </p:graphicFrame>
      <p:graphicFrame>
        <p:nvGraphicFramePr>
          <p:cNvPr id="34" name="Chart"/>
          <p:cNvGraphicFramePr/>
          <p:nvPr/>
        </p:nvGraphicFramePr>
        <p:xfrm>
          <a:off xmlns:a="http://schemas.openxmlformats.org/drawingml/2006/main" x="6238875" y="1381125"/>
          <a:ext xmlns:a="http://schemas.openxmlformats.org/drawingml/2006/main" cx="5429250" cy="3190875"/>
        </p:xfrm>
        <a:graphic xmlns:a="http://schemas.openxmlformats.org/drawingml/2006/main">
          <a:graphicData uri="http://schemas.openxmlformats.org/drawingml/2006/chart">
            <c:chart xmlns:r="http://schemas.openxmlformats.org/officeDocument/2006/relationships" xmlns:c="http://schemas.openxmlformats.org/drawingml/2006/chart" r:id="Rfdec2db9f23844ff"/>
          </a:graphicData>
        </a:graphic>
      </p:graphicFrame>
      <p:graphicFrame>
        <p:nvGraphicFramePr>
          <p:cNvPr id="35" name=""/>
          <p:cNvGraphicFramePr/>
          <p:nvPr/>
        </p:nvGraphicFramePr>
        <p:xfrm>
          <a:off xmlns:a="http://schemas.openxmlformats.org/drawingml/2006/main" x="904875" y="4705350"/>
          <a:ext xmlns:a="http://schemas.openxmlformats.org/drawingml/2006/main" cx="10382250" cy="971550"/>
        </p:xfrm>
        <a:graphic xmlns:a="http://schemas.openxmlformats.org/drawingml/2006/main">
          <a:graphicData uri="http://schemas.openxmlformats.org/drawingml/2006/table">
            <a:tbl>
              <a:tblPr firstRow="1" bandRow="0"/>
              <a:tblGrid>
                <a:gridCol w="1333500"/>
                <a:gridCol w="1809750"/>
                <a:gridCol w="1714500"/>
                <a:gridCol w="5524500"/>
              </a:tblGrid>
              <a:tr h="242888">
                <a:tc>
                  <a:txBody>
                    <a:bodyPr lIns="57150" tIns="38100" rIns="47625" bIns="38100">
                      <a:normAutofit/>
                    </a:bodyPr>
                    <a:lstStyle/>
                    <a:p>
                      <a:pPr algn="l">
                        <a:buNone/>
                      </a:pPr>
                      <a:r>
                        <a:rPr sz="863" b="1">
                          <a:solidFill>
                            <a:srgbClr val="FFFFFF"/>
                          </a:solidFill>
                          <a:latin typeface="Noto Sans JP"/>
                          <a:ea typeface="Noto Sans JP"/>
                          <a:cs typeface="Noto Sans JP"/>
                        </a:rPr>
                        <a:t>混合気</a:t>
                      </a:r>
                    </a:p>
                  </a:txBody>
                  <a:tcPr marL="91440" marR="91440" marT="45720" marB="45720" anchor="ctr">
                    <a:solidFill>
                      <a:srgbClr val="00A6D9"/>
                    </a:solidFill>
                  </a:tcPr>
                </a:tc>
                <a:tc>
                  <a:txBody>
                    <a:bodyPr lIns="57150" tIns="38100" rIns="47625" bIns="38100">
                      <a:normAutofit/>
                    </a:bodyPr>
                    <a:lstStyle/>
                    <a:p>
                      <a:pPr algn="ctr">
                        <a:buNone/>
                      </a:pPr>
                      <a:r>
                        <a:rPr sz="863" b="1">
                          <a:solidFill>
                            <a:srgbClr val="FFFFFF"/>
                          </a:solidFill>
                          <a:latin typeface="Noto Sans JP"/>
                          <a:ea typeface="Noto Sans JP"/>
                          <a:cs typeface="Noto Sans JP"/>
                        </a:rPr>
                        <a:t>平均エネルギーの手法間最大差</a:t>
                      </a:r>
                    </a:p>
                  </a:txBody>
                  <a:tcPr marL="91440" marR="91440" marT="45720" marB="45720" anchor="ctr">
                    <a:solidFill>
                      <a:srgbClr val="00A6D9"/>
                    </a:solidFill>
                  </a:tcPr>
                </a:tc>
                <a:tc>
                  <a:txBody>
                    <a:bodyPr lIns="57150" tIns="38100" rIns="47625" bIns="38100">
                      <a:normAutofit/>
                    </a:bodyPr>
                    <a:lstStyle/>
                    <a:p>
                      <a:pPr algn="ctr">
                        <a:buNone/>
                      </a:pPr>
                      <a:r>
                        <a:rPr sz="863" b="1">
                          <a:solidFill>
                            <a:srgbClr val="FFFFFF"/>
                          </a:solidFill>
                          <a:latin typeface="Noto Sans JP"/>
                          <a:ea typeface="Noto Sans JP"/>
                          <a:cs typeface="Noto Sans JP"/>
                        </a:rPr>
                        <a:t>ドリフト速度の手法間最大差</a:t>
                      </a:r>
                    </a:p>
                  </a:txBody>
                  <a:tcPr marL="91440" marR="91440" marT="45720" marB="45720" anchor="ctr">
                    <a:solidFill>
                      <a:srgbClr val="00A6D9"/>
                    </a:solidFill>
                  </a:tcPr>
                </a:tc>
                <a:tc>
                  <a:txBody>
                    <a:bodyPr lIns="57150" tIns="38100" rIns="47625" bIns="38100">
                      <a:normAutofit/>
                    </a:bodyPr>
                    <a:lstStyle/>
                    <a:p>
                      <a:pPr algn="ctr">
                        <a:buNone/>
                      </a:pPr>
                      <a:r>
                        <a:rPr sz="863" b="1">
                          <a:solidFill>
                            <a:srgbClr val="FFFFFF"/>
                          </a:solidFill>
                          <a:latin typeface="Noto Sans JP"/>
                          <a:ea typeface="Noto Sans JP"/>
                          <a:cs typeface="Noto Sans JP"/>
                        </a:rPr>
                        <a:t>物理的解釈</a:t>
                      </a:r>
                    </a:p>
                  </a:txBody>
                  <a:tcPr marL="91440" marR="91440" marT="45720" marB="45720" anchor="ctr">
                    <a:solidFill>
                      <a:srgbClr val="00A6D9"/>
                    </a:solidFill>
                  </a:tcPr>
                </a:tc>
              </a:tr>
              <a:tr h="242888">
                <a:tc>
                  <a:txBody>
                    <a:bodyPr lIns="57150" tIns="38100" rIns="47625" bIns="38100">
                      <a:normAutofit/>
                    </a:bodyPr>
                    <a:lstStyle/>
                    <a:p>
                      <a:pPr algn="l">
                        <a:buNone/>
                      </a:pPr>
                      <a:r>
                        <a:rPr sz="848" b="1">
                          <a:solidFill>
                            <a:srgbClr val="2F2F2F"/>
                          </a:solidFill>
                          <a:latin typeface="Noto Sans JP"/>
                          <a:ea typeface="Noto Sans JP"/>
                          <a:cs typeface="Noto Sans JP"/>
                        </a:rPr>
                        <a:t>Ar</a:t>
                      </a:r>
                    </a:p>
                  </a:txBody>
                  <a:tcPr marL="91440" marR="91440" marT="45720" marB="45720" anchor="ctr">
                    <a:solidFill>
                      <a:srgbClr val="FFFFFF"/>
                    </a:solidFill>
                  </a:tcPr>
                </a:tc>
                <a:tc>
                  <a:txBody>
                    <a:bodyPr lIns="57150" tIns="38100" rIns="47625" bIns="38100">
                      <a:normAutofit/>
                    </a:bodyPr>
                    <a:lstStyle/>
                    <a:p>
                      <a:pPr algn="ctr">
                        <a:buNone/>
                      </a:pPr>
                      <a:r>
                        <a:rPr sz="848" b="0">
                          <a:solidFill>
                            <a:srgbClr val="2F2F2F"/>
                          </a:solidFill>
                          <a:latin typeface="Noto Sans JP"/>
                          <a:ea typeface="Noto Sans JP"/>
                          <a:cs typeface="Noto Sans JP"/>
                        </a:rPr>
                        <a:t>0.26%</a:t>
                      </a:r>
                    </a:p>
                  </a:txBody>
                  <a:tcPr marL="91440" marR="91440" marT="45720" marB="45720" anchor="ctr">
                    <a:solidFill>
                      <a:srgbClr val="FFFFFF"/>
                    </a:solidFill>
                  </a:tcPr>
                </a:tc>
                <a:tc>
                  <a:txBody>
                    <a:bodyPr lIns="57150" tIns="38100" rIns="47625" bIns="38100">
                      <a:normAutofit/>
                    </a:bodyPr>
                    <a:lstStyle/>
                    <a:p>
                      <a:pPr algn="ctr">
                        <a:buNone/>
                      </a:pPr>
                      <a:r>
                        <a:rPr sz="848" b="0">
                          <a:solidFill>
                            <a:srgbClr val="2F2F2F"/>
                          </a:solidFill>
                          <a:latin typeface="Noto Sans JP"/>
                          <a:ea typeface="Noto Sans JP"/>
                          <a:cs typeface="Noto Sans JP"/>
                        </a:rPr>
                        <a:t>0.39%</a:t>
                      </a:r>
                    </a:p>
                  </a:txBody>
                  <a:tcPr marL="91440" marR="91440" marT="45720" marB="45720" anchor="ctr">
                    <a:solidFill>
                      <a:srgbClr val="FFFFFF"/>
                    </a:solidFill>
                  </a:tcPr>
                </a:tc>
                <a:tc>
                  <a:txBody>
                    <a:bodyPr lIns="57150" tIns="38100" rIns="47625" bIns="38100">
                      <a:normAutofit/>
                    </a:bodyPr>
                    <a:lstStyle/>
                    <a:p>
                      <a:pPr algn="ctr">
                        <a:buNone/>
                      </a:pPr>
                      <a:r>
                        <a:rPr sz="848" b="0">
                          <a:solidFill>
                            <a:srgbClr val="2F2F2F"/>
                          </a:solidFill>
                          <a:latin typeface="Noto Sans JP"/>
                          <a:ea typeface="Noto Sans JP"/>
                          <a:cs typeface="Noto Sans JP"/>
                        </a:rPr>
                        <a:t>Ramsauer領域から非弾性衝突支配へ</a:t>
                      </a:r>
                    </a:p>
                  </a:txBody>
                  <a:tcPr marL="91440" marR="91440" marT="45720" marB="45720" anchor="ctr">
                    <a:solidFill>
                      <a:srgbClr val="FFFFFF"/>
                    </a:solidFill>
                  </a:tcPr>
                </a:tc>
              </a:tr>
              <a:tr h="242888">
                <a:tc>
                  <a:txBody>
                    <a:bodyPr lIns="57150" tIns="38100" rIns="47625" bIns="38100">
                      <a:normAutofit/>
                    </a:bodyPr>
                    <a:lstStyle/>
                    <a:p>
                      <a:pPr algn="l">
                        <a:buNone/>
                      </a:pPr>
                      <a:r>
                        <a:rPr sz="848" b="1">
                          <a:solidFill>
                            <a:srgbClr val="2F2F2F"/>
                          </a:solidFill>
                          <a:latin typeface="Noto Sans JP"/>
                          <a:ea typeface="Noto Sans JP"/>
                          <a:cs typeface="Noto Sans JP"/>
                        </a:rPr>
                        <a:t>Ar/N₂</a:t>
                      </a:r>
                    </a:p>
                  </a:txBody>
                  <a:tcPr marL="91440" marR="91440" marT="45720" marB="45720" anchor="ctr">
                    <a:solidFill>
                      <a:srgbClr val="F1F1F1"/>
                    </a:solidFill>
                  </a:tcPr>
                </a:tc>
                <a:tc>
                  <a:txBody>
                    <a:bodyPr lIns="57150" tIns="38100" rIns="47625" bIns="38100">
                      <a:normAutofit/>
                    </a:bodyPr>
                    <a:lstStyle/>
                    <a:p>
                      <a:pPr algn="ctr">
                        <a:buNone/>
                      </a:pPr>
                      <a:r>
                        <a:rPr sz="848" b="0">
                          <a:solidFill>
                            <a:srgbClr val="2F2F2F"/>
                          </a:solidFill>
                          <a:latin typeface="Noto Sans JP"/>
                          <a:ea typeface="Noto Sans JP"/>
                          <a:cs typeface="Noto Sans JP"/>
                        </a:rPr>
                        <a:t>0.58%</a:t>
                      </a:r>
                    </a:p>
                  </a:txBody>
                  <a:tcPr marL="91440" marR="91440" marT="45720" marB="45720" anchor="ctr">
                    <a:solidFill>
                      <a:srgbClr val="F1F1F1"/>
                    </a:solidFill>
                  </a:tcPr>
                </a:tc>
                <a:tc>
                  <a:txBody>
                    <a:bodyPr lIns="57150" tIns="38100" rIns="47625" bIns="38100">
                      <a:normAutofit/>
                    </a:bodyPr>
                    <a:lstStyle/>
                    <a:p>
                      <a:pPr algn="ctr">
                        <a:buNone/>
                      </a:pPr>
                      <a:r>
                        <a:rPr sz="848" b="0">
                          <a:solidFill>
                            <a:srgbClr val="2F2F2F"/>
                          </a:solidFill>
                          <a:latin typeface="Noto Sans JP"/>
                          <a:ea typeface="Noto Sans JP"/>
                          <a:cs typeface="Noto Sans JP"/>
                        </a:rPr>
                        <a:t>0.69%</a:t>
                      </a:r>
                    </a:p>
                  </a:txBody>
                  <a:tcPr marL="91440" marR="91440" marT="45720" marB="45720" anchor="ctr">
                    <a:solidFill>
                      <a:srgbClr val="F1F1F1"/>
                    </a:solidFill>
                  </a:tcPr>
                </a:tc>
                <a:tc>
                  <a:txBody>
                    <a:bodyPr lIns="57150" tIns="38100" rIns="47625" bIns="38100">
                      <a:normAutofit/>
                    </a:bodyPr>
                    <a:lstStyle/>
                    <a:p>
                      <a:pPr algn="ctr">
                        <a:buNone/>
                      </a:pPr>
                      <a:r>
                        <a:rPr sz="848" b="0">
                          <a:solidFill>
                            <a:srgbClr val="2F2F2F"/>
                          </a:solidFill>
                          <a:latin typeface="Noto Sans JP"/>
                          <a:ea typeface="Noto Sans JP"/>
                          <a:cs typeface="Noto Sans JP"/>
                        </a:rPr>
                        <a:t>振動励起が電子エネルギーを冷却し電子移動度を再配分</a:t>
                      </a:r>
                    </a:p>
                  </a:txBody>
                  <a:tcPr marL="91440" marR="91440" marT="45720" marB="45720" anchor="ctr">
                    <a:solidFill>
                      <a:srgbClr val="F1F1F1"/>
                    </a:solidFill>
                  </a:tcPr>
                </a:tc>
              </a:tr>
              <a:tr h="242888">
                <a:tc>
                  <a:txBody>
                    <a:bodyPr lIns="57150" tIns="38100" rIns="47625" bIns="38100">
                      <a:normAutofit/>
                    </a:bodyPr>
                    <a:lstStyle/>
                    <a:p>
                      <a:pPr algn="l">
                        <a:buNone/>
                      </a:pPr>
                      <a:r>
                        <a:rPr sz="848" b="1">
                          <a:solidFill>
                            <a:srgbClr val="2F2F2F"/>
                          </a:solidFill>
                          <a:latin typeface="Noto Sans JP"/>
                          <a:ea typeface="Noto Sans JP"/>
                          <a:cs typeface="Noto Sans JP"/>
                        </a:rPr>
                        <a:t>Ar/O₂</a:t>
                      </a:r>
                    </a:p>
                  </a:txBody>
                  <a:tcPr marL="91440" marR="91440" marT="45720" marB="45720" anchor="ctr">
                    <a:solidFill>
                      <a:srgbClr val="FFFFFF"/>
                    </a:solidFill>
                  </a:tcPr>
                </a:tc>
                <a:tc>
                  <a:txBody>
                    <a:bodyPr lIns="57150" tIns="38100" rIns="47625" bIns="38100">
                      <a:normAutofit/>
                    </a:bodyPr>
                    <a:lstStyle/>
                    <a:p>
                      <a:pPr algn="ctr">
                        <a:buNone/>
                      </a:pPr>
                      <a:r>
                        <a:rPr sz="848" b="0">
                          <a:solidFill>
                            <a:srgbClr val="2F2F2F"/>
                          </a:solidFill>
                          <a:latin typeface="Noto Sans JP"/>
                          <a:ea typeface="Noto Sans JP"/>
                          <a:cs typeface="Noto Sans JP"/>
                        </a:rPr>
                        <a:t>0.42%</a:t>
                      </a:r>
                    </a:p>
                  </a:txBody>
                  <a:tcPr marL="91440" marR="91440" marT="45720" marB="45720" anchor="ctr">
                    <a:solidFill>
                      <a:srgbClr val="FFFFFF"/>
                    </a:solidFill>
                  </a:tcPr>
                </a:tc>
                <a:tc>
                  <a:txBody>
                    <a:bodyPr lIns="57150" tIns="38100" rIns="47625" bIns="38100">
                      <a:normAutofit/>
                    </a:bodyPr>
                    <a:lstStyle/>
                    <a:p>
                      <a:pPr algn="ctr">
                        <a:buNone/>
                      </a:pPr>
                      <a:r>
                        <a:rPr sz="848" b="0">
                          <a:solidFill>
                            <a:srgbClr val="2F2F2F"/>
                          </a:solidFill>
                          <a:latin typeface="Noto Sans JP"/>
                          <a:ea typeface="Noto Sans JP"/>
                          <a:cs typeface="Noto Sans JP"/>
                        </a:rPr>
                        <a:t>0.62%</a:t>
                      </a:r>
                    </a:p>
                  </a:txBody>
                  <a:tcPr marL="91440" marR="91440" marT="45720" marB="45720" anchor="ctr">
                    <a:solidFill>
                      <a:srgbClr val="FFFFFF"/>
                    </a:solidFill>
                  </a:tcPr>
                </a:tc>
                <a:tc>
                  <a:txBody>
                    <a:bodyPr lIns="57150" tIns="38100" rIns="47625" bIns="38100">
                      <a:normAutofit/>
                    </a:bodyPr>
                    <a:lstStyle/>
                    <a:p>
                      <a:pPr algn="ctr">
                        <a:buNone/>
                      </a:pPr>
                      <a:r>
                        <a:rPr sz="848" b="0">
                          <a:solidFill>
                            <a:srgbClr val="2F2F2F"/>
                          </a:solidFill>
                          <a:latin typeface="Noto Sans JP"/>
                          <a:ea typeface="Noto Sans JP"/>
                          <a:cs typeface="Noto Sans JP"/>
                        </a:rPr>
                        <a:t>O₂振動・電子励起；付着は除外</a:t>
                      </a:r>
                    </a:p>
                  </a:txBody>
                  <a:tcPr marL="91440" marR="91440" marT="45720" marB="45720" anchor="ctr">
                    <a:solidFill>
                      <a:srgbClr val="FFFFFF"/>
                    </a:solidFill>
                  </a:tcPr>
                </a:tc>
              </a:tr>
            </a:tbl>
          </a:graphicData>
        </a:graphic>
      </p:graphicFrame>
      <p:sp>
        <p:nvSpPr>
          <p:cNvPr id="14" name="">
            <a:extLst xmlns:a="http://schemas.openxmlformats.org/drawingml/2006/main">
              <a:ext uri="{FF2B5EF4-FFF2-40B4-BE49-F238E27FC236}">
                <a16:creationId xmlns:a16="http://schemas.microsoft.com/office/drawing/2014/main" id="{17B5E05C-159F-4AB8-97E8-F208A5FDD083}"/>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100 Tdでは組成による平均エネルギー差（Ar→混合気）が手法間差より大きい。装置設計ではガス反応系を先に固定する。</a:t>
            </a:r>
          </a:p>
        </p:txBody>
      </p:sp>
      <p:sp>
        <p:nvSpPr>
          <p:cNvPr id="15" name="">
            <a:extLst xmlns:a="http://schemas.openxmlformats.org/drawingml/2006/main">
              <a:ext uri="{FF2B5EF4-FFF2-40B4-BE49-F238E27FC236}">
                <a16:creationId xmlns:a16="http://schemas.microsoft.com/office/drawing/2014/main" id="{2828D428-9F40-4C6F-9FD7-47B779C55B5C}"/>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transport_vs_en.csv; mc_refinement_v7; mc_core_v8 aggregate_scalars.csv</a:t>
            </a:r>
          </a:p>
        </p:txBody>
      </p:sp>
      <p:sp>
        <p:nvSpPr>
          <p:cNvPr id="20" name="title">
            <a:extLst xmlns:a="http://schemas.openxmlformats.org/drawingml/2006/main">
              <a:ext uri="{FF2B5EF4-FFF2-40B4-BE49-F238E27FC236}">
                <a16:creationId xmlns:a16="http://schemas.microsoft.com/office/drawing/2014/main" id="{FB632D64-7D44-4008-8D0F-8534CCA57113}"/>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100 Tdの物性値：ガス組成の効果と計算法の差</a:t>
            </a:r>
          </a:p>
        </p:txBody>
      </p:sp>
      <p:sp>
        <p:nvSpPr>
          <p:cNvPr id="21" name="">
            <a:extLst xmlns:a="http://schemas.openxmlformats.org/drawingml/2006/main">
              <a:ext uri="{FF2B5EF4-FFF2-40B4-BE49-F238E27FC236}">
                <a16:creationId xmlns:a16="http://schemas.microsoft.com/office/drawing/2014/main" id="{3E2244CA-A716-404D-A0B9-7D26EDC369F0}"/>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6" name="section">
            <a:extLst xmlns:a="http://schemas.openxmlformats.org/drawingml/2006/main">
              <a:ext uri="{FF2B5EF4-FFF2-40B4-BE49-F238E27FC236}">
                <a16:creationId xmlns:a16="http://schemas.microsoft.com/office/drawing/2014/main" id="{9679839C-478E-479E-8544-EAAD9C170A08}"/>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18765224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BBD88D4-5537-40DD-A550-EF379D824EB8}"/>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各セルは3手法間の最大EEDF全変動距離；同じ確率規格化・共通エネルギー範囲</a:t>
            </a:r>
          </a:p>
        </p:txBody>
      </p:sp>
      <p:sp>
        <p:nvSpPr>
          <p:cNvPr id="7" name="">
            <a:extLst xmlns:a="http://schemas.openxmlformats.org/drawingml/2006/main">
              <a:ext uri="{FF2B5EF4-FFF2-40B4-BE49-F238E27FC236}">
                <a16:creationId xmlns:a16="http://schemas.microsoft.com/office/drawing/2014/main" id="{0C98ED3E-B8D1-4815-8038-19855C4C1406}"/>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8" name="">
            <a:extLst xmlns:a="http://schemas.openxmlformats.org/drawingml/2006/main">
              <a:ext uri="{FF2B5EF4-FFF2-40B4-BE49-F238E27FC236}">
                <a16:creationId xmlns:a16="http://schemas.microsoft.com/office/drawing/2014/main" id="{A2166136-6170-4602-885D-8B244FEA4590}"/>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39</a:t>
            </a:r>
          </a:p>
        </p:txBody>
      </p:sp>
      <p:sp>
        <p:nvSpPr>
          <p:cNvPr id="9" name="">
            <a:extLst xmlns:a="http://schemas.openxmlformats.org/drawingml/2006/main">
              <a:ext uri="{FF2B5EF4-FFF2-40B4-BE49-F238E27FC236}">
                <a16:creationId xmlns:a16="http://schemas.microsoft.com/office/drawing/2014/main" id="{DE9B2C6E-5313-4A26-ADE2-C7710346F0AD}"/>
              </a:ext>
            </a:extLst>
          </p:cNvPr>
          <p:cNvSpPr>
            <a:spLocks xmlns:a="http://schemas.openxmlformats.org/drawingml/2006/main" noGrp="1"/>
          </p:cNvSpPr>
          <p:nvPr/>
        </p:nvSpPr>
        <p:spPr>
          <a:xfrm xmlns:a="http://schemas.openxmlformats.org/drawingml/2006/main">
            <a:off x="523875" y="129540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lnSpc>
                <a:spcPct val="105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混合気</a:t>
            </a:r>
          </a:p>
        </p:txBody>
      </p:sp>
      <p:sp>
        <p:nvSpPr>
          <p:cNvPr id="10" name="">
            <a:extLst xmlns:a="http://schemas.openxmlformats.org/drawingml/2006/main">
              <a:ext uri="{FF2B5EF4-FFF2-40B4-BE49-F238E27FC236}">
                <a16:creationId xmlns:a16="http://schemas.microsoft.com/office/drawing/2014/main" id="{7AF1BF90-F9EF-45C7-AEB7-4E076A0E2109}"/>
              </a:ext>
            </a:extLst>
          </p:cNvPr>
          <p:cNvSpPr>
            <a:spLocks xmlns:a="http://schemas.openxmlformats.org/drawingml/2006/main" noGrp="1"/>
          </p:cNvSpPr>
          <p:nvPr/>
        </p:nvSpPr>
        <p:spPr>
          <a:xfrm xmlns:a="http://schemas.openxmlformats.org/drawingml/2006/main">
            <a:off x="2190750" y="1295400"/>
            <a:ext cx="1495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200" b="1" i="0">
                <a:solidFill>
                  <a:srgbClr val="2F2F2F"/>
                </a:solidFill>
                <a:latin typeface="Noto Sans JP"/>
                <a:ea typeface="Noto Sans JP"/>
                <a:cs typeface="Noto Sans JP"/>
              </a:defRPr>
            </a:pPr>
            <a:r>
              <a:rPr sz="1200" b="1" i="0">
                <a:solidFill>
                  <a:srgbClr val="2F2F2F"/>
                </a:solidFill>
                <a:latin typeface="Noto Sans JP"/>
                <a:ea typeface="Noto Sans JP"/>
                <a:cs typeface="Noto Sans JP"/>
              </a:rPr>
              <a:t>1 Td</a:t>
            </a:r>
          </a:p>
        </p:txBody>
      </p:sp>
      <p:sp>
        <p:nvSpPr>
          <p:cNvPr id="11" name="">
            <a:extLst xmlns:a="http://schemas.openxmlformats.org/drawingml/2006/main">
              <a:ext uri="{FF2B5EF4-FFF2-40B4-BE49-F238E27FC236}">
                <a16:creationId xmlns:a16="http://schemas.microsoft.com/office/drawing/2014/main" id="{B89D1A12-5F83-4094-B5D5-D7B49F987970}"/>
              </a:ext>
            </a:extLst>
          </p:cNvPr>
          <p:cNvSpPr>
            <a:spLocks xmlns:a="http://schemas.openxmlformats.org/drawingml/2006/main" noGrp="1"/>
          </p:cNvSpPr>
          <p:nvPr/>
        </p:nvSpPr>
        <p:spPr>
          <a:xfrm xmlns:a="http://schemas.openxmlformats.org/drawingml/2006/main">
            <a:off x="3762375" y="1295400"/>
            <a:ext cx="1495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200" b="1" i="0">
                <a:solidFill>
                  <a:srgbClr val="2F2F2F"/>
                </a:solidFill>
                <a:latin typeface="Noto Sans JP"/>
                <a:ea typeface="Noto Sans JP"/>
                <a:cs typeface="Noto Sans JP"/>
              </a:defRPr>
            </a:pPr>
            <a:r>
              <a:rPr sz="1200" b="1" i="0">
                <a:solidFill>
                  <a:srgbClr val="2F2F2F"/>
                </a:solidFill>
                <a:latin typeface="Noto Sans JP"/>
                <a:ea typeface="Noto Sans JP"/>
                <a:cs typeface="Noto Sans JP"/>
              </a:rPr>
              <a:t>10 Td</a:t>
            </a:r>
          </a:p>
        </p:txBody>
      </p:sp>
      <p:sp>
        <p:nvSpPr>
          <p:cNvPr id="12" name="">
            <a:extLst xmlns:a="http://schemas.openxmlformats.org/drawingml/2006/main">
              <a:ext uri="{FF2B5EF4-FFF2-40B4-BE49-F238E27FC236}">
                <a16:creationId xmlns:a16="http://schemas.microsoft.com/office/drawing/2014/main" id="{AF953D00-3986-4A2A-BB78-39EE6C4AD02D}"/>
              </a:ext>
            </a:extLst>
          </p:cNvPr>
          <p:cNvSpPr>
            <a:spLocks xmlns:a="http://schemas.openxmlformats.org/drawingml/2006/main" noGrp="1"/>
          </p:cNvSpPr>
          <p:nvPr/>
        </p:nvSpPr>
        <p:spPr>
          <a:xfrm xmlns:a="http://schemas.openxmlformats.org/drawingml/2006/main">
            <a:off x="5334000" y="1295400"/>
            <a:ext cx="1495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200" b="1" i="0">
                <a:solidFill>
                  <a:srgbClr val="2F2F2F"/>
                </a:solidFill>
                <a:latin typeface="Noto Sans JP"/>
                <a:ea typeface="Noto Sans JP"/>
                <a:cs typeface="Noto Sans JP"/>
              </a:defRPr>
            </a:pPr>
            <a:r>
              <a:rPr sz="1200" b="1" i="0">
                <a:solidFill>
                  <a:srgbClr val="2F2F2F"/>
                </a:solidFill>
                <a:latin typeface="Noto Sans JP"/>
                <a:ea typeface="Noto Sans JP"/>
                <a:cs typeface="Noto Sans JP"/>
              </a:rPr>
              <a:t>100 Td</a:t>
            </a:r>
          </a:p>
        </p:txBody>
      </p:sp>
      <p:sp>
        <p:nvSpPr>
          <p:cNvPr id="13" name="">
            <a:extLst xmlns:a="http://schemas.openxmlformats.org/drawingml/2006/main">
              <a:ext uri="{FF2B5EF4-FFF2-40B4-BE49-F238E27FC236}">
                <a16:creationId xmlns:a16="http://schemas.microsoft.com/office/drawing/2014/main" id="{E4499F47-FF6D-4F72-9EE0-20AD26F754D2}"/>
              </a:ext>
            </a:extLst>
          </p:cNvPr>
          <p:cNvSpPr>
            <a:spLocks xmlns:a="http://schemas.openxmlformats.org/drawingml/2006/main" noGrp="1"/>
          </p:cNvSpPr>
          <p:nvPr/>
        </p:nvSpPr>
        <p:spPr>
          <a:xfrm xmlns:a="http://schemas.openxmlformats.org/drawingml/2006/main">
            <a:off x="6905625" y="1295400"/>
            <a:ext cx="1495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200" b="1" i="0">
                <a:solidFill>
                  <a:srgbClr val="2F2F2F"/>
                </a:solidFill>
                <a:latin typeface="Noto Sans JP"/>
                <a:ea typeface="Noto Sans JP"/>
                <a:cs typeface="Noto Sans JP"/>
              </a:defRPr>
            </a:pPr>
            <a:r>
              <a:rPr sz="1200" b="1" i="0">
                <a:solidFill>
                  <a:srgbClr val="2F2F2F"/>
                </a:solidFill>
                <a:latin typeface="Noto Sans JP"/>
                <a:ea typeface="Noto Sans JP"/>
                <a:cs typeface="Noto Sans JP"/>
              </a:rPr>
              <a:t>1000 Td</a:t>
            </a:r>
          </a:p>
        </p:txBody>
      </p:sp>
      <p:sp>
        <p:nvSpPr>
          <p:cNvPr id="14" name="">
            <a:extLst xmlns:a="http://schemas.openxmlformats.org/drawingml/2006/main">
              <a:ext uri="{FF2B5EF4-FFF2-40B4-BE49-F238E27FC236}">
                <a16:creationId xmlns:a16="http://schemas.microsoft.com/office/drawing/2014/main" id="{ED2B2E14-C192-4C33-AEBB-7A93AEE0ED1D}"/>
              </a:ext>
            </a:extLst>
          </p:cNvPr>
          <p:cNvSpPr>
            <a:spLocks xmlns:a="http://schemas.openxmlformats.org/drawingml/2006/main" noGrp="1"/>
          </p:cNvSpPr>
          <p:nvPr/>
        </p:nvSpPr>
        <p:spPr>
          <a:xfrm xmlns:a="http://schemas.openxmlformats.org/drawingml/2006/main">
            <a:off x="457200" y="186690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r">
              <a:lnSpc>
                <a:spcPct val="105000"/>
              </a:lnSpc>
              <a:buNone/>
              <a:defRPr sz="1200" b="1" i="0">
                <a:solidFill>
                  <a:srgbClr val="2F2F2F"/>
                </a:solidFill>
                <a:latin typeface="Noto Sans JP"/>
                <a:ea typeface="Noto Sans JP"/>
                <a:cs typeface="Noto Sans JP"/>
              </a:defRPr>
            </a:pPr>
            <a:r>
              <a:rPr sz="1200" b="1" i="0">
                <a:solidFill>
                  <a:srgbClr val="2F2F2F"/>
                </a:solidFill>
                <a:latin typeface="Noto Sans JP"/>
                <a:ea typeface="Noto Sans JP"/>
                <a:cs typeface="Noto Sans JP"/>
              </a:rPr>
              <a:t>Ar</a:t>
            </a:r>
          </a:p>
        </p:txBody>
      </p:sp>
      <p:sp>
        <p:nvSpPr>
          <p:cNvPr id="15" name="">
            <a:extLst xmlns:a="http://schemas.openxmlformats.org/drawingml/2006/main">
              <a:ext uri="{FF2B5EF4-FFF2-40B4-BE49-F238E27FC236}">
                <a16:creationId xmlns:a16="http://schemas.microsoft.com/office/drawing/2014/main" id="{A3F0D22B-42C0-47CD-AE6E-3E367015C866}"/>
              </a:ext>
            </a:extLst>
          </p:cNvPr>
          <p:cNvSpPr>
            <a:spLocks xmlns:a="http://schemas.openxmlformats.org/drawingml/2006/main" noGrp="1"/>
          </p:cNvSpPr>
          <p:nvPr/>
        </p:nvSpPr>
        <p:spPr>
          <a:xfrm xmlns:a="http://schemas.openxmlformats.org/drawingml/2006/main">
            <a:off x="2190750" y="1695450"/>
            <a:ext cx="1495425" cy="762000"/>
          </a:xfrm>
          <a:prstGeom xmlns:a="http://schemas.openxmlformats.org/drawingml/2006/main" prst="rect">
            <a:avLst/>
          </a:prstGeom>
          <a:solidFill xmlns:a="http://schemas.openxmlformats.org/drawingml/2006/main">
            <a:srgbClr val="72CEEA"/>
          </a:solidFill>
          <a:ln xmlns:a="http://schemas.openxmlformats.org/drawingml/2006/main" w="19050">
            <a:solidFill>
              <a:srgbClr val="FFFFFF"/>
            </a:solidFill>
            <a:prstDash val="solid"/>
          </a:ln>
        </p:spPr>
      </p:sp>
      <p:sp>
        <p:nvSpPr>
          <p:cNvPr id="16" name="">
            <a:extLst xmlns:a="http://schemas.openxmlformats.org/drawingml/2006/main">
              <a:ext uri="{FF2B5EF4-FFF2-40B4-BE49-F238E27FC236}">
                <a16:creationId xmlns:a16="http://schemas.microsoft.com/office/drawing/2014/main" id="{2F22ADCD-2E49-4076-BF5A-BF7602BCDA16}"/>
              </a:ext>
            </a:extLst>
          </p:cNvPr>
          <p:cNvSpPr>
            <a:spLocks xmlns:a="http://schemas.openxmlformats.org/drawingml/2006/main" noGrp="1"/>
          </p:cNvSpPr>
          <p:nvPr/>
        </p:nvSpPr>
        <p:spPr>
          <a:xfrm xmlns:a="http://schemas.openxmlformats.org/drawingml/2006/main">
            <a:off x="2266950" y="18192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1.38%</a:t>
            </a:r>
          </a:p>
        </p:txBody>
      </p:sp>
      <p:sp>
        <p:nvSpPr>
          <p:cNvPr id="17" name="">
            <a:extLst xmlns:a="http://schemas.openxmlformats.org/drawingml/2006/main">
              <a:ext uri="{FF2B5EF4-FFF2-40B4-BE49-F238E27FC236}">
                <a16:creationId xmlns:a16="http://schemas.microsoft.com/office/drawing/2014/main" id="{5956AB49-EC69-44C1-ABA5-EA7CA9888132}"/>
              </a:ext>
            </a:extLst>
          </p:cNvPr>
          <p:cNvSpPr>
            <a:spLocks xmlns:a="http://schemas.openxmlformats.org/drawingml/2006/main" noGrp="1"/>
          </p:cNvSpPr>
          <p:nvPr/>
        </p:nvSpPr>
        <p:spPr>
          <a:xfrm xmlns:a="http://schemas.openxmlformats.org/drawingml/2006/main">
            <a:off x="2257425" y="21526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要感度確認</a:t>
            </a:r>
          </a:p>
        </p:txBody>
      </p:sp>
      <p:sp>
        <p:nvSpPr>
          <p:cNvPr id="18" name="">
            <a:extLst xmlns:a="http://schemas.openxmlformats.org/drawingml/2006/main">
              <a:ext uri="{FF2B5EF4-FFF2-40B4-BE49-F238E27FC236}">
                <a16:creationId xmlns:a16="http://schemas.microsoft.com/office/drawing/2014/main" id="{9A7D0F46-2336-431D-A5CF-192747DA48F2}"/>
              </a:ext>
            </a:extLst>
          </p:cNvPr>
          <p:cNvSpPr>
            <a:spLocks xmlns:a="http://schemas.openxmlformats.org/drawingml/2006/main" noGrp="1"/>
          </p:cNvSpPr>
          <p:nvPr/>
        </p:nvSpPr>
        <p:spPr>
          <a:xfrm xmlns:a="http://schemas.openxmlformats.org/drawingml/2006/main">
            <a:off x="3762375" y="1695450"/>
            <a:ext cx="1495425" cy="762000"/>
          </a:xfrm>
          <a:prstGeom xmlns:a="http://schemas.openxmlformats.org/drawingml/2006/main" prst="rect">
            <a:avLst/>
          </a:prstGeom>
          <a:solidFill xmlns:a="http://schemas.openxmlformats.org/drawingml/2006/main">
            <a:srgbClr val="C1E9F6"/>
          </a:solidFill>
          <a:ln xmlns:a="http://schemas.openxmlformats.org/drawingml/2006/main" w="19050">
            <a:solidFill>
              <a:srgbClr val="FFFFFF"/>
            </a:solidFill>
            <a:prstDash val="solid"/>
          </a:ln>
        </p:spPr>
      </p:sp>
      <p:sp>
        <p:nvSpPr>
          <p:cNvPr id="19" name="">
            <a:extLst xmlns:a="http://schemas.openxmlformats.org/drawingml/2006/main">
              <a:ext uri="{FF2B5EF4-FFF2-40B4-BE49-F238E27FC236}">
                <a16:creationId xmlns:a16="http://schemas.microsoft.com/office/drawing/2014/main" id="{4A94023B-335F-4DC8-B292-0E53A24D51DD}"/>
              </a:ext>
            </a:extLst>
          </p:cNvPr>
          <p:cNvSpPr>
            <a:spLocks xmlns:a="http://schemas.openxmlformats.org/drawingml/2006/main" noGrp="1"/>
          </p:cNvSpPr>
          <p:nvPr/>
        </p:nvSpPr>
        <p:spPr>
          <a:xfrm xmlns:a="http://schemas.openxmlformats.org/drawingml/2006/main">
            <a:off x="3838575" y="18192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0.60%</a:t>
            </a:r>
          </a:p>
        </p:txBody>
      </p:sp>
      <p:sp>
        <p:nvSpPr>
          <p:cNvPr id="20" name="">
            <a:extLst xmlns:a="http://schemas.openxmlformats.org/drawingml/2006/main">
              <a:ext uri="{FF2B5EF4-FFF2-40B4-BE49-F238E27FC236}">
                <a16:creationId xmlns:a16="http://schemas.microsoft.com/office/drawing/2014/main" id="{1EF922BC-0B88-4A31-9CED-72844928B675}"/>
              </a:ext>
            </a:extLst>
          </p:cNvPr>
          <p:cNvSpPr>
            <a:spLocks xmlns:a="http://schemas.openxmlformats.org/drawingml/2006/main" noGrp="1"/>
          </p:cNvSpPr>
          <p:nvPr/>
        </p:nvSpPr>
        <p:spPr>
          <a:xfrm xmlns:a="http://schemas.openxmlformats.org/drawingml/2006/main">
            <a:off x="3829050" y="21526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計算法の差</a:t>
            </a:r>
            <a:r>
              <a:rPr sz="810" b="1" i="0">
                <a:solidFill>
                  <a:srgbClr val="666666"/>
                </a:solidFill>
                <a:latin typeface="Noto Sans JP"/>
                <a:ea typeface="Noto Sans JP"/>
                <a:cs typeface="Noto Sans JP"/>
              </a:rPr>
              <a:t> 小</a:t>
            </a:r>
          </a:p>
        </p:txBody>
      </p:sp>
      <p:sp>
        <p:nvSpPr>
          <p:cNvPr id="21" name="">
            <a:extLst xmlns:a="http://schemas.openxmlformats.org/drawingml/2006/main">
              <a:ext uri="{FF2B5EF4-FFF2-40B4-BE49-F238E27FC236}">
                <a16:creationId xmlns:a16="http://schemas.microsoft.com/office/drawing/2014/main" id="{D128BE94-7B82-4104-8E4E-76F4A42B63B4}"/>
              </a:ext>
            </a:extLst>
          </p:cNvPr>
          <p:cNvSpPr>
            <a:spLocks xmlns:a="http://schemas.openxmlformats.org/drawingml/2006/main" noGrp="1"/>
          </p:cNvSpPr>
          <p:nvPr/>
        </p:nvSpPr>
        <p:spPr>
          <a:xfrm xmlns:a="http://schemas.openxmlformats.org/drawingml/2006/main">
            <a:off x="5334000" y="1695450"/>
            <a:ext cx="1495425" cy="762000"/>
          </a:xfrm>
          <a:prstGeom xmlns:a="http://schemas.openxmlformats.org/drawingml/2006/main" prst="rect">
            <a:avLst/>
          </a:prstGeom>
          <a:solidFill xmlns:a="http://schemas.openxmlformats.org/drawingml/2006/main">
            <a:srgbClr val="D2EFF8"/>
          </a:solidFill>
          <a:ln xmlns:a="http://schemas.openxmlformats.org/drawingml/2006/main" w="19050">
            <a:solidFill>
              <a:srgbClr val="FFFFFF"/>
            </a:solidFill>
            <a:prstDash val="solid"/>
          </a:ln>
        </p:spPr>
      </p:sp>
      <p:sp>
        <p:nvSpPr>
          <p:cNvPr id="22" name="">
            <a:extLst xmlns:a="http://schemas.openxmlformats.org/drawingml/2006/main">
              <a:ext uri="{FF2B5EF4-FFF2-40B4-BE49-F238E27FC236}">
                <a16:creationId xmlns:a16="http://schemas.microsoft.com/office/drawing/2014/main" id="{F882794D-9BC6-42FC-A572-4989A40DD051}"/>
              </a:ext>
            </a:extLst>
          </p:cNvPr>
          <p:cNvSpPr>
            <a:spLocks xmlns:a="http://schemas.openxmlformats.org/drawingml/2006/main" noGrp="1"/>
          </p:cNvSpPr>
          <p:nvPr/>
        </p:nvSpPr>
        <p:spPr>
          <a:xfrm xmlns:a="http://schemas.openxmlformats.org/drawingml/2006/main">
            <a:off x="5410200" y="18192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0.44%</a:t>
            </a:r>
          </a:p>
        </p:txBody>
      </p:sp>
      <p:sp>
        <p:nvSpPr>
          <p:cNvPr id="23" name="">
            <a:extLst xmlns:a="http://schemas.openxmlformats.org/drawingml/2006/main">
              <a:ext uri="{FF2B5EF4-FFF2-40B4-BE49-F238E27FC236}">
                <a16:creationId xmlns:a16="http://schemas.microsoft.com/office/drawing/2014/main" id="{BE8606B0-3AEF-495C-BA31-3D74AE989E57}"/>
              </a:ext>
            </a:extLst>
          </p:cNvPr>
          <p:cNvSpPr>
            <a:spLocks xmlns:a="http://schemas.openxmlformats.org/drawingml/2006/main" noGrp="1"/>
          </p:cNvSpPr>
          <p:nvPr/>
        </p:nvSpPr>
        <p:spPr>
          <a:xfrm xmlns:a="http://schemas.openxmlformats.org/drawingml/2006/main">
            <a:off x="5400675" y="21526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計算法の差</a:t>
            </a:r>
            <a:r>
              <a:rPr sz="810" b="1" i="0">
                <a:solidFill>
                  <a:srgbClr val="666666"/>
                </a:solidFill>
                <a:latin typeface="Noto Sans JP"/>
                <a:ea typeface="Noto Sans JP"/>
                <a:cs typeface="Noto Sans JP"/>
              </a:rPr>
              <a:t> 小</a:t>
            </a:r>
          </a:p>
        </p:txBody>
      </p:sp>
      <p:sp>
        <p:nvSpPr>
          <p:cNvPr id="24" name="">
            <a:extLst xmlns:a="http://schemas.openxmlformats.org/drawingml/2006/main">
              <a:ext uri="{FF2B5EF4-FFF2-40B4-BE49-F238E27FC236}">
                <a16:creationId xmlns:a16="http://schemas.microsoft.com/office/drawing/2014/main" id="{5CB68214-214C-4C79-B7B0-06D496EFBCDB}"/>
              </a:ext>
            </a:extLst>
          </p:cNvPr>
          <p:cNvSpPr>
            <a:spLocks xmlns:a="http://schemas.openxmlformats.org/drawingml/2006/main" noGrp="1"/>
          </p:cNvSpPr>
          <p:nvPr/>
        </p:nvSpPr>
        <p:spPr>
          <a:xfrm xmlns:a="http://schemas.openxmlformats.org/drawingml/2006/main">
            <a:off x="6905625" y="1695450"/>
            <a:ext cx="1495425" cy="762000"/>
          </a:xfrm>
          <a:prstGeom xmlns:a="http://schemas.openxmlformats.org/drawingml/2006/main" prst="rect">
            <a:avLst/>
          </a:prstGeom>
          <a:solidFill xmlns:a="http://schemas.openxmlformats.org/drawingml/2006/main">
            <a:srgbClr val="48BFE4"/>
          </a:solidFill>
          <a:ln xmlns:a="http://schemas.openxmlformats.org/drawingml/2006/main" w="19050">
            <a:solidFill>
              <a:srgbClr val="FFFFFF"/>
            </a:solidFill>
            <a:prstDash val="solid"/>
          </a:ln>
        </p:spPr>
      </p:sp>
      <p:sp>
        <p:nvSpPr>
          <p:cNvPr id="25" name="">
            <a:extLst xmlns:a="http://schemas.openxmlformats.org/drawingml/2006/main">
              <a:ext uri="{FF2B5EF4-FFF2-40B4-BE49-F238E27FC236}">
                <a16:creationId xmlns:a16="http://schemas.microsoft.com/office/drawing/2014/main" id="{A65765C8-50B7-4684-8C10-E01F60987827}"/>
              </a:ext>
            </a:extLst>
          </p:cNvPr>
          <p:cNvSpPr>
            <a:spLocks xmlns:a="http://schemas.openxmlformats.org/drawingml/2006/main" noGrp="1"/>
          </p:cNvSpPr>
          <p:nvPr/>
        </p:nvSpPr>
        <p:spPr>
          <a:xfrm xmlns:a="http://schemas.openxmlformats.org/drawingml/2006/main">
            <a:off x="6981825" y="18192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1.80%</a:t>
            </a:r>
          </a:p>
        </p:txBody>
      </p:sp>
      <p:sp>
        <p:nvSpPr>
          <p:cNvPr id="26" name="">
            <a:extLst xmlns:a="http://schemas.openxmlformats.org/drawingml/2006/main">
              <a:ext uri="{FF2B5EF4-FFF2-40B4-BE49-F238E27FC236}">
                <a16:creationId xmlns:a16="http://schemas.microsoft.com/office/drawing/2014/main" id="{BE3515B5-DB3C-4560-B424-F64E57678D2E}"/>
              </a:ext>
            </a:extLst>
          </p:cNvPr>
          <p:cNvSpPr>
            <a:spLocks xmlns:a="http://schemas.openxmlformats.org/drawingml/2006/main" noGrp="1"/>
          </p:cNvSpPr>
          <p:nvPr/>
        </p:nvSpPr>
        <p:spPr>
          <a:xfrm xmlns:a="http://schemas.openxmlformats.org/drawingml/2006/main">
            <a:off x="6972300" y="21526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要感度確認</a:t>
            </a:r>
          </a:p>
        </p:txBody>
      </p:sp>
      <p:sp>
        <p:nvSpPr>
          <p:cNvPr id="27" name="">
            <a:extLst xmlns:a="http://schemas.openxmlformats.org/drawingml/2006/main">
              <a:ext uri="{FF2B5EF4-FFF2-40B4-BE49-F238E27FC236}">
                <a16:creationId xmlns:a16="http://schemas.microsoft.com/office/drawing/2014/main" id="{D4C208BF-F565-4617-A5FF-B97A8A4D0ABE}"/>
              </a:ext>
            </a:extLst>
          </p:cNvPr>
          <p:cNvSpPr>
            <a:spLocks xmlns:a="http://schemas.openxmlformats.org/drawingml/2006/main" noGrp="1"/>
          </p:cNvSpPr>
          <p:nvPr/>
        </p:nvSpPr>
        <p:spPr>
          <a:xfrm xmlns:a="http://schemas.openxmlformats.org/drawingml/2006/main">
            <a:off x="457200" y="270510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r">
              <a:lnSpc>
                <a:spcPct val="105000"/>
              </a:lnSpc>
              <a:buNone/>
              <a:defRPr sz="1200" b="1" i="0">
                <a:solidFill>
                  <a:srgbClr val="2F2F2F"/>
                </a:solidFill>
                <a:latin typeface="Noto Sans JP"/>
                <a:ea typeface="Noto Sans JP"/>
                <a:cs typeface="Noto Sans JP"/>
              </a:defRPr>
            </a:pPr>
            <a:r>
              <a:rPr sz="1200" b="1" i="0">
                <a:solidFill>
                  <a:srgbClr val="2F2F2F"/>
                </a:solidFill>
                <a:latin typeface="Noto Sans JP"/>
                <a:ea typeface="Noto Sans JP"/>
                <a:cs typeface="Noto Sans JP"/>
              </a:rPr>
              <a:t>Ar 90% / N₂ 10%</a:t>
            </a:r>
          </a:p>
        </p:txBody>
      </p:sp>
      <p:sp>
        <p:nvSpPr>
          <p:cNvPr id="28" name="">
            <a:extLst xmlns:a="http://schemas.openxmlformats.org/drawingml/2006/main">
              <a:ext uri="{FF2B5EF4-FFF2-40B4-BE49-F238E27FC236}">
                <a16:creationId xmlns:a16="http://schemas.microsoft.com/office/drawing/2014/main" id="{95656AE0-63DB-4765-8CCB-DA94D1ECED36}"/>
              </a:ext>
            </a:extLst>
          </p:cNvPr>
          <p:cNvSpPr>
            <a:spLocks xmlns:a="http://schemas.openxmlformats.org/drawingml/2006/main" noGrp="1"/>
          </p:cNvSpPr>
          <p:nvPr/>
        </p:nvSpPr>
        <p:spPr>
          <a:xfrm xmlns:a="http://schemas.openxmlformats.org/drawingml/2006/main">
            <a:off x="2190750" y="2533650"/>
            <a:ext cx="1495425" cy="762000"/>
          </a:xfrm>
          <a:prstGeom xmlns:a="http://schemas.openxmlformats.org/drawingml/2006/main" prst="rect">
            <a:avLst/>
          </a:prstGeom>
          <a:solidFill xmlns:a="http://schemas.openxmlformats.org/drawingml/2006/main">
            <a:srgbClr val="A5DFF2"/>
          </a:solidFill>
          <a:ln xmlns:a="http://schemas.openxmlformats.org/drawingml/2006/main" w="19050">
            <a:solidFill>
              <a:srgbClr val="FFFFFF"/>
            </a:solidFill>
            <a:prstDash val="solid"/>
          </a:ln>
        </p:spPr>
      </p:sp>
      <p:sp>
        <p:nvSpPr>
          <p:cNvPr id="29" name="">
            <a:extLst xmlns:a="http://schemas.openxmlformats.org/drawingml/2006/main">
              <a:ext uri="{FF2B5EF4-FFF2-40B4-BE49-F238E27FC236}">
                <a16:creationId xmlns:a16="http://schemas.microsoft.com/office/drawing/2014/main" id="{4A038383-C0CC-49B0-87C9-3CC8148E4012}"/>
              </a:ext>
            </a:extLst>
          </p:cNvPr>
          <p:cNvSpPr>
            <a:spLocks xmlns:a="http://schemas.openxmlformats.org/drawingml/2006/main" noGrp="1"/>
          </p:cNvSpPr>
          <p:nvPr/>
        </p:nvSpPr>
        <p:spPr>
          <a:xfrm xmlns:a="http://schemas.openxmlformats.org/drawingml/2006/main">
            <a:off x="2266950" y="26574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0.89%</a:t>
            </a:r>
          </a:p>
        </p:txBody>
      </p:sp>
      <p:sp>
        <p:nvSpPr>
          <p:cNvPr id="30" name="">
            <a:extLst xmlns:a="http://schemas.openxmlformats.org/drawingml/2006/main">
              <a:ext uri="{FF2B5EF4-FFF2-40B4-BE49-F238E27FC236}">
                <a16:creationId xmlns:a16="http://schemas.microsoft.com/office/drawing/2014/main" id="{8176F18E-5E6D-4FA3-9784-774275BA39D6}"/>
              </a:ext>
            </a:extLst>
          </p:cNvPr>
          <p:cNvSpPr>
            <a:spLocks xmlns:a="http://schemas.openxmlformats.org/drawingml/2006/main" noGrp="1"/>
          </p:cNvSpPr>
          <p:nvPr/>
        </p:nvSpPr>
        <p:spPr>
          <a:xfrm xmlns:a="http://schemas.openxmlformats.org/drawingml/2006/main">
            <a:off x="2257425" y="29908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計算法の差</a:t>
            </a:r>
            <a:r>
              <a:rPr sz="810" b="1" i="0">
                <a:solidFill>
                  <a:srgbClr val="666666"/>
                </a:solidFill>
                <a:latin typeface="Noto Sans JP"/>
                <a:ea typeface="Noto Sans JP"/>
                <a:cs typeface="Noto Sans JP"/>
              </a:rPr>
              <a:t> 小</a:t>
            </a:r>
          </a:p>
        </p:txBody>
      </p:sp>
      <p:sp>
        <p:nvSpPr>
          <p:cNvPr id="31" name="">
            <a:extLst xmlns:a="http://schemas.openxmlformats.org/drawingml/2006/main">
              <a:ext uri="{FF2B5EF4-FFF2-40B4-BE49-F238E27FC236}">
                <a16:creationId xmlns:a16="http://schemas.microsoft.com/office/drawing/2014/main" id="{8EDD5063-3BF1-4479-AC6E-7646E3E92885}"/>
              </a:ext>
            </a:extLst>
          </p:cNvPr>
          <p:cNvSpPr>
            <a:spLocks xmlns:a="http://schemas.openxmlformats.org/drawingml/2006/main" noGrp="1"/>
          </p:cNvSpPr>
          <p:nvPr/>
        </p:nvSpPr>
        <p:spPr>
          <a:xfrm xmlns:a="http://schemas.openxmlformats.org/drawingml/2006/main">
            <a:off x="3762375" y="2533650"/>
            <a:ext cx="1495425" cy="762000"/>
          </a:xfrm>
          <a:prstGeom xmlns:a="http://schemas.openxmlformats.org/drawingml/2006/main" prst="rect">
            <a:avLst/>
          </a:prstGeom>
          <a:solidFill xmlns:a="http://schemas.openxmlformats.org/drawingml/2006/main">
            <a:srgbClr val="77CFEB"/>
          </a:solidFill>
          <a:ln xmlns:a="http://schemas.openxmlformats.org/drawingml/2006/main" w="19050">
            <a:solidFill>
              <a:srgbClr val="FFFFFF"/>
            </a:solidFill>
            <a:prstDash val="solid"/>
          </a:ln>
        </p:spPr>
      </p:sp>
      <p:sp>
        <p:nvSpPr>
          <p:cNvPr id="32" name="">
            <a:extLst xmlns:a="http://schemas.openxmlformats.org/drawingml/2006/main">
              <a:ext uri="{FF2B5EF4-FFF2-40B4-BE49-F238E27FC236}">
                <a16:creationId xmlns:a16="http://schemas.microsoft.com/office/drawing/2014/main" id="{A90D6DB2-B75A-4F7A-BBC3-88272FC490EA}"/>
              </a:ext>
            </a:extLst>
          </p:cNvPr>
          <p:cNvSpPr>
            <a:spLocks xmlns:a="http://schemas.openxmlformats.org/drawingml/2006/main" noGrp="1"/>
          </p:cNvSpPr>
          <p:nvPr/>
        </p:nvSpPr>
        <p:spPr>
          <a:xfrm xmlns:a="http://schemas.openxmlformats.org/drawingml/2006/main">
            <a:off x="3838575" y="26574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1.33%</a:t>
            </a:r>
          </a:p>
        </p:txBody>
      </p:sp>
      <p:sp>
        <p:nvSpPr>
          <p:cNvPr id="33" name="">
            <a:extLst xmlns:a="http://schemas.openxmlformats.org/drawingml/2006/main">
              <a:ext uri="{FF2B5EF4-FFF2-40B4-BE49-F238E27FC236}">
                <a16:creationId xmlns:a16="http://schemas.microsoft.com/office/drawing/2014/main" id="{FEA0D030-E068-4A37-8278-31F454FCD528}"/>
              </a:ext>
            </a:extLst>
          </p:cNvPr>
          <p:cNvSpPr>
            <a:spLocks xmlns:a="http://schemas.openxmlformats.org/drawingml/2006/main" noGrp="1"/>
          </p:cNvSpPr>
          <p:nvPr/>
        </p:nvSpPr>
        <p:spPr>
          <a:xfrm xmlns:a="http://schemas.openxmlformats.org/drawingml/2006/main">
            <a:off x="3829050" y="29908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要感度確認</a:t>
            </a:r>
          </a:p>
        </p:txBody>
      </p:sp>
      <p:sp>
        <p:nvSpPr>
          <p:cNvPr id="34" name="">
            <a:extLst xmlns:a="http://schemas.openxmlformats.org/drawingml/2006/main">
              <a:ext uri="{FF2B5EF4-FFF2-40B4-BE49-F238E27FC236}">
                <a16:creationId xmlns:a16="http://schemas.microsoft.com/office/drawing/2014/main" id="{A05FB707-6E38-4B26-91C1-7F8778A8D59C}"/>
              </a:ext>
            </a:extLst>
          </p:cNvPr>
          <p:cNvSpPr>
            <a:spLocks xmlns:a="http://schemas.openxmlformats.org/drawingml/2006/main" noGrp="1"/>
          </p:cNvSpPr>
          <p:nvPr/>
        </p:nvSpPr>
        <p:spPr>
          <a:xfrm xmlns:a="http://schemas.openxmlformats.org/drawingml/2006/main">
            <a:off x="5334000" y="2533650"/>
            <a:ext cx="1495425" cy="762000"/>
          </a:xfrm>
          <a:prstGeom xmlns:a="http://schemas.openxmlformats.org/drawingml/2006/main" prst="rect">
            <a:avLst/>
          </a:prstGeom>
          <a:solidFill xmlns:a="http://schemas.openxmlformats.org/drawingml/2006/main">
            <a:srgbClr val="B2E4F4"/>
          </a:solidFill>
          <a:ln xmlns:a="http://schemas.openxmlformats.org/drawingml/2006/main" w="19050">
            <a:solidFill>
              <a:srgbClr val="FFFFFF"/>
            </a:solidFill>
            <a:prstDash val="solid"/>
          </a:ln>
        </p:spPr>
      </p:sp>
      <p:sp>
        <p:nvSpPr>
          <p:cNvPr id="35" name="">
            <a:extLst xmlns:a="http://schemas.openxmlformats.org/drawingml/2006/main">
              <a:ext uri="{FF2B5EF4-FFF2-40B4-BE49-F238E27FC236}">
                <a16:creationId xmlns:a16="http://schemas.microsoft.com/office/drawing/2014/main" id="{9B85348D-09CF-44E8-B9A7-51D942918CB6}"/>
              </a:ext>
            </a:extLst>
          </p:cNvPr>
          <p:cNvSpPr>
            <a:spLocks xmlns:a="http://schemas.openxmlformats.org/drawingml/2006/main" noGrp="1"/>
          </p:cNvSpPr>
          <p:nvPr/>
        </p:nvSpPr>
        <p:spPr>
          <a:xfrm xmlns:a="http://schemas.openxmlformats.org/drawingml/2006/main">
            <a:off x="5410200" y="26574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0.75%</a:t>
            </a:r>
          </a:p>
        </p:txBody>
      </p:sp>
      <p:sp>
        <p:nvSpPr>
          <p:cNvPr id="36" name="">
            <a:extLst xmlns:a="http://schemas.openxmlformats.org/drawingml/2006/main">
              <a:ext uri="{FF2B5EF4-FFF2-40B4-BE49-F238E27FC236}">
                <a16:creationId xmlns:a16="http://schemas.microsoft.com/office/drawing/2014/main" id="{6F11C78C-5C6E-46FB-AA79-94204C913F12}"/>
              </a:ext>
            </a:extLst>
          </p:cNvPr>
          <p:cNvSpPr>
            <a:spLocks xmlns:a="http://schemas.openxmlformats.org/drawingml/2006/main" noGrp="1"/>
          </p:cNvSpPr>
          <p:nvPr/>
        </p:nvSpPr>
        <p:spPr>
          <a:xfrm xmlns:a="http://schemas.openxmlformats.org/drawingml/2006/main">
            <a:off x="5400675" y="29908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計算法の差</a:t>
            </a:r>
            <a:r>
              <a:rPr sz="810" b="1" i="0">
                <a:solidFill>
                  <a:srgbClr val="666666"/>
                </a:solidFill>
                <a:latin typeface="Noto Sans JP"/>
                <a:ea typeface="Noto Sans JP"/>
                <a:cs typeface="Noto Sans JP"/>
              </a:rPr>
              <a:t> 小</a:t>
            </a:r>
          </a:p>
        </p:txBody>
      </p:sp>
      <p:sp>
        <p:nvSpPr>
          <p:cNvPr id="37" name="">
            <a:extLst xmlns:a="http://schemas.openxmlformats.org/drawingml/2006/main">
              <a:ext uri="{FF2B5EF4-FFF2-40B4-BE49-F238E27FC236}">
                <a16:creationId xmlns:a16="http://schemas.microsoft.com/office/drawing/2014/main" id="{EC02F200-CF2C-4EE7-AD74-DF17903297E2}"/>
              </a:ext>
            </a:extLst>
          </p:cNvPr>
          <p:cNvSpPr>
            <a:spLocks xmlns:a="http://schemas.openxmlformats.org/drawingml/2006/main" noGrp="1"/>
          </p:cNvSpPr>
          <p:nvPr/>
        </p:nvSpPr>
        <p:spPr>
          <a:xfrm xmlns:a="http://schemas.openxmlformats.org/drawingml/2006/main">
            <a:off x="6905625" y="2533650"/>
            <a:ext cx="1495425" cy="762000"/>
          </a:xfrm>
          <a:prstGeom xmlns:a="http://schemas.openxmlformats.org/drawingml/2006/main" prst="rect">
            <a:avLst/>
          </a:prstGeom>
          <a:solidFill xmlns:a="http://schemas.openxmlformats.org/drawingml/2006/main">
            <a:srgbClr val="4CC0E4"/>
          </a:solidFill>
          <a:ln xmlns:a="http://schemas.openxmlformats.org/drawingml/2006/main" w="19050">
            <a:solidFill>
              <a:srgbClr val="FFFFFF"/>
            </a:solidFill>
            <a:prstDash val="solid"/>
          </a:ln>
        </p:spPr>
      </p:sp>
      <p:sp>
        <p:nvSpPr>
          <p:cNvPr id="38" name="">
            <a:extLst xmlns:a="http://schemas.openxmlformats.org/drawingml/2006/main">
              <a:ext uri="{FF2B5EF4-FFF2-40B4-BE49-F238E27FC236}">
                <a16:creationId xmlns:a16="http://schemas.microsoft.com/office/drawing/2014/main" id="{E7927A48-07E1-47D6-B65D-2A33288FF3E5}"/>
              </a:ext>
            </a:extLst>
          </p:cNvPr>
          <p:cNvSpPr>
            <a:spLocks xmlns:a="http://schemas.openxmlformats.org/drawingml/2006/main" noGrp="1"/>
          </p:cNvSpPr>
          <p:nvPr/>
        </p:nvSpPr>
        <p:spPr>
          <a:xfrm xmlns:a="http://schemas.openxmlformats.org/drawingml/2006/main">
            <a:off x="6981825" y="26574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1.76%</a:t>
            </a:r>
          </a:p>
        </p:txBody>
      </p:sp>
      <p:sp>
        <p:nvSpPr>
          <p:cNvPr id="39" name="">
            <a:extLst xmlns:a="http://schemas.openxmlformats.org/drawingml/2006/main">
              <a:ext uri="{FF2B5EF4-FFF2-40B4-BE49-F238E27FC236}">
                <a16:creationId xmlns:a16="http://schemas.microsoft.com/office/drawing/2014/main" id="{D3367336-4DB7-4926-A359-1A63E11F1761}"/>
              </a:ext>
            </a:extLst>
          </p:cNvPr>
          <p:cNvSpPr>
            <a:spLocks xmlns:a="http://schemas.openxmlformats.org/drawingml/2006/main" noGrp="1"/>
          </p:cNvSpPr>
          <p:nvPr/>
        </p:nvSpPr>
        <p:spPr>
          <a:xfrm xmlns:a="http://schemas.openxmlformats.org/drawingml/2006/main">
            <a:off x="6972300" y="29908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要感度確認</a:t>
            </a:r>
          </a:p>
        </p:txBody>
      </p:sp>
      <p:sp>
        <p:nvSpPr>
          <p:cNvPr id="40" name="">
            <a:extLst xmlns:a="http://schemas.openxmlformats.org/drawingml/2006/main">
              <a:ext uri="{FF2B5EF4-FFF2-40B4-BE49-F238E27FC236}">
                <a16:creationId xmlns:a16="http://schemas.microsoft.com/office/drawing/2014/main" id="{C8195490-6676-4545-9115-E6C050CC2ED6}"/>
              </a:ext>
            </a:extLst>
          </p:cNvPr>
          <p:cNvSpPr>
            <a:spLocks xmlns:a="http://schemas.openxmlformats.org/drawingml/2006/main" noGrp="1"/>
          </p:cNvSpPr>
          <p:nvPr/>
        </p:nvSpPr>
        <p:spPr>
          <a:xfrm xmlns:a="http://schemas.openxmlformats.org/drawingml/2006/main">
            <a:off x="457200" y="354330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r">
              <a:lnSpc>
                <a:spcPct val="105000"/>
              </a:lnSpc>
              <a:buNone/>
              <a:defRPr sz="1200" b="1" i="0">
                <a:solidFill>
                  <a:srgbClr val="2F2F2F"/>
                </a:solidFill>
                <a:latin typeface="Noto Sans JP"/>
                <a:ea typeface="Noto Sans JP"/>
                <a:cs typeface="Noto Sans JP"/>
              </a:defRPr>
            </a:pPr>
            <a:r>
              <a:rPr sz="1200" b="1" i="0">
                <a:solidFill>
                  <a:srgbClr val="2F2F2F"/>
                </a:solidFill>
                <a:latin typeface="Noto Sans JP"/>
                <a:ea typeface="Noto Sans JP"/>
                <a:cs typeface="Noto Sans JP"/>
              </a:rPr>
              <a:t>Ar 90% / O₂ 10%</a:t>
            </a:r>
          </a:p>
        </p:txBody>
      </p:sp>
      <p:sp>
        <p:nvSpPr>
          <p:cNvPr id="41" name="">
            <a:extLst xmlns:a="http://schemas.openxmlformats.org/drawingml/2006/main">
              <a:ext uri="{FF2B5EF4-FFF2-40B4-BE49-F238E27FC236}">
                <a16:creationId xmlns:a16="http://schemas.microsoft.com/office/drawing/2014/main" id="{D93F5673-0357-40C4-A6EF-3E614D9CF21B}"/>
              </a:ext>
            </a:extLst>
          </p:cNvPr>
          <p:cNvSpPr>
            <a:spLocks xmlns:a="http://schemas.openxmlformats.org/drawingml/2006/main" noGrp="1"/>
          </p:cNvSpPr>
          <p:nvPr/>
        </p:nvSpPr>
        <p:spPr>
          <a:xfrm xmlns:a="http://schemas.openxmlformats.org/drawingml/2006/main">
            <a:off x="2190750" y="3371850"/>
            <a:ext cx="1495425" cy="762000"/>
          </a:xfrm>
          <a:prstGeom xmlns:a="http://schemas.openxmlformats.org/drawingml/2006/main" prst="rect">
            <a:avLst/>
          </a:prstGeom>
          <a:solidFill xmlns:a="http://schemas.openxmlformats.org/drawingml/2006/main">
            <a:srgbClr val="5F52B4"/>
          </a:solidFill>
          <a:ln xmlns:a="http://schemas.openxmlformats.org/drawingml/2006/main" w="19050">
            <a:solidFill>
              <a:srgbClr val="FFFFFF"/>
            </a:solidFill>
            <a:prstDash val="solid"/>
          </a:ln>
        </p:spPr>
      </p:sp>
      <p:sp>
        <p:nvSpPr>
          <p:cNvPr id="42" name="">
            <a:extLst xmlns:a="http://schemas.openxmlformats.org/drawingml/2006/main">
              <a:ext uri="{FF2B5EF4-FFF2-40B4-BE49-F238E27FC236}">
                <a16:creationId xmlns:a16="http://schemas.microsoft.com/office/drawing/2014/main" id="{D3F26C38-5CFD-436B-AE96-C735B73908E8}"/>
              </a:ext>
            </a:extLst>
          </p:cNvPr>
          <p:cNvSpPr>
            <a:spLocks xmlns:a="http://schemas.openxmlformats.org/drawingml/2006/main" noGrp="1"/>
          </p:cNvSpPr>
          <p:nvPr/>
        </p:nvSpPr>
        <p:spPr>
          <a:xfrm xmlns:a="http://schemas.openxmlformats.org/drawingml/2006/main">
            <a:off x="2266950" y="34956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4.32%</a:t>
            </a:r>
          </a:p>
        </p:txBody>
      </p:sp>
      <p:sp>
        <p:nvSpPr>
          <p:cNvPr id="43" name="">
            <a:extLst xmlns:a="http://schemas.openxmlformats.org/drawingml/2006/main">
              <a:ext uri="{FF2B5EF4-FFF2-40B4-BE49-F238E27FC236}">
                <a16:creationId xmlns:a16="http://schemas.microsoft.com/office/drawing/2014/main" id="{77345460-BA2B-4EA2-9FAA-8E2A1431CCC8}"/>
              </a:ext>
            </a:extLst>
          </p:cNvPr>
          <p:cNvSpPr>
            <a:spLocks xmlns:a="http://schemas.openxmlformats.org/drawingml/2006/main" noGrp="1"/>
          </p:cNvSpPr>
          <p:nvPr/>
        </p:nvSpPr>
        <p:spPr>
          <a:xfrm xmlns:a="http://schemas.openxmlformats.org/drawingml/2006/main">
            <a:off x="2257425" y="38290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4143"/>
          </a:bodyPr>
          <a:lstStyle xmlns:a="http://schemas.openxmlformats.org/drawingml/2006/main"/>
          <a:p xmlns:a="http://schemas.openxmlformats.org/drawingml/2006/main">
            <a:pPr algn="ctr">
              <a:lnSpc>
                <a:spcPct val="105000"/>
              </a:lnSpc>
              <a:buNone/>
              <a:defRPr sz="810" b="1" i="0">
                <a:solidFill>
                  <a:srgbClr val="FFFFFF"/>
                </a:solidFill>
                <a:latin typeface="Noto Sans JP"/>
                <a:ea typeface="Noto Sans JP"/>
                <a:cs typeface="Noto Sans JP"/>
              </a:defRPr>
            </a:pPr>
            <a:r>
              <a:rPr sz="810" b="1" i="0">
                <a:solidFill>
                  <a:srgbClr val="FFFFFF"/>
                </a:solidFill>
                <a:latin typeface="Noto Sans JP"/>
                <a:ea typeface="Noto Sans JP"/>
                <a:cs typeface="Noto Sans JP"/>
              </a:rPr>
              <a:t>高エネルギー尾部／低電界</a:t>
            </a:r>
            <a:r>
              <a:rPr sz="810" b="1" i="0">
                <a:solidFill>
                  <a:srgbClr val="FFFFFF"/>
                </a:solidFill>
                <a:latin typeface="Noto Sans JP"/>
                <a:ea typeface="Noto Sans JP"/>
                <a:cs typeface="Noto Sans JP"/>
              </a:rPr>
              <a:t>要監査</a:t>
            </a:r>
          </a:p>
        </p:txBody>
      </p:sp>
      <p:sp>
        <p:nvSpPr>
          <p:cNvPr id="44" name="">
            <a:extLst xmlns:a="http://schemas.openxmlformats.org/drawingml/2006/main">
              <a:ext uri="{FF2B5EF4-FFF2-40B4-BE49-F238E27FC236}">
                <a16:creationId xmlns:a16="http://schemas.microsoft.com/office/drawing/2014/main" id="{CA0B1ABD-E972-47F3-8E8D-6D3D4E925A96}"/>
              </a:ext>
            </a:extLst>
          </p:cNvPr>
          <p:cNvSpPr>
            <a:spLocks xmlns:a="http://schemas.openxmlformats.org/drawingml/2006/main" noGrp="1"/>
          </p:cNvSpPr>
          <p:nvPr/>
        </p:nvSpPr>
        <p:spPr>
          <a:xfrm xmlns:a="http://schemas.openxmlformats.org/drawingml/2006/main">
            <a:off x="3762375" y="3371850"/>
            <a:ext cx="1495425" cy="762000"/>
          </a:xfrm>
          <a:prstGeom xmlns:a="http://schemas.openxmlformats.org/drawingml/2006/main" prst="rect">
            <a:avLst/>
          </a:prstGeom>
          <a:solidFill xmlns:a="http://schemas.openxmlformats.org/drawingml/2006/main">
            <a:srgbClr val="D4F0F9"/>
          </a:solidFill>
          <a:ln xmlns:a="http://schemas.openxmlformats.org/drawingml/2006/main" w="19050">
            <a:solidFill>
              <a:srgbClr val="FFFFFF"/>
            </a:solidFill>
            <a:prstDash val="solid"/>
          </a:ln>
        </p:spPr>
      </p:sp>
      <p:sp>
        <p:nvSpPr>
          <p:cNvPr id="45" name="">
            <a:extLst xmlns:a="http://schemas.openxmlformats.org/drawingml/2006/main">
              <a:ext uri="{FF2B5EF4-FFF2-40B4-BE49-F238E27FC236}">
                <a16:creationId xmlns:a16="http://schemas.microsoft.com/office/drawing/2014/main" id="{BBB95FCF-24E9-4651-B055-070785C8C3E1}"/>
              </a:ext>
            </a:extLst>
          </p:cNvPr>
          <p:cNvSpPr>
            <a:spLocks xmlns:a="http://schemas.openxmlformats.org/drawingml/2006/main" noGrp="1"/>
          </p:cNvSpPr>
          <p:nvPr/>
        </p:nvSpPr>
        <p:spPr>
          <a:xfrm xmlns:a="http://schemas.openxmlformats.org/drawingml/2006/main">
            <a:off x="3838575" y="34956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0.43%</a:t>
            </a:r>
          </a:p>
        </p:txBody>
      </p:sp>
      <p:sp>
        <p:nvSpPr>
          <p:cNvPr id="46" name="">
            <a:extLst xmlns:a="http://schemas.openxmlformats.org/drawingml/2006/main">
              <a:ext uri="{FF2B5EF4-FFF2-40B4-BE49-F238E27FC236}">
                <a16:creationId xmlns:a16="http://schemas.microsoft.com/office/drawing/2014/main" id="{0C32F79A-F155-40F5-A4BB-C0CB9F410220}"/>
              </a:ext>
            </a:extLst>
          </p:cNvPr>
          <p:cNvSpPr>
            <a:spLocks xmlns:a="http://schemas.openxmlformats.org/drawingml/2006/main" noGrp="1"/>
          </p:cNvSpPr>
          <p:nvPr/>
        </p:nvSpPr>
        <p:spPr>
          <a:xfrm xmlns:a="http://schemas.openxmlformats.org/drawingml/2006/main">
            <a:off x="3829050" y="38290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計算法の差</a:t>
            </a:r>
            <a:r>
              <a:rPr sz="810" b="1" i="0">
                <a:solidFill>
                  <a:srgbClr val="666666"/>
                </a:solidFill>
                <a:latin typeface="Noto Sans JP"/>
                <a:ea typeface="Noto Sans JP"/>
                <a:cs typeface="Noto Sans JP"/>
              </a:rPr>
              <a:t> 小</a:t>
            </a:r>
          </a:p>
        </p:txBody>
      </p:sp>
      <p:sp>
        <p:nvSpPr>
          <p:cNvPr id="47" name="">
            <a:extLst xmlns:a="http://schemas.openxmlformats.org/drawingml/2006/main">
              <a:ext uri="{FF2B5EF4-FFF2-40B4-BE49-F238E27FC236}">
                <a16:creationId xmlns:a16="http://schemas.microsoft.com/office/drawing/2014/main" id="{22A986ED-32E3-4D05-96DB-DA7A77294968}"/>
              </a:ext>
            </a:extLst>
          </p:cNvPr>
          <p:cNvSpPr>
            <a:spLocks xmlns:a="http://schemas.openxmlformats.org/drawingml/2006/main" noGrp="1"/>
          </p:cNvSpPr>
          <p:nvPr/>
        </p:nvSpPr>
        <p:spPr>
          <a:xfrm xmlns:a="http://schemas.openxmlformats.org/drawingml/2006/main">
            <a:off x="5334000" y="3371850"/>
            <a:ext cx="1495425" cy="762000"/>
          </a:xfrm>
          <a:prstGeom xmlns:a="http://schemas.openxmlformats.org/drawingml/2006/main" prst="rect">
            <a:avLst/>
          </a:prstGeom>
          <a:solidFill xmlns:a="http://schemas.openxmlformats.org/drawingml/2006/main">
            <a:srgbClr val="CCEDF7"/>
          </a:solidFill>
          <a:ln xmlns:a="http://schemas.openxmlformats.org/drawingml/2006/main" w="19050">
            <a:solidFill>
              <a:srgbClr val="FFFFFF"/>
            </a:solidFill>
            <a:prstDash val="solid"/>
          </a:ln>
        </p:spPr>
      </p:sp>
      <p:sp>
        <p:nvSpPr>
          <p:cNvPr id="48" name="">
            <a:extLst xmlns:a="http://schemas.openxmlformats.org/drawingml/2006/main">
              <a:ext uri="{FF2B5EF4-FFF2-40B4-BE49-F238E27FC236}">
                <a16:creationId xmlns:a16="http://schemas.microsoft.com/office/drawing/2014/main" id="{43F2FE54-3038-4609-81A6-9A35BE8314AC}"/>
              </a:ext>
            </a:extLst>
          </p:cNvPr>
          <p:cNvSpPr>
            <a:spLocks xmlns:a="http://schemas.openxmlformats.org/drawingml/2006/main" noGrp="1"/>
          </p:cNvSpPr>
          <p:nvPr/>
        </p:nvSpPr>
        <p:spPr>
          <a:xfrm xmlns:a="http://schemas.openxmlformats.org/drawingml/2006/main">
            <a:off x="5410200" y="34956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0.50%</a:t>
            </a:r>
          </a:p>
        </p:txBody>
      </p:sp>
      <p:sp>
        <p:nvSpPr>
          <p:cNvPr id="49" name="">
            <a:extLst xmlns:a="http://schemas.openxmlformats.org/drawingml/2006/main">
              <a:ext uri="{FF2B5EF4-FFF2-40B4-BE49-F238E27FC236}">
                <a16:creationId xmlns:a16="http://schemas.microsoft.com/office/drawing/2014/main" id="{18357613-0C5C-4E89-B18F-4BD899CA109A}"/>
              </a:ext>
            </a:extLst>
          </p:cNvPr>
          <p:cNvSpPr>
            <a:spLocks xmlns:a="http://schemas.openxmlformats.org/drawingml/2006/main" noGrp="1"/>
          </p:cNvSpPr>
          <p:nvPr/>
        </p:nvSpPr>
        <p:spPr>
          <a:xfrm xmlns:a="http://schemas.openxmlformats.org/drawingml/2006/main">
            <a:off x="5400675" y="38290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計算法の差</a:t>
            </a:r>
            <a:r>
              <a:rPr sz="810" b="1" i="0">
                <a:solidFill>
                  <a:srgbClr val="666666"/>
                </a:solidFill>
                <a:latin typeface="Noto Sans JP"/>
                <a:ea typeface="Noto Sans JP"/>
                <a:cs typeface="Noto Sans JP"/>
              </a:rPr>
              <a:t> 小</a:t>
            </a:r>
          </a:p>
        </p:txBody>
      </p:sp>
      <p:sp>
        <p:nvSpPr>
          <p:cNvPr id="50" name="">
            <a:extLst xmlns:a="http://schemas.openxmlformats.org/drawingml/2006/main">
              <a:ext uri="{FF2B5EF4-FFF2-40B4-BE49-F238E27FC236}">
                <a16:creationId xmlns:a16="http://schemas.microsoft.com/office/drawing/2014/main" id="{9AACE9DD-2647-4890-9F2B-67A3F23108CF}"/>
              </a:ext>
            </a:extLst>
          </p:cNvPr>
          <p:cNvSpPr>
            <a:spLocks xmlns:a="http://schemas.openxmlformats.org/drawingml/2006/main" noGrp="1"/>
          </p:cNvSpPr>
          <p:nvPr/>
        </p:nvSpPr>
        <p:spPr>
          <a:xfrm xmlns:a="http://schemas.openxmlformats.org/drawingml/2006/main">
            <a:off x="6905625" y="3371850"/>
            <a:ext cx="1495425" cy="762000"/>
          </a:xfrm>
          <a:prstGeom xmlns:a="http://schemas.openxmlformats.org/drawingml/2006/main" prst="rect">
            <a:avLst/>
          </a:prstGeom>
          <a:solidFill xmlns:a="http://schemas.openxmlformats.org/drawingml/2006/main">
            <a:srgbClr val="4BC0E4"/>
          </a:solidFill>
          <a:ln xmlns:a="http://schemas.openxmlformats.org/drawingml/2006/main" w="19050">
            <a:solidFill>
              <a:srgbClr val="FFFFFF"/>
            </a:solidFill>
            <a:prstDash val="solid"/>
          </a:ln>
        </p:spPr>
      </p:sp>
      <p:sp>
        <p:nvSpPr>
          <p:cNvPr id="51" name="">
            <a:extLst xmlns:a="http://schemas.openxmlformats.org/drawingml/2006/main">
              <a:ext uri="{FF2B5EF4-FFF2-40B4-BE49-F238E27FC236}">
                <a16:creationId xmlns:a16="http://schemas.microsoft.com/office/drawing/2014/main" id="{F008D184-ED74-4035-A2BF-A843772DCCEB}"/>
              </a:ext>
            </a:extLst>
          </p:cNvPr>
          <p:cNvSpPr>
            <a:spLocks xmlns:a="http://schemas.openxmlformats.org/drawingml/2006/main" noGrp="1"/>
          </p:cNvSpPr>
          <p:nvPr/>
        </p:nvSpPr>
        <p:spPr>
          <a:xfrm xmlns:a="http://schemas.openxmlformats.org/drawingml/2006/main">
            <a:off x="6981825" y="34956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1.76%</a:t>
            </a:r>
          </a:p>
        </p:txBody>
      </p:sp>
      <p:sp>
        <p:nvSpPr>
          <p:cNvPr id="52" name="">
            <a:extLst xmlns:a="http://schemas.openxmlformats.org/drawingml/2006/main">
              <a:ext uri="{FF2B5EF4-FFF2-40B4-BE49-F238E27FC236}">
                <a16:creationId xmlns:a16="http://schemas.microsoft.com/office/drawing/2014/main" id="{4F6F0956-C86C-4D5B-9475-F1E5AB86955C}"/>
              </a:ext>
            </a:extLst>
          </p:cNvPr>
          <p:cNvSpPr>
            <a:spLocks xmlns:a="http://schemas.openxmlformats.org/drawingml/2006/main" noGrp="1"/>
          </p:cNvSpPr>
          <p:nvPr/>
        </p:nvSpPr>
        <p:spPr>
          <a:xfrm xmlns:a="http://schemas.openxmlformats.org/drawingml/2006/main">
            <a:off x="6972300" y="38290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要感度確認</a:t>
            </a:r>
          </a:p>
        </p:txBody>
      </p:sp>
      <p:sp>
        <p:nvSpPr>
          <p:cNvPr id="53" name="">
            <a:extLst xmlns:a="http://schemas.openxmlformats.org/drawingml/2006/main">
              <a:ext uri="{FF2B5EF4-FFF2-40B4-BE49-F238E27FC236}">
                <a16:creationId xmlns:a16="http://schemas.microsoft.com/office/drawing/2014/main" id="{532D1B6F-ECA3-4CBA-9E11-371DECC91A33}"/>
              </a:ext>
            </a:extLst>
          </p:cNvPr>
          <p:cNvSpPr>
            <a:spLocks xmlns:a="http://schemas.openxmlformats.org/drawingml/2006/main" noGrp="1"/>
          </p:cNvSpPr>
          <p:nvPr/>
        </p:nvSpPr>
        <p:spPr>
          <a:xfrm xmlns:a="http://schemas.openxmlformats.org/drawingml/2006/main">
            <a:off x="8905875" y="161925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350" b="1" i="0">
                <a:solidFill>
                  <a:srgbClr val="00A6D9"/>
                </a:solidFill>
                <a:latin typeface="Noto Sans JP"/>
                <a:ea typeface="Noto Sans JP"/>
                <a:cs typeface="Noto Sans JP"/>
              </a:defRPr>
            </a:pPr>
            <a:r>
              <a:rPr sz="1350" b="1" i="0">
                <a:solidFill>
                  <a:srgbClr val="00A6D9"/>
                </a:solidFill>
                <a:latin typeface="Noto Sans JP"/>
                <a:ea typeface="Noto Sans JP"/>
                <a:cs typeface="Noto Sans JP"/>
              </a:rPr>
              <a:t>最大差</a:t>
            </a:r>
          </a:p>
        </p:txBody>
      </p:sp>
      <p:sp>
        <p:nvSpPr>
          <p:cNvPr id="54" name="">
            <a:extLst xmlns:a="http://schemas.openxmlformats.org/drawingml/2006/main">
              <a:ext uri="{FF2B5EF4-FFF2-40B4-BE49-F238E27FC236}">
                <a16:creationId xmlns:a16="http://schemas.microsoft.com/office/drawing/2014/main" id="{8F8C2F3C-1C02-4DCB-88ED-0A3A82BC2965}"/>
              </a:ext>
            </a:extLst>
          </p:cNvPr>
          <p:cNvSpPr>
            <a:spLocks xmlns:a="http://schemas.openxmlformats.org/drawingml/2006/main" noGrp="1"/>
          </p:cNvSpPr>
          <p:nvPr/>
        </p:nvSpPr>
        <p:spPr>
          <a:xfrm xmlns:a="http://schemas.openxmlformats.org/drawingml/2006/main">
            <a:off x="8905875" y="1952625"/>
            <a:ext cx="2286000" cy="1066800"/>
          </a:xfrm>
          <a:prstGeom xmlns:a="http://schemas.openxmlformats.org/drawingml/2006/main" prst="rect">
            <a:avLst/>
          </a:prstGeom>
          <a:solidFill xmlns:a="http://schemas.openxmlformats.org/drawingml/2006/main">
            <a:srgbClr val="F3EDF7"/>
          </a:solidFill>
          <a:ln xmlns:a="http://schemas.openxmlformats.org/drawingml/2006/main" w="9525">
            <a:solidFill>
              <a:srgbClr val="8233A6"/>
            </a:solidFill>
          </a:ln>
        </p:spPr>
        <p:txBody>
          <a:bodyPr xmlns:a="http://schemas.openxmlformats.org/drawingml/2006/main" wrap="square" lIns="28575" tIns="19050" rIns="28575" bIns="19050" anchor="ctr">
            <a:normAutofit fontScale="97403"/>
          </a:bodyPr>
          <a:lstStyle xmlns:a="http://schemas.openxmlformats.org/drawingml/2006/main"/>
          <a:p xmlns:a="http://schemas.openxmlformats.org/drawingml/2006/main">
            <a:pPr algn="ctr">
              <a:lnSpc>
                <a:spcPct val="105000"/>
              </a:lnSpc>
              <a:buNone/>
              <a:defRPr sz="1650" b="1" i="0">
                <a:solidFill>
                  <a:srgbClr val="8233A6"/>
                </a:solidFill>
                <a:latin typeface="Noto Sans JP"/>
                <a:ea typeface="Noto Sans JP"/>
                <a:cs typeface="Noto Sans JP"/>
              </a:defRPr>
            </a:pPr>
            <a:r>
              <a:rPr sz="1650" b="1" i="0">
                <a:solidFill>
                  <a:srgbClr val="8233A6"/>
                </a:solidFill>
                <a:latin typeface="Noto Sans JP"/>
                <a:ea typeface="Noto Sans JP"/>
                <a:cs typeface="Noto Sans JP"/>
              </a:rPr>
              <a:t>Ar/O₂・1 Td</a:t>
            </a:r>
          </a:p>
          <a:p xmlns:a="http://schemas.openxmlformats.org/drawingml/2006/main">
            <a:pPr algn="ctr">
              <a:lnSpc>
                <a:spcPct val="105000"/>
              </a:lnSpc>
              <a:buNone/>
              <a:defRPr sz="1650" b="1" i="0">
                <a:solidFill>
                  <a:srgbClr val="8233A6"/>
                </a:solidFill>
                <a:latin typeface="Noto Sans JP"/>
                <a:ea typeface="Noto Sans JP"/>
                <a:cs typeface="Noto Sans JP"/>
              </a:defRPr>
            </a:pPr>
            <a:r>
              <a:rPr sz="1650" b="1" i="0">
                <a:solidFill>
                  <a:srgbClr val="8233A6"/>
                </a:solidFill>
                <a:latin typeface="Noto Sans JP"/>
                <a:ea typeface="Noto Sans JP"/>
                <a:cs typeface="Noto Sans JP"/>
              </a:rPr>
              <a:t>4.32%</a:t>
            </a:r>
          </a:p>
          <a:p xmlns:a="http://schemas.openxmlformats.org/drawingml/2006/main">
            <a:pPr algn="ctr">
              <a:lnSpc>
                <a:spcPct val="105000"/>
              </a:lnSpc>
              <a:buNone/>
              <a:defRPr sz="1650" b="1" i="0">
                <a:solidFill>
                  <a:srgbClr val="8233A6"/>
                </a:solidFill>
                <a:latin typeface="Noto Sans JP"/>
                <a:ea typeface="Noto Sans JP"/>
                <a:cs typeface="Noto Sans JP"/>
              </a:defRPr>
            </a:pPr>
            <a:r>
              <a:rPr sz="1650" b="1" i="0">
                <a:solidFill>
                  <a:srgbClr val="8233A6"/>
                </a:solidFill>
                <a:latin typeface="Noto Sans JP"/>
                <a:ea typeface="Noto Sans JP"/>
                <a:cs typeface="Noto Sans JP"/>
              </a:rPr>
              <a:t>Monte Carlo直接出力</a:t>
            </a:r>
            <a:r>
              <a:rPr sz="1650" b="1" i="0">
                <a:solidFill>
                  <a:srgbClr val="8233A6"/>
                </a:solidFill>
                <a:latin typeface="Noto Sans JP"/>
                <a:ea typeface="Noto Sans JP"/>
                <a:cs typeface="Noto Sans JP"/>
              </a:rPr>
              <a:t> vs </a:t>
            </a:r>
            <a:r>
              <a:rPr sz="1650" b="1" i="0">
                <a:solidFill>
                  <a:srgbClr val="8233A6"/>
                </a:solidFill>
                <a:latin typeface="Noto Sans JP"/>
                <a:ea typeface="Noto Sans JP"/>
                <a:cs typeface="Noto Sans JP"/>
              </a:rPr>
              <a:t>two-term</a:t>
            </a:r>
          </a:p>
        </p:txBody>
      </p:sp>
      <p:sp>
        <p:nvSpPr>
          <p:cNvPr id="55" name="">
            <a:extLst xmlns:a="http://schemas.openxmlformats.org/drawingml/2006/main">
              <a:ext uri="{FF2B5EF4-FFF2-40B4-BE49-F238E27FC236}">
                <a16:creationId xmlns:a16="http://schemas.microsoft.com/office/drawing/2014/main" id="{3722CE3E-7B0B-4E42-A32B-6F28E1393133}"/>
              </a:ext>
            </a:extLst>
          </p:cNvPr>
          <p:cNvSpPr>
            <a:spLocks xmlns:a="http://schemas.openxmlformats.org/drawingml/2006/main" noGrp="1"/>
          </p:cNvSpPr>
          <p:nvPr/>
        </p:nvSpPr>
        <p:spPr>
          <a:xfrm xmlns:a="http://schemas.openxmlformats.org/drawingml/2006/main">
            <a:off x="8905875" y="327660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275" b="1" i="0">
                <a:solidFill>
                  <a:srgbClr val="00A6D9"/>
                </a:solidFill>
                <a:latin typeface="Noto Sans JP"/>
                <a:ea typeface="Noto Sans JP"/>
                <a:cs typeface="Noto Sans JP"/>
              </a:defRPr>
            </a:pPr>
            <a:r>
              <a:rPr sz="1275" b="1" i="0">
                <a:solidFill>
                  <a:srgbClr val="00A6D9"/>
                </a:solidFill>
                <a:latin typeface="Noto Sans JP"/>
                <a:ea typeface="Noto Sans JP"/>
                <a:cs typeface="Noto Sans JP"/>
              </a:rPr>
              <a:t>高電界側</a:t>
            </a:r>
          </a:p>
        </p:txBody>
      </p:sp>
      <p:sp>
        <p:nvSpPr>
          <p:cNvPr id="56" name="">
            <a:extLst xmlns:a="http://schemas.openxmlformats.org/drawingml/2006/main">
              <a:ext uri="{FF2B5EF4-FFF2-40B4-BE49-F238E27FC236}">
                <a16:creationId xmlns:a16="http://schemas.microsoft.com/office/drawing/2014/main" id="{8D87C447-458A-46DD-9E6A-FBA3195518BD}"/>
              </a:ext>
            </a:extLst>
          </p:cNvPr>
          <p:cNvSpPr>
            <a:spLocks xmlns:a="http://schemas.openxmlformats.org/drawingml/2006/main" noGrp="1"/>
          </p:cNvSpPr>
          <p:nvPr/>
        </p:nvSpPr>
        <p:spPr>
          <a:xfrm xmlns:a="http://schemas.openxmlformats.org/drawingml/2006/main">
            <a:off x="8905875" y="3600450"/>
            <a:ext cx="228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163" b="0" i="0">
                <a:solidFill>
                  <a:srgbClr val="2F2F2F"/>
                </a:solidFill>
                <a:latin typeface="Noto Sans JP"/>
                <a:ea typeface="Noto Sans JP"/>
                <a:cs typeface="Noto Sans JP"/>
              </a:defRPr>
            </a:pPr>
            <a:r>
              <a:rPr sz="1163" b="0" i="0">
                <a:solidFill>
                  <a:srgbClr val="2F2F2F"/>
                </a:solidFill>
                <a:latin typeface="Noto Sans JP"/>
                <a:ea typeface="Noto Sans JP"/>
                <a:cs typeface="Noto Sans JP"/>
              </a:rPr>
              <a:t>1000 Tdでは全組成 1.76–1.80%</a:t>
            </a:r>
          </a:p>
          <a:p xmlns:a="http://schemas.openxmlformats.org/drawingml/2006/main">
            <a:pPr algn="ctr">
              <a:lnSpc>
                <a:spcPct val="105000"/>
              </a:lnSpc>
              <a:buNone/>
              <a:defRPr sz="1163" b="0" i="0">
                <a:solidFill>
                  <a:srgbClr val="2F2F2F"/>
                </a:solidFill>
                <a:latin typeface="Noto Sans JP"/>
                <a:ea typeface="Noto Sans JP"/>
                <a:cs typeface="Noto Sans JP"/>
              </a:defRPr>
            </a:pPr>
            <a:r>
              <a:rPr sz="1163" b="0" i="0">
                <a:solidFill>
                  <a:srgbClr val="2F2F2F"/>
                </a:solidFill>
                <a:latin typeface="Noto Sans JP"/>
                <a:ea typeface="Noto Sans JP"/>
                <a:cs typeface="Noto Sans JP"/>
              </a:rPr>
              <a:t>propagator–</a:t>
            </a:r>
            <a:r>
              <a:rPr sz="1163" b="0" i="0">
                <a:solidFill>
                  <a:srgbClr val="2F2F2F"/>
                </a:solidFill>
                <a:latin typeface="Noto Sans JP"/>
                <a:ea typeface="Noto Sans JP"/>
                <a:cs typeface="Noto Sans JP"/>
              </a:rPr>
              <a:t>two-term</a:t>
            </a:r>
            <a:r>
              <a:rPr sz="1163" b="0" i="0">
                <a:solidFill>
                  <a:srgbClr val="2F2F2F"/>
                </a:solidFill>
                <a:latin typeface="Noto Sans JP"/>
                <a:ea typeface="Noto Sans JP"/>
                <a:cs typeface="Noto Sans JP"/>
              </a:rPr>
              <a:t>が最大</a:t>
            </a:r>
          </a:p>
        </p:txBody>
      </p:sp>
      <p:sp>
        <p:nvSpPr>
          <p:cNvPr id="57" name="">
            <a:extLst xmlns:a="http://schemas.openxmlformats.org/drawingml/2006/main">
              <a:ext uri="{FF2B5EF4-FFF2-40B4-BE49-F238E27FC236}">
                <a16:creationId xmlns:a16="http://schemas.microsoft.com/office/drawing/2014/main" id="{0BACB01E-2DE3-4C06-9946-D09E981468DB}"/>
              </a:ext>
            </a:extLst>
          </p:cNvPr>
          <p:cNvSpPr>
            <a:spLocks xmlns:a="http://schemas.openxmlformats.org/drawingml/2006/main" noGrp="1"/>
          </p:cNvSpPr>
          <p:nvPr/>
        </p:nvSpPr>
        <p:spPr>
          <a:xfrm xmlns:a="http://schemas.openxmlformats.org/drawingml/2006/main">
            <a:off x="8905875" y="451485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275" b="1" i="0">
                <a:solidFill>
                  <a:srgbClr val="00A6D9"/>
                </a:solidFill>
                <a:latin typeface="Noto Sans JP"/>
                <a:ea typeface="Noto Sans JP"/>
                <a:cs typeface="Noto Sans JP"/>
              </a:defRPr>
            </a:pPr>
            <a:r>
              <a:rPr sz="1275" b="1" i="0">
                <a:solidFill>
                  <a:srgbClr val="00A6D9"/>
                </a:solidFill>
                <a:latin typeface="Noto Sans JP"/>
                <a:ea typeface="Noto Sans JP"/>
                <a:cs typeface="Noto Sans JP"/>
              </a:rPr>
              <a:t>解釈</a:t>
            </a:r>
          </a:p>
        </p:txBody>
      </p:sp>
      <p:sp>
        <p:nvSpPr>
          <p:cNvPr id="58" name="">
            <a:extLst xmlns:a="http://schemas.openxmlformats.org/drawingml/2006/main">
              <a:ext uri="{FF2B5EF4-FFF2-40B4-BE49-F238E27FC236}">
                <a16:creationId xmlns:a16="http://schemas.microsoft.com/office/drawing/2014/main" id="{A14EA174-C8C4-4660-891B-AB3771333989}"/>
              </a:ext>
            </a:extLst>
          </p:cNvPr>
          <p:cNvSpPr>
            <a:spLocks xmlns:a="http://schemas.openxmlformats.org/drawingml/2006/main" noGrp="1"/>
          </p:cNvSpPr>
          <p:nvPr/>
        </p:nvSpPr>
        <p:spPr>
          <a:xfrm xmlns:a="http://schemas.openxmlformats.org/drawingml/2006/main">
            <a:off x="8763000" y="4810125"/>
            <a:ext cx="257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7111"/>
          </a:bodyPr>
          <a:lstStyle xmlns:a="http://schemas.openxmlformats.org/drawingml/2006/main"/>
          <a:p xmlns:a="http://schemas.openxmlformats.org/drawingml/2006/main">
            <a:pPr algn="ctr">
              <a:lnSpc>
                <a:spcPct val="105000"/>
              </a:lnSpc>
              <a:buNone/>
              <a:defRPr sz="1088" b="0" i="0">
                <a:solidFill>
                  <a:srgbClr val="2F2F2F"/>
                </a:solidFill>
                <a:latin typeface="Noto Sans JP"/>
                <a:ea typeface="Noto Sans JP"/>
                <a:cs typeface="Noto Sans JP"/>
              </a:defRPr>
            </a:pPr>
            <a:r>
              <a:rPr sz="1088" b="0" i="0">
                <a:solidFill>
                  <a:srgbClr val="2F2F2F"/>
                </a:solidFill>
                <a:latin typeface="Noto Sans JP"/>
                <a:ea typeface="Noto Sans JP"/>
                <a:cs typeface="Noto Sans JP"/>
              </a:rPr>
              <a:t>組成・E/Nによる分布変化は一様でない。</a:t>
            </a:r>
          </a:p>
          <a:p xmlns:a="http://schemas.openxmlformats.org/drawingml/2006/main">
            <a:pPr algn="ctr">
              <a:lnSpc>
                <a:spcPct val="105000"/>
              </a:lnSpc>
              <a:buNone/>
              <a:defRPr sz="1088" b="0" i="0">
                <a:solidFill>
                  <a:srgbClr val="2F2F2F"/>
                </a:solidFill>
                <a:latin typeface="Noto Sans JP"/>
                <a:ea typeface="Noto Sans JP"/>
                <a:cs typeface="Noto Sans JP"/>
              </a:defRPr>
            </a:pPr>
            <a:r>
              <a:rPr sz="1088" b="0" i="0">
                <a:solidFill>
                  <a:srgbClr val="2F2F2F"/>
                </a:solidFill>
                <a:latin typeface="Noto Sans JP"/>
                <a:ea typeface="Noto Sans JP"/>
                <a:cs typeface="Noto Sans JP"/>
              </a:rPr>
              <a:t>差が最大の条件だけをMC・PN収束の</a:t>
            </a:r>
          </a:p>
          <a:p xmlns:a="http://schemas.openxmlformats.org/drawingml/2006/main">
            <a:pPr algn="ctr">
              <a:lnSpc>
                <a:spcPct val="105000"/>
              </a:lnSpc>
              <a:buNone/>
              <a:defRPr sz="1088" b="0" i="0">
                <a:solidFill>
                  <a:srgbClr val="2F2F2F"/>
                </a:solidFill>
                <a:latin typeface="Noto Sans JP"/>
                <a:ea typeface="Noto Sans JP"/>
                <a:cs typeface="Noto Sans JP"/>
              </a:defRPr>
            </a:pPr>
            <a:r>
              <a:rPr sz="1088" b="0" i="0">
                <a:solidFill>
                  <a:srgbClr val="2F2F2F"/>
                </a:solidFill>
                <a:latin typeface="Noto Sans JP"/>
                <a:ea typeface="Noto Sans JP"/>
                <a:cs typeface="Noto Sans JP"/>
              </a:rPr>
              <a:t>追加監査点に選ぶ。</a:t>
            </a:r>
          </a:p>
        </p:txBody>
      </p:sp>
      <p:sp>
        <p:nvSpPr>
          <p:cNvPr id="59" name="">
            <a:extLst xmlns:a="http://schemas.openxmlformats.org/drawingml/2006/main">
              <a:ext uri="{FF2B5EF4-FFF2-40B4-BE49-F238E27FC236}">
                <a16:creationId xmlns:a16="http://schemas.microsoft.com/office/drawing/2014/main" id="{E6C83B7A-1387-4D57-BFDB-319F7CF47ABC}"/>
              </a:ext>
            </a:extLst>
          </p:cNvPr>
          <p:cNvSpPr>
            <a:spLocks xmlns:a="http://schemas.openxmlformats.org/drawingml/2006/main" noGrp="1"/>
          </p:cNvSpPr>
          <p:nvPr/>
        </p:nvSpPr>
        <p:spPr>
          <a:xfrm xmlns:a="http://schemas.openxmlformats.org/drawingml/2006/main">
            <a:off x="2952750" y="4572000"/>
            <a:ext cx="121920" cy="142875"/>
          </a:xfrm>
          <a:prstGeom xmlns:a="http://schemas.openxmlformats.org/drawingml/2006/main" prst="rect">
            <a:avLst/>
          </a:prstGeom>
          <a:solidFill xmlns:a="http://schemas.openxmlformats.org/drawingml/2006/main">
            <a:srgbClr val="F9FDFE"/>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60A0F5DD-715B-43E0-9103-E153D91845E1}"/>
              </a:ext>
            </a:extLst>
          </p:cNvPr>
          <p:cNvSpPr>
            <a:spLocks xmlns:a="http://schemas.openxmlformats.org/drawingml/2006/main" noGrp="1"/>
          </p:cNvSpPr>
          <p:nvPr/>
        </p:nvSpPr>
        <p:spPr>
          <a:xfrm xmlns:a="http://schemas.openxmlformats.org/drawingml/2006/main">
            <a:off x="3071813" y="4572000"/>
            <a:ext cx="121920" cy="142875"/>
          </a:xfrm>
          <a:prstGeom xmlns:a="http://schemas.openxmlformats.org/drawingml/2006/main" prst="rect">
            <a:avLst/>
          </a:prstGeom>
          <a:solidFill xmlns:a="http://schemas.openxmlformats.org/drawingml/2006/main">
            <a:srgbClr val="ECF8FC"/>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0725A233-1AA8-43C1-A120-3056D503E081}"/>
              </a:ext>
            </a:extLst>
          </p:cNvPr>
          <p:cNvSpPr>
            <a:spLocks xmlns:a="http://schemas.openxmlformats.org/drawingml/2006/main" noGrp="1"/>
          </p:cNvSpPr>
          <p:nvPr/>
        </p:nvSpPr>
        <p:spPr>
          <a:xfrm xmlns:a="http://schemas.openxmlformats.org/drawingml/2006/main">
            <a:off x="3190875" y="4572000"/>
            <a:ext cx="121920" cy="142875"/>
          </a:xfrm>
          <a:prstGeom xmlns:a="http://schemas.openxmlformats.org/drawingml/2006/main" prst="rect">
            <a:avLst/>
          </a:prstGeom>
          <a:solidFill xmlns:a="http://schemas.openxmlformats.org/drawingml/2006/main">
            <a:srgbClr val="DFF4FA"/>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2B61A2F4-515E-48DC-B6E2-9D55415C4E5F}"/>
              </a:ext>
            </a:extLst>
          </p:cNvPr>
          <p:cNvSpPr>
            <a:spLocks xmlns:a="http://schemas.openxmlformats.org/drawingml/2006/main" noGrp="1"/>
          </p:cNvSpPr>
          <p:nvPr/>
        </p:nvSpPr>
        <p:spPr>
          <a:xfrm xmlns:a="http://schemas.openxmlformats.org/drawingml/2006/main">
            <a:off x="3309938" y="4572000"/>
            <a:ext cx="121920" cy="142875"/>
          </a:xfrm>
          <a:prstGeom xmlns:a="http://schemas.openxmlformats.org/drawingml/2006/main" prst="rect">
            <a:avLst/>
          </a:prstGeom>
          <a:solidFill xmlns:a="http://schemas.openxmlformats.org/drawingml/2006/main">
            <a:srgbClr val="D2EFF8"/>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2F0D29F4-B72B-4CEC-B085-D53C218963E6}"/>
              </a:ext>
            </a:extLst>
          </p:cNvPr>
          <p:cNvSpPr>
            <a:spLocks xmlns:a="http://schemas.openxmlformats.org/drawingml/2006/main" noGrp="1"/>
          </p:cNvSpPr>
          <p:nvPr/>
        </p:nvSpPr>
        <p:spPr>
          <a:xfrm xmlns:a="http://schemas.openxmlformats.org/drawingml/2006/main">
            <a:off x="3429000" y="4572000"/>
            <a:ext cx="121920" cy="142875"/>
          </a:xfrm>
          <a:prstGeom xmlns:a="http://schemas.openxmlformats.org/drawingml/2006/main" prst="rect">
            <a:avLst/>
          </a:prstGeom>
          <a:solidFill xmlns:a="http://schemas.openxmlformats.org/drawingml/2006/main">
            <a:srgbClr val="C6EBF6"/>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153937F4-69A5-4443-A66F-BD5DEAF74F6F}"/>
              </a:ext>
            </a:extLst>
          </p:cNvPr>
          <p:cNvSpPr>
            <a:spLocks xmlns:a="http://schemas.openxmlformats.org/drawingml/2006/main" noGrp="1"/>
          </p:cNvSpPr>
          <p:nvPr/>
        </p:nvSpPr>
        <p:spPr>
          <a:xfrm xmlns:a="http://schemas.openxmlformats.org/drawingml/2006/main">
            <a:off x="3548063" y="4572000"/>
            <a:ext cx="121920" cy="142875"/>
          </a:xfrm>
          <a:prstGeom xmlns:a="http://schemas.openxmlformats.org/drawingml/2006/main" prst="rect">
            <a:avLst/>
          </a:prstGeom>
          <a:solidFill xmlns:a="http://schemas.openxmlformats.org/drawingml/2006/main">
            <a:srgbClr val="B9E7F5"/>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9F865591-0CD3-4C06-A1CA-0D43D896EBFF}"/>
              </a:ext>
            </a:extLst>
          </p:cNvPr>
          <p:cNvSpPr>
            <a:spLocks xmlns:a="http://schemas.openxmlformats.org/drawingml/2006/main" noGrp="1"/>
          </p:cNvSpPr>
          <p:nvPr/>
        </p:nvSpPr>
        <p:spPr>
          <a:xfrm xmlns:a="http://schemas.openxmlformats.org/drawingml/2006/main">
            <a:off x="3667125" y="4572000"/>
            <a:ext cx="121920" cy="142875"/>
          </a:xfrm>
          <a:prstGeom xmlns:a="http://schemas.openxmlformats.org/drawingml/2006/main" prst="rect">
            <a:avLst/>
          </a:prstGeom>
          <a:solidFill xmlns:a="http://schemas.openxmlformats.org/drawingml/2006/main">
            <a:srgbClr val="ACE2F3"/>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22819A34-36D6-4E36-9C61-7A9C66257AC5}"/>
              </a:ext>
            </a:extLst>
          </p:cNvPr>
          <p:cNvSpPr>
            <a:spLocks xmlns:a="http://schemas.openxmlformats.org/drawingml/2006/main" noGrp="1"/>
          </p:cNvSpPr>
          <p:nvPr/>
        </p:nvSpPr>
        <p:spPr>
          <a:xfrm xmlns:a="http://schemas.openxmlformats.org/drawingml/2006/main">
            <a:off x="3786188" y="4572000"/>
            <a:ext cx="121920" cy="142875"/>
          </a:xfrm>
          <a:prstGeom xmlns:a="http://schemas.openxmlformats.org/drawingml/2006/main" prst="rect">
            <a:avLst/>
          </a:prstGeom>
          <a:solidFill xmlns:a="http://schemas.openxmlformats.org/drawingml/2006/main">
            <a:srgbClr val="9FDEF1"/>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0D3C858C-61CB-4AF9-9A94-3B9E5E2632A9}"/>
              </a:ext>
            </a:extLst>
          </p:cNvPr>
          <p:cNvSpPr>
            <a:spLocks xmlns:a="http://schemas.openxmlformats.org/drawingml/2006/main" noGrp="1"/>
          </p:cNvSpPr>
          <p:nvPr/>
        </p:nvSpPr>
        <p:spPr>
          <a:xfrm xmlns:a="http://schemas.openxmlformats.org/drawingml/2006/main">
            <a:off x="3905250" y="4572000"/>
            <a:ext cx="121920" cy="142875"/>
          </a:xfrm>
          <a:prstGeom xmlns:a="http://schemas.openxmlformats.org/drawingml/2006/main" prst="rect">
            <a:avLst/>
          </a:prstGeom>
          <a:solidFill xmlns:a="http://schemas.openxmlformats.org/drawingml/2006/main">
            <a:srgbClr val="93D9EF"/>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BD3C6824-C937-4BE5-9EC6-BE9D40ED119F}"/>
              </a:ext>
            </a:extLst>
          </p:cNvPr>
          <p:cNvSpPr>
            <a:spLocks xmlns:a="http://schemas.openxmlformats.org/drawingml/2006/main" noGrp="1"/>
          </p:cNvSpPr>
          <p:nvPr/>
        </p:nvSpPr>
        <p:spPr>
          <a:xfrm xmlns:a="http://schemas.openxmlformats.org/drawingml/2006/main">
            <a:off x="4024313" y="4572000"/>
            <a:ext cx="121920" cy="142875"/>
          </a:xfrm>
          <a:prstGeom xmlns:a="http://schemas.openxmlformats.org/drawingml/2006/main" prst="rect">
            <a:avLst/>
          </a:prstGeom>
          <a:solidFill xmlns:a="http://schemas.openxmlformats.org/drawingml/2006/main">
            <a:srgbClr val="86D5ED"/>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AE5AF62B-2C75-4CCE-A03C-70F4C069D1EE}"/>
              </a:ext>
            </a:extLst>
          </p:cNvPr>
          <p:cNvSpPr>
            <a:spLocks xmlns:a="http://schemas.openxmlformats.org/drawingml/2006/main" noGrp="1"/>
          </p:cNvSpPr>
          <p:nvPr/>
        </p:nvSpPr>
        <p:spPr>
          <a:xfrm xmlns:a="http://schemas.openxmlformats.org/drawingml/2006/main">
            <a:off x="4143375" y="4572000"/>
            <a:ext cx="121920" cy="142875"/>
          </a:xfrm>
          <a:prstGeom xmlns:a="http://schemas.openxmlformats.org/drawingml/2006/main" prst="rect">
            <a:avLst/>
          </a:prstGeom>
          <a:solidFill xmlns:a="http://schemas.openxmlformats.org/drawingml/2006/main">
            <a:srgbClr val="79D0EB"/>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33A38DC2-D1F0-4B21-AB96-3CC9981136C2}"/>
              </a:ext>
            </a:extLst>
          </p:cNvPr>
          <p:cNvSpPr>
            <a:spLocks xmlns:a="http://schemas.openxmlformats.org/drawingml/2006/main" noGrp="1"/>
          </p:cNvSpPr>
          <p:nvPr/>
        </p:nvSpPr>
        <p:spPr>
          <a:xfrm xmlns:a="http://schemas.openxmlformats.org/drawingml/2006/main">
            <a:off x="4262438" y="4572000"/>
            <a:ext cx="121920" cy="142875"/>
          </a:xfrm>
          <a:prstGeom xmlns:a="http://schemas.openxmlformats.org/drawingml/2006/main" prst="rect">
            <a:avLst/>
          </a:prstGeom>
          <a:solidFill xmlns:a="http://schemas.openxmlformats.org/drawingml/2006/main">
            <a:srgbClr val="6CCCE9"/>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F7B7E7BE-0DFC-4CEF-A96D-02C931139DD2}"/>
              </a:ext>
            </a:extLst>
          </p:cNvPr>
          <p:cNvSpPr>
            <a:spLocks xmlns:a="http://schemas.openxmlformats.org/drawingml/2006/main" noGrp="1"/>
          </p:cNvSpPr>
          <p:nvPr/>
        </p:nvSpPr>
        <p:spPr>
          <a:xfrm xmlns:a="http://schemas.openxmlformats.org/drawingml/2006/main">
            <a:off x="4381500" y="4572000"/>
            <a:ext cx="121920" cy="142875"/>
          </a:xfrm>
          <a:prstGeom xmlns:a="http://schemas.openxmlformats.org/drawingml/2006/main" prst="rect">
            <a:avLst/>
          </a:prstGeom>
          <a:solidFill xmlns:a="http://schemas.openxmlformats.org/drawingml/2006/main">
            <a:srgbClr val="60C7E7"/>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EE0EEF02-4E97-48C8-AF34-942D33D0C711}"/>
              </a:ext>
            </a:extLst>
          </p:cNvPr>
          <p:cNvSpPr>
            <a:spLocks xmlns:a="http://schemas.openxmlformats.org/drawingml/2006/main" noGrp="1"/>
          </p:cNvSpPr>
          <p:nvPr/>
        </p:nvSpPr>
        <p:spPr>
          <a:xfrm xmlns:a="http://schemas.openxmlformats.org/drawingml/2006/main">
            <a:off x="4500563" y="4572000"/>
            <a:ext cx="121920" cy="142875"/>
          </a:xfrm>
          <a:prstGeom xmlns:a="http://schemas.openxmlformats.org/drawingml/2006/main" prst="rect">
            <a:avLst/>
          </a:prstGeom>
          <a:solidFill xmlns:a="http://schemas.openxmlformats.org/drawingml/2006/main">
            <a:srgbClr val="53C3E5"/>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985CD6FA-8D4F-4952-B144-464622BAF40D}"/>
              </a:ext>
            </a:extLst>
          </p:cNvPr>
          <p:cNvSpPr>
            <a:spLocks xmlns:a="http://schemas.openxmlformats.org/drawingml/2006/main" noGrp="1"/>
          </p:cNvSpPr>
          <p:nvPr/>
        </p:nvSpPr>
        <p:spPr>
          <a:xfrm xmlns:a="http://schemas.openxmlformats.org/drawingml/2006/main">
            <a:off x="4619625" y="4572000"/>
            <a:ext cx="121920" cy="142875"/>
          </a:xfrm>
          <a:prstGeom xmlns:a="http://schemas.openxmlformats.org/drawingml/2006/main" prst="rect">
            <a:avLst/>
          </a:prstGeom>
          <a:solidFill xmlns:a="http://schemas.openxmlformats.org/drawingml/2006/main">
            <a:srgbClr val="46BEE3"/>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12E6F2ED-8D9E-4ED2-A8DC-C7564FB5A447}"/>
              </a:ext>
            </a:extLst>
          </p:cNvPr>
          <p:cNvSpPr>
            <a:spLocks xmlns:a="http://schemas.openxmlformats.org/drawingml/2006/main" noGrp="1"/>
          </p:cNvSpPr>
          <p:nvPr/>
        </p:nvSpPr>
        <p:spPr>
          <a:xfrm xmlns:a="http://schemas.openxmlformats.org/drawingml/2006/main">
            <a:off x="4738688" y="4572000"/>
            <a:ext cx="121920" cy="142875"/>
          </a:xfrm>
          <a:prstGeom xmlns:a="http://schemas.openxmlformats.org/drawingml/2006/main" prst="rect">
            <a:avLst/>
          </a:prstGeom>
          <a:solidFill xmlns:a="http://schemas.openxmlformats.org/drawingml/2006/main">
            <a:srgbClr val="39BAE2"/>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19A1142F-0B22-44E2-8BC8-B1D72DC27BFD}"/>
              </a:ext>
            </a:extLst>
          </p:cNvPr>
          <p:cNvSpPr>
            <a:spLocks xmlns:a="http://schemas.openxmlformats.org/drawingml/2006/main" noGrp="1"/>
          </p:cNvSpPr>
          <p:nvPr/>
        </p:nvSpPr>
        <p:spPr>
          <a:xfrm xmlns:a="http://schemas.openxmlformats.org/drawingml/2006/main">
            <a:off x="4857750" y="4572000"/>
            <a:ext cx="121920" cy="142875"/>
          </a:xfrm>
          <a:prstGeom xmlns:a="http://schemas.openxmlformats.org/drawingml/2006/main" prst="rect">
            <a:avLst/>
          </a:prstGeom>
          <a:solidFill xmlns:a="http://schemas.openxmlformats.org/drawingml/2006/main">
            <a:srgbClr val="2DB6E0"/>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B92BF1F8-038F-4412-8575-8F12B67BCADF}"/>
              </a:ext>
            </a:extLst>
          </p:cNvPr>
          <p:cNvSpPr>
            <a:spLocks xmlns:a="http://schemas.openxmlformats.org/drawingml/2006/main" noGrp="1"/>
          </p:cNvSpPr>
          <p:nvPr/>
        </p:nvSpPr>
        <p:spPr>
          <a:xfrm xmlns:a="http://schemas.openxmlformats.org/drawingml/2006/main">
            <a:off x="4976813" y="4572000"/>
            <a:ext cx="121920" cy="142875"/>
          </a:xfrm>
          <a:prstGeom xmlns:a="http://schemas.openxmlformats.org/drawingml/2006/main" prst="rect">
            <a:avLst/>
          </a:prstGeom>
          <a:solidFill xmlns:a="http://schemas.openxmlformats.org/drawingml/2006/main">
            <a:srgbClr val="20B1DE"/>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DDBF1629-3510-410A-AE60-8CACECA8E82F}"/>
              </a:ext>
            </a:extLst>
          </p:cNvPr>
          <p:cNvSpPr>
            <a:spLocks xmlns:a="http://schemas.openxmlformats.org/drawingml/2006/main" noGrp="1"/>
          </p:cNvSpPr>
          <p:nvPr/>
        </p:nvSpPr>
        <p:spPr>
          <a:xfrm xmlns:a="http://schemas.openxmlformats.org/drawingml/2006/main">
            <a:off x="5095875" y="4572000"/>
            <a:ext cx="121920" cy="142875"/>
          </a:xfrm>
          <a:prstGeom xmlns:a="http://schemas.openxmlformats.org/drawingml/2006/main" prst="rect">
            <a:avLst/>
          </a:prstGeom>
          <a:solidFill xmlns:a="http://schemas.openxmlformats.org/drawingml/2006/main">
            <a:srgbClr val="13ADDC"/>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A506E412-1105-463F-A891-DCDBD8956CC0}"/>
              </a:ext>
            </a:extLst>
          </p:cNvPr>
          <p:cNvSpPr>
            <a:spLocks xmlns:a="http://schemas.openxmlformats.org/drawingml/2006/main" noGrp="1"/>
          </p:cNvSpPr>
          <p:nvPr/>
        </p:nvSpPr>
        <p:spPr>
          <a:xfrm xmlns:a="http://schemas.openxmlformats.org/drawingml/2006/main">
            <a:off x="5214938" y="4572000"/>
            <a:ext cx="121920" cy="142875"/>
          </a:xfrm>
          <a:prstGeom xmlns:a="http://schemas.openxmlformats.org/drawingml/2006/main" prst="rect">
            <a:avLst/>
          </a:prstGeom>
          <a:solidFill xmlns:a="http://schemas.openxmlformats.org/drawingml/2006/main">
            <a:srgbClr val="06A8DA"/>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69C3C45A-6E57-44E7-8E70-674ADEF47B90}"/>
              </a:ext>
            </a:extLst>
          </p:cNvPr>
          <p:cNvSpPr>
            <a:spLocks xmlns:a="http://schemas.openxmlformats.org/drawingml/2006/main" noGrp="1"/>
          </p:cNvSpPr>
          <p:nvPr/>
        </p:nvSpPr>
        <p:spPr>
          <a:xfrm xmlns:a="http://schemas.openxmlformats.org/drawingml/2006/main">
            <a:off x="5334000" y="4572000"/>
            <a:ext cx="121920" cy="142875"/>
          </a:xfrm>
          <a:prstGeom xmlns:a="http://schemas.openxmlformats.org/drawingml/2006/main" prst="rect">
            <a:avLst/>
          </a:prstGeom>
          <a:solidFill xmlns:a="http://schemas.openxmlformats.org/drawingml/2006/main">
            <a:srgbClr val="03A3D8"/>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F261F387-346C-40A8-8F50-5AD96A12D087}"/>
              </a:ext>
            </a:extLst>
          </p:cNvPr>
          <p:cNvSpPr>
            <a:spLocks xmlns:a="http://schemas.openxmlformats.org/drawingml/2006/main" noGrp="1"/>
          </p:cNvSpPr>
          <p:nvPr/>
        </p:nvSpPr>
        <p:spPr>
          <a:xfrm xmlns:a="http://schemas.openxmlformats.org/drawingml/2006/main">
            <a:off x="5453063" y="4572000"/>
            <a:ext cx="121920" cy="142875"/>
          </a:xfrm>
          <a:prstGeom xmlns:a="http://schemas.openxmlformats.org/drawingml/2006/main" prst="rect">
            <a:avLst/>
          </a:prstGeom>
          <a:solidFill xmlns:a="http://schemas.openxmlformats.org/drawingml/2006/main">
            <a:srgbClr val="0A9DD5"/>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085D73AC-7E94-4918-A831-3B47572E5169}"/>
              </a:ext>
            </a:extLst>
          </p:cNvPr>
          <p:cNvSpPr>
            <a:spLocks xmlns:a="http://schemas.openxmlformats.org/drawingml/2006/main" noGrp="1"/>
          </p:cNvSpPr>
          <p:nvPr/>
        </p:nvSpPr>
        <p:spPr>
          <a:xfrm xmlns:a="http://schemas.openxmlformats.org/drawingml/2006/main">
            <a:off x="5572125" y="4572000"/>
            <a:ext cx="121920" cy="142875"/>
          </a:xfrm>
          <a:prstGeom xmlns:a="http://schemas.openxmlformats.org/drawingml/2006/main" prst="rect">
            <a:avLst/>
          </a:prstGeom>
          <a:solidFill xmlns:a="http://schemas.openxmlformats.org/drawingml/2006/main">
            <a:srgbClr val="1098D3"/>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7E415ECB-FA2E-4008-80D5-9D1953978BEC}"/>
              </a:ext>
            </a:extLst>
          </p:cNvPr>
          <p:cNvSpPr>
            <a:spLocks xmlns:a="http://schemas.openxmlformats.org/drawingml/2006/main" noGrp="1"/>
          </p:cNvSpPr>
          <p:nvPr/>
        </p:nvSpPr>
        <p:spPr>
          <a:xfrm xmlns:a="http://schemas.openxmlformats.org/drawingml/2006/main">
            <a:off x="5691188" y="4572000"/>
            <a:ext cx="121920" cy="142875"/>
          </a:xfrm>
          <a:prstGeom xmlns:a="http://schemas.openxmlformats.org/drawingml/2006/main" prst="rect">
            <a:avLst/>
          </a:prstGeom>
          <a:solidFill xmlns:a="http://schemas.openxmlformats.org/drawingml/2006/main">
            <a:srgbClr val="1792D0"/>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6F909B7C-1446-475A-8E5F-8931BCF62EFA}"/>
              </a:ext>
            </a:extLst>
          </p:cNvPr>
          <p:cNvSpPr>
            <a:spLocks xmlns:a="http://schemas.openxmlformats.org/drawingml/2006/main" noGrp="1"/>
          </p:cNvSpPr>
          <p:nvPr/>
        </p:nvSpPr>
        <p:spPr>
          <a:xfrm xmlns:a="http://schemas.openxmlformats.org/drawingml/2006/main">
            <a:off x="5810250" y="4572000"/>
            <a:ext cx="121920" cy="142875"/>
          </a:xfrm>
          <a:prstGeom xmlns:a="http://schemas.openxmlformats.org/drawingml/2006/main" prst="rect">
            <a:avLst/>
          </a:prstGeom>
          <a:solidFill xmlns:a="http://schemas.openxmlformats.org/drawingml/2006/main">
            <a:srgbClr val="1D8CCE"/>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628515B2-BBDD-41B6-A002-BCE6E1977529}"/>
              </a:ext>
            </a:extLst>
          </p:cNvPr>
          <p:cNvSpPr>
            <a:spLocks xmlns:a="http://schemas.openxmlformats.org/drawingml/2006/main" noGrp="1"/>
          </p:cNvSpPr>
          <p:nvPr/>
        </p:nvSpPr>
        <p:spPr>
          <a:xfrm xmlns:a="http://schemas.openxmlformats.org/drawingml/2006/main">
            <a:off x="5929313" y="4572000"/>
            <a:ext cx="121920" cy="142875"/>
          </a:xfrm>
          <a:prstGeom xmlns:a="http://schemas.openxmlformats.org/drawingml/2006/main" prst="rect">
            <a:avLst/>
          </a:prstGeom>
          <a:solidFill xmlns:a="http://schemas.openxmlformats.org/drawingml/2006/main">
            <a:srgbClr val="2486CB"/>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9EFA7EE5-1DCD-40BD-AFFE-5783110AA19B}"/>
              </a:ext>
            </a:extLst>
          </p:cNvPr>
          <p:cNvSpPr>
            <a:spLocks xmlns:a="http://schemas.openxmlformats.org/drawingml/2006/main" noGrp="1"/>
          </p:cNvSpPr>
          <p:nvPr/>
        </p:nvSpPr>
        <p:spPr>
          <a:xfrm xmlns:a="http://schemas.openxmlformats.org/drawingml/2006/main">
            <a:off x="6048375" y="4572000"/>
            <a:ext cx="121920" cy="142875"/>
          </a:xfrm>
          <a:prstGeom xmlns:a="http://schemas.openxmlformats.org/drawingml/2006/main" prst="rect">
            <a:avLst/>
          </a:prstGeom>
          <a:solidFill xmlns:a="http://schemas.openxmlformats.org/drawingml/2006/main">
            <a:srgbClr val="2A81C8"/>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B9167755-8B7C-4A54-B54A-661133163982}"/>
              </a:ext>
            </a:extLst>
          </p:cNvPr>
          <p:cNvSpPr>
            <a:spLocks xmlns:a="http://schemas.openxmlformats.org/drawingml/2006/main" noGrp="1"/>
          </p:cNvSpPr>
          <p:nvPr/>
        </p:nvSpPr>
        <p:spPr>
          <a:xfrm xmlns:a="http://schemas.openxmlformats.org/drawingml/2006/main">
            <a:off x="6167438" y="4572000"/>
            <a:ext cx="121920" cy="142875"/>
          </a:xfrm>
          <a:prstGeom xmlns:a="http://schemas.openxmlformats.org/drawingml/2006/main" prst="rect">
            <a:avLst/>
          </a:prstGeom>
          <a:solidFill xmlns:a="http://schemas.openxmlformats.org/drawingml/2006/main">
            <a:srgbClr val="317BC6"/>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E6336A17-8E56-49B1-841C-70A75D37C775}"/>
              </a:ext>
            </a:extLst>
          </p:cNvPr>
          <p:cNvSpPr>
            <a:spLocks xmlns:a="http://schemas.openxmlformats.org/drawingml/2006/main" noGrp="1"/>
          </p:cNvSpPr>
          <p:nvPr/>
        </p:nvSpPr>
        <p:spPr>
          <a:xfrm xmlns:a="http://schemas.openxmlformats.org/drawingml/2006/main">
            <a:off x="6286500" y="4572000"/>
            <a:ext cx="121920" cy="142875"/>
          </a:xfrm>
          <a:prstGeom xmlns:a="http://schemas.openxmlformats.org/drawingml/2006/main" prst="rect">
            <a:avLst/>
          </a:prstGeom>
          <a:solidFill xmlns:a="http://schemas.openxmlformats.org/drawingml/2006/main">
            <a:srgbClr val="3775C3"/>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C5112355-CDA7-4706-94A8-C6F0589B5109}"/>
              </a:ext>
            </a:extLst>
          </p:cNvPr>
          <p:cNvSpPr>
            <a:spLocks xmlns:a="http://schemas.openxmlformats.org/drawingml/2006/main" noGrp="1"/>
          </p:cNvSpPr>
          <p:nvPr/>
        </p:nvSpPr>
        <p:spPr>
          <a:xfrm xmlns:a="http://schemas.openxmlformats.org/drawingml/2006/main">
            <a:off x="6405563" y="4572000"/>
            <a:ext cx="121920" cy="142875"/>
          </a:xfrm>
          <a:prstGeom xmlns:a="http://schemas.openxmlformats.org/drawingml/2006/main" prst="rect">
            <a:avLst/>
          </a:prstGeom>
          <a:solidFill xmlns:a="http://schemas.openxmlformats.org/drawingml/2006/main">
            <a:srgbClr val="3E6FC1"/>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27EEB85E-7C05-4D61-97C6-097CA16D3D26}"/>
              </a:ext>
            </a:extLst>
          </p:cNvPr>
          <p:cNvSpPr>
            <a:spLocks xmlns:a="http://schemas.openxmlformats.org/drawingml/2006/main" noGrp="1"/>
          </p:cNvSpPr>
          <p:nvPr/>
        </p:nvSpPr>
        <p:spPr>
          <a:xfrm xmlns:a="http://schemas.openxmlformats.org/drawingml/2006/main">
            <a:off x="6524625" y="4572000"/>
            <a:ext cx="121920" cy="142875"/>
          </a:xfrm>
          <a:prstGeom xmlns:a="http://schemas.openxmlformats.org/drawingml/2006/main" prst="rect">
            <a:avLst/>
          </a:prstGeom>
          <a:solidFill xmlns:a="http://schemas.openxmlformats.org/drawingml/2006/main">
            <a:srgbClr val="446ABE"/>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75ECF1F2-C9D5-439A-913F-8EA4E738B27D}"/>
              </a:ext>
            </a:extLst>
          </p:cNvPr>
          <p:cNvSpPr>
            <a:spLocks xmlns:a="http://schemas.openxmlformats.org/drawingml/2006/main" noGrp="1"/>
          </p:cNvSpPr>
          <p:nvPr/>
        </p:nvSpPr>
        <p:spPr>
          <a:xfrm xmlns:a="http://schemas.openxmlformats.org/drawingml/2006/main">
            <a:off x="6643688" y="4572000"/>
            <a:ext cx="121920" cy="142875"/>
          </a:xfrm>
          <a:prstGeom xmlns:a="http://schemas.openxmlformats.org/drawingml/2006/main" prst="rect">
            <a:avLst/>
          </a:prstGeom>
          <a:solidFill xmlns:a="http://schemas.openxmlformats.org/drawingml/2006/main">
            <a:srgbClr val="4B64BC"/>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B7B28EEA-CB74-4070-A52E-E13CC1829772}"/>
              </a:ext>
            </a:extLst>
          </p:cNvPr>
          <p:cNvSpPr>
            <a:spLocks xmlns:a="http://schemas.openxmlformats.org/drawingml/2006/main" noGrp="1"/>
          </p:cNvSpPr>
          <p:nvPr/>
        </p:nvSpPr>
        <p:spPr>
          <a:xfrm xmlns:a="http://schemas.openxmlformats.org/drawingml/2006/main">
            <a:off x="6762750" y="4572000"/>
            <a:ext cx="121920" cy="142875"/>
          </a:xfrm>
          <a:prstGeom xmlns:a="http://schemas.openxmlformats.org/drawingml/2006/main" prst="rect">
            <a:avLst/>
          </a:prstGeom>
          <a:solidFill xmlns:a="http://schemas.openxmlformats.org/drawingml/2006/main">
            <a:srgbClr val="515EB9"/>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C6803E0C-30FE-4A88-81F5-0F5EAE511409}"/>
              </a:ext>
            </a:extLst>
          </p:cNvPr>
          <p:cNvSpPr>
            <a:spLocks xmlns:a="http://schemas.openxmlformats.org/drawingml/2006/main" noGrp="1"/>
          </p:cNvSpPr>
          <p:nvPr/>
        </p:nvSpPr>
        <p:spPr>
          <a:xfrm xmlns:a="http://schemas.openxmlformats.org/drawingml/2006/main">
            <a:off x="6881813" y="4572000"/>
            <a:ext cx="121920" cy="142875"/>
          </a:xfrm>
          <a:prstGeom xmlns:a="http://schemas.openxmlformats.org/drawingml/2006/main" prst="rect">
            <a:avLst/>
          </a:prstGeom>
          <a:solidFill xmlns:a="http://schemas.openxmlformats.org/drawingml/2006/main">
            <a:srgbClr val="5858B7"/>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BEF71263-4172-4A8B-88CD-9A597A853952}"/>
              </a:ext>
            </a:extLst>
          </p:cNvPr>
          <p:cNvSpPr>
            <a:spLocks xmlns:a="http://schemas.openxmlformats.org/drawingml/2006/main" noGrp="1"/>
          </p:cNvSpPr>
          <p:nvPr/>
        </p:nvSpPr>
        <p:spPr>
          <a:xfrm xmlns:a="http://schemas.openxmlformats.org/drawingml/2006/main">
            <a:off x="7000875" y="4572000"/>
            <a:ext cx="121920" cy="142875"/>
          </a:xfrm>
          <a:prstGeom xmlns:a="http://schemas.openxmlformats.org/drawingml/2006/main" prst="rect">
            <a:avLst/>
          </a:prstGeom>
          <a:solidFill xmlns:a="http://schemas.openxmlformats.org/drawingml/2006/main">
            <a:srgbClr val="5E53B4"/>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EDA378E6-4F5A-49E8-9A65-646C472ECE49}"/>
              </a:ext>
            </a:extLst>
          </p:cNvPr>
          <p:cNvSpPr>
            <a:spLocks xmlns:a="http://schemas.openxmlformats.org/drawingml/2006/main" noGrp="1"/>
          </p:cNvSpPr>
          <p:nvPr/>
        </p:nvSpPr>
        <p:spPr>
          <a:xfrm xmlns:a="http://schemas.openxmlformats.org/drawingml/2006/main">
            <a:off x="7119938" y="4572000"/>
            <a:ext cx="121920" cy="142875"/>
          </a:xfrm>
          <a:prstGeom xmlns:a="http://schemas.openxmlformats.org/drawingml/2006/main" prst="rect">
            <a:avLst/>
          </a:prstGeom>
          <a:solidFill xmlns:a="http://schemas.openxmlformats.org/drawingml/2006/main">
            <a:srgbClr val="654DB1"/>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BECD8043-D00C-4384-BA13-8A88773E9701}"/>
              </a:ext>
            </a:extLst>
          </p:cNvPr>
          <p:cNvSpPr>
            <a:spLocks xmlns:a="http://schemas.openxmlformats.org/drawingml/2006/main" noGrp="1"/>
          </p:cNvSpPr>
          <p:nvPr/>
        </p:nvSpPr>
        <p:spPr>
          <a:xfrm xmlns:a="http://schemas.openxmlformats.org/drawingml/2006/main">
            <a:off x="7239000" y="4572000"/>
            <a:ext cx="121920" cy="142875"/>
          </a:xfrm>
          <a:prstGeom xmlns:a="http://schemas.openxmlformats.org/drawingml/2006/main" prst="rect">
            <a:avLst/>
          </a:prstGeom>
          <a:solidFill xmlns:a="http://schemas.openxmlformats.org/drawingml/2006/main">
            <a:srgbClr val="6B47AF"/>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4A9302B6-AA6F-490B-A4D5-A80A925E7570}"/>
              </a:ext>
            </a:extLst>
          </p:cNvPr>
          <p:cNvSpPr>
            <a:spLocks xmlns:a="http://schemas.openxmlformats.org/drawingml/2006/main" noGrp="1"/>
          </p:cNvSpPr>
          <p:nvPr/>
        </p:nvSpPr>
        <p:spPr>
          <a:xfrm xmlns:a="http://schemas.openxmlformats.org/drawingml/2006/main">
            <a:off x="7358063" y="4572000"/>
            <a:ext cx="121920" cy="142875"/>
          </a:xfrm>
          <a:prstGeom xmlns:a="http://schemas.openxmlformats.org/drawingml/2006/main" prst="rect">
            <a:avLst/>
          </a:prstGeom>
          <a:solidFill xmlns:a="http://schemas.openxmlformats.org/drawingml/2006/main">
            <a:srgbClr val="7241AC"/>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FF8593C0-CE93-4493-B3B8-1DF0EAADD031}"/>
              </a:ext>
            </a:extLst>
          </p:cNvPr>
          <p:cNvSpPr>
            <a:spLocks xmlns:a="http://schemas.openxmlformats.org/drawingml/2006/main" noGrp="1"/>
          </p:cNvSpPr>
          <p:nvPr/>
        </p:nvSpPr>
        <p:spPr>
          <a:xfrm xmlns:a="http://schemas.openxmlformats.org/drawingml/2006/main">
            <a:off x="7477125" y="4572000"/>
            <a:ext cx="121920" cy="142875"/>
          </a:xfrm>
          <a:prstGeom xmlns:a="http://schemas.openxmlformats.org/drawingml/2006/main" prst="rect">
            <a:avLst/>
          </a:prstGeom>
          <a:solidFill xmlns:a="http://schemas.openxmlformats.org/drawingml/2006/main">
            <a:srgbClr val="783CAA"/>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8FEB6884-8D9E-4AC9-AD12-B4F48B435EC9}"/>
              </a:ext>
            </a:extLst>
          </p:cNvPr>
          <p:cNvSpPr>
            <a:spLocks xmlns:a="http://schemas.openxmlformats.org/drawingml/2006/main" noGrp="1"/>
          </p:cNvSpPr>
          <p:nvPr/>
        </p:nvSpPr>
        <p:spPr>
          <a:xfrm xmlns:a="http://schemas.openxmlformats.org/drawingml/2006/main">
            <a:off x="7596188" y="4572000"/>
            <a:ext cx="121920" cy="142875"/>
          </a:xfrm>
          <a:prstGeom xmlns:a="http://schemas.openxmlformats.org/drawingml/2006/main" prst="rect">
            <a:avLst/>
          </a:prstGeom>
          <a:solidFill xmlns:a="http://schemas.openxmlformats.org/drawingml/2006/main">
            <a:srgbClr val="7F36A7"/>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CBA9DBDF-5AD3-4E97-9D94-AD0178B053C7}"/>
              </a:ext>
            </a:extLst>
          </p:cNvPr>
          <p:cNvSpPr>
            <a:spLocks xmlns:a="http://schemas.openxmlformats.org/drawingml/2006/main" noGrp="1"/>
          </p:cNvSpPr>
          <p:nvPr/>
        </p:nvSpPr>
        <p:spPr>
          <a:xfrm xmlns:a="http://schemas.openxmlformats.org/drawingml/2006/main">
            <a:off x="2781300" y="476250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a:t>
            </a:r>
          </a:p>
        </p:txBody>
      </p:sp>
      <p:sp>
        <p:nvSpPr>
          <p:cNvPr id="100" name="">
            <a:extLst xmlns:a="http://schemas.openxmlformats.org/drawingml/2006/main">
              <a:ext uri="{FF2B5EF4-FFF2-40B4-BE49-F238E27FC236}">
                <a16:creationId xmlns:a16="http://schemas.microsoft.com/office/drawing/2014/main" id="{0DC10295-CEC3-417C-B790-E85C9517528C}"/>
              </a:ext>
            </a:extLst>
          </p:cNvPr>
          <p:cNvSpPr>
            <a:spLocks xmlns:a="http://schemas.openxmlformats.org/drawingml/2006/main" noGrp="1"/>
          </p:cNvSpPr>
          <p:nvPr/>
        </p:nvSpPr>
        <p:spPr>
          <a:xfrm xmlns:a="http://schemas.openxmlformats.org/drawingml/2006/main">
            <a:off x="5067300" y="4762500"/>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2.5%</a:t>
            </a:r>
          </a:p>
        </p:txBody>
      </p:sp>
      <p:sp>
        <p:nvSpPr>
          <p:cNvPr id="101" name="">
            <a:extLst xmlns:a="http://schemas.openxmlformats.org/drawingml/2006/main">
              <a:ext uri="{FF2B5EF4-FFF2-40B4-BE49-F238E27FC236}">
                <a16:creationId xmlns:a16="http://schemas.microsoft.com/office/drawing/2014/main" id="{E12531F2-DCAA-4A2D-A8AD-71B2DAFB9496}"/>
              </a:ext>
            </a:extLst>
          </p:cNvPr>
          <p:cNvSpPr>
            <a:spLocks xmlns:a="http://schemas.openxmlformats.org/drawingml/2006/main" noGrp="1"/>
          </p:cNvSpPr>
          <p:nvPr/>
        </p:nvSpPr>
        <p:spPr>
          <a:xfrm xmlns:a="http://schemas.openxmlformats.org/drawingml/2006/main">
            <a:off x="7381875" y="476250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a:t>
            </a:r>
          </a:p>
        </p:txBody>
      </p:sp>
      <p:sp>
        <p:nvSpPr>
          <p:cNvPr id="102" name="">
            <a:extLst xmlns:a="http://schemas.openxmlformats.org/drawingml/2006/main">
              <a:ext uri="{FF2B5EF4-FFF2-40B4-BE49-F238E27FC236}">
                <a16:creationId xmlns:a16="http://schemas.microsoft.com/office/drawing/2014/main" id="{C112BCD5-7AC6-431B-BF77-3D1C97091B35}"/>
              </a:ext>
            </a:extLst>
          </p:cNvPr>
          <p:cNvSpPr>
            <a:spLocks xmlns:a="http://schemas.openxmlformats.org/drawingml/2006/main" noGrp="1"/>
          </p:cNvSpPr>
          <p:nvPr/>
        </p:nvSpPr>
        <p:spPr>
          <a:xfrm xmlns:a="http://schemas.openxmlformats.org/drawingml/2006/main">
            <a:off x="2952750" y="4343400"/>
            <a:ext cx="476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841"/>
          </a:bodyPr>
          <a:lstStyle xmlns:a="http://schemas.openxmlformats.org/drawingml/2006/main"/>
          <a:p xmlns:a="http://schemas.openxmlformats.org/drawingml/2006/main">
            <a:pPr algn="ctr">
              <a:lnSpc>
                <a:spcPct val="105000"/>
              </a:lnSpc>
              <a:buNone/>
              <a:defRPr sz="938" b="1" i="0">
                <a:solidFill>
                  <a:srgbClr val="666666"/>
                </a:solidFill>
                <a:latin typeface="Noto Sans JP"/>
                <a:ea typeface="Noto Sans JP"/>
                <a:cs typeface="Noto Sans JP"/>
              </a:defRPr>
            </a:pPr>
            <a:r>
              <a:rPr sz="938" b="1" i="0">
                <a:solidFill>
                  <a:srgbClr val="666666"/>
                </a:solidFill>
                <a:latin typeface="Noto Sans JP"/>
                <a:ea typeface="Noto Sans JP"/>
                <a:cs typeface="Noto Sans JP"/>
              </a:rPr>
              <a:t>手法間最大TV</a:t>
            </a:r>
          </a:p>
        </p:txBody>
      </p:sp>
      <p:sp>
        <p:nvSpPr>
          <p:cNvPr id="105" name="">
            <a:extLst xmlns:a="http://schemas.openxmlformats.org/drawingml/2006/main">
              <a:ext uri="{FF2B5EF4-FFF2-40B4-BE49-F238E27FC236}">
                <a16:creationId xmlns:a16="http://schemas.microsoft.com/office/drawing/2014/main" id="{155411E9-0270-48D4-A484-02DF0841E700}"/>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計算法選択</a:t>
            </a:r>
            <a:r>
              <a:rPr sz="1275" b="1" i="0">
                <a:solidFill>
                  <a:srgbClr val="6DBB20"/>
                </a:solidFill>
                <a:latin typeface="Noto Sans JP"/>
                <a:ea typeface="Noto Sans JP"/>
                <a:cs typeface="Noto Sans JP"/>
              </a:rPr>
              <a:t>を固定順位にせず、E/N・組成ごとの不一致地図で精密計算点を選ぶ。</a:t>
            </a:r>
          </a:p>
        </p:txBody>
      </p:sp>
      <p:sp>
        <p:nvSpPr>
          <p:cNvPr id="106" name="">
            <a:extLst xmlns:a="http://schemas.openxmlformats.org/drawingml/2006/main">
              <a:ext uri="{FF2B5EF4-FFF2-40B4-BE49-F238E27FC236}">
                <a16:creationId xmlns:a16="http://schemas.microsoft.com/office/drawing/2014/main" id="{95D29B8F-1A36-4F38-A1A8-3AF382769AA7}"/>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pure-Ar and mixture EEDF comparison metrics; conservative union-grid TV</a:t>
            </a:r>
          </a:p>
        </p:txBody>
      </p:sp>
      <p:sp>
        <p:nvSpPr>
          <p:cNvPr id="108" name="title">
            <a:extLst xmlns:a="http://schemas.openxmlformats.org/drawingml/2006/main">
              <a:ext uri="{FF2B5EF4-FFF2-40B4-BE49-F238E27FC236}">
                <a16:creationId xmlns:a16="http://schemas.microsoft.com/office/drawing/2014/main" id="{2DCD3555-1CB3-4A85-BE71-69D409A6F99F}"/>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E/Nと組成に対する計算法の不一致</a:t>
            </a:r>
          </a:p>
        </p:txBody>
      </p:sp>
      <p:sp>
        <p:nvSpPr>
          <p:cNvPr id="109" name="">
            <a:extLst xmlns:a="http://schemas.openxmlformats.org/drawingml/2006/main">
              <a:ext uri="{FF2B5EF4-FFF2-40B4-BE49-F238E27FC236}">
                <a16:creationId xmlns:a16="http://schemas.microsoft.com/office/drawing/2014/main" id="{9B688222-C5A1-4C67-9094-C88D48F5F628}"/>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10" name="section">
            <a:extLst xmlns:a="http://schemas.openxmlformats.org/drawingml/2006/main">
              <a:ext uri="{FF2B5EF4-FFF2-40B4-BE49-F238E27FC236}">
                <a16:creationId xmlns:a16="http://schemas.microsoft.com/office/drawing/2014/main" id="{C44FF83F-6F27-42D7-B867-A8175930438A}"/>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75253724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1266138-2AAE-4C42-B5FA-187422A36B03}"/>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7" name="">
            <a:extLst xmlns:a="http://schemas.openxmlformats.org/drawingml/2006/main">
              <a:ext uri="{FF2B5EF4-FFF2-40B4-BE49-F238E27FC236}">
                <a16:creationId xmlns:a16="http://schemas.microsoft.com/office/drawing/2014/main" id="{43F08B3C-7F01-45E2-8833-F44619DCE50D}"/>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40</a:t>
            </a:r>
          </a:p>
        </p:txBody>
      </p:sp>
      <p:graphicFrame>
        <p:nvGraphicFramePr>
          <p:cNvPr id="29" name="Chart"/>
          <p:cNvGraphicFramePr/>
          <p:nvPr/>
        </p:nvGraphicFramePr>
        <p:xfrm>
          <a:off xmlns:a="http://schemas.openxmlformats.org/drawingml/2006/main" x="476250" y="1428750"/>
          <a:ext xmlns:a="http://schemas.openxmlformats.org/drawingml/2006/main" cx="5476875" cy="3429000"/>
        </p:xfrm>
        <a:graphic xmlns:a="http://schemas.openxmlformats.org/drawingml/2006/main">
          <a:graphicData uri="http://schemas.openxmlformats.org/drawingml/2006/chart">
            <c:chart xmlns:r="http://schemas.openxmlformats.org/officeDocument/2006/relationships" xmlns:c="http://schemas.openxmlformats.org/drawingml/2006/chart" r:id="R8fdb46cdad6b4196"/>
          </a:graphicData>
        </a:graphic>
      </p:graphicFrame>
      <p:graphicFrame>
        <p:nvGraphicFramePr>
          <p:cNvPr id="30" name=""/>
          <p:cNvGraphicFramePr/>
          <p:nvPr/>
        </p:nvGraphicFramePr>
        <p:xfrm>
          <a:off xmlns:a="http://schemas.openxmlformats.org/drawingml/2006/main" x="6191250" y="1428750"/>
          <a:ext xmlns:a="http://schemas.openxmlformats.org/drawingml/2006/main" cx="5524500" cy="2714625"/>
        </p:xfrm>
        <a:graphic xmlns:a="http://schemas.openxmlformats.org/drawingml/2006/main">
          <a:graphicData uri="http://schemas.openxmlformats.org/drawingml/2006/table">
            <a:tbl>
              <a:tblPr firstRow="1" bandRow="0"/>
              <a:tblGrid>
                <a:gridCol w="1428750"/>
                <a:gridCol w="1095375"/>
                <a:gridCol w="1000125"/>
                <a:gridCol w="952500"/>
                <a:gridCol w="1047750"/>
              </a:tblGrid>
              <a:tr h="678656">
                <a:tc>
                  <a:txBody>
                    <a:bodyPr lIns="57150" tIns="38100" rIns="47625" bIns="38100">
                      <a:normAutofit/>
                    </a:bodyPr>
                    <a:lstStyle/>
                    <a:p>
                      <a:pPr algn="l">
                        <a:buNone/>
                      </a:pPr>
                      <a:r>
                        <a:rPr sz="863" b="1">
                          <a:solidFill>
                            <a:srgbClr val="FFFFFF"/>
                          </a:solidFill>
                          <a:latin typeface="Noto Sans JP"/>
                          <a:ea typeface="Noto Sans JP"/>
                          <a:cs typeface="Noto Sans JP"/>
                        </a:rPr>
                        <a:t>Monte Carlo（100 Td）</a:t>
                      </a:r>
                    </a:p>
                  </a:txBody>
                  <a:tcPr marL="91440" marR="91440" marT="45720" marB="45720" anchor="ctr">
                    <a:solidFill>
                      <a:srgbClr val="00A6D9"/>
                    </a:solidFill>
                  </a:tcPr>
                </a:tc>
                <a:tc>
                  <a:txBody>
                    <a:bodyPr lIns="57150" tIns="38100" rIns="47625" bIns="38100">
                      <a:normAutofit/>
                    </a:bodyPr>
                    <a:lstStyle/>
                    <a:p>
                      <a:pPr algn="ctr">
                        <a:buNone/>
                      </a:pPr>
                      <a:r>
                        <a:rPr sz="863" b="1">
                          <a:solidFill>
                            <a:srgbClr val="FFFFFF"/>
                          </a:solidFill>
                          <a:latin typeface="Noto Sans JP"/>
                          <a:ea typeface="Noto Sans JP"/>
                          <a:cs typeface="Noto Sans JP"/>
                        </a:rPr>
                        <a:t>計算規模（衝突処理数）</a:t>
                      </a:r>
                    </a:p>
                  </a:txBody>
                  <a:tcPr marL="91440" marR="91440" marT="45720" marB="45720" anchor="ctr">
                    <a:solidFill>
                      <a:srgbClr val="00A6D9"/>
                    </a:solidFill>
                  </a:tcPr>
                </a:tc>
                <a:tc>
                  <a:txBody>
                    <a:bodyPr lIns="57150" tIns="38100" rIns="47625" bIns="38100">
                      <a:normAutofit/>
                    </a:bodyPr>
                    <a:lstStyle/>
                    <a:p>
                      <a:pPr algn="ctr">
                        <a:buNone/>
                      </a:pPr>
                      <a:r>
                        <a:rPr sz="863" b="1">
                          <a:solidFill>
                            <a:srgbClr val="FFFFFF"/>
                          </a:solidFill>
                          <a:latin typeface="Noto Sans JP"/>
                          <a:ea typeface="Noto Sans JP"/>
                          <a:cs typeface="Noto Sans JP"/>
                        </a:rPr>
                        <a:t>実行時間</a:t>
                      </a:r>
                    </a:p>
                  </a:txBody>
                  <a:tcPr marL="91440" marR="91440" marT="45720" marB="45720" anchor="ctr">
                    <a:solidFill>
                      <a:srgbClr val="00A6D9"/>
                    </a:solidFill>
                  </a:tcPr>
                </a:tc>
                <a:tc>
                  <a:txBody>
                    <a:bodyPr lIns="57150" tIns="38100" rIns="47625" bIns="38100">
                      <a:normAutofit/>
                    </a:bodyPr>
                    <a:lstStyle/>
                    <a:p>
                      <a:pPr algn="ctr">
                        <a:buNone/>
                      </a:pPr>
                      <a:r>
                        <a:rPr sz="863" b="1">
                          <a:solidFill>
                            <a:srgbClr val="FFFFFF"/>
                          </a:solidFill>
                          <a:latin typeface="Noto Sans JP"/>
                          <a:ea typeface="Noto Sans JP"/>
                          <a:cs typeface="Noto Sans JP"/>
                        </a:rPr>
                        <a:t>計算速度</a:t>
                      </a:r>
                    </a:p>
                  </a:txBody>
                  <a:tcPr marL="91440" marR="91440" marT="45720" marB="45720" anchor="ctr">
                    <a:solidFill>
                      <a:srgbClr val="00A6D9"/>
                    </a:solidFill>
                  </a:tcPr>
                </a:tc>
                <a:tc>
                  <a:txBody>
                    <a:bodyPr lIns="57150" tIns="38100" rIns="47625" bIns="38100">
                      <a:normAutofit/>
                    </a:bodyPr>
                    <a:lstStyle/>
                    <a:p>
                      <a:pPr algn="ctr">
                        <a:buNone/>
                      </a:pPr>
                      <a:r>
                        <a:rPr sz="863" b="1">
                          <a:solidFill>
                            <a:srgbClr val="FFFFFF"/>
                          </a:solidFill>
                          <a:latin typeface="Noto Sans JP"/>
                          <a:ea typeface="Noto Sans JP"/>
                          <a:cs typeface="Noto Sans JP"/>
                        </a:rPr>
                        <a:t>統計的解釈</a:t>
                      </a:r>
                    </a:p>
                  </a:txBody>
                  <a:tcPr marL="91440" marR="91440" marT="45720" marB="45720" anchor="ctr">
                    <a:solidFill>
                      <a:srgbClr val="00A6D9"/>
                    </a:solidFill>
                  </a:tcPr>
                </a:tc>
              </a:tr>
              <a:tr h="678656">
                <a:tc>
                  <a:txBody>
                    <a:bodyPr lIns="57150" tIns="38100" rIns="47625" bIns="38100">
                      <a:normAutofit/>
                    </a:bodyPr>
                    <a:lstStyle/>
                    <a:p>
                      <a:pPr algn="l">
                        <a:buNone/>
                      </a:pPr>
                      <a:r>
                        <a:rPr sz="885" b="1">
                          <a:solidFill>
                            <a:srgbClr val="2F2F2F"/>
                          </a:solidFill>
                          <a:latin typeface="Noto Sans JP"/>
                          <a:ea typeface="Noto Sans JP"/>
                          <a:cs typeface="Noto Sans JP"/>
                        </a:rPr>
                        <a:t>Ar/N2 90/10</a:t>
                      </a:r>
                    </a:p>
                  </a:txBody>
                  <a:tcPr marL="91440" marR="91440" marT="45720" marB="45720" anchor="ctr">
                    <a:solidFill>
                      <a:srgbClr val="FFFFFF"/>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151.0 M</a:t>
                      </a:r>
                    </a:p>
                  </a:txBody>
                  <a:tcPr marL="91440" marR="91440" marT="45720" marB="45720" anchor="ctr">
                    <a:solidFill>
                      <a:srgbClr val="FFFFFF"/>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550.2 s</a:t>
                      </a:r>
                    </a:p>
                  </a:txBody>
                  <a:tcPr marL="91440" marR="91440" marT="45720" marB="45720" anchor="ctr">
                    <a:solidFill>
                      <a:srgbClr val="FFFFFF"/>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274 k/s</a:t>
                      </a:r>
                    </a:p>
                  </a:txBody>
                  <a:tcPr marL="91440" marR="91440" marT="45720" marB="45720" anchor="ctr">
                    <a:solidFill>
                      <a:srgbClr val="FFFFFF"/>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共通エネルギー格子の統合処理が支配</a:t>
                      </a:r>
                    </a:p>
                  </a:txBody>
                  <a:tcPr marL="91440" marR="91440" marT="45720" marB="45720" anchor="ctr">
                    <a:solidFill>
                      <a:srgbClr val="FFFFFF"/>
                    </a:solidFill>
                  </a:tcPr>
                </a:tc>
              </a:tr>
              <a:tr h="678656">
                <a:tc>
                  <a:txBody>
                    <a:bodyPr lIns="57150" tIns="38100" rIns="47625" bIns="38100">
                      <a:normAutofit/>
                    </a:bodyPr>
                    <a:lstStyle/>
                    <a:p>
                      <a:pPr algn="l">
                        <a:buNone/>
                      </a:pPr>
                      <a:r>
                        <a:rPr sz="885" b="1">
                          <a:solidFill>
                            <a:srgbClr val="2F2F2F"/>
                          </a:solidFill>
                          <a:latin typeface="Noto Sans JP"/>
                          <a:ea typeface="Noto Sans JP"/>
                          <a:cs typeface="Noto Sans JP"/>
                        </a:rPr>
                        <a:t>Ar/Cl2 90/10</a:t>
                      </a:r>
                    </a:p>
                  </a:txBody>
                  <a:tcPr marL="91440" marR="91440" marT="45720" marB="45720" anchor="ctr">
                    <a:solidFill>
                      <a:srgbClr val="F1F1F1"/>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184.5 M</a:t>
                      </a:r>
                    </a:p>
                  </a:txBody>
                  <a:tcPr marL="91440" marR="91440" marT="45720" marB="45720" anchor="ctr">
                    <a:solidFill>
                      <a:srgbClr val="F1F1F1"/>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236.6 s</a:t>
                      </a:r>
                    </a:p>
                  </a:txBody>
                  <a:tcPr marL="91440" marR="91440" marT="45720" marB="45720" anchor="ctr">
                    <a:solidFill>
                      <a:srgbClr val="F1F1F1"/>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780 k/s</a:t>
                      </a:r>
                    </a:p>
                  </a:txBody>
                  <a:tcPr marL="91440" marR="91440" marT="45720" marB="45720" anchor="ctr">
                    <a:solidFill>
                      <a:srgbClr val="F1F1F1"/>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高閾値反応を4独立反復で未観測</a:t>
                      </a:r>
                    </a:p>
                  </a:txBody>
                  <a:tcPr marL="91440" marR="91440" marT="45720" marB="45720" anchor="ctr">
                    <a:solidFill>
                      <a:srgbClr val="F1F1F1"/>
                    </a:solidFill>
                  </a:tcPr>
                </a:tc>
              </a:tr>
              <a:tr h="678656">
                <a:tc>
                  <a:txBody>
                    <a:bodyPr lIns="57150" tIns="38100" rIns="47625" bIns="38100">
                      <a:normAutofit/>
                    </a:bodyPr>
                    <a:lstStyle/>
                    <a:p>
                      <a:pPr algn="l">
                        <a:buNone/>
                      </a:pPr>
                      <a:r>
                        <a:rPr sz="885" b="1">
                          <a:solidFill>
                            <a:srgbClr val="2F2F2F"/>
                          </a:solidFill>
                          <a:latin typeface="Noto Sans JP"/>
                          <a:ea typeface="Noto Sans JP"/>
                          <a:cs typeface="Noto Sans JP"/>
                        </a:rPr>
                        <a:t>標本数依存</a:t>
                      </a:r>
                    </a:p>
                  </a:txBody>
                  <a:tcPr marL="91440" marR="91440" marT="45720" marB="45720" anchor="ctr">
                    <a:solidFill>
                      <a:srgbClr val="FFFFFF"/>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粒子数×衝突処理数×独立反復</a:t>
                      </a:r>
                    </a:p>
                  </a:txBody>
                  <a:tcPr marL="91440" marR="91440" marT="45720" marB="45720" anchor="ctr">
                    <a:solidFill>
                      <a:srgbClr val="FFFFFF"/>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共用計算機での実測</a:t>
                      </a:r>
                    </a:p>
                  </a:txBody>
                  <a:tcPr marL="91440" marR="91440" marT="45720" marB="45720" anchor="ctr">
                    <a:solidFill>
                      <a:srgbClr val="FFFFFF"/>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条件依存</a:t>
                      </a:r>
                    </a:p>
                  </a:txBody>
                  <a:tcPr marL="91440" marR="91440" marT="45720" marB="45720" anchor="ctr">
                    <a:solidFill>
                      <a:srgbClr val="FFFFFF"/>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95%信頼区間幅 ∝ N_eff⁻¹ᐟ²（独立性が前提）</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EB64433D-2599-44CE-A147-ED0D8A503401}"/>
              </a:ext>
            </a:extLst>
          </p:cNvPr>
          <p:cNvSpPr>
            <a:spLocks xmlns:a="http://schemas.openxmlformats.org/drawingml/2006/main" noGrp="1"/>
          </p:cNvSpPr>
          <p:nvPr/>
        </p:nvSpPr>
        <p:spPr>
          <a:xfrm xmlns:a="http://schemas.openxmlformats.org/drawingml/2006/main">
            <a:off x="6429375" y="4410075"/>
            <a:ext cx="504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211441"/>
                </a:solidFill>
                <a:latin typeface="Noto Sans JP"/>
                <a:ea typeface="Noto Sans JP"/>
                <a:cs typeface="Noto Sans JP"/>
              </a:defRPr>
            </a:pPr>
            <a:r>
              <a:rPr sz="1088" b="1" i="0">
                <a:solidFill>
                  <a:srgbClr val="211441"/>
                </a:solidFill>
                <a:latin typeface="Noto Sans JP"/>
                <a:ea typeface="Noto Sans JP"/>
                <a:cs typeface="Noto Sans JP"/>
              </a:rPr>
              <a:t>左：</a:t>
            </a:r>
            <a:r>
              <a:rPr sz="1088" b="1" i="0">
                <a:solidFill>
                  <a:srgbClr val="211441"/>
                </a:solidFill>
                <a:latin typeface="Noto Sans JP"/>
                <a:ea typeface="Noto Sans JP"/>
                <a:cs typeface="Noto Sans JP"/>
              </a:rPr>
              <a:t>COMSOL物性表を適用して計算</a:t>
            </a:r>
            <a:r>
              <a:rPr sz="1088" b="1" i="0">
                <a:solidFill>
                  <a:srgbClr val="211441"/>
                </a:solidFill>
                <a:latin typeface="Noto Sans JP"/>
                <a:ea typeface="Noto Sans JP"/>
                <a:cs typeface="Noto Sans JP"/>
              </a:rPr>
              <a:t>（同一PC・同一MPH）</a:t>
            </a:r>
          </a:p>
        </p:txBody>
      </p:sp>
      <p:sp>
        <p:nvSpPr>
          <p:cNvPr id="11" name="">
            <a:extLst xmlns:a="http://schemas.openxmlformats.org/drawingml/2006/main">
              <a:ext uri="{FF2B5EF4-FFF2-40B4-BE49-F238E27FC236}">
                <a16:creationId xmlns:a16="http://schemas.microsoft.com/office/drawing/2014/main" id="{0DE21F34-2C7A-453F-A147-7B4E834F6FB4}"/>
              </a:ext>
            </a:extLst>
          </p:cNvPr>
          <p:cNvSpPr>
            <a:spLocks xmlns:a="http://schemas.openxmlformats.org/drawingml/2006/main" noGrp="1"/>
          </p:cNvSpPr>
          <p:nvPr/>
        </p:nvSpPr>
        <p:spPr>
          <a:xfrm xmlns:a="http://schemas.openxmlformats.org/drawingml/2006/main">
            <a:off x="6334125" y="476250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65" b="0" i="0">
                <a:solidFill>
                  <a:srgbClr val="2F2F2F"/>
                </a:solidFill>
                <a:latin typeface="Noto Sans JP"/>
                <a:ea typeface="Noto Sans JP"/>
                <a:cs typeface="Noto Sans JP"/>
              </a:defRPr>
            </a:pPr>
            <a:r>
              <a:rPr sz="1065" b="0" i="0">
                <a:solidFill>
                  <a:srgbClr val="2F2F2F"/>
                </a:solidFill>
                <a:latin typeface="Noto Sans JP"/>
                <a:ea typeface="Noto Sans JP"/>
                <a:cs typeface="Noto Sans JP"/>
              </a:rPr>
              <a:t>右上：2つの4-</a:t>
            </a:r>
            <a:r>
              <a:rPr sz="1065" b="0" i="0">
                <a:solidFill>
                  <a:srgbClr val="2F2F2F"/>
                </a:solidFill>
                <a:latin typeface="Noto Sans JP"/>
                <a:ea typeface="Noto Sans JP"/>
                <a:cs typeface="Noto Sans JP"/>
              </a:rPr>
              <a:t>並列計算</a:t>
            </a:r>
            <a:r>
              <a:rPr sz="1065" b="0" i="0">
                <a:solidFill>
                  <a:srgbClr val="2F2F2F"/>
                </a:solidFill>
                <a:latin typeface="Noto Sans JP"/>
                <a:ea typeface="Noto Sans JP"/>
                <a:cs typeface="Noto Sans JP"/>
              </a:rPr>
              <a:t>を同時実行した運用</a:t>
            </a:r>
            <a:r>
              <a:rPr sz="1065" b="0" i="0">
                <a:solidFill>
                  <a:srgbClr val="2F2F2F"/>
                </a:solidFill>
                <a:latin typeface="Noto Sans JP"/>
                <a:ea typeface="Noto Sans JP"/>
                <a:cs typeface="Noto Sans JP"/>
              </a:rPr>
              <a:t>実行時間</a:t>
            </a:r>
            <a:r>
              <a:rPr sz="1065" b="0" i="0">
                <a:solidFill>
                  <a:srgbClr val="2F2F2F"/>
                </a:solidFill>
                <a:latin typeface="Noto Sans JP"/>
                <a:ea typeface="Noto Sans JP"/>
                <a:cs typeface="Noto Sans JP"/>
              </a:rPr>
              <a:t>。単独</a:t>
            </a:r>
            <a:r>
              <a:rPr sz="1065" b="0" i="0">
                <a:solidFill>
                  <a:srgbClr val="2F2F2F"/>
                </a:solidFill>
                <a:latin typeface="Noto Sans JP"/>
                <a:ea typeface="Noto Sans JP"/>
                <a:cs typeface="Noto Sans JP"/>
              </a:rPr>
              <a:t>単体性能測定</a:t>
            </a:r>
            <a:r>
              <a:rPr sz="1065" b="0" i="0">
                <a:solidFill>
                  <a:srgbClr val="2F2F2F"/>
                </a:solidFill>
                <a:latin typeface="Noto Sans JP"/>
                <a:ea typeface="Noto Sans JP"/>
                <a:cs typeface="Noto Sans JP"/>
              </a:rPr>
              <a:t>ではない。</a:t>
            </a:r>
          </a:p>
        </p:txBody>
      </p:sp>
      <p:sp>
        <p:nvSpPr>
          <p:cNvPr id="14" name="">
            <a:extLst xmlns:a="http://schemas.openxmlformats.org/drawingml/2006/main">
              <a:ext uri="{FF2B5EF4-FFF2-40B4-BE49-F238E27FC236}">
                <a16:creationId xmlns:a16="http://schemas.microsoft.com/office/drawing/2014/main" id="{E91B1FAA-8C3E-4C45-9021-3EBBE722A3AB}"/>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決定論的手法の離散化誤差とMCの標本誤差は交換可能でない。目的精度に対する総計算費用で比較する。</a:t>
            </a:r>
          </a:p>
        </p:txBody>
      </p:sp>
      <p:sp>
        <p:nvSpPr>
          <p:cNvPr id="15" name="">
            <a:extLst xmlns:a="http://schemas.openxmlformats.org/drawingml/2006/main">
              <a:ext uri="{FF2B5EF4-FFF2-40B4-BE49-F238E27FC236}">
                <a16:creationId xmlns:a16="http://schemas.microsoft.com/office/drawing/2014/main" id="{C7CAB4F4-68FC-40CB-A03D-A30E7312D424}"/>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comsol_*_function_eedf/run_status.json; mc_core_v8/evaluation/metrics.csv</a:t>
            </a:r>
          </a:p>
        </p:txBody>
      </p:sp>
      <p:sp>
        <p:nvSpPr>
          <p:cNvPr id="19" name="title">
            <a:extLst xmlns:a="http://schemas.openxmlformats.org/drawingml/2006/main">
              <a:ext uri="{FF2B5EF4-FFF2-40B4-BE49-F238E27FC236}">
                <a16:creationId xmlns:a16="http://schemas.microsoft.com/office/drawing/2014/main" id="{BD55C0D9-122A-4784-8652-D257B2F23EBA}"/>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計算時間とMonte Carloノイズ</a:t>
            </a:r>
          </a:p>
        </p:txBody>
      </p:sp>
      <p:sp>
        <p:nvSpPr>
          <p:cNvPr id="20" name="">
            <a:extLst xmlns:a="http://schemas.openxmlformats.org/drawingml/2006/main">
              <a:ext uri="{FF2B5EF4-FFF2-40B4-BE49-F238E27FC236}">
                <a16:creationId xmlns:a16="http://schemas.microsoft.com/office/drawing/2014/main" id="{6192ADCB-3A8F-4391-82E6-08FEAA6862C3}"/>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4" name="section">
            <a:extLst xmlns:a="http://schemas.openxmlformats.org/drawingml/2006/main">
              <a:ext uri="{FF2B5EF4-FFF2-40B4-BE49-F238E27FC236}">
                <a16:creationId xmlns:a16="http://schemas.microsoft.com/office/drawing/2014/main" id="{A6751EC5-3882-445B-9957-6ECA36DADB73}"/>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177911644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5EAF719-D9B4-42FC-9049-B8A06E0E18BC}"/>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7" name="">
            <a:extLst xmlns:a="http://schemas.openxmlformats.org/drawingml/2006/main">
              <a:ext uri="{FF2B5EF4-FFF2-40B4-BE49-F238E27FC236}">
                <a16:creationId xmlns:a16="http://schemas.microsoft.com/office/drawing/2014/main" id="{A188FB8F-5646-4D49-9465-C5EAFEC67805}"/>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41</a:t>
            </a:r>
          </a:p>
        </p:txBody>
      </p:sp>
      <p:graphicFrame>
        <p:nvGraphicFramePr>
          <p:cNvPr id="27" name=""/>
          <p:cNvGraphicFramePr/>
          <p:nvPr/>
        </p:nvGraphicFramePr>
        <p:xfrm>
          <a:off xmlns:a="http://schemas.openxmlformats.org/drawingml/2006/main" x="381000" y="1428750"/>
          <a:ext xmlns:a="http://schemas.openxmlformats.org/drawingml/2006/main" cx="11430000" cy="3714750"/>
        </p:xfrm>
        <a:graphic xmlns:a="http://schemas.openxmlformats.org/drawingml/2006/main">
          <a:graphicData uri="http://schemas.openxmlformats.org/drawingml/2006/table">
            <a:tbl>
              <a:tblPr firstRow="1" bandRow="0"/>
              <a:tblGrid>
                <a:gridCol w="1524000"/>
                <a:gridCol w="2714625"/>
                <a:gridCol w="1952625"/>
                <a:gridCol w="2381250"/>
                <a:gridCol w="2857500"/>
              </a:tblGrid>
              <a:tr h="530679">
                <a:tc>
                  <a:txBody>
                    <a:bodyPr lIns="57150" tIns="38100" rIns="47625" bIns="38100">
                      <a:normAutofit/>
                    </a:bodyPr>
                    <a:lstStyle/>
                    <a:p>
                      <a:pPr algn="l">
                        <a:buNone/>
                      </a:pPr>
                      <a:r>
                        <a:rPr sz="975" b="1">
                          <a:solidFill>
                            <a:srgbClr val="FFFFFF"/>
                          </a:solidFill>
                          <a:latin typeface="Noto Sans JP"/>
                          <a:ea typeface="Noto Sans JP"/>
                          <a:cs typeface="Noto Sans JP"/>
                        </a:rPr>
                        <a:t>層</a:t>
                      </a:r>
                    </a:p>
                  </a:txBody>
                  <a:tcPr marL="91440" marR="91440" marT="45720" marB="45720" anchor="ctr">
                    <a:solidFill>
                      <a:srgbClr val="00A6D9"/>
                    </a:solidFill>
                  </a:tcPr>
                </a:tc>
                <a:tc>
                  <a:txBody>
                    <a:bodyPr lIns="57150" tIns="38100" rIns="47625" bIns="38100">
                      <a:normAutofit/>
                    </a:bodyPr>
                    <a:lstStyle/>
                    <a:p>
                      <a:pPr algn="ctr">
                        <a:buNone/>
                      </a:pPr>
                      <a:r>
                        <a:rPr sz="975" b="1">
                          <a:solidFill>
                            <a:srgbClr val="FFFFFF"/>
                          </a:solidFill>
                          <a:latin typeface="Noto Sans JP"/>
                          <a:ea typeface="Noto Sans JP"/>
                          <a:cs typeface="Noto Sans JP"/>
                        </a:rPr>
                        <a:t>誤差源</a:t>
                      </a:r>
                    </a:p>
                  </a:txBody>
                  <a:tcPr marL="91440" marR="91440" marT="45720" marB="45720" anchor="ctr">
                    <a:solidFill>
                      <a:srgbClr val="00A6D9"/>
                    </a:solidFill>
                  </a:tcPr>
                </a:tc>
                <a:tc>
                  <a:txBody>
                    <a:bodyPr lIns="57150" tIns="38100" rIns="47625" bIns="38100">
                      <a:normAutofit/>
                    </a:bodyPr>
                    <a:lstStyle/>
                    <a:p>
                      <a:pPr algn="ctr">
                        <a:buNone/>
                      </a:pPr>
                      <a:r>
                        <a:rPr sz="975" b="1">
                          <a:solidFill>
                            <a:srgbClr val="FFFFFF"/>
                          </a:solidFill>
                          <a:latin typeface="Noto Sans JP"/>
                          <a:ea typeface="Noto Sans JP"/>
                          <a:cs typeface="Noto Sans JP"/>
                        </a:rPr>
                        <a:t>観測量</a:t>
                      </a:r>
                    </a:p>
                  </a:txBody>
                  <a:tcPr marL="91440" marR="91440" marT="45720" marB="45720" anchor="ctr">
                    <a:solidFill>
                      <a:srgbClr val="00A6D9"/>
                    </a:solidFill>
                  </a:tcPr>
                </a:tc>
                <a:tc>
                  <a:txBody>
                    <a:bodyPr lIns="57150" tIns="38100" rIns="47625" bIns="38100">
                      <a:normAutofit/>
                    </a:bodyPr>
                    <a:lstStyle/>
                    <a:p>
                      <a:pPr algn="ctr">
                        <a:buNone/>
                      </a:pPr>
                      <a:r>
                        <a:rPr sz="975" b="1">
                          <a:solidFill>
                            <a:srgbClr val="FFFFFF"/>
                          </a:solidFill>
                          <a:latin typeface="Noto Sans JP"/>
                          <a:ea typeface="Noto Sans JP"/>
                          <a:cs typeface="Noto Sans JP"/>
                        </a:rPr>
                        <a:t>低減手段</a:t>
                      </a:r>
                    </a:p>
                  </a:txBody>
                  <a:tcPr marL="91440" marR="91440" marT="45720" marB="45720" anchor="ctr">
                    <a:solidFill>
                      <a:srgbClr val="00A6D9"/>
                    </a:solidFill>
                  </a:tcPr>
                </a:tc>
                <a:tc>
                  <a:txBody>
                    <a:bodyPr lIns="57150" tIns="38100" rIns="47625" bIns="38100">
                      <a:normAutofit/>
                    </a:bodyPr>
                    <a:lstStyle/>
                    <a:p>
                      <a:pPr algn="ctr">
                        <a:buNone/>
                      </a:pPr>
                      <a:r>
                        <a:rPr sz="975" b="1">
                          <a:solidFill>
                            <a:srgbClr val="FFFFFF"/>
                          </a:solidFill>
                          <a:latin typeface="Noto Sans JP"/>
                          <a:ea typeface="Noto Sans JP"/>
                          <a:cs typeface="Noto Sans JP"/>
                        </a:rPr>
                        <a:t>残る限界</a:t>
                      </a:r>
                    </a:p>
                  </a:txBody>
                  <a:tcPr marL="91440" marR="91440" marT="45720" marB="45720" anchor="ctr">
                    <a:solidFill>
                      <a:srgbClr val="00A6D9"/>
                    </a:solidFill>
                  </a:tcPr>
                </a:tc>
              </a:tr>
              <a:tr h="530679">
                <a:tc>
                  <a:txBody>
                    <a:bodyPr lIns="57150" tIns="38100" rIns="47625" bIns="38100">
                      <a:normAutofit/>
                    </a:bodyPr>
                    <a:lstStyle/>
                    <a:p>
                      <a:pPr algn="l">
                        <a:buNone/>
                      </a:pPr>
                      <a:r>
                        <a:rPr sz="960" b="1">
                          <a:solidFill>
                            <a:srgbClr val="2F2F2F"/>
                          </a:solidFill>
                          <a:latin typeface="Noto Sans JP"/>
                          <a:ea typeface="Noto Sans JP"/>
                          <a:cs typeface="Noto Sans JP"/>
                        </a:rPr>
                        <a:t>衝突断面積</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データセット・閾値・角度情報</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反応速度積分</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出典固定・代替データ比較</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断面積測定の不確かさ</a:t>
                      </a:r>
                    </a:p>
                  </a:txBody>
                  <a:tcPr marL="91440" marR="91440" marT="45720" marB="45720" anchor="ctr">
                    <a:solidFill>
                      <a:srgbClr val="FFFFFF"/>
                    </a:solidFill>
                  </a:tcPr>
                </a:tc>
              </a:tr>
              <a:tr h="530679">
                <a:tc>
                  <a:txBody>
                    <a:bodyPr lIns="57150" tIns="38100" rIns="47625" bIns="38100">
                      <a:normAutofit/>
                    </a:bodyPr>
                    <a:lstStyle/>
                    <a:p>
                      <a:pPr algn="l">
                        <a:buNone/>
                      </a:pPr>
                      <a:r>
                        <a:rPr sz="960" b="1">
                          <a:solidFill>
                            <a:srgbClr val="2F2F2F"/>
                          </a:solidFill>
                          <a:latin typeface="Noto Sans JP"/>
                          <a:ea typeface="Noto Sans JP"/>
                          <a:cs typeface="Noto Sans JP"/>
                        </a:rPr>
                        <a:t>角度散乱モデル</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P1/PN切断・角度閉包</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ドリフト・異方性・高エネルギー尾部</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Lmax収束・Monte Carlo比較</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積分断面積だけでは角度分布が一意でない</a:t>
                      </a:r>
                    </a:p>
                  </a:txBody>
                  <a:tcPr marL="91440" marR="91440" marT="45720" marB="45720" anchor="ctr">
                    <a:solidFill>
                      <a:srgbClr val="F1F1F1"/>
                    </a:solidFill>
                  </a:tcPr>
                </a:tc>
              </a:tr>
              <a:tr h="530679">
                <a:tc>
                  <a:txBody>
                    <a:bodyPr lIns="57150" tIns="38100" rIns="47625" bIns="38100">
                      <a:normAutofit/>
                    </a:bodyPr>
                    <a:lstStyle/>
                    <a:p>
                      <a:pPr algn="l">
                        <a:buNone/>
                      </a:pPr>
                      <a:r>
                        <a:rPr sz="960" b="1">
                          <a:solidFill>
                            <a:srgbClr val="2F2F2F"/>
                          </a:solidFill>
                          <a:latin typeface="Noto Sans JP"/>
                          <a:ea typeface="Noto Sans JP"/>
                          <a:cs typeface="Noto Sans JP"/>
                        </a:rPr>
                        <a:t>エネルギー離散化</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閾値近傍・高エネルギー上限・数値流束</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EEDF・反応速度</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格子細分化・高エネルギー範囲確認</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範囲外外挿</a:t>
                      </a:r>
                    </a:p>
                  </a:txBody>
                  <a:tcPr marL="91440" marR="91440" marT="45720" marB="45720" anchor="ctr">
                    <a:solidFill>
                      <a:srgbClr val="FFFFFF"/>
                    </a:solidFill>
                  </a:tcPr>
                </a:tc>
              </a:tr>
              <a:tr h="530679">
                <a:tc>
                  <a:txBody>
                    <a:bodyPr lIns="57150" tIns="38100" rIns="47625" bIns="38100">
                      <a:normAutofit/>
                    </a:bodyPr>
                    <a:lstStyle/>
                    <a:p>
                      <a:pPr algn="l">
                        <a:buNone/>
                      </a:pPr>
                      <a:r>
                        <a:rPr sz="960" b="1">
                          <a:solidFill>
                            <a:srgbClr val="2F2F2F"/>
                          </a:solidFill>
                          <a:latin typeface="Noto Sans JP"/>
                          <a:ea typeface="Noto Sans JP"/>
                          <a:cs typeface="Noto Sans JP"/>
                        </a:rPr>
                        <a:t>Monte Carlo統計</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有限標本・系譜相関</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95%CI・相対標準誤差・有効標本数</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独立反復・長い相関時間</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希少反応の計算費用</a:t>
                      </a:r>
                    </a:p>
                  </a:txBody>
                  <a:tcPr marL="91440" marR="91440" marT="45720" marB="45720" anchor="ctr">
                    <a:solidFill>
                      <a:srgbClr val="F1F1F1"/>
                    </a:solidFill>
                  </a:tcPr>
                </a:tc>
              </a:tr>
              <a:tr h="530679">
                <a:tc>
                  <a:txBody>
                    <a:bodyPr lIns="57150" tIns="38100" rIns="47625" bIns="38100">
                      <a:normAutofit/>
                    </a:bodyPr>
                    <a:lstStyle/>
                    <a:p>
                      <a:pPr algn="l">
                        <a:buNone/>
                      </a:pPr>
                      <a:r>
                        <a:rPr sz="960" b="1">
                          <a:solidFill>
                            <a:srgbClr val="2F2F2F"/>
                          </a:solidFill>
                          <a:latin typeface="Noto Sans JP"/>
                          <a:ea typeface="Noto Sans JP"/>
                          <a:cs typeface="Noto Sans JP"/>
                        </a:rPr>
                        <a:t>COMSOL補間</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E/N–平均エネルギー二次元表</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局所反応速度・移動度</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補間点追加・モーメント整合</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局所場／局所平均エネルギー近似</a:t>
                      </a:r>
                    </a:p>
                  </a:txBody>
                  <a:tcPr marL="91440" marR="91440" marT="45720" marB="45720" anchor="ctr">
                    <a:solidFill>
                      <a:srgbClr val="FFFFFF"/>
                    </a:solidFill>
                  </a:tcPr>
                </a:tc>
              </a:tr>
              <a:tr h="530679">
                <a:tc>
                  <a:txBody>
                    <a:bodyPr lIns="57150" tIns="38100" rIns="47625" bIns="38100">
                      <a:normAutofit/>
                    </a:bodyPr>
                    <a:lstStyle/>
                    <a:p>
                      <a:pPr algn="l">
                        <a:buNone/>
                      </a:pPr>
                      <a:r>
                        <a:rPr sz="960" b="1">
                          <a:solidFill>
                            <a:srgbClr val="2F2F2F"/>
                          </a:solidFill>
                          <a:latin typeface="Noto Sans JP"/>
                          <a:ea typeface="Noto Sans JP"/>
                          <a:cs typeface="Noto Sans JP"/>
                        </a:rPr>
                        <a:t>装置モデル</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RF加熱・壁反応・化学反応</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空間分布</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同一MPH・定常性</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非局所電子動力学</a:t>
                      </a:r>
                    </a:p>
                  </a:txBody>
                  <a:tcPr marL="91440" marR="91440" marT="45720" marB="45720" anchor="ctr">
                    <a:solidFill>
                      <a:srgbClr val="F1F1F1"/>
                    </a:solidFill>
                  </a:tcPr>
                </a:tc>
              </a:tr>
            </a:tbl>
          </a:graphicData>
        </a:graphic>
      </p:graphicFrame>
      <p:sp>
        <p:nvSpPr>
          <p:cNvPr id="9" name="">
            <a:extLst xmlns:a="http://schemas.openxmlformats.org/drawingml/2006/main">
              <a:ext uri="{FF2B5EF4-FFF2-40B4-BE49-F238E27FC236}">
                <a16:creationId xmlns:a16="http://schemas.microsoft.com/office/drawing/2014/main" id="{2751787C-5869-464F-970D-C4982D5C2FA3}"/>
              </a:ext>
            </a:extLst>
          </p:cNvPr>
          <p:cNvSpPr>
            <a:spLocks xmlns:a="http://schemas.openxmlformats.org/drawingml/2006/main" noGrp="1"/>
          </p:cNvSpPr>
          <p:nvPr/>
        </p:nvSpPr>
        <p:spPr>
          <a:xfrm xmlns:a="http://schemas.openxmlformats.org/drawingml/2006/main">
            <a:off x="1762125" y="5257800"/>
            <a:ext cx="86677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5D5D5"/>
            </a:solidFill>
            <a:prstDash val="solid"/>
          </a:ln>
        </p:spPr>
      </p:sp>
      <p:sp>
        <p:nvSpPr>
          <p:cNvPr id="10" name="">
            <a:extLst xmlns:a="http://schemas.openxmlformats.org/drawingml/2006/main">
              <a:ext uri="{FF2B5EF4-FFF2-40B4-BE49-F238E27FC236}">
                <a16:creationId xmlns:a16="http://schemas.microsoft.com/office/drawing/2014/main" id="{F12CC42B-D8B7-4DE3-B45F-6433C3D1A4E9}"/>
              </a:ext>
            </a:extLst>
          </p:cNvPr>
          <p:cNvSpPr>
            <a:spLocks xmlns:a="http://schemas.openxmlformats.org/drawingml/2006/main" noGrp="1"/>
          </p:cNvSpPr>
          <p:nvPr/>
        </p:nvSpPr>
        <p:spPr>
          <a:xfrm xmlns:a="http://schemas.openxmlformats.org/drawingml/2006/main">
            <a:off x="1762125" y="5257800"/>
            <a:ext cx="704850" cy="552450"/>
          </a:xfrm>
          <a:prstGeom xmlns:a="http://schemas.openxmlformats.org/drawingml/2006/main" prst="rect">
            <a:avLst/>
          </a:prstGeom>
          <a:solidFill xmlns:a="http://schemas.openxmlformats.org/drawingml/2006/main">
            <a:srgbClr val="00A6D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2B4DD76-E96D-423B-B748-51888274D3C7}"/>
              </a:ext>
            </a:extLst>
          </p:cNvPr>
          <p:cNvSpPr>
            <a:spLocks xmlns:a="http://schemas.openxmlformats.org/drawingml/2006/main" noGrp="1"/>
          </p:cNvSpPr>
          <p:nvPr/>
        </p:nvSpPr>
        <p:spPr>
          <a:xfrm xmlns:a="http://schemas.openxmlformats.org/drawingml/2006/main">
            <a:off x="1809750" y="5295900"/>
            <a:ext cx="609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125" b="1" i="0">
                <a:solidFill>
                  <a:srgbClr val="FFFFFF"/>
                </a:solidFill>
                <a:latin typeface="Noto Sans JP"/>
                <a:ea typeface="Noto Sans JP"/>
                <a:cs typeface="Noto Sans JP"/>
              </a:defRPr>
            </a:pPr>
            <a:r>
              <a:rPr sz="1125" b="1" i="0">
                <a:solidFill>
                  <a:srgbClr val="FFFFFF"/>
                </a:solidFill>
                <a:latin typeface="Noto Sans JP"/>
                <a:ea typeface="Noto Sans JP"/>
                <a:cs typeface="Noto Sans JP"/>
              </a:rPr>
              <a:t>誤差伝播</a:t>
            </a:r>
          </a:p>
        </p:txBody>
      </p:sp>
      <p:sp>
        <p:nvSpPr>
          <p:cNvPr id="12" name="">
            <a:extLst xmlns:a="http://schemas.openxmlformats.org/drawingml/2006/main">
              <a:ext uri="{FF2B5EF4-FFF2-40B4-BE49-F238E27FC236}">
                <a16:creationId xmlns:a16="http://schemas.microsoft.com/office/drawing/2014/main" id="{1E2D4B45-E29D-4B77-9EA1-42423CB45F16}"/>
              </a:ext>
            </a:extLst>
          </p:cNvPr>
          <p:cNvSpPr>
            <a:spLocks xmlns:a="http://schemas.openxmlformats.org/drawingml/2006/main" noGrp="1"/>
          </p:cNvSpPr>
          <p:nvPr/>
        </p:nvSpPr>
        <p:spPr>
          <a:xfrm xmlns:a="http://schemas.openxmlformats.org/drawingml/2006/main">
            <a:off x="2638425" y="5305425"/>
            <a:ext cx="7639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800" b="0" i="0">
                <a:solidFill>
                  <a:srgbClr val="2F2F2F"/>
                </a:solidFill>
                <a:latin typeface="Cambria Math"/>
                <a:ea typeface="Cambria Math"/>
                <a:cs typeface="Cambria Math"/>
              </a:defRPr>
            </a:pPr>
            <a:r>
              <a:rPr sz="1800" b="0" i="0">
                <a:solidFill>
                  <a:srgbClr val="2F2F2F"/>
                </a:solidFill>
                <a:latin typeface="Cambria Math"/>
                <a:ea typeface="Cambria Math"/>
                <a:cs typeface="Cambria Math"/>
              </a:rPr>
              <a:t>δKPI² ≈ Σα (∂KPI/∂qα)² δqα² + 2Σα&lt;β Covαβ</a:t>
            </a:r>
          </a:p>
        </p:txBody>
      </p:sp>
      <p:sp>
        <p:nvSpPr>
          <p:cNvPr id="15" name="">
            <a:extLst xmlns:a="http://schemas.openxmlformats.org/drawingml/2006/main">
              <a:ext uri="{FF2B5EF4-FFF2-40B4-BE49-F238E27FC236}">
                <a16:creationId xmlns:a16="http://schemas.microsoft.com/office/drawing/2014/main" id="{78F06E62-3975-4852-981B-DBB5CC69CA76}"/>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手法間差</a:t>
            </a:r>
            <a:r>
              <a:rPr sz="1275" b="1" i="0">
                <a:solidFill>
                  <a:srgbClr val="6DBB20"/>
                </a:solidFill>
                <a:latin typeface="Noto Sans JP"/>
                <a:ea typeface="Noto Sans JP"/>
                <a:cs typeface="Noto Sans JP"/>
              </a:rPr>
              <a:t>は総誤差の一部。装置KPIへ感度伝播して初めて開発優先度になる。</a:t>
            </a:r>
          </a:p>
        </p:txBody>
      </p:sp>
      <p:sp>
        <p:nvSpPr>
          <p:cNvPr id="16" name="">
            <a:extLst xmlns:a="http://schemas.openxmlformats.org/drawingml/2006/main">
              <a:ext uri="{FF2B5EF4-FFF2-40B4-BE49-F238E27FC236}">
                <a16:creationId xmlns:a16="http://schemas.microsoft.com/office/drawing/2014/main" id="{CE0725C3-1A5D-4501-92CA-519A199BA40C}"/>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[R2] [R10]</a:t>
            </a:r>
          </a:p>
        </p:txBody>
      </p:sp>
      <p:sp>
        <p:nvSpPr>
          <p:cNvPr id="19" name="title">
            <a:extLst xmlns:a="http://schemas.openxmlformats.org/drawingml/2006/main">
              <a:ext uri="{FF2B5EF4-FFF2-40B4-BE49-F238E27FC236}">
                <a16:creationId xmlns:a16="http://schemas.microsoft.com/office/drawing/2014/main" id="{BF040636-177E-4920-B380-B800981F73B5}"/>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誤差を4層に分けて評価する</a:t>
            </a:r>
          </a:p>
        </p:txBody>
      </p:sp>
      <p:sp>
        <p:nvSpPr>
          <p:cNvPr id="20" name="">
            <a:extLst xmlns:a="http://schemas.openxmlformats.org/drawingml/2006/main">
              <a:ext uri="{FF2B5EF4-FFF2-40B4-BE49-F238E27FC236}">
                <a16:creationId xmlns:a16="http://schemas.microsoft.com/office/drawing/2014/main" id="{72C34AEE-6326-4900-99C2-E6E6DC618571}"/>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3" name="section">
            <a:extLst xmlns:a="http://schemas.openxmlformats.org/drawingml/2006/main">
              <a:ext uri="{FF2B5EF4-FFF2-40B4-BE49-F238E27FC236}">
                <a16:creationId xmlns:a16="http://schemas.microsoft.com/office/drawing/2014/main" id="{76C47C8C-E136-45C0-B00B-B4177634A09C}"/>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1908362093"/>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C3A63A8B-15EE-45E6-9F0E-71D3C948D48B}"/>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COMSOLがSwarm結果を使う場所</a:t>
            </a:r>
          </a:p>
        </p:txBody>
      </p:sp>
      <p:sp>
        <p:nvSpPr>
          <p:cNvPr id="3" name="subtitle">
            <a:extLst xmlns:a="http://schemas.openxmlformats.org/drawingml/2006/main">
              <a:ext uri="{FF2B5EF4-FFF2-40B4-BE49-F238E27FC236}">
                <a16:creationId xmlns:a16="http://schemas.microsoft.com/office/drawing/2014/main" id="{74BD5F12-9445-448F-973B-56F1450FDF48}"/>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Swarmは局所電子物性、COMSOLは空間輸送・化学・電磁場を解く</a:t>
            </a:r>
          </a:p>
        </p:txBody>
      </p:sp>
      <p:sp>
        <p:nvSpPr>
          <p:cNvPr id="4" name="">
            <a:extLst xmlns:a="http://schemas.openxmlformats.org/drawingml/2006/main">
              <a:ext uri="{FF2B5EF4-FFF2-40B4-BE49-F238E27FC236}">
                <a16:creationId xmlns:a16="http://schemas.microsoft.com/office/drawing/2014/main" id="{7100A6D4-D833-4279-9F2D-868DD995DBB9}"/>
              </a:ext>
            </a:extLst>
          </p:cNvPr>
          <p:cNvSpPr>
            <a:spLocks xmlns:a="http://schemas.openxmlformats.org/drawingml/2006/main" noGrp="1"/>
          </p:cNvSpPr>
          <p:nvPr/>
        </p:nvSpPr>
        <p:spPr>
          <a:xfrm xmlns:a="http://schemas.openxmlformats.org/drawingml/2006/main">
            <a:off x="666750" y="14287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008DB6"/>
                </a:solidFill>
                <a:latin typeface="Noto Sans JP"/>
                <a:ea typeface="Noto Sans JP"/>
                <a:cs typeface="Noto Sans JP"/>
              </a:defRPr>
            </a:pPr>
            <a:r>
              <a:rPr sz="1500" b="1" i="0">
                <a:solidFill>
                  <a:srgbClr val="008DB6"/>
                </a:solidFill>
                <a:latin typeface="Noto Sans JP"/>
                <a:ea typeface="Noto Sans JP"/>
                <a:cs typeface="Noto Sans JP"/>
              </a:rPr>
              <a:t>電子数保存</a:t>
            </a:r>
          </a:p>
        </p:txBody>
      </p:sp>
      <p:sp>
        <p:nvSpPr>
          <p:cNvPr id="5" name="">
            <a:extLst xmlns:a="http://schemas.openxmlformats.org/drawingml/2006/main">
              <a:ext uri="{FF2B5EF4-FFF2-40B4-BE49-F238E27FC236}">
                <a16:creationId xmlns:a16="http://schemas.microsoft.com/office/drawing/2014/main" id="{894594EF-028E-42CE-B2DF-7CBE653EA65F}"/>
              </a:ext>
            </a:extLst>
          </p:cNvPr>
          <p:cNvSpPr>
            <a:spLocks xmlns:a="http://schemas.openxmlformats.org/drawingml/2006/main" noGrp="1"/>
          </p:cNvSpPr>
          <p:nvPr/>
        </p:nvSpPr>
        <p:spPr>
          <a:xfrm xmlns:a="http://schemas.openxmlformats.org/drawingml/2006/main">
            <a:off x="666750" y="1857375"/>
            <a:ext cx="4953000" cy="590550"/>
          </a:xfrm>
          <a:prstGeom xmlns:a="http://schemas.openxmlformats.org/drawingml/2006/main" prst="rect">
            <a:avLst/>
          </a:prstGeom>
          <a:solidFill xmlns:a="http://schemas.openxmlformats.org/drawingml/2006/main">
            <a:srgbClr val="F2F3F4"/>
          </a:solidFill>
          <a:ln xmlns:a="http://schemas.openxmlformats.org/drawingml/2006/main" w="7620">
            <a:solidFill>
              <a:srgbClr val="CDD3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75" b="0" i="0">
                <a:solidFill>
                  <a:srgbClr val="333333"/>
                </a:solidFill>
                <a:latin typeface="Cambria Math"/>
                <a:ea typeface="Cambria Math"/>
                <a:cs typeface="Cambria Math"/>
              </a:defRPr>
            </a:pPr>
            <a:r>
              <a:rPr sz="1875" b="0" i="0">
                <a:solidFill>
                  <a:srgbClr val="333333"/>
                </a:solidFill>
                <a:latin typeface="Cambria Math"/>
                <a:ea typeface="Cambria Math"/>
                <a:cs typeface="Cambria Math"/>
              </a:rPr>
              <a:t>∂ₜnₑ + ∇·Γₑ = Σⱼ kⱼ Nⱼ nₑ</a:t>
            </a:r>
          </a:p>
        </p:txBody>
      </p:sp>
      <p:sp>
        <p:nvSpPr>
          <p:cNvPr id="6" name="">
            <a:extLst xmlns:a="http://schemas.openxmlformats.org/drawingml/2006/main">
              <a:ext uri="{FF2B5EF4-FFF2-40B4-BE49-F238E27FC236}">
                <a16:creationId xmlns:a16="http://schemas.microsoft.com/office/drawing/2014/main" id="{89E0E567-5E65-49B5-908C-E8CA7C67A224}"/>
              </a:ext>
            </a:extLst>
          </p:cNvPr>
          <p:cNvSpPr>
            <a:spLocks xmlns:a="http://schemas.openxmlformats.org/drawingml/2006/main" noGrp="1"/>
          </p:cNvSpPr>
          <p:nvPr/>
        </p:nvSpPr>
        <p:spPr>
          <a:xfrm xmlns:a="http://schemas.openxmlformats.org/drawingml/2006/main">
            <a:off x="6572250" y="14287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00AFA5"/>
                </a:solidFill>
                <a:latin typeface="Noto Sans JP"/>
                <a:ea typeface="Noto Sans JP"/>
                <a:cs typeface="Noto Sans JP"/>
              </a:defRPr>
            </a:pPr>
            <a:r>
              <a:rPr sz="1500" b="1" i="0">
                <a:solidFill>
                  <a:srgbClr val="00AFA5"/>
                </a:solidFill>
                <a:latin typeface="Noto Sans JP"/>
                <a:ea typeface="Noto Sans JP"/>
                <a:cs typeface="Noto Sans JP"/>
              </a:rPr>
              <a:t>電子流束</a:t>
            </a:r>
          </a:p>
        </p:txBody>
      </p:sp>
      <p:sp>
        <p:nvSpPr>
          <p:cNvPr id="7" name="">
            <a:extLst xmlns:a="http://schemas.openxmlformats.org/drawingml/2006/main">
              <a:ext uri="{FF2B5EF4-FFF2-40B4-BE49-F238E27FC236}">
                <a16:creationId xmlns:a16="http://schemas.microsoft.com/office/drawing/2014/main" id="{C513A523-3ADA-4733-AA93-48C0E72CDB28}"/>
              </a:ext>
            </a:extLst>
          </p:cNvPr>
          <p:cNvSpPr>
            <a:spLocks xmlns:a="http://schemas.openxmlformats.org/drawingml/2006/main" noGrp="1"/>
          </p:cNvSpPr>
          <p:nvPr/>
        </p:nvSpPr>
        <p:spPr>
          <a:xfrm xmlns:a="http://schemas.openxmlformats.org/drawingml/2006/main">
            <a:off x="6572250" y="1857375"/>
            <a:ext cx="4953000" cy="590550"/>
          </a:xfrm>
          <a:prstGeom xmlns:a="http://schemas.openxmlformats.org/drawingml/2006/main" prst="rect">
            <a:avLst/>
          </a:prstGeom>
          <a:solidFill xmlns:a="http://schemas.openxmlformats.org/drawingml/2006/main">
            <a:srgbClr val="F2F3F4"/>
          </a:solidFill>
          <a:ln xmlns:a="http://schemas.openxmlformats.org/drawingml/2006/main" w="7620">
            <a:solidFill>
              <a:srgbClr val="CDD3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75" b="0" i="0">
                <a:solidFill>
                  <a:srgbClr val="333333"/>
                </a:solidFill>
                <a:latin typeface="Cambria Math"/>
                <a:ea typeface="Cambria Math"/>
                <a:cs typeface="Cambria Math"/>
              </a:defRPr>
            </a:pPr>
            <a:r>
              <a:rPr sz="1875" b="0" i="0">
                <a:solidFill>
                  <a:srgbClr val="333333"/>
                </a:solidFill>
                <a:latin typeface="Cambria Math"/>
                <a:ea typeface="Cambria Math"/>
                <a:cs typeface="Cambria Math"/>
              </a:rPr>
              <a:t>Γₑ = −μₑ nₑ E − Dₑ∇nₑ</a:t>
            </a:r>
          </a:p>
        </p:txBody>
      </p:sp>
      <p:sp>
        <p:nvSpPr>
          <p:cNvPr id="8" name="">
            <a:extLst xmlns:a="http://schemas.openxmlformats.org/drawingml/2006/main">
              <a:ext uri="{FF2B5EF4-FFF2-40B4-BE49-F238E27FC236}">
                <a16:creationId xmlns:a16="http://schemas.microsoft.com/office/drawing/2014/main" id="{08B94899-38BD-4CA9-9F74-EAD3BC0961B6}"/>
              </a:ext>
            </a:extLst>
          </p:cNvPr>
          <p:cNvSpPr>
            <a:spLocks xmlns:a="http://schemas.openxmlformats.org/drawingml/2006/main" noGrp="1"/>
          </p:cNvSpPr>
          <p:nvPr/>
        </p:nvSpPr>
        <p:spPr>
          <a:xfrm xmlns:a="http://schemas.openxmlformats.org/drawingml/2006/main">
            <a:off x="666750" y="271462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7B2FA3"/>
                </a:solidFill>
                <a:latin typeface="Noto Sans JP"/>
                <a:ea typeface="Noto Sans JP"/>
                <a:cs typeface="Noto Sans JP"/>
              </a:defRPr>
            </a:pPr>
            <a:r>
              <a:rPr sz="1500" b="1" i="0">
                <a:solidFill>
                  <a:srgbClr val="7B2FA3"/>
                </a:solidFill>
                <a:latin typeface="Noto Sans JP"/>
                <a:ea typeface="Noto Sans JP"/>
                <a:cs typeface="Noto Sans JP"/>
              </a:rPr>
              <a:t>電子エネルギー保存</a:t>
            </a:r>
          </a:p>
        </p:txBody>
      </p:sp>
      <p:sp>
        <p:nvSpPr>
          <p:cNvPr id="9" name="">
            <a:extLst xmlns:a="http://schemas.openxmlformats.org/drawingml/2006/main">
              <a:ext uri="{FF2B5EF4-FFF2-40B4-BE49-F238E27FC236}">
                <a16:creationId xmlns:a16="http://schemas.microsoft.com/office/drawing/2014/main" id="{2C647993-C2A3-4552-A1F3-2EB55943B2D3}"/>
              </a:ext>
            </a:extLst>
          </p:cNvPr>
          <p:cNvSpPr>
            <a:spLocks xmlns:a="http://schemas.openxmlformats.org/drawingml/2006/main" noGrp="1"/>
          </p:cNvSpPr>
          <p:nvPr/>
        </p:nvSpPr>
        <p:spPr>
          <a:xfrm xmlns:a="http://schemas.openxmlformats.org/drawingml/2006/main">
            <a:off x="666750" y="3143250"/>
            <a:ext cx="10858500" cy="628650"/>
          </a:xfrm>
          <a:prstGeom xmlns:a="http://schemas.openxmlformats.org/drawingml/2006/main" prst="rect">
            <a:avLst/>
          </a:prstGeom>
          <a:solidFill xmlns:a="http://schemas.openxmlformats.org/drawingml/2006/main">
            <a:srgbClr val="F2F3F4"/>
          </a:solidFill>
          <a:ln xmlns:a="http://schemas.openxmlformats.org/drawingml/2006/main" w="7620">
            <a:solidFill>
              <a:srgbClr val="CDD3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75" b="0" i="0">
                <a:solidFill>
                  <a:srgbClr val="333333"/>
                </a:solidFill>
                <a:latin typeface="Cambria Math"/>
                <a:ea typeface="Cambria Math"/>
                <a:cs typeface="Cambria Math"/>
              </a:defRPr>
            </a:pPr>
            <a:r>
              <a:rPr sz="1875" b="0" i="0">
                <a:solidFill>
                  <a:srgbClr val="333333"/>
                </a:solidFill>
                <a:latin typeface="Cambria Math"/>
                <a:ea typeface="Cambria Math"/>
                <a:cs typeface="Cambria Math"/>
              </a:rPr>
              <a:t>∂ₜ(nε) + ∇·Γε + E·Γₑ = Σⱼ kⱼ Nⱼ nₑ Δεⱼ</a:t>
            </a:r>
          </a:p>
        </p:txBody>
      </p:sp>
      <p:sp>
        <p:nvSpPr>
          <p:cNvPr id="10" name="">
            <a:extLst xmlns:a="http://schemas.openxmlformats.org/drawingml/2006/main">
              <a:ext uri="{FF2B5EF4-FFF2-40B4-BE49-F238E27FC236}">
                <a16:creationId xmlns:a16="http://schemas.microsoft.com/office/drawing/2014/main" id="{22347A7E-74CB-4DF0-A020-2C22FFEF3C2D}"/>
              </a:ext>
            </a:extLst>
          </p:cNvPr>
          <p:cNvSpPr>
            <a:spLocks xmlns:a="http://schemas.openxmlformats.org/drawingml/2006/main" noGrp="1"/>
          </p:cNvSpPr>
          <p:nvPr/>
        </p:nvSpPr>
        <p:spPr>
          <a:xfrm xmlns:a="http://schemas.openxmlformats.org/drawingml/2006/main">
            <a:off x="571500" y="4333875"/>
            <a:ext cx="2381250" cy="1000125"/>
          </a:xfrm>
          <a:prstGeom xmlns:a="http://schemas.openxmlformats.org/drawingml/2006/main" prst="rect">
            <a:avLst/>
          </a:prstGeom>
          <a:solidFill xmlns:a="http://schemas.openxmlformats.org/drawingml/2006/main">
            <a:srgbClr val="FFFFFF"/>
          </a:solidFill>
          <a:ln xmlns:a="http://schemas.openxmlformats.org/drawingml/2006/main" w="13335">
            <a:solidFill>
              <a:srgbClr val="00A6D6"/>
            </a:solidFill>
            <a:prstDash val="solid"/>
          </a:ln>
        </p:spPr>
      </p:sp>
      <p:sp>
        <p:nvSpPr>
          <p:cNvPr id="11" name="">
            <a:extLst xmlns:a="http://schemas.openxmlformats.org/drawingml/2006/main">
              <a:ext uri="{FF2B5EF4-FFF2-40B4-BE49-F238E27FC236}">
                <a16:creationId xmlns:a16="http://schemas.microsoft.com/office/drawing/2014/main" id="{A3D362C6-F508-457D-8EE2-5E724AAB5338}"/>
              </a:ext>
            </a:extLst>
          </p:cNvPr>
          <p:cNvSpPr>
            <a:spLocks xmlns:a="http://schemas.openxmlformats.org/drawingml/2006/main" noGrp="1"/>
          </p:cNvSpPr>
          <p:nvPr/>
        </p:nvSpPr>
        <p:spPr>
          <a:xfrm xmlns:a="http://schemas.openxmlformats.org/drawingml/2006/main">
            <a:off x="714375" y="44767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425" b="1" i="0">
                <a:solidFill>
                  <a:srgbClr val="241646"/>
                </a:solidFill>
                <a:latin typeface="Noto Sans JP"/>
                <a:ea typeface="Noto Sans JP"/>
                <a:cs typeface="Noto Sans JP"/>
              </a:defRPr>
            </a:pPr>
            <a:r>
              <a:rPr sz="1425" b="1" i="0">
                <a:solidFill>
                  <a:srgbClr val="241646"/>
                </a:solidFill>
                <a:latin typeface="Noto Sans JP"/>
                <a:ea typeface="Noto Sans JP"/>
                <a:cs typeface="Noto Sans JP"/>
              </a:rPr>
              <a:t>局所状態</a:t>
            </a:r>
          </a:p>
        </p:txBody>
      </p:sp>
      <p:sp>
        <p:nvSpPr>
          <p:cNvPr id="12" name="">
            <a:extLst xmlns:a="http://schemas.openxmlformats.org/drawingml/2006/main">
              <a:ext uri="{FF2B5EF4-FFF2-40B4-BE49-F238E27FC236}">
                <a16:creationId xmlns:a16="http://schemas.microsoft.com/office/drawing/2014/main" id="{A9CFA9A9-FC55-4C59-AA56-301011159786}"/>
              </a:ext>
            </a:extLst>
          </p:cNvPr>
          <p:cNvSpPr>
            <a:spLocks xmlns:a="http://schemas.openxmlformats.org/drawingml/2006/main" noGrp="1"/>
          </p:cNvSpPr>
          <p:nvPr/>
        </p:nvSpPr>
        <p:spPr>
          <a:xfrm xmlns:a="http://schemas.openxmlformats.org/drawingml/2006/main">
            <a:off x="714375" y="4857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E/N または ⟨ε⟩</a:t>
            </a:r>
          </a:p>
        </p:txBody>
      </p:sp>
      <p:sp>
        <p:nvSpPr>
          <p:cNvPr id="13" name="">
            <a:extLst xmlns:a="http://schemas.openxmlformats.org/drawingml/2006/main">
              <a:ext uri="{FF2B5EF4-FFF2-40B4-BE49-F238E27FC236}">
                <a16:creationId xmlns:a16="http://schemas.microsoft.com/office/drawing/2014/main" id="{EEFA832D-5190-4727-94C8-6287E3A17884}"/>
              </a:ext>
            </a:extLst>
          </p:cNvPr>
          <p:cNvSpPr>
            <a:spLocks xmlns:a="http://schemas.openxmlformats.org/drawingml/2006/main" noGrp="1"/>
          </p:cNvSpPr>
          <p:nvPr/>
        </p:nvSpPr>
        <p:spPr>
          <a:xfrm xmlns:a="http://schemas.openxmlformats.org/drawingml/2006/main">
            <a:off x="3476625" y="4333875"/>
            <a:ext cx="2381250" cy="1000125"/>
          </a:xfrm>
          <a:prstGeom xmlns:a="http://schemas.openxmlformats.org/drawingml/2006/main" prst="rect">
            <a:avLst/>
          </a:prstGeom>
          <a:solidFill xmlns:a="http://schemas.openxmlformats.org/drawingml/2006/main">
            <a:srgbClr val="FFFFFF"/>
          </a:solidFill>
          <a:ln xmlns:a="http://schemas.openxmlformats.org/drawingml/2006/main" w="13335">
            <a:solidFill>
              <a:srgbClr val="00A6D6"/>
            </a:solidFill>
            <a:prstDash val="solid"/>
          </a:ln>
        </p:spPr>
      </p:sp>
      <p:sp>
        <p:nvSpPr>
          <p:cNvPr id="14" name="">
            <a:extLst xmlns:a="http://schemas.openxmlformats.org/drawingml/2006/main">
              <a:ext uri="{FF2B5EF4-FFF2-40B4-BE49-F238E27FC236}">
                <a16:creationId xmlns:a16="http://schemas.microsoft.com/office/drawing/2014/main" id="{2BD83E12-5034-4CEB-B76F-85FAB408F126}"/>
              </a:ext>
            </a:extLst>
          </p:cNvPr>
          <p:cNvSpPr>
            <a:spLocks xmlns:a="http://schemas.openxmlformats.org/drawingml/2006/main" noGrp="1"/>
          </p:cNvSpPr>
          <p:nvPr/>
        </p:nvSpPr>
        <p:spPr>
          <a:xfrm xmlns:a="http://schemas.openxmlformats.org/drawingml/2006/main">
            <a:off x="3619500" y="44767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425" b="1" i="0">
                <a:solidFill>
                  <a:srgbClr val="241646"/>
                </a:solidFill>
                <a:latin typeface="Noto Sans JP"/>
                <a:ea typeface="Noto Sans JP"/>
                <a:cs typeface="Noto Sans JP"/>
              </a:defRPr>
            </a:pPr>
            <a:r>
              <a:rPr sz="1425" b="1" i="0">
                <a:solidFill>
                  <a:srgbClr val="241646"/>
                </a:solidFill>
                <a:latin typeface="Noto Sans JP"/>
                <a:ea typeface="Noto Sans JP"/>
                <a:cs typeface="Noto Sans JP"/>
              </a:rPr>
              <a:t>Swarm参照表</a:t>
            </a:r>
          </a:p>
        </p:txBody>
      </p:sp>
      <p:sp>
        <p:nvSpPr>
          <p:cNvPr id="15" name="">
            <a:extLst xmlns:a="http://schemas.openxmlformats.org/drawingml/2006/main">
              <a:ext uri="{FF2B5EF4-FFF2-40B4-BE49-F238E27FC236}">
                <a16:creationId xmlns:a16="http://schemas.microsoft.com/office/drawing/2014/main" id="{F8E60458-4A0D-4B1F-B443-FCE5C2D05B79}"/>
              </a:ext>
            </a:extLst>
          </p:cNvPr>
          <p:cNvSpPr>
            <a:spLocks xmlns:a="http://schemas.openxmlformats.org/drawingml/2006/main" noGrp="1"/>
          </p:cNvSpPr>
          <p:nvPr/>
        </p:nvSpPr>
        <p:spPr>
          <a:xfrm xmlns:a="http://schemas.openxmlformats.org/drawingml/2006/main">
            <a:off x="3619500" y="4857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p(ε), μ, D, kⱼ</a:t>
            </a:r>
          </a:p>
        </p:txBody>
      </p:sp>
      <p:sp>
        <p:nvSpPr>
          <p:cNvPr id="16" name="">
            <a:extLst xmlns:a="http://schemas.openxmlformats.org/drawingml/2006/main">
              <a:ext uri="{FF2B5EF4-FFF2-40B4-BE49-F238E27FC236}">
                <a16:creationId xmlns:a16="http://schemas.microsoft.com/office/drawing/2014/main" id="{5B749466-4259-4DE2-8A73-44C8E775C4E9}"/>
              </a:ext>
            </a:extLst>
          </p:cNvPr>
          <p:cNvSpPr>
            <a:spLocks xmlns:a="http://schemas.openxmlformats.org/drawingml/2006/main" noGrp="1"/>
          </p:cNvSpPr>
          <p:nvPr/>
        </p:nvSpPr>
        <p:spPr>
          <a:xfrm xmlns:a="http://schemas.openxmlformats.org/drawingml/2006/main">
            <a:off x="6381750" y="4333875"/>
            <a:ext cx="2381250" cy="1000125"/>
          </a:xfrm>
          <a:prstGeom xmlns:a="http://schemas.openxmlformats.org/drawingml/2006/main" prst="rect">
            <a:avLst/>
          </a:prstGeom>
          <a:solidFill xmlns:a="http://schemas.openxmlformats.org/drawingml/2006/main">
            <a:srgbClr val="FFFFFF"/>
          </a:solidFill>
          <a:ln xmlns:a="http://schemas.openxmlformats.org/drawingml/2006/main" w="13335">
            <a:solidFill>
              <a:srgbClr val="00A6D6"/>
            </a:solidFill>
            <a:prstDash val="solid"/>
          </a:ln>
        </p:spPr>
      </p:sp>
      <p:sp>
        <p:nvSpPr>
          <p:cNvPr id="17" name="">
            <a:extLst xmlns:a="http://schemas.openxmlformats.org/drawingml/2006/main">
              <a:ext uri="{FF2B5EF4-FFF2-40B4-BE49-F238E27FC236}">
                <a16:creationId xmlns:a16="http://schemas.microsoft.com/office/drawing/2014/main" id="{BBF0526E-87CE-40D7-94AD-28011AAB61F9}"/>
              </a:ext>
            </a:extLst>
          </p:cNvPr>
          <p:cNvSpPr>
            <a:spLocks xmlns:a="http://schemas.openxmlformats.org/drawingml/2006/main" noGrp="1"/>
          </p:cNvSpPr>
          <p:nvPr/>
        </p:nvSpPr>
        <p:spPr>
          <a:xfrm xmlns:a="http://schemas.openxmlformats.org/drawingml/2006/main">
            <a:off x="6524625" y="44767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425" b="1" i="0">
                <a:solidFill>
                  <a:srgbClr val="241646"/>
                </a:solidFill>
                <a:latin typeface="Noto Sans JP"/>
                <a:ea typeface="Noto Sans JP"/>
                <a:cs typeface="Noto Sans JP"/>
              </a:defRPr>
            </a:pPr>
            <a:r>
              <a:rPr sz="1425" b="1" i="0">
                <a:solidFill>
                  <a:srgbClr val="241646"/>
                </a:solidFill>
                <a:latin typeface="Noto Sans JP"/>
                <a:ea typeface="Noto Sans JP"/>
                <a:cs typeface="Noto Sans JP"/>
              </a:rPr>
              <a:t>保存則の係数</a:t>
            </a:r>
          </a:p>
        </p:txBody>
      </p:sp>
      <p:sp>
        <p:nvSpPr>
          <p:cNvPr id="18" name="">
            <a:extLst xmlns:a="http://schemas.openxmlformats.org/drawingml/2006/main">
              <a:ext uri="{FF2B5EF4-FFF2-40B4-BE49-F238E27FC236}">
                <a16:creationId xmlns:a16="http://schemas.microsoft.com/office/drawing/2014/main" id="{1A3D6DAC-5BC7-4BFD-A4BE-4F2959C024C5}"/>
              </a:ext>
            </a:extLst>
          </p:cNvPr>
          <p:cNvSpPr>
            <a:spLocks xmlns:a="http://schemas.openxmlformats.org/drawingml/2006/main" noGrp="1"/>
          </p:cNvSpPr>
          <p:nvPr/>
        </p:nvSpPr>
        <p:spPr>
          <a:xfrm xmlns:a="http://schemas.openxmlformats.org/drawingml/2006/main">
            <a:off x="6524625" y="4857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流束・生成・損失</a:t>
            </a:r>
          </a:p>
        </p:txBody>
      </p:sp>
      <p:sp>
        <p:nvSpPr>
          <p:cNvPr id="19" name="">
            <a:extLst xmlns:a="http://schemas.openxmlformats.org/drawingml/2006/main">
              <a:ext uri="{FF2B5EF4-FFF2-40B4-BE49-F238E27FC236}">
                <a16:creationId xmlns:a16="http://schemas.microsoft.com/office/drawing/2014/main" id="{324DD431-0DCD-4199-A467-C657B8635AE2}"/>
              </a:ext>
            </a:extLst>
          </p:cNvPr>
          <p:cNvSpPr>
            <a:spLocks xmlns:a="http://schemas.openxmlformats.org/drawingml/2006/main" noGrp="1"/>
          </p:cNvSpPr>
          <p:nvPr/>
        </p:nvSpPr>
        <p:spPr>
          <a:xfrm xmlns:a="http://schemas.openxmlformats.org/drawingml/2006/main">
            <a:off x="9286875" y="4333875"/>
            <a:ext cx="2381250" cy="1000125"/>
          </a:xfrm>
          <a:prstGeom xmlns:a="http://schemas.openxmlformats.org/drawingml/2006/main" prst="rect">
            <a:avLst/>
          </a:prstGeom>
          <a:solidFill xmlns:a="http://schemas.openxmlformats.org/drawingml/2006/main">
            <a:srgbClr val="FFFFFF"/>
          </a:solidFill>
          <a:ln xmlns:a="http://schemas.openxmlformats.org/drawingml/2006/main" w="13335">
            <a:solidFill>
              <a:srgbClr val="6DBB20"/>
            </a:solidFill>
            <a:prstDash val="solid"/>
          </a:ln>
        </p:spPr>
      </p:sp>
      <p:sp>
        <p:nvSpPr>
          <p:cNvPr id="20" name="">
            <a:extLst xmlns:a="http://schemas.openxmlformats.org/drawingml/2006/main">
              <a:ext uri="{FF2B5EF4-FFF2-40B4-BE49-F238E27FC236}">
                <a16:creationId xmlns:a16="http://schemas.microsoft.com/office/drawing/2014/main" id="{8223CF53-B82D-4E5E-97B4-CC2757A25629}"/>
              </a:ext>
            </a:extLst>
          </p:cNvPr>
          <p:cNvSpPr>
            <a:spLocks xmlns:a="http://schemas.openxmlformats.org/drawingml/2006/main" noGrp="1"/>
          </p:cNvSpPr>
          <p:nvPr/>
        </p:nvSpPr>
        <p:spPr>
          <a:xfrm xmlns:a="http://schemas.openxmlformats.org/drawingml/2006/main">
            <a:off x="9429750" y="44767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425" b="1" i="0">
                <a:solidFill>
                  <a:srgbClr val="241646"/>
                </a:solidFill>
                <a:latin typeface="Noto Sans JP"/>
                <a:ea typeface="Noto Sans JP"/>
                <a:cs typeface="Noto Sans JP"/>
              </a:defRPr>
            </a:pPr>
            <a:r>
              <a:rPr sz="1425" b="1" i="0">
                <a:solidFill>
                  <a:srgbClr val="241646"/>
                </a:solidFill>
                <a:latin typeface="Noto Sans JP"/>
                <a:ea typeface="Noto Sans JP"/>
                <a:cs typeface="Noto Sans JP"/>
              </a:rPr>
              <a:t>空間解</a:t>
            </a:r>
          </a:p>
        </p:txBody>
      </p:sp>
      <p:sp>
        <p:nvSpPr>
          <p:cNvPr id="21" name="">
            <a:extLst xmlns:a="http://schemas.openxmlformats.org/drawingml/2006/main">
              <a:ext uri="{FF2B5EF4-FFF2-40B4-BE49-F238E27FC236}">
                <a16:creationId xmlns:a16="http://schemas.microsoft.com/office/drawing/2014/main" id="{28761D31-22A6-495D-8295-BBE949FC604A}"/>
              </a:ext>
            </a:extLst>
          </p:cNvPr>
          <p:cNvSpPr>
            <a:spLocks xmlns:a="http://schemas.openxmlformats.org/drawingml/2006/main" noGrp="1"/>
          </p:cNvSpPr>
          <p:nvPr/>
        </p:nvSpPr>
        <p:spPr>
          <a:xfrm xmlns:a="http://schemas.openxmlformats.org/drawingml/2006/main">
            <a:off x="9429750" y="4857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nₑ, ε, species, E, B</a:t>
            </a:r>
          </a:p>
        </p:txBody>
      </p:sp>
      <p:cxnSp>
        <p:nvCxnSpPr>
          <p:cNvPr id="98" name=""/>
          <p:cNvCxnSpPr>
            <a:stCxn xmlns:a="http://schemas.openxmlformats.org/drawingml/2006/main" id="10" idx="3"/>
            <a:endCxn xmlns:a="http://schemas.openxmlformats.org/drawingml/2006/main" id="13" idx="1"/>
          </p:cNvCxnSpPr>
          <p:nvPr/>
        </p:nvCxnSpPr>
        <p:spPr>
          <a:xfrm xmlns:a="http://schemas.openxmlformats.org/drawingml/2006/main">
            <a:off x="2952750" y="4833938"/>
            <a:ext cx="523875" cy="0"/>
          </a:xfrm>
          <a:prstGeom xmlns:a="http://schemas.openxmlformats.org/drawingml/2006/main" prst="straightConnector1">
            <a:avLst/>
          </a:prstGeom>
          <a:ln xmlns:a="http://schemas.openxmlformats.org/drawingml/2006/main" w="13335">
            <a:solidFill>
              <a:srgbClr val="7A858A"/>
            </a:solidFill>
            <a:prstDash val="solid"/>
            <a:tailEnd type="arrow" w="sm" len="sm"/>
          </a:ln>
        </p:spPr>
      </p:cxnSp>
      <p:cxnSp>
        <p:nvCxnSpPr>
          <p:cNvPr id="99" name=""/>
          <p:cNvCxnSpPr>
            <a:stCxn xmlns:a="http://schemas.openxmlformats.org/drawingml/2006/main" id="13" idx="3"/>
            <a:endCxn xmlns:a="http://schemas.openxmlformats.org/drawingml/2006/main" id="16" idx="1"/>
          </p:cNvCxnSpPr>
          <p:nvPr/>
        </p:nvCxnSpPr>
        <p:spPr>
          <a:xfrm xmlns:a="http://schemas.openxmlformats.org/drawingml/2006/main">
            <a:off x="5857875" y="4833938"/>
            <a:ext cx="523875" cy="0"/>
          </a:xfrm>
          <a:prstGeom xmlns:a="http://schemas.openxmlformats.org/drawingml/2006/main" prst="straightConnector1">
            <a:avLst/>
          </a:prstGeom>
          <a:ln xmlns:a="http://schemas.openxmlformats.org/drawingml/2006/main" w="13335">
            <a:solidFill>
              <a:srgbClr val="7A858A"/>
            </a:solidFill>
            <a:prstDash val="solid"/>
            <a:tailEnd type="arrow" w="sm" len="sm"/>
          </a:ln>
        </p:spPr>
      </p:cxnSp>
      <p:cxnSp>
        <p:nvCxnSpPr>
          <p:cNvPr id="100" name=""/>
          <p:cNvCxnSpPr>
            <a:stCxn xmlns:a="http://schemas.openxmlformats.org/drawingml/2006/main" id="16" idx="3"/>
            <a:endCxn xmlns:a="http://schemas.openxmlformats.org/drawingml/2006/main" id="19" idx="1"/>
          </p:cNvCxnSpPr>
          <p:nvPr/>
        </p:nvCxnSpPr>
        <p:spPr>
          <a:xfrm xmlns:a="http://schemas.openxmlformats.org/drawingml/2006/main">
            <a:off x="8763000" y="4833938"/>
            <a:ext cx="523875" cy="0"/>
          </a:xfrm>
          <a:prstGeom xmlns:a="http://schemas.openxmlformats.org/drawingml/2006/main" prst="straightConnector1">
            <a:avLst/>
          </a:prstGeom>
          <a:ln xmlns:a="http://schemas.openxmlformats.org/drawingml/2006/main" w="13335">
            <a:solidFill>
              <a:srgbClr val="7A858A"/>
            </a:solidFill>
            <a:prstDash val="solid"/>
            <a:tailEnd type="arrow" w="sm" len="sm"/>
          </a:ln>
        </p:spPr>
      </p:cxnSp>
      <p:sp>
        <p:nvSpPr>
          <p:cNvPr id="25" name="takeaway-bullet">
            <a:extLst xmlns:a="http://schemas.openxmlformats.org/drawingml/2006/main">
              <a:ext uri="{FF2B5EF4-FFF2-40B4-BE49-F238E27FC236}">
                <a16:creationId xmlns:a16="http://schemas.microsoft.com/office/drawing/2014/main" id="{814040C0-4F30-428E-9AD4-ED95439735E0}"/>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6" name="takeaway">
            <a:extLst xmlns:a="http://schemas.openxmlformats.org/drawingml/2006/main">
              <a:ext uri="{FF2B5EF4-FFF2-40B4-BE49-F238E27FC236}">
                <a16:creationId xmlns:a16="http://schemas.microsoft.com/office/drawing/2014/main" id="{996BF2E8-A025-4632-B7E2-2E811FCAEB35}"/>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Swarmは係数とEEDFを供給する。2次元分布はCOMSOL保存則の解であり、両者の役割を混同しない。</a:t>
            </a:r>
          </a:p>
        </p:txBody>
      </p:sp>
      <p:sp>
        <p:nvSpPr>
          <p:cNvPr id="27" name="source">
            <a:extLst xmlns:a="http://schemas.openxmlformats.org/drawingml/2006/main">
              <a:ext uri="{FF2B5EF4-FFF2-40B4-BE49-F238E27FC236}">
                <a16:creationId xmlns:a16="http://schemas.microsoft.com/office/drawing/2014/main" id="{08E779FA-0C0C-4A87-978B-37D2A4D2DA2E}"/>
              </a:ext>
            </a:extLst>
          </p:cNvPr>
          <p:cNvSpPr>
            <a:spLocks xmlns:a="http://schemas.openxmlformats.org/drawingml/2006/main" noGrp="1"/>
          </p:cNvSpPr>
          <p:nvPr/>
        </p:nvSpPr>
        <p:spPr>
          <a:xfrm xmlns:a="http://schemas.openxmlformats.org/drawingml/2006/main">
            <a:off x="419100" y="63341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COMSOL plasma model equations and repository mapping: [R13], [R14]</a:t>
            </a:r>
          </a:p>
        </p:txBody>
      </p:sp>
      <p:sp>
        <p:nvSpPr>
          <p:cNvPr id="29" name="footer">
            <a:extLst xmlns:a="http://schemas.openxmlformats.org/drawingml/2006/main">
              <a:ext uri="{FF2B5EF4-FFF2-40B4-BE49-F238E27FC236}">
                <a16:creationId xmlns:a16="http://schemas.microsoft.com/office/drawing/2014/main" id="{39480F1E-40A4-4CD9-9E52-0589AF598BEA}"/>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30" name="page">
            <a:extLst xmlns:a="http://schemas.openxmlformats.org/drawingml/2006/main">
              <a:ext uri="{FF2B5EF4-FFF2-40B4-BE49-F238E27FC236}">
                <a16:creationId xmlns:a16="http://schemas.microsoft.com/office/drawing/2014/main" id="{618AFA44-062F-4F1E-B5C6-06B5AE45FBD4}"/>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42</a:t>
            </a:r>
          </a:p>
        </p:txBody>
      </p:sp>
      <p:sp>
        <p:nvSpPr>
          <p:cNvPr id="54" name="section">
            <a:extLst xmlns:a="http://schemas.openxmlformats.org/drawingml/2006/main">
              <a:ext uri="{FF2B5EF4-FFF2-40B4-BE49-F238E27FC236}">
                <a16:creationId xmlns:a16="http://schemas.microsoft.com/office/drawing/2014/main" id="{3634D011-D516-492A-B21B-165BD76AD06D}"/>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 COMSOL連携</a:t>
            </a:r>
          </a:p>
        </p:txBody>
      </p:sp>
    </p:spTree>
    <p:extLst>
      <p:ext uri="{BB962C8B-B14F-4D97-AF65-F5344CB8AC3E}">
        <p14:creationId xmlns:p14="http://schemas.microsoft.com/office/powerpoint/2010/main" val="1706904059"/>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6547628C-492E-4380-B5EC-FEA0B684656A}"/>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COMSOLへ渡す表と検査項目</a:t>
            </a:r>
          </a:p>
        </p:txBody>
      </p:sp>
      <p:graphicFrame>
        <p:nvGraphicFramePr>
          <p:cNvPr id="15" name=""/>
          <p:cNvGraphicFramePr/>
          <p:nvPr/>
        </p:nvGraphicFramePr>
        <p:xfrm>
          <a:off xmlns:a="http://schemas.openxmlformats.org/drawingml/2006/main" x="457200" y="1381125"/>
          <a:ext xmlns:a="http://schemas.openxmlformats.org/drawingml/2006/main" cx="11287125" cy="3714750"/>
        </p:xfrm>
        <a:graphic xmlns:a="http://schemas.openxmlformats.org/drawingml/2006/main">
          <a:graphicData uri="http://schemas.openxmlformats.org/drawingml/2006/table">
            <a:tbl>
              <a:tblPr/>
              <a:tblGrid>
                <a:gridCol w="2673266"/>
                <a:gridCol w="1841584"/>
                <a:gridCol w="3445543"/>
                <a:gridCol w="3326732"/>
              </a:tblGrid>
              <a:tr h="619125">
                <a:tc>
                  <a:txBody>
                    <a:bodyPr lIns="57150" tIns="47625" rIns="57150" bIns="47625">
                      <a:normAutofit/>
                    </a:bodyPr>
                    <a:lstStyle/>
                    <a:p>
                      <a:pPr algn="l">
                        <a:buNone/>
                      </a:pPr>
                      <a:r>
                        <a:rPr sz="1125" b="1">
                          <a:solidFill>
                            <a:srgbClr val="FFFFFF"/>
                          </a:solidFill>
                          <a:latin typeface="Noto Sans JP"/>
                          <a:ea typeface="Noto Sans JP"/>
                          <a:cs typeface="Noto Sans JP"/>
                        </a:rPr>
                        <a:t>ファイル</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独立変数</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格納する物性</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COMSOLへ渡す前の確認</a:t>
                      </a:r>
                    </a:p>
                  </a:txBody>
                  <a:tcPr marL="91440" marR="91440" marT="45720" marB="45720" anchor="ctr">
                    <a:solidFill>
                      <a:srgbClr val="00A6D6"/>
                    </a:solidFill>
                  </a:tcPr>
                </a:tc>
              </a:tr>
              <a:tr h="619125">
                <a:tc>
                  <a:txBody>
                    <a:bodyPr lIns="57150" tIns="47625" rIns="57150" bIns="47625">
                      <a:normAutofit/>
                    </a:bodyPr>
                    <a:lstStyle/>
                    <a:p>
                      <a:pPr algn="l">
                        <a:buNone/>
                      </a:pPr>
                      <a:r>
                        <a:rPr sz="1050" b="1">
                          <a:solidFill>
                            <a:srgbClr val="333333"/>
                          </a:solidFill>
                          <a:latin typeface="Noto Sans JP"/>
                          <a:ea typeface="Noto Sans JP"/>
                          <a:cs typeface="Noto Sans JP"/>
                        </a:rPr>
                        <a:t>transport_vs_en.csv</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E/N</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μN、DN、エネルギー輸送係数</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定義、単位、対応E/N範囲</a:t>
                      </a:r>
                    </a:p>
                  </a:txBody>
                  <a:tcPr marL="91440" marR="91440" marT="45720" marB="45720" anchor="ctr">
                    <a:solidFill>
                      <a:srgbClr val="FFFFFF"/>
                    </a:solidFill>
                  </a:tcPr>
                </a:tc>
              </a:tr>
              <a:tr h="619125">
                <a:tc>
                  <a:txBody>
                    <a:bodyPr lIns="57150" tIns="47625" rIns="57150" bIns="47625">
                      <a:normAutofit/>
                    </a:bodyPr>
                    <a:lstStyle/>
                    <a:p>
                      <a:pPr algn="l">
                        <a:buNone/>
                      </a:pPr>
                      <a:r>
                        <a:rPr sz="1050" b="1">
                          <a:solidFill>
                            <a:srgbClr val="333333"/>
                          </a:solidFill>
                          <a:latin typeface="Noto Sans JP"/>
                          <a:ea typeface="Noto Sans JP"/>
                          <a:cs typeface="Noto Sans JP"/>
                        </a:rPr>
                        <a:t>rates_vs_en.csv</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E/N</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反応速度係数 kⱼ、成長率</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反応名、閾値、断面積との対応</a:t>
                      </a:r>
                    </a:p>
                  </a:txBody>
                  <a:tcPr marL="91440" marR="91440" marT="45720" marB="45720" anchor="ctr">
                    <a:solidFill>
                      <a:srgbClr val="F2F3F4"/>
                    </a:solidFill>
                  </a:tcPr>
                </a:tc>
              </a:tr>
              <a:tr h="619125">
                <a:tc>
                  <a:txBody>
                    <a:bodyPr lIns="57150" tIns="47625" rIns="57150" bIns="47625">
                      <a:normAutofit/>
                    </a:bodyPr>
                    <a:lstStyle/>
                    <a:p>
                      <a:pPr algn="l">
                        <a:buNone/>
                      </a:pPr>
                      <a:r>
                        <a:rPr sz="1050" b="1">
                          <a:solidFill>
                            <a:srgbClr val="333333"/>
                          </a:solidFill>
                          <a:latin typeface="Noto Sans JP"/>
                          <a:ea typeface="Noto Sans JP"/>
                          <a:cs typeface="Noto Sans JP"/>
                        </a:rPr>
                        <a:t>eedf.csv</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ε, E/N</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EEDF p(ε)</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正規化、平均値、高エネルギー上限</a:t>
                      </a:r>
                    </a:p>
                  </a:txBody>
                  <a:tcPr marL="91440" marR="91440" marT="45720" marB="45720" anchor="ctr">
                    <a:solidFill>
                      <a:srgbClr val="FFFFFF"/>
                    </a:solidFill>
                  </a:tcPr>
                </a:tc>
              </a:tr>
              <a:tr h="619125">
                <a:tc>
                  <a:txBody>
                    <a:bodyPr lIns="57150" tIns="47625" rIns="57150" bIns="47625">
                      <a:normAutofit/>
                    </a:bodyPr>
                    <a:lstStyle/>
                    <a:p>
                      <a:pPr algn="l">
                        <a:buNone/>
                      </a:pPr>
                      <a:r>
                        <a:rPr sz="1050" b="1">
                          <a:solidFill>
                            <a:srgbClr val="333333"/>
                          </a:solidFill>
                          <a:latin typeface="Noto Sans JP"/>
                          <a:ea typeface="Noto Sans JP"/>
                          <a:cs typeface="Noto Sans JP"/>
                        </a:rPr>
                        <a:t>*_vs_mean_energy.csv</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⟨ε⟩</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輸送・反応・EEDF参照表</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単調枝、補間範囲、外挿禁止</a:t>
                      </a:r>
                    </a:p>
                  </a:txBody>
                  <a:tcPr marL="91440" marR="91440" marT="45720" marB="45720" anchor="ctr">
                    <a:solidFill>
                      <a:srgbClr val="F2F3F4"/>
                    </a:solidFill>
                  </a:tcPr>
                </a:tc>
              </a:tr>
              <a:tr h="619125">
                <a:tc>
                  <a:txBody>
                    <a:bodyPr lIns="57150" tIns="47625" rIns="57150" bIns="47625">
                      <a:normAutofit/>
                    </a:bodyPr>
                    <a:lstStyle/>
                    <a:p>
                      <a:pPr algn="l">
                        <a:buNone/>
                      </a:pPr>
                      <a:r>
                        <a:rPr sz="1050" b="1">
                          <a:solidFill>
                            <a:srgbClr val="333333"/>
                          </a:solidFill>
                          <a:latin typeface="Noto Sans JP"/>
                          <a:ea typeface="Noto Sans JP"/>
                          <a:cs typeface="Noto Sans JP"/>
                        </a:rPr>
                        <a:t>manifest.json</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ガス、断面積識別子、単位、手法、採用状態</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出典と再現条件</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C68E987-99ED-45A4-B5BF-3AC147256B81}"/>
              </a:ext>
            </a:extLst>
          </p:cNvPr>
          <p:cNvSpPr>
            <a:spLocks xmlns:a="http://schemas.openxmlformats.org/drawingml/2006/main" noGrp="1"/>
          </p:cNvSpPr>
          <p:nvPr/>
        </p:nvSpPr>
        <p:spPr>
          <a:xfrm xmlns:a="http://schemas.openxmlformats.org/drawingml/2006/main">
            <a:off x="762000" y="538162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個別MPHで別に定義するもの</a:t>
            </a:r>
          </a:p>
        </p:txBody>
      </p:sp>
      <p:sp>
        <p:nvSpPr>
          <p:cNvPr id="5" name="">
            <a:extLst xmlns:a="http://schemas.openxmlformats.org/drawingml/2006/main">
              <a:ext uri="{FF2B5EF4-FFF2-40B4-BE49-F238E27FC236}">
                <a16:creationId xmlns:a16="http://schemas.microsoft.com/office/drawing/2014/main" id="{2A5D8CD0-35F1-40A4-81D8-DB8324E71D12}"/>
              </a:ext>
            </a:extLst>
          </p:cNvPr>
          <p:cNvSpPr>
            <a:spLocks xmlns:a="http://schemas.openxmlformats.org/drawingml/2006/main" noGrp="1"/>
          </p:cNvSpPr>
          <p:nvPr/>
        </p:nvSpPr>
        <p:spPr>
          <a:xfrm xmlns:a="http://schemas.openxmlformats.org/drawingml/2006/main">
            <a:off x="3524250" y="5286375"/>
            <a:ext cx="762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COMSOL変数タグ、反応名、解析ステップ、境界条件、実行条件、出力時刻</a:t>
            </a:r>
          </a:p>
        </p:txBody>
      </p:sp>
      <p:sp>
        <p:nvSpPr>
          <p:cNvPr id="6" name="takeaway-bullet">
            <a:extLst xmlns:a="http://schemas.openxmlformats.org/drawingml/2006/main">
              <a:ext uri="{FF2B5EF4-FFF2-40B4-BE49-F238E27FC236}">
                <a16:creationId xmlns:a16="http://schemas.microsoft.com/office/drawing/2014/main" id="{6FFA8F86-1FD5-475D-B5C3-A54F27374C39}"/>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7" name="takeaway">
            <a:extLst xmlns:a="http://schemas.openxmlformats.org/drawingml/2006/main">
              <a:ext uri="{FF2B5EF4-FFF2-40B4-BE49-F238E27FC236}">
                <a16:creationId xmlns:a16="http://schemas.microsoft.com/office/drawing/2014/main" id="{B2954106-17F5-478D-A631-6BB0EA4C6B3C}"/>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物性表は装置モデル非依存。個別MPHへの結び付けは別の変数対応表で管理する。</a:t>
            </a:r>
          </a:p>
        </p:txBody>
      </p:sp>
      <p:sp>
        <p:nvSpPr>
          <p:cNvPr id="9" name="footer">
            <a:extLst xmlns:a="http://schemas.openxmlformats.org/drawingml/2006/main">
              <a:ext uri="{FF2B5EF4-FFF2-40B4-BE49-F238E27FC236}">
                <a16:creationId xmlns:a16="http://schemas.microsoft.com/office/drawing/2014/main" id="{5ADCE6DB-99BA-4E3D-800C-5BA01C1AA219}"/>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0" name="page">
            <a:extLst xmlns:a="http://schemas.openxmlformats.org/drawingml/2006/main">
              <a:ext uri="{FF2B5EF4-FFF2-40B4-BE49-F238E27FC236}">
                <a16:creationId xmlns:a16="http://schemas.microsoft.com/office/drawing/2014/main" id="{342DD941-F50D-4C20-8849-C5702FC6914C}"/>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43</a:t>
            </a:r>
          </a:p>
        </p:txBody>
      </p:sp>
      <p:sp>
        <p:nvSpPr>
          <p:cNvPr id="12" name="section">
            <a:extLst xmlns:a="http://schemas.openxmlformats.org/drawingml/2006/main">
              <a:ext uri="{FF2B5EF4-FFF2-40B4-BE49-F238E27FC236}">
                <a16:creationId xmlns:a16="http://schemas.microsoft.com/office/drawing/2014/main" id="{0AAE4219-75CE-4D1F-889F-817A4C51EED8}"/>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 COMSOL連携</a:t>
            </a:r>
          </a:p>
        </p:txBody>
      </p:sp>
    </p:spTree>
    <p:extLst>
      <p:ext uri="{BB962C8B-B14F-4D97-AF65-F5344CB8AC3E}">
        <p14:creationId xmlns:p14="http://schemas.microsoft.com/office/powerpoint/2010/main" val="1927514828"/>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453024C5-BCB7-4267-8DB9-41773A5984D3}"/>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平均エネルギーからEEDFを参照する表</a:t>
            </a:r>
          </a:p>
        </p:txBody>
      </p:sp>
      <p:sp>
        <p:nvSpPr>
          <p:cNvPr id="3" name="subtitle">
            <a:extLst xmlns:a="http://schemas.openxmlformats.org/drawingml/2006/main">
              <a:ext uri="{FF2B5EF4-FFF2-40B4-BE49-F238E27FC236}">
                <a16:creationId xmlns:a16="http://schemas.microsoft.com/office/drawing/2014/main" id="{CC52A3FD-EEDF-4644-978A-7D7A6E09073E}"/>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COMSOLの局所平均エネルギーに対応するEEDFを、正規化と一次モーメントを保って補間</a:t>
            </a:r>
          </a:p>
        </p:txBody>
      </p:sp>
      <p:sp>
        <p:nvSpPr>
          <p:cNvPr id="4" name="">
            <a:extLst xmlns:a="http://schemas.openxmlformats.org/drawingml/2006/main">
              <a:ext uri="{FF2B5EF4-FFF2-40B4-BE49-F238E27FC236}">
                <a16:creationId xmlns:a16="http://schemas.microsoft.com/office/drawing/2014/main" id="{A1EE533F-0AA1-4116-B6A1-20B6A100EED5}"/>
              </a:ext>
            </a:extLst>
          </p:cNvPr>
          <p:cNvSpPr>
            <a:spLocks xmlns:a="http://schemas.openxmlformats.org/drawingml/2006/main" noGrp="1"/>
          </p:cNvSpPr>
          <p:nvPr/>
        </p:nvSpPr>
        <p:spPr>
          <a:xfrm xmlns:a="http://schemas.openxmlformats.org/drawingml/2006/main">
            <a:off x="1190625" y="1333500"/>
            <a:ext cx="1143000" cy="62865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参照関数</a:t>
            </a:r>
          </a:p>
        </p:txBody>
      </p:sp>
      <p:sp>
        <p:nvSpPr>
          <p:cNvPr id="5" name="">
            <a:extLst xmlns:a="http://schemas.openxmlformats.org/drawingml/2006/main">
              <a:ext uri="{FF2B5EF4-FFF2-40B4-BE49-F238E27FC236}">
                <a16:creationId xmlns:a16="http://schemas.microsoft.com/office/drawing/2014/main" id="{6A909FFB-A2C7-41FF-819E-D4C49A360897}"/>
              </a:ext>
            </a:extLst>
          </p:cNvPr>
          <p:cNvSpPr>
            <a:spLocks xmlns:a="http://schemas.openxmlformats.org/drawingml/2006/main" noGrp="1"/>
          </p:cNvSpPr>
          <p:nvPr/>
        </p:nvSpPr>
        <p:spPr>
          <a:xfrm xmlns:a="http://schemas.openxmlformats.org/drawingml/2006/main">
            <a:off x="2333625" y="1333500"/>
            <a:ext cx="8667750" cy="62865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p(ε; ū) = interp₂D(ε, ū),    ∫p dε = 1,    ∫εp dε = ū</a:t>
            </a:r>
          </a:p>
        </p:txBody>
      </p:sp>
      <p:sp>
        <p:nvSpPr>
          <p:cNvPr id="6" name="">
            <a:extLst xmlns:a="http://schemas.openxmlformats.org/drawingml/2006/main">
              <a:ext uri="{FF2B5EF4-FFF2-40B4-BE49-F238E27FC236}">
                <a16:creationId xmlns:a16="http://schemas.microsoft.com/office/drawing/2014/main" id="{F80C3809-1727-47C7-9E9C-CE18E4921541}"/>
              </a:ext>
            </a:extLst>
          </p:cNvPr>
          <p:cNvSpPr>
            <a:spLocks xmlns:a="http://schemas.openxmlformats.org/drawingml/2006/main" noGrp="1"/>
          </p:cNvSpPr>
          <p:nvPr/>
        </p:nvSpPr>
        <p:spPr>
          <a:xfrm xmlns:a="http://schemas.openxmlformats.org/drawingml/2006/main">
            <a:off x="857250" y="2333625"/>
            <a:ext cx="400050" cy="4000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06440D94-3144-454F-9D7F-8BD549B95C63}"/>
              </a:ext>
            </a:extLst>
          </p:cNvPr>
          <p:cNvSpPr>
            <a:spLocks xmlns:a="http://schemas.openxmlformats.org/drawingml/2006/main" noGrp="1"/>
          </p:cNvSpPr>
          <p:nvPr/>
        </p:nvSpPr>
        <p:spPr>
          <a:xfrm xmlns:a="http://schemas.openxmlformats.org/drawingml/2006/main">
            <a:off x="1428750" y="2190750"/>
            <a:ext cx="2857500" cy="857250"/>
          </a:xfrm>
          <a:prstGeom xmlns:a="http://schemas.openxmlformats.org/drawingml/2006/main" prst="rect">
            <a:avLst/>
          </a:prstGeom>
          <a:solidFill xmlns:a="http://schemas.openxmlformats.org/drawingml/2006/main">
            <a:srgbClr val="FFFFFF"/>
          </a:solidFill>
          <a:ln xmlns:a="http://schemas.openxmlformats.org/drawingml/2006/main" w="11430">
            <a:solidFill>
              <a:srgbClr val="00A6D6"/>
            </a:solidFill>
            <a:prstDash val="solid"/>
          </a:ln>
        </p:spPr>
      </p:sp>
      <p:sp>
        <p:nvSpPr>
          <p:cNvPr id="8" name="">
            <a:extLst xmlns:a="http://schemas.openxmlformats.org/drawingml/2006/main">
              <a:ext uri="{FF2B5EF4-FFF2-40B4-BE49-F238E27FC236}">
                <a16:creationId xmlns:a16="http://schemas.microsoft.com/office/drawing/2014/main" id="{5E7DB4C0-7DF8-4559-9D8C-732FB8E8E836}"/>
              </a:ext>
            </a:extLst>
          </p:cNvPr>
          <p:cNvSpPr>
            <a:spLocks xmlns:a="http://schemas.openxmlformats.org/drawingml/2006/main" noGrp="1"/>
          </p:cNvSpPr>
          <p:nvPr/>
        </p:nvSpPr>
        <p:spPr>
          <a:xfrm xmlns:a="http://schemas.openxmlformats.org/drawingml/2006/main">
            <a:off x="1571625" y="23050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計算法ごとの基準EEDF</a:t>
            </a:r>
          </a:p>
        </p:txBody>
      </p:sp>
      <p:sp>
        <p:nvSpPr>
          <p:cNvPr id="9" name="">
            <a:extLst xmlns:a="http://schemas.openxmlformats.org/drawingml/2006/main">
              <a:ext uri="{FF2B5EF4-FFF2-40B4-BE49-F238E27FC236}">
                <a16:creationId xmlns:a16="http://schemas.microsoft.com/office/drawing/2014/main" id="{822B753E-3BCC-45CF-8B04-DA2C70C06EAC}"/>
              </a:ext>
            </a:extLst>
          </p:cNvPr>
          <p:cNvSpPr>
            <a:spLocks xmlns:a="http://schemas.openxmlformats.org/drawingml/2006/main" noGrp="1"/>
          </p:cNvSpPr>
          <p:nvPr/>
        </p:nvSpPr>
        <p:spPr>
          <a:xfrm xmlns:a="http://schemas.openxmlformats.org/drawingml/2006/main">
            <a:off x="1571625" y="261937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共通E/N点で得たp(ε)</a:t>
            </a:r>
          </a:p>
        </p:txBody>
      </p:sp>
      <p:sp>
        <p:nvSpPr>
          <p:cNvPr id="10" name="">
            <a:extLst xmlns:a="http://schemas.openxmlformats.org/drawingml/2006/main">
              <a:ext uri="{FF2B5EF4-FFF2-40B4-BE49-F238E27FC236}">
                <a16:creationId xmlns:a16="http://schemas.microsoft.com/office/drawing/2014/main" id="{9D64E0BD-44C7-4C35-BF0C-8C1190664E6A}"/>
              </a:ext>
            </a:extLst>
          </p:cNvPr>
          <p:cNvSpPr>
            <a:spLocks xmlns:a="http://schemas.openxmlformats.org/drawingml/2006/main" noGrp="1"/>
          </p:cNvSpPr>
          <p:nvPr/>
        </p:nvSpPr>
        <p:spPr>
          <a:xfrm xmlns:a="http://schemas.openxmlformats.org/drawingml/2006/main">
            <a:off x="4762500" y="2333625"/>
            <a:ext cx="400050" cy="4000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7EAE35ED-308D-49C2-8553-B66A2D312301}"/>
              </a:ext>
            </a:extLst>
          </p:cNvPr>
          <p:cNvSpPr>
            <a:spLocks xmlns:a="http://schemas.openxmlformats.org/drawingml/2006/main" noGrp="1"/>
          </p:cNvSpPr>
          <p:nvPr/>
        </p:nvSpPr>
        <p:spPr>
          <a:xfrm xmlns:a="http://schemas.openxmlformats.org/drawingml/2006/main">
            <a:off x="5334000" y="2190750"/>
            <a:ext cx="2857500" cy="857250"/>
          </a:xfrm>
          <a:prstGeom xmlns:a="http://schemas.openxmlformats.org/drawingml/2006/main" prst="rect">
            <a:avLst/>
          </a:prstGeom>
          <a:solidFill xmlns:a="http://schemas.openxmlformats.org/drawingml/2006/main">
            <a:srgbClr val="FFFFFF"/>
          </a:solidFill>
          <a:ln xmlns:a="http://schemas.openxmlformats.org/drawingml/2006/main" w="11430">
            <a:solidFill>
              <a:srgbClr val="00A6D6"/>
            </a:solidFill>
            <a:prstDash val="solid"/>
          </a:ln>
        </p:spPr>
      </p:sp>
      <p:sp>
        <p:nvSpPr>
          <p:cNvPr id="12" name="">
            <a:extLst xmlns:a="http://schemas.openxmlformats.org/drawingml/2006/main">
              <a:ext uri="{FF2B5EF4-FFF2-40B4-BE49-F238E27FC236}">
                <a16:creationId xmlns:a16="http://schemas.microsoft.com/office/drawing/2014/main" id="{F17A94FF-BC97-4589-BE30-98BB0C632018}"/>
              </a:ext>
            </a:extLst>
          </p:cNvPr>
          <p:cNvSpPr>
            <a:spLocks xmlns:a="http://schemas.openxmlformats.org/drawingml/2006/main" noGrp="1"/>
          </p:cNvSpPr>
          <p:nvPr/>
        </p:nvSpPr>
        <p:spPr>
          <a:xfrm xmlns:a="http://schemas.openxmlformats.org/drawingml/2006/main">
            <a:off x="5476875" y="23050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エネルギー節点を再配置</a:t>
            </a:r>
          </a:p>
        </p:txBody>
      </p:sp>
      <p:sp>
        <p:nvSpPr>
          <p:cNvPr id="13" name="">
            <a:extLst xmlns:a="http://schemas.openxmlformats.org/drawingml/2006/main">
              <a:ext uri="{FF2B5EF4-FFF2-40B4-BE49-F238E27FC236}">
                <a16:creationId xmlns:a16="http://schemas.microsoft.com/office/drawing/2014/main" id="{D32ED41C-18B8-4112-98DF-199D1AC077B6}"/>
              </a:ext>
            </a:extLst>
          </p:cNvPr>
          <p:cNvSpPr>
            <a:spLocks xmlns:a="http://schemas.openxmlformats.org/drawingml/2006/main" noGrp="1"/>
          </p:cNvSpPr>
          <p:nvPr/>
        </p:nvSpPr>
        <p:spPr>
          <a:xfrm xmlns:a="http://schemas.openxmlformats.org/drawingml/2006/main">
            <a:off x="5476875" y="261937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閾値と高エネルギー尾部に節点を追加</a:t>
            </a:r>
          </a:p>
        </p:txBody>
      </p:sp>
      <p:sp>
        <p:nvSpPr>
          <p:cNvPr id="14" name="">
            <a:extLst xmlns:a="http://schemas.openxmlformats.org/drawingml/2006/main">
              <a:ext uri="{FF2B5EF4-FFF2-40B4-BE49-F238E27FC236}">
                <a16:creationId xmlns:a16="http://schemas.microsoft.com/office/drawing/2014/main" id="{A71EE472-106A-4D96-B546-2B7361E78E87}"/>
              </a:ext>
            </a:extLst>
          </p:cNvPr>
          <p:cNvSpPr>
            <a:spLocks xmlns:a="http://schemas.openxmlformats.org/drawingml/2006/main" noGrp="1"/>
          </p:cNvSpPr>
          <p:nvPr/>
        </p:nvSpPr>
        <p:spPr>
          <a:xfrm xmlns:a="http://schemas.openxmlformats.org/drawingml/2006/main">
            <a:off x="8667750" y="2333625"/>
            <a:ext cx="400050" cy="40005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3</a:t>
            </a:r>
          </a:p>
        </p:txBody>
      </p:sp>
      <p:sp>
        <p:nvSpPr>
          <p:cNvPr id="15" name="">
            <a:extLst xmlns:a="http://schemas.openxmlformats.org/drawingml/2006/main">
              <a:ext uri="{FF2B5EF4-FFF2-40B4-BE49-F238E27FC236}">
                <a16:creationId xmlns:a16="http://schemas.microsoft.com/office/drawing/2014/main" id="{12523306-17FC-4F0D-8FFE-CD5AA086903F}"/>
              </a:ext>
            </a:extLst>
          </p:cNvPr>
          <p:cNvSpPr>
            <a:spLocks xmlns:a="http://schemas.openxmlformats.org/drawingml/2006/main" noGrp="1"/>
          </p:cNvSpPr>
          <p:nvPr/>
        </p:nvSpPr>
        <p:spPr>
          <a:xfrm xmlns:a="http://schemas.openxmlformats.org/drawingml/2006/main">
            <a:off x="9239250" y="2190750"/>
            <a:ext cx="2857500" cy="857250"/>
          </a:xfrm>
          <a:prstGeom xmlns:a="http://schemas.openxmlformats.org/drawingml/2006/main" prst="rect">
            <a:avLst/>
          </a:prstGeom>
          <a:solidFill xmlns:a="http://schemas.openxmlformats.org/drawingml/2006/main">
            <a:srgbClr val="FFFFFF"/>
          </a:solidFill>
          <a:ln xmlns:a="http://schemas.openxmlformats.org/drawingml/2006/main" w="11430">
            <a:solidFill>
              <a:srgbClr val="6DBB20"/>
            </a:solidFill>
            <a:prstDash val="solid"/>
          </a:ln>
        </p:spPr>
      </p:sp>
      <p:sp>
        <p:nvSpPr>
          <p:cNvPr id="16" name="">
            <a:extLst xmlns:a="http://schemas.openxmlformats.org/drawingml/2006/main">
              <a:ext uri="{FF2B5EF4-FFF2-40B4-BE49-F238E27FC236}">
                <a16:creationId xmlns:a16="http://schemas.microsoft.com/office/drawing/2014/main" id="{FBB2C9F5-4C54-4BF0-8B75-720C6E72DA9E}"/>
              </a:ext>
            </a:extLst>
          </p:cNvPr>
          <p:cNvSpPr>
            <a:spLocks xmlns:a="http://schemas.openxmlformats.org/drawingml/2006/main" noGrp="1"/>
          </p:cNvSpPr>
          <p:nvPr/>
        </p:nvSpPr>
        <p:spPr>
          <a:xfrm xmlns:a="http://schemas.openxmlformats.org/drawingml/2006/main">
            <a:off x="9382125" y="23050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COMSOL用2次元表</a:t>
            </a:r>
          </a:p>
        </p:txBody>
      </p:sp>
      <p:sp>
        <p:nvSpPr>
          <p:cNvPr id="17" name="">
            <a:extLst xmlns:a="http://schemas.openxmlformats.org/drawingml/2006/main">
              <a:ext uri="{FF2B5EF4-FFF2-40B4-BE49-F238E27FC236}">
                <a16:creationId xmlns:a16="http://schemas.microsoft.com/office/drawing/2014/main" id="{49F7CCFF-5F4E-4400-BCB3-A41B17743488}"/>
              </a:ext>
            </a:extLst>
          </p:cNvPr>
          <p:cNvSpPr>
            <a:spLocks xmlns:a="http://schemas.openxmlformats.org/drawingml/2006/main" noGrp="1"/>
          </p:cNvSpPr>
          <p:nvPr/>
        </p:nvSpPr>
        <p:spPr>
          <a:xfrm xmlns:a="http://schemas.openxmlformats.org/drawingml/2006/main">
            <a:off x="9382125" y="261937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ū × ε の参照関数</a:t>
            </a:r>
          </a:p>
        </p:txBody>
      </p:sp>
      <p:cxnSp>
        <p:nvCxnSpPr>
          <p:cNvPr id="81" name=""/>
          <p:cNvCxnSpPr>
            <a:stCxn xmlns:a="http://schemas.openxmlformats.org/drawingml/2006/main" id="7" idx="3"/>
            <a:endCxn xmlns:a="http://schemas.openxmlformats.org/drawingml/2006/main" id="11" idx="1"/>
          </p:cNvCxnSpPr>
          <p:nvPr/>
        </p:nvCxnSpPr>
        <p:spPr>
          <a:xfrm xmlns:a="http://schemas.openxmlformats.org/drawingml/2006/main">
            <a:off x="4286250" y="2619375"/>
            <a:ext cx="1047750" cy="0"/>
          </a:xfrm>
          <a:prstGeom xmlns:a="http://schemas.openxmlformats.org/drawingml/2006/main" prst="straightConnector1">
            <a:avLst/>
          </a:prstGeom>
          <a:ln xmlns:a="http://schemas.openxmlformats.org/drawingml/2006/main" w="12383">
            <a:solidFill>
              <a:srgbClr val="788388"/>
            </a:solidFill>
            <a:prstDash val="solid"/>
            <a:tailEnd type="arrow" w="sm" len="sm"/>
          </a:ln>
        </p:spPr>
      </p:cxnSp>
      <p:cxnSp>
        <p:nvCxnSpPr>
          <p:cNvPr id="82" name=""/>
          <p:cNvCxnSpPr>
            <a:stCxn xmlns:a="http://schemas.openxmlformats.org/drawingml/2006/main" id="11" idx="3"/>
            <a:endCxn xmlns:a="http://schemas.openxmlformats.org/drawingml/2006/main" id="15" idx="1"/>
          </p:cNvCxnSpPr>
          <p:nvPr/>
        </p:nvCxnSpPr>
        <p:spPr>
          <a:xfrm xmlns:a="http://schemas.openxmlformats.org/drawingml/2006/main">
            <a:off x="8191500" y="2619375"/>
            <a:ext cx="1047750" cy="0"/>
          </a:xfrm>
          <a:prstGeom xmlns:a="http://schemas.openxmlformats.org/drawingml/2006/main" prst="straightConnector1">
            <a:avLst/>
          </a:prstGeom>
          <a:ln xmlns:a="http://schemas.openxmlformats.org/drawingml/2006/main" w="12383">
            <a:solidFill>
              <a:srgbClr val="788388"/>
            </a:solidFill>
            <a:prstDash val="solid"/>
            <a:tailEnd type="arrow" w="sm" len="sm"/>
          </a:ln>
        </p:spPr>
      </p:cxnSp>
      <p:graphicFrame>
        <p:nvGraphicFramePr>
          <p:cNvPr id="83" name=""/>
          <p:cNvGraphicFramePr/>
          <p:nvPr/>
        </p:nvGraphicFramePr>
        <p:xfrm>
          <a:off xmlns:a="http://schemas.openxmlformats.org/drawingml/2006/main" x="666750" y="3524250"/>
          <a:ext xmlns:a="http://schemas.openxmlformats.org/drawingml/2006/main" cx="10858500" cy="1952625"/>
        </p:xfrm>
        <a:graphic xmlns:a="http://schemas.openxmlformats.org/drawingml/2006/main">
          <a:graphicData uri="http://schemas.openxmlformats.org/drawingml/2006/table">
            <a:tbl>
              <a:tblPr/>
              <a:tblGrid>
                <a:gridCol w="2025420"/>
                <a:gridCol w="1350280"/>
                <a:gridCol w="1856635"/>
                <a:gridCol w="1575326"/>
                <a:gridCol w="1350280"/>
                <a:gridCol w="2700560"/>
              </a:tblGrid>
              <a:tr h="488156">
                <a:tc>
                  <a:txBody>
                    <a:bodyPr lIns="57150" tIns="47625" rIns="57150" bIns="47625">
                      <a:normAutofit/>
                    </a:bodyPr>
                    <a:lstStyle/>
                    <a:p>
                      <a:pPr algn="l">
                        <a:buNone/>
                      </a:pPr>
                      <a:r>
                        <a:rPr sz="1050" b="1">
                          <a:solidFill>
                            <a:srgbClr val="FFFFFF"/>
                          </a:solidFill>
                          <a:latin typeface="Noto Sans JP"/>
                          <a:ea typeface="Noto Sans JP"/>
                          <a:cs typeface="Noto Sans JP"/>
                        </a:rPr>
                        <a:t>計算法</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E/N基準点</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平均エネルギー点</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エネルギー点</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行数</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最大補間誤差</a:t>
                      </a:r>
                    </a:p>
                  </a:txBody>
                  <a:tcPr marL="91440" marR="91440" marT="45720" marB="45720" anchor="ctr">
                    <a:solidFill>
                      <a:srgbClr val="00A6D6"/>
                    </a:solidFill>
                  </a:tcPr>
                </a:tc>
              </a:tr>
              <a:tr h="488156">
                <a:tc>
                  <a:txBody>
                    <a:bodyPr lIns="57150" tIns="47625" rIns="57150" bIns="47625">
                      <a:normAutofit/>
                    </a:bodyPr>
                    <a:lstStyle/>
                    <a:p>
                      <a:pPr algn="l">
                        <a:buNone/>
                      </a:pPr>
                      <a:r>
                        <a:rPr sz="975" b="1">
                          <a:solidFill>
                            <a:srgbClr val="333333"/>
                          </a:solidFill>
                          <a:latin typeface="Noto Sans JP"/>
                          <a:ea typeface="Noto Sans JP"/>
                          <a:cs typeface="Noto Sans JP"/>
                        </a:rPr>
                        <a:t>two-term</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14</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93</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605</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56,265</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TV 0.495%; 反応速度 0.475%</a:t>
                      </a:r>
                    </a:p>
                  </a:txBody>
                  <a:tcPr marL="91440" marR="91440" marT="45720" marB="45720" anchor="ctr">
                    <a:solidFill>
                      <a:srgbClr val="FFFFFF"/>
                    </a:solidFill>
                  </a:tcPr>
                </a:tc>
              </a:tr>
              <a:tr h="488156">
                <a:tc>
                  <a:txBody>
                    <a:bodyPr lIns="57150" tIns="47625" rIns="57150" bIns="47625">
                      <a:normAutofit/>
                    </a:bodyPr>
                    <a:lstStyle/>
                    <a:p>
                      <a:pPr algn="l">
                        <a:buNone/>
                      </a:pPr>
                      <a:r>
                        <a:rPr sz="975" b="1">
                          <a:solidFill>
                            <a:srgbClr val="333333"/>
                          </a:solidFill>
                          <a:latin typeface="Noto Sans JP"/>
                          <a:ea typeface="Noto Sans JP"/>
                          <a:cs typeface="Noto Sans JP"/>
                        </a:rPr>
                        <a:t>Monte Carlo</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14</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114</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797</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90,858</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TV 0.497%; 反応速度 0.493%</a:t>
                      </a:r>
                    </a:p>
                  </a:txBody>
                  <a:tcPr marL="91440" marR="91440" marT="45720" marB="45720" anchor="ctr">
                    <a:solidFill>
                      <a:srgbClr val="F2F3F4"/>
                    </a:solidFill>
                  </a:tcPr>
                </a:tc>
              </a:tr>
              <a:tr h="488156">
                <a:tc>
                  <a:txBody>
                    <a:bodyPr lIns="57150" tIns="47625" rIns="57150" bIns="47625">
                      <a:normAutofit/>
                    </a:bodyPr>
                    <a:lstStyle/>
                    <a:p>
                      <a:pPr algn="l">
                        <a:buNone/>
                      </a:pPr>
                      <a:r>
                        <a:rPr sz="975" b="1">
                          <a:solidFill>
                            <a:srgbClr val="333333"/>
                          </a:solidFill>
                          <a:latin typeface="Noto Sans JP"/>
                          <a:ea typeface="Noto Sans JP"/>
                          <a:cs typeface="Noto Sans JP"/>
                        </a:rPr>
                        <a:t>propagator P1</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14</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89</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543</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48,327</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TV 0.455%; 反応速度 0.499%</a:t>
                      </a:r>
                    </a:p>
                  </a:txBody>
                  <a:tcPr marL="91440" marR="91440" marT="45720" marB="45720" anchor="ctr">
                    <a:solidFill>
                      <a:srgbClr val="FFFFFF"/>
                    </a:solidFill>
                  </a:tcPr>
                </a:tc>
              </a:tr>
            </a:tbl>
          </a:graphicData>
        </a:graphic>
      </p:graphicFrame>
      <p:sp>
        <p:nvSpPr>
          <p:cNvPr id="21" name="takeaway-bullet">
            <a:extLst xmlns:a="http://schemas.openxmlformats.org/drawingml/2006/main">
              <a:ext uri="{FF2B5EF4-FFF2-40B4-BE49-F238E27FC236}">
                <a16:creationId xmlns:a16="http://schemas.microsoft.com/office/drawing/2014/main" id="{572BF7C0-F19D-4042-9A9D-F1D32EF0A59C}"/>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2" name="takeaway">
            <a:extLst xmlns:a="http://schemas.openxmlformats.org/drawingml/2006/main">
              <a:ext uri="{FF2B5EF4-FFF2-40B4-BE49-F238E27FC236}">
                <a16:creationId xmlns:a16="http://schemas.microsoft.com/office/drawing/2014/main" id="{773837D5-B6FB-4943-9327-7E9D62C6BE78}"/>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補間誤差を0.5%以下に管理し、計算法の差と表生成の差を分離する。</a:t>
            </a:r>
          </a:p>
        </p:txBody>
      </p:sp>
      <p:sp>
        <p:nvSpPr>
          <p:cNvPr id="24" name="footer">
            <a:extLst xmlns:a="http://schemas.openxmlformats.org/drawingml/2006/main">
              <a:ext uri="{FF2B5EF4-FFF2-40B4-BE49-F238E27FC236}">
                <a16:creationId xmlns:a16="http://schemas.microsoft.com/office/drawing/2014/main" id="{0B3B17BA-DCFD-4D6A-9643-F2696968136B}"/>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25" name="page">
            <a:extLst xmlns:a="http://schemas.openxmlformats.org/drawingml/2006/main">
              <a:ext uri="{FF2B5EF4-FFF2-40B4-BE49-F238E27FC236}">
                <a16:creationId xmlns:a16="http://schemas.microsoft.com/office/drawing/2014/main" id="{9A0A5604-65A3-4AE8-948B-E623BCC8EF5B}"/>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44</a:t>
            </a:r>
          </a:p>
        </p:txBody>
      </p:sp>
      <p:sp>
        <p:nvSpPr>
          <p:cNvPr id="45" name="section">
            <a:extLst xmlns:a="http://schemas.openxmlformats.org/drawingml/2006/main">
              <a:ext uri="{FF2B5EF4-FFF2-40B4-BE49-F238E27FC236}">
                <a16:creationId xmlns:a16="http://schemas.microsoft.com/office/drawing/2014/main" id="{4B49EB59-7359-4D70-BC47-D99A0E523351}"/>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 COMSOL連携</a:t>
            </a:r>
          </a:p>
        </p:txBody>
      </p:sp>
    </p:spTree>
    <p:extLst>
      <p:ext uri="{BB962C8B-B14F-4D97-AF65-F5344CB8AC3E}">
        <p14:creationId xmlns:p14="http://schemas.microsoft.com/office/powerpoint/2010/main" val="2134891983"/>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2DBFAF19-9E11-486E-9D93-532D4A37E10E}"/>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3次元応答曲面 I：EEDF p(ε; E/N)</a:t>
            </a:r>
          </a:p>
        </p:txBody>
      </p:sp>
      <p:sp>
        <p:nvSpPr>
          <p:cNvPr id="3" name="subtitle">
            <a:extLst xmlns:a="http://schemas.openxmlformats.org/drawingml/2006/main">
              <a:ext uri="{FF2B5EF4-FFF2-40B4-BE49-F238E27FC236}">
                <a16:creationId xmlns:a16="http://schemas.microsoft.com/office/drawing/2014/main" id="{EA1F41C6-D577-49D7-AFC2-123579EAC871}"/>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x＝電子エネルギー ε [eV]（線形）、奥行き＝E/N、z＝log₁₀ p(ε)；純Ar・13共通基準点</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aec565467724dee"/>
          <a:stretch xmlns:a="http://schemas.openxmlformats.org/drawingml/2006/main"/>
        </p:blipFill>
        <p:spPr>
          <a:xfrm xmlns:a="http://schemas.openxmlformats.org/drawingml/2006/main">
            <a:off x="381000" y="1352550"/>
            <a:ext cx="11430000" cy="4572000"/>
          </a:xfrm>
          <a:prstGeom xmlns:a="http://schemas.openxmlformats.org/drawingml/2006/main" prst="rect">
            <a:avLst/>
          </a:prstGeom>
        </p:spPr>
      </p:pic>
      <p:sp>
        <p:nvSpPr>
          <p:cNvPr id="5" name="takeaway-bullet">
            <a:extLst xmlns:a="http://schemas.openxmlformats.org/drawingml/2006/main">
              <a:ext uri="{FF2B5EF4-FFF2-40B4-BE49-F238E27FC236}">
                <a16:creationId xmlns:a16="http://schemas.microsoft.com/office/drawing/2014/main" id="{2B3617A8-2D55-454B-869A-762B64A2BD34}"/>
              </a:ext>
            </a:extLst>
          </p:cNvPr>
          <p:cNvSpPr>
            <a:spLocks xmlns:a="http://schemas.openxmlformats.org/drawingml/2006/main" noGrp="1"/>
          </p:cNvSpPr>
          <p:nvPr/>
        </p:nvSpPr>
        <p:spPr>
          <a:xfrm xmlns:a="http://schemas.openxmlformats.org/drawingml/2006/main">
            <a:off x="457200" y="59721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6" name="takeaway">
            <a:extLst xmlns:a="http://schemas.openxmlformats.org/drawingml/2006/main">
              <a:ext uri="{FF2B5EF4-FFF2-40B4-BE49-F238E27FC236}">
                <a16:creationId xmlns:a16="http://schemas.microsoft.com/office/drawing/2014/main" id="{E1CA03A3-4EC9-4110-BF1A-C178108C735F}"/>
              </a:ext>
            </a:extLst>
          </p:cNvPr>
          <p:cNvSpPr>
            <a:spLocks xmlns:a="http://schemas.openxmlformats.org/drawingml/2006/main" noGrp="1"/>
          </p:cNvSpPr>
          <p:nvPr/>
        </p:nvSpPr>
        <p:spPr>
          <a:xfrm xmlns:a="http://schemas.openxmlformats.org/drawingml/2006/main">
            <a:off x="647700" y="5848350"/>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線形エネルギー軸により、反応閾値とtailの絶対エネルギー範囲を直接読める。</a:t>
            </a:r>
          </a:p>
        </p:txBody>
      </p:sp>
      <p:sp>
        <p:nvSpPr>
          <p:cNvPr id="7" name="source">
            <a:extLst xmlns:a="http://schemas.openxmlformats.org/drawingml/2006/main">
              <a:ext uri="{FF2B5EF4-FFF2-40B4-BE49-F238E27FC236}">
                <a16:creationId xmlns:a16="http://schemas.microsoft.com/office/drawing/2014/main" id="{5CB0C0A3-5F72-4A9E-9C47-5202F39B8262}"/>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Source figure (non-editable): pure-Ar EEDF tables, outputs/argon_gec_icp/{two_term,monte_carlo,propagator}_tables*/mixture_0000/eedf.csv</a:t>
            </a:r>
          </a:p>
        </p:txBody>
      </p:sp>
      <p:sp>
        <p:nvSpPr>
          <p:cNvPr id="8" name="section">
            <a:extLst xmlns:a="http://schemas.openxmlformats.org/drawingml/2006/main">
              <a:ext uri="{FF2B5EF4-FFF2-40B4-BE49-F238E27FC236}">
                <a16:creationId xmlns:a16="http://schemas.microsoft.com/office/drawing/2014/main" id="{273A0D16-A551-4ED3-8039-9E4412ECBEEC}"/>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 COMSOL連携</a:t>
            </a:r>
          </a:p>
        </p:txBody>
      </p:sp>
      <p:sp>
        <p:nvSpPr>
          <p:cNvPr id="9" name="footer">
            <a:extLst xmlns:a="http://schemas.openxmlformats.org/drawingml/2006/main">
              <a:ext uri="{FF2B5EF4-FFF2-40B4-BE49-F238E27FC236}">
                <a16:creationId xmlns:a16="http://schemas.microsoft.com/office/drawing/2014/main" id="{BD7E0D22-6062-421F-BB20-13DD67AD4087}"/>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0" name="page">
            <a:extLst xmlns:a="http://schemas.openxmlformats.org/drawingml/2006/main">
              <a:ext uri="{FF2B5EF4-FFF2-40B4-BE49-F238E27FC236}">
                <a16:creationId xmlns:a16="http://schemas.microsoft.com/office/drawing/2014/main" id="{F1DEA1E6-4361-4234-A2CA-A14D3B3A2793}"/>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45</a:t>
            </a:r>
          </a:p>
        </p:txBody>
      </p:sp>
    </p:spTree>
    <p:extLst>
      <p:ext uri="{BB962C8B-B14F-4D97-AF65-F5344CB8AC3E}">
        <p14:creationId xmlns:p14="http://schemas.microsoft.com/office/powerpoint/2010/main" val="817022586"/>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5ECAEF15-3308-4AF2-A581-8222729346A4}"/>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3次元応答曲面 II：平均エネルギーから参照するEEDF</a:t>
            </a:r>
          </a:p>
        </p:txBody>
      </p:sp>
      <p:sp>
        <p:nvSpPr>
          <p:cNvPr id="3" name="subtitle">
            <a:extLst xmlns:a="http://schemas.openxmlformats.org/drawingml/2006/main">
              <a:ext uri="{FF2B5EF4-FFF2-40B4-BE49-F238E27FC236}">
                <a16:creationId xmlns:a16="http://schemas.microsoft.com/office/drawing/2014/main" id="{6ED9658C-0260-4E5D-9743-016237BD3D68}"/>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x＝電子エネルギー ε [eV]（線形）、奥行き＝平均エネルギー〈ε〉、z＝log₁₀ p(ε)</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b379b367ba7431f"/>
          <a:stretch xmlns:a="http://schemas.openxmlformats.org/drawingml/2006/main"/>
        </p:blipFill>
        <p:spPr>
          <a:xfrm xmlns:a="http://schemas.openxmlformats.org/drawingml/2006/main">
            <a:off x="381000" y="1352550"/>
            <a:ext cx="11430000" cy="4572000"/>
          </a:xfrm>
          <a:prstGeom xmlns:a="http://schemas.openxmlformats.org/drawingml/2006/main" prst="rect">
            <a:avLst/>
          </a:prstGeom>
        </p:spPr>
      </p:pic>
      <p:sp>
        <p:nvSpPr>
          <p:cNvPr id="5" name="takeaway-bullet">
            <a:extLst xmlns:a="http://schemas.openxmlformats.org/drawingml/2006/main">
              <a:ext uri="{FF2B5EF4-FFF2-40B4-BE49-F238E27FC236}">
                <a16:creationId xmlns:a16="http://schemas.microsoft.com/office/drawing/2014/main" id="{8ED0BDC4-87DA-4A76-9DC5-3634E17627E8}"/>
              </a:ext>
            </a:extLst>
          </p:cNvPr>
          <p:cNvSpPr>
            <a:spLocks xmlns:a="http://schemas.openxmlformats.org/drawingml/2006/main" noGrp="1"/>
          </p:cNvSpPr>
          <p:nvPr/>
        </p:nvSpPr>
        <p:spPr>
          <a:xfrm xmlns:a="http://schemas.openxmlformats.org/drawingml/2006/main">
            <a:off x="457200" y="59721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6" name="takeaway">
            <a:extLst xmlns:a="http://schemas.openxmlformats.org/drawingml/2006/main">
              <a:ext uri="{FF2B5EF4-FFF2-40B4-BE49-F238E27FC236}">
                <a16:creationId xmlns:a16="http://schemas.microsoft.com/office/drawing/2014/main" id="{540959B7-D9BC-4962-8B55-99368FA85088}"/>
              </a:ext>
            </a:extLst>
          </p:cNvPr>
          <p:cNvSpPr>
            <a:spLocks xmlns:a="http://schemas.openxmlformats.org/drawingml/2006/main" noGrp="1"/>
          </p:cNvSpPr>
          <p:nvPr/>
        </p:nvSpPr>
        <p:spPr>
          <a:xfrm xmlns:a="http://schemas.openxmlformats.org/drawingml/2006/main">
            <a:off x="647700" y="5848350"/>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COMSOLは局所平均エネルギーで曲面を切り出す。各切断面の正規化・一次モーメント・反応速度を同時に監査する。</a:t>
            </a:r>
          </a:p>
        </p:txBody>
      </p:sp>
      <p:sp>
        <p:nvSpPr>
          <p:cNvPr id="7" name="source">
            <a:extLst xmlns:a="http://schemas.openxmlformats.org/drawingml/2006/main">
              <a:ext uri="{FF2B5EF4-FFF2-40B4-BE49-F238E27FC236}">
                <a16:creationId xmlns:a16="http://schemas.microsoft.com/office/drawing/2014/main" id="{3F18BC62-DA56-49C8-BB8D-5516843C14B1}"/>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Source figure (non-editable): pure-Ar EEDF tables, outputs/argon_gec_icp/{two_term,monte_carlo,propagator}_tables*/mixture_0000/eedf.csv</a:t>
            </a:r>
          </a:p>
        </p:txBody>
      </p:sp>
      <p:sp>
        <p:nvSpPr>
          <p:cNvPr id="8" name="section">
            <a:extLst xmlns:a="http://schemas.openxmlformats.org/drawingml/2006/main">
              <a:ext uri="{FF2B5EF4-FFF2-40B4-BE49-F238E27FC236}">
                <a16:creationId xmlns:a16="http://schemas.microsoft.com/office/drawing/2014/main" id="{F5719E00-33E7-4CA3-B384-D89895ED893B}"/>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 COMSOL連携</a:t>
            </a:r>
          </a:p>
        </p:txBody>
      </p:sp>
      <p:sp>
        <p:nvSpPr>
          <p:cNvPr id="9" name="footer">
            <a:extLst xmlns:a="http://schemas.openxmlformats.org/drawingml/2006/main">
              <a:ext uri="{FF2B5EF4-FFF2-40B4-BE49-F238E27FC236}">
                <a16:creationId xmlns:a16="http://schemas.microsoft.com/office/drawing/2014/main" id="{0BC9643D-FAD7-4639-B2AE-6CC94E35E956}"/>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0" name="page">
            <a:extLst xmlns:a="http://schemas.openxmlformats.org/drawingml/2006/main">
              <a:ext uri="{FF2B5EF4-FFF2-40B4-BE49-F238E27FC236}">
                <a16:creationId xmlns:a16="http://schemas.microsoft.com/office/drawing/2014/main" id="{A76CF227-DE7A-4247-AC0C-28C928741A58}"/>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46</a:t>
            </a:r>
          </a:p>
        </p:txBody>
      </p:sp>
    </p:spTree>
    <p:extLst>
      <p:ext uri="{BB962C8B-B14F-4D97-AF65-F5344CB8AC3E}">
        <p14:creationId xmlns:p14="http://schemas.microsoft.com/office/powerpoint/2010/main" val="1874648639"/>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2DFD36A-B808-4ED0-92DB-725C1705C476}"/>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色は</a:t>
            </a:r>
            <a:r>
              <a:rPr sz="1275" b="0" i="0">
                <a:solidFill>
                  <a:srgbClr val="008DB6"/>
                </a:solidFill>
                <a:latin typeface="Noto Sans JP"/>
                <a:ea typeface="Noto Sans JP"/>
                <a:cs typeface="Noto Sans JP"/>
              </a:rPr>
              <a:t>標準COMSOL</a:t>
            </a:r>
            <a:r>
              <a:rPr sz="1275" b="0" i="0">
                <a:solidFill>
                  <a:srgbClr val="008DB6"/>
                </a:solidFill>
                <a:latin typeface="Noto Sans JP"/>
                <a:ea typeface="Noto Sans JP"/>
                <a:cs typeface="Noto Sans JP"/>
              </a:rPr>
              <a:t>のRF吸収密度。外形は共通時刻</a:t>
            </a:r>
            <a:r>
              <a:rPr sz="1275" b="0" i="0">
                <a:solidFill>
                  <a:srgbClr val="008DB6"/>
                </a:solidFill>
                <a:latin typeface="Noto Sans JP"/>
                <a:ea typeface="Noto Sans JP"/>
                <a:cs typeface="Noto Sans JP"/>
              </a:rPr>
              <a:t>出力結果</a:t>
            </a:r>
            <a:r>
              <a:rPr sz="1275" b="0" i="0">
                <a:solidFill>
                  <a:srgbClr val="008DB6"/>
                </a:solidFill>
                <a:latin typeface="Noto Sans JP"/>
                <a:ea typeface="Noto Sans JP"/>
                <a:cs typeface="Noto Sans JP"/>
              </a:rPr>
              <a:t>の計算領域</a:t>
            </a:r>
          </a:p>
        </p:txBody>
      </p:sp>
      <p:sp>
        <p:nvSpPr>
          <p:cNvPr id="7" name="">
            <a:extLst xmlns:a="http://schemas.openxmlformats.org/drawingml/2006/main">
              <a:ext uri="{FF2B5EF4-FFF2-40B4-BE49-F238E27FC236}">
                <a16:creationId xmlns:a16="http://schemas.microsoft.com/office/drawing/2014/main" id="{0B38ECB6-4EFB-404A-AAC5-71FA28FD1044}"/>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8" name="">
            <a:extLst xmlns:a="http://schemas.openxmlformats.org/drawingml/2006/main">
              <a:ext uri="{FF2B5EF4-FFF2-40B4-BE49-F238E27FC236}">
                <a16:creationId xmlns:a16="http://schemas.microsoft.com/office/drawing/2014/main" id="{2321377E-F5EA-415C-B75D-4613FE3A4311}"/>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47</a:t>
            </a:r>
          </a:p>
        </p:txBody>
      </p:sp>
      <p:sp>
        <p:nvSpPr>
          <p:cNvPr id="9" name="">
            <a:extLst xmlns:a="http://schemas.openxmlformats.org/drawingml/2006/main">
              <a:ext uri="{FF2B5EF4-FFF2-40B4-BE49-F238E27FC236}">
                <a16:creationId xmlns:a16="http://schemas.microsoft.com/office/drawing/2014/main" id="{561628FA-8B77-4FBB-A05D-F67ABCF5A95C}"/>
              </a:ext>
            </a:extLst>
          </p:cNvPr>
          <p:cNvSpPr>
            <a:spLocks xmlns:a="http://schemas.openxmlformats.org/drawingml/2006/main" noGrp="1"/>
          </p:cNvSpPr>
          <p:nvPr/>
        </p:nvSpPr>
        <p:spPr>
          <a:xfrm xmlns:a="http://schemas.openxmlformats.org/drawingml/2006/main">
            <a:off x="552450" y="1295400"/>
            <a:ext cx="490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標準COMSOL Qrh（t = 1 ms）</a:t>
            </a:r>
          </a:p>
        </p:txBody>
      </p:sp>
      <p:sp>
        <p:nvSpPr>
          <p:cNvPr id="10" name="">
            <a:extLst xmlns:a="http://schemas.openxmlformats.org/drawingml/2006/main">
              <a:ext uri="{FF2B5EF4-FFF2-40B4-BE49-F238E27FC236}">
                <a16:creationId xmlns:a16="http://schemas.microsoft.com/office/drawing/2014/main" id="{26747A3A-64D9-4CB3-B503-CF19F34D9B8B}"/>
              </a:ext>
            </a:extLst>
          </p:cNvPr>
          <p:cNvSpPr>
            <a:spLocks xmlns:a="http://schemas.openxmlformats.org/drawingml/2006/main" noGrp="1"/>
          </p:cNvSpPr>
          <p:nvPr/>
        </p:nvSpPr>
        <p:spPr>
          <a:xfrm xmlns:a="http://schemas.openxmlformats.org/drawingml/2006/main">
            <a:off x="1281113" y="1571625"/>
            <a:ext cx="3581400" cy="268605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18" name=""/>
          <p:cNvPicPr>
            <a:picLocks xmlns:a="http://schemas.openxmlformats.org/drawingml/2006/main" noChangeAspect="1"/>
          </p:cNvPicPr>
          <p:nvPr/>
        </p:nvPicPr>
        <p:blipFill>
          <a:blip xmlns:r="http://schemas.openxmlformats.org/officeDocument/2006/relationships" xmlns:a="http://schemas.openxmlformats.org/drawingml/2006/main" r:embed="R0d033604b3fc428c"/>
          <a:stretch xmlns:a="http://schemas.openxmlformats.org/drawingml/2006/main"/>
        </p:blipFill>
        <p:spPr>
          <a:xfrm xmlns:a="http://schemas.openxmlformats.org/drawingml/2006/main">
            <a:off x="1281113" y="1571625"/>
            <a:ext cx="3581400" cy="2686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AC0E299-C1A1-4D87-862F-325B2B15B151}"/>
              </a:ext>
            </a:extLst>
          </p:cNvPr>
          <p:cNvSpPr>
            <a:spLocks xmlns:a="http://schemas.openxmlformats.org/drawingml/2006/main" noGrp="1"/>
          </p:cNvSpPr>
          <p:nvPr/>
        </p:nvSpPr>
        <p:spPr>
          <a:xfrm xmlns:a="http://schemas.openxmlformats.org/drawingml/2006/main">
            <a:off x="1281113" y="4257675"/>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3" name="">
            <a:extLst xmlns:a="http://schemas.openxmlformats.org/drawingml/2006/main">
              <a:ext uri="{FF2B5EF4-FFF2-40B4-BE49-F238E27FC236}">
                <a16:creationId xmlns:a16="http://schemas.microsoft.com/office/drawing/2014/main" id="{17F4F52B-A43D-44E0-9100-304514714E9A}"/>
              </a:ext>
            </a:extLst>
          </p:cNvPr>
          <p:cNvSpPr>
            <a:spLocks xmlns:a="http://schemas.openxmlformats.org/drawingml/2006/main" noGrp="1"/>
          </p:cNvSpPr>
          <p:nvPr/>
        </p:nvSpPr>
        <p:spPr>
          <a:xfrm xmlns:a="http://schemas.openxmlformats.org/drawingml/2006/main">
            <a:off x="1157288" y="4314825"/>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14" name="">
            <a:extLst xmlns:a="http://schemas.openxmlformats.org/drawingml/2006/main">
              <a:ext uri="{FF2B5EF4-FFF2-40B4-BE49-F238E27FC236}">
                <a16:creationId xmlns:a16="http://schemas.microsoft.com/office/drawing/2014/main" id="{F70BD949-C190-461E-9302-2D4FD36AF79D}"/>
              </a:ext>
            </a:extLst>
          </p:cNvPr>
          <p:cNvSpPr>
            <a:spLocks xmlns:a="http://schemas.openxmlformats.org/drawingml/2006/main" noGrp="1"/>
          </p:cNvSpPr>
          <p:nvPr/>
        </p:nvSpPr>
        <p:spPr>
          <a:xfrm xmlns:a="http://schemas.openxmlformats.org/drawingml/2006/main">
            <a:off x="2560184" y="4257675"/>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5" name="">
            <a:extLst xmlns:a="http://schemas.openxmlformats.org/drawingml/2006/main">
              <a:ext uri="{FF2B5EF4-FFF2-40B4-BE49-F238E27FC236}">
                <a16:creationId xmlns:a16="http://schemas.microsoft.com/office/drawing/2014/main" id="{1EE7ECB7-24B1-4A9D-A5E0-F0AC9118F350}"/>
              </a:ext>
            </a:extLst>
          </p:cNvPr>
          <p:cNvSpPr>
            <a:spLocks xmlns:a="http://schemas.openxmlformats.org/drawingml/2006/main" noGrp="1"/>
          </p:cNvSpPr>
          <p:nvPr/>
        </p:nvSpPr>
        <p:spPr>
          <a:xfrm xmlns:a="http://schemas.openxmlformats.org/drawingml/2006/main">
            <a:off x="2436359" y="4314825"/>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16" name="">
            <a:extLst xmlns:a="http://schemas.openxmlformats.org/drawingml/2006/main">
              <a:ext uri="{FF2B5EF4-FFF2-40B4-BE49-F238E27FC236}">
                <a16:creationId xmlns:a16="http://schemas.microsoft.com/office/drawing/2014/main" id="{7A90AA44-024D-4287-9BEC-3F0E7E933373}"/>
              </a:ext>
            </a:extLst>
          </p:cNvPr>
          <p:cNvSpPr>
            <a:spLocks xmlns:a="http://schemas.openxmlformats.org/drawingml/2006/main" noGrp="1"/>
          </p:cNvSpPr>
          <p:nvPr/>
        </p:nvSpPr>
        <p:spPr>
          <a:xfrm xmlns:a="http://schemas.openxmlformats.org/drawingml/2006/main">
            <a:off x="3839255" y="4257675"/>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7" name="">
            <a:extLst xmlns:a="http://schemas.openxmlformats.org/drawingml/2006/main">
              <a:ext uri="{FF2B5EF4-FFF2-40B4-BE49-F238E27FC236}">
                <a16:creationId xmlns:a16="http://schemas.microsoft.com/office/drawing/2014/main" id="{9FF0FBC1-49C6-4976-82B3-86934F110B23}"/>
              </a:ext>
            </a:extLst>
          </p:cNvPr>
          <p:cNvSpPr>
            <a:spLocks xmlns:a="http://schemas.openxmlformats.org/drawingml/2006/main" noGrp="1"/>
          </p:cNvSpPr>
          <p:nvPr/>
        </p:nvSpPr>
        <p:spPr>
          <a:xfrm xmlns:a="http://schemas.openxmlformats.org/drawingml/2006/main">
            <a:off x="3715430" y="4314825"/>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18" name="">
            <a:extLst xmlns:a="http://schemas.openxmlformats.org/drawingml/2006/main">
              <a:ext uri="{FF2B5EF4-FFF2-40B4-BE49-F238E27FC236}">
                <a16:creationId xmlns:a16="http://schemas.microsoft.com/office/drawing/2014/main" id="{2814B4E4-9104-46CE-9070-FD1DF2A726C3}"/>
              </a:ext>
            </a:extLst>
          </p:cNvPr>
          <p:cNvSpPr>
            <a:spLocks xmlns:a="http://schemas.openxmlformats.org/drawingml/2006/main" noGrp="1"/>
          </p:cNvSpPr>
          <p:nvPr/>
        </p:nvSpPr>
        <p:spPr>
          <a:xfrm xmlns:a="http://schemas.openxmlformats.org/drawingml/2006/main">
            <a:off x="4862513" y="4257675"/>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9" name="">
            <a:extLst xmlns:a="http://schemas.openxmlformats.org/drawingml/2006/main">
              <a:ext uri="{FF2B5EF4-FFF2-40B4-BE49-F238E27FC236}">
                <a16:creationId xmlns:a16="http://schemas.microsoft.com/office/drawing/2014/main" id="{8AA1E678-3275-429B-8AA6-FF979E5F85CD}"/>
              </a:ext>
            </a:extLst>
          </p:cNvPr>
          <p:cNvSpPr>
            <a:spLocks xmlns:a="http://schemas.openxmlformats.org/drawingml/2006/main" noGrp="1"/>
          </p:cNvSpPr>
          <p:nvPr/>
        </p:nvSpPr>
        <p:spPr>
          <a:xfrm xmlns:a="http://schemas.openxmlformats.org/drawingml/2006/main">
            <a:off x="4738688" y="4314825"/>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20" name="">
            <a:extLst xmlns:a="http://schemas.openxmlformats.org/drawingml/2006/main">
              <a:ext uri="{FF2B5EF4-FFF2-40B4-BE49-F238E27FC236}">
                <a16:creationId xmlns:a16="http://schemas.microsoft.com/office/drawing/2014/main" id="{981C959C-0652-4BF8-81BE-B3806CF7AFC3}"/>
              </a:ext>
            </a:extLst>
          </p:cNvPr>
          <p:cNvSpPr>
            <a:spLocks xmlns:a="http://schemas.openxmlformats.org/drawingml/2006/main" noGrp="1"/>
          </p:cNvSpPr>
          <p:nvPr/>
        </p:nvSpPr>
        <p:spPr>
          <a:xfrm xmlns:a="http://schemas.openxmlformats.org/drawingml/2006/main">
            <a:off x="1233488" y="425767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1" name="">
            <a:extLst xmlns:a="http://schemas.openxmlformats.org/drawingml/2006/main">
              <a:ext uri="{FF2B5EF4-FFF2-40B4-BE49-F238E27FC236}">
                <a16:creationId xmlns:a16="http://schemas.microsoft.com/office/drawing/2014/main" id="{9A193AE1-8C66-4794-86B8-5AB8E03492BE}"/>
              </a:ext>
            </a:extLst>
          </p:cNvPr>
          <p:cNvSpPr>
            <a:spLocks xmlns:a="http://schemas.openxmlformats.org/drawingml/2006/main" noGrp="1"/>
          </p:cNvSpPr>
          <p:nvPr/>
        </p:nvSpPr>
        <p:spPr>
          <a:xfrm xmlns:a="http://schemas.openxmlformats.org/drawingml/2006/main">
            <a:off x="919163" y="419100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22" name="">
            <a:extLst xmlns:a="http://schemas.openxmlformats.org/drawingml/2006/main">
              <a:ext uri="{FF2B5EF4-FFF2-40B4-BE49-F238E27FC236}">
                <a16:creationId xmlns:a16="http://schemas.microsoft.com/office/drawing/2014/main" id="{5E72F587-43D6-4C49-B43F-85936BD0ECE1}"/>
              </a:ext>
            </a:extLst>
          </p:cNvPr>
          <p:cNvSpPr>
            <a:spLocks xmlns:a="http://schemas.openxmlformats.org/drawingml/2006/main" noGrp="1"/>
          </p:cNvSpPr>
          <p:nvPr/>
        </p:nvSpPr>
        <p:spPr>
          <a:xfrm xmlns:a="http://schemas.openxmlformats.org/drawingml/2006/main">
            <a:off x="1233488" y="3618139"/>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3" name="">
            <a:extLst xmlns:a="http://schemas.openxmlformats.org/drawingml/2006/main">
              <a:ext uri="{FF2B5EF4-FFF2-40B4-BE49-F238E27FC236}">
                <a16:creationId xmlns:a16="http://schemas.microsoft.com/office/drawing/2014/main" id="{AC5BCB55-3193-4526-8F36-8ECFA4C38378}"/>
              </a:ext>
            </a:extLst>
          </p:cNvPr>
          <p:cNvSpPr>
            <a:spLocks xmlns:a="http://schemas.openxmlformats.org/drawingml/2006/main" noGrp="1"/>
          </p:cNvSpPr>
          <p:nvPr/>
        </p:nvSpPr>
        <p:spPr>
          <a:xfrm xmlns:a="http://schemas.openxmlformats.org/drawingml/2006/main">
            <a:off x="919163" y="3551464"/>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24" name="">
            <a:extLst xmlns:a="http://schemas.openxmlformats.org/drawingml/2006/main">
              <a:ext uri="{FF2B5EF4-FFF2-40B4-BE49-F238E27FC236}">
                <a16:creationId xmlns:a16="http://schemas.microsoft.com/office/drawing/2014/main" id="{ADCBD90E-1130-4504-934C-C36F4F1C98A5}"/>
              </a:ext>
            </a:extLst>
          </p:cNvPr>
          <p:cNvSpPr>
            <a:spLocks xmlns:a="http://schemas.openxmlformats.org/drawingml/2006/main" noGrp="1"/>
          </p:cNvSpPr>
          <p:nvPr/>
        </p:nvSpPr>
        <p:spPr>
          <a:xfrm xmlns:a="http://schemas.openxmlformats.org/drawingml/2006/main">
            <a:off x="1233488" y="2594882"/>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5" name="">
            <a:extLst xmlns:a="http://schemas.openxmlformats.org/drawingml/2006/main">
              <a:ext uri="{FF2B5EF4-FFF2-40B4-BE49-F238E27FC236}">
                <a16:creationId xmlns:a16="http://schemas.microsoft.com/office/drawing/2014/main" id="{16F30FE6-1DB5-4780-80F5-FF20F9203678}"/>
              </a:ext>
            </a:extLst>
          </p:cNvPr>
          <p:cNvSpPr>
            <a:spLocks xmlns:a="http://schemas.openxmlformats.org/drawingml/2006/main" noGrp="1"/>
          </p:cNvSpPr>
          <p:nvPr/>
        </p:nvSpPr>
        <p:spPr>
          <a:xfrm xmlns:a="http://schemas.openxmlformats.org/drawingml/2006/main">
            <a:off x="919163" y="2528207"/>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26" name="">
            <a:extLst xmlns:a="http://schemas.openxmlformats.org/drawingml/2006/main">
              <a:ext uri="{FF2B5EF4-FFF2-40B4-BE49-F238E27FC236}">
                <a16:creationId xmlns:a16="http://schemas.microsoft.com/office/drawing/2014/main" id="{62A6D24B-D0DC-41FA-A487-8C41D61967DC}"/>
              </a:ext>
            </a:extLst>
          </p:cNvPr>
          <p:cNvSpPr>
            <a:spLocks xmlns:a="http://schemas.openxmlformats.org/drawingml/2006/main" noGrp="1"/>
          </p:cNvSpPr>
          <p:nvPr/>
        </p:nvSpPr>
        <p:spPr>
          <a:xfrm xmlns:a="http://schemas.openxmlformats.org/drawingml/2006/main">
            <a:off x="1233488"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7" name="">
            <a:extLst xmlns:a="http://schemas.openxmlformats.org/drawingml/2006/main">
              <a:ext uri="{FF2B5EF4-FFF2-40B4-BE49-F238E27FC236}">
                <a16:creationId xmlns:a16="http://schemas.microsoft.com/office/drawing/2014/main" id="{6D7D84E7-97B9-4902-9071-A003BA196D84}"/>
              </a:ext>
            </a:extLst>
          </p:cNvPr>
          <p:cNvSpPr>
            <a:spLocks xmlns:a="http://schemas.openxmlformats.org/drawingml/2006/main" noGrp="1"/>
          </p:cNvSpPr>
          <p:nvPr/>
        </p:nvSpPr>
        <p:spPr>
          <a:xfrm xmlns:a="http://schemas.openxmlformats.org/drawingml/2006/main">
            <a:off x="919163"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28" name="">
            <a:extLst xmlns:a="http://schemas.openxmlformats.org/drawingml/2006/main">
              <a:ext uri="{FF2B5EF4-FFF2-40B4-BE49-F238E27FC236}">
                <a16:creationId xmlns:a16="http://schemas.microsoft.com/office/drawing/2014/main" id="{1CA6017F-01F6-43C5-A948-13B646789C13}"/>
              </a:ext>
            </a:extLst>
          </p:cNvPr>
          <p:cNvSpPr>
            <a:spLocks xmlns:a="http://schemas.openxmlformats.org/drawingml/2006/main" noGrp="1"/>
          </p:cNvSpPr>
          <p:nvPr/>
        </p:nvSpPr>
        <p:spPr>
          <a:xfrm xmlns:a="http://schemas.openxmlformats.org/drawingml/2006/main">
            <a:off x="2738438" y="4448175"/>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29" name="">
            <a:extLst xmlns:a="http://schemas.openxmlformats.org/drawingml/2006/main">
              <a:ext uri="{FF2B5EF4-FFF2-40B4-BE49-F238E27FC236}">
                <a16:creationId xmlns:a16="http://schemas.microsoft.com/office/drawing/2014/main" id="{ADA2ED12-8DEE-482E-B53B-CBCC0DBD7C8A}"/>
              </a:ext>
            </a:extLst>
          </p:cNvPr>
          <p:cNvSpPr>
            <a:spLocks xmlns:a="http://schemas.openxmlformats.org/drawingml/2006/main" noGrp="1"/>
          </p:cNvSpPr>
          <p:nvPr/>
        </p:nvSpPr>
        <p:spPr>
          <a:xfrm xmlns:a="http://schemas.openxmlformats.org/drawingml/2006/main">
            <a:off x="323850" y="28289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z [cm]</a:t>
            </a:r>
          </a:p>
        </p:txBody>
      </p:sp>
      <p:sp>
        <p:nvSpPr>
          <p:cNvPr id="30" name="">
            <a:extLst xmlns:a="http://schemas.openxmlformats.org/drawingml/2006/main">
              <a:ext uri="{FF2B5EF4-FFF2-40B4-BE49-F238E27FC236}">
                <a16:creationId xmlns:a16="http://schemas.microsoft.com/office/drawing/2014/main" id="{B75FA902-058C-4246-A00D-BBFD6DBBE998}"/>
              </a:ext>
            </a:extLst>
          </p:cNvPr>
          <p:cNvSpPr>
            <a:spLocks xmlns:a="http://schemas.openxmlformats.org/drawingml/2006/main" noGrp="1"/>
          </p:cNvSpPr>
          <p:nvPr/>
        </p:nvSpPr>
        <p:spPr>
          <a:xfrm xmlns:a="http://schemas.openxmlformats.org/drawingml/2006/main">
            <a:off x="1920382" y="2613560"/>
            <a:ext cx="152400" cy="152400"/>
          </a:xfrm>
          <a:prstGeom xmlns:a="http://schemas.openxmlformats.org/drawingml/2006/main" prst="ellipse">
            <a:avLst/>
          </a:prstGeom>
          <a:noFill xmlns:a="http://schemas.openxmlformats.org/drawingml/2006/main"/>
          <a:ln xmlns:a="http://schemas.openxmlformats.org/drawingml/2006/main" w="23813">
            <a:solidFill>
              <a:srgbClr val="D43C3C"/>
            </a:solidFill>
            <a:prstDash val="solid"/>
          </a:ln>
        </p:spPr>
      </p:sp>
      <p:sp>
        <p:nvSpPr>
          <p:cNvPr id="31" name="">
            <a:extLst xmlns:a="http://schemas.openxmlformats.org/drawingml/2006/main">
              <a:ext uri="{FF2B5EF4-FFF2-40B4-BE49-F238E27FC236}">
                <a16:creationId xmlns:a16="http://schemas.microsoft.com/office/drawing/2014/main" id="{A2F0EA10-222D-4B2A-B25C-043091EFCE6F}"/>
              </a:ext>
            </a:extLst>
          </p:cNvPr>
          <p:cNvSpPr>
            <a:spLocks xmlns:a="http://schemas.openxmlformats.org/drawingml/2006/main" noGrp="1"/>
          </p:cNvSpPr>
          <p:nvPr/>
        </p:nvSpPr>
        <p:spPr>
          <a:xfrm xmlns:a="http://schemas.openxmlformats.org/drawingml/2006/main">
            <a:off x="1253632" y="1714500"/>
            <a:ext cx="14859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43C3C"/>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013" b="1" i="0">
                <a:solidFill>
                  <a:srgbClr val="D43C3C"/>
                </a:solidFill>
                <a:latin typeface="Noto Sans JP"/>
                <a:ea typeface="Noto Sans JP"/>
                <a:cs typeface="Noto Sans JP"/>
              </a:defRPr>
            </a:pPr>
            <a:r>
              <a:rPr sz="1013" b="1" i="0">
                <a:solidFill>
                  <a:srgbClr val="D43C3C"/>
                </a:solidFill>
                <a:latin typeface="Noto Sans JP"/>
                <a:ea typeface="Noto Sans JP"/>
                <a:cs typeface="Noto Sans JP"/>
              </a:rPr>
              <a:t>RF吸収ピーク</a:t>
            </a:r>
          </a:p>
          <a:p xmlns:a="http://schemas.openxmlformats.org/drawingml/2006/main">
            <a:pPr algn="ctr">
              <a:lnSpc>
                <a:spcPct val="105000"/>
              </a:lnSpc>
              <a:buNone/>
              <a:defRPr sz="1013" b="1" i="0">
                <a:solidFill>
                  <a:srgbClr val="D43C3C"/>
                </a:solidFill>
                <a:latin typeface="Noto Sans JP"/>
                <a:ea typeface="Noto Sans JP"/>
                <a:cs typeface="Noto Sans JP"/>
              </a:defRPr>
            </a:pPr>
            <a:r>
              <a:rPr sz="1013" b="1" i="0">
                <a:solidFill>
                  <a:srgbClr val="D43C3C"/>
                </a:solidFill>
                <a:latin typeface="Noto Sans JP"/>
                <a:ea typeface="Noto Sans JP"/>
                <a:cs typeface="Noto Sans JP"/>
              </a:rPr>
              <a:t>2.29e+7 W m⁻³</a:t>
            </a:r>
          </a:p>
        </p:txBody>
      </p:sp>
      <p:cxnSp>
        <p:nvCxnSpPr>
          <p:cNvPr id="239" name=""/>
          <p:cNvCxnSpPr>
            <a:stCxn xmlns:a="http://schemas.openxmlformats.org/drawingml/2006/main" id="31" idx="2"/>
            <a:endCxn xmlns:a="http://schemas.openxmlformats.org/drawingml/2006/main" id="30" idx="0"/>
          </p:cNvCxnSpPr>
          <p:nvPr/>
        </p:nvCxnSpPr>
        <p:spPr>
          <a:xfrm xmlns:a="http://schemas.openxmlformats.org/drawingml/2006/main">
            <a:off x="1996582" y="2133600"/>
            <a:ext cx="0" cy="479960"/>
          </a:xfrm>
          <a:prstGeom xmlns:a="http://schemas.openxmlformats.org/drawingml/2006/main" prst="straightConnector1">
            <a:avLst/>
          </a:prstGeom>
          <a:ln xmlns:a="http://schemas.openxmlformats.org/drawingml/2006/main" w="14288">
            <a:solidFill>
              <a:srgbClr val="D43C3C"/>
            </a:solidFill>
            <a:prstDash val="solid"/>
            <a:tailEnd type="arrow" w="med" len="med"/>
          </a:ln>
        </p:spPr>
      </p:cxnSp>
      <p:sp>
        <p:nvSpPr>
          <p:cNvPr id="33" name="">
            <a:extLst xmlns:a="http://schemas.openxmlformats.org/drawingml/2006/main">
              <a:ext uri="{FF2B5EF4-FFF2-40B4-BE49-F238E27FC236}">
                <a16:creationId xmlns:a16="http://schemas.microsoft.com/office/drawing/2014/main" id="{121E0D74-2360-4BFB-92BC-7790F9EEB1E8}"/>
              </a:ext>
            </a:extLst>
          </p:cNvPr>
          <p:cNvSpPr>
            <a:spLocks xmlns:a="http://schemas.openxmlformats.org/drawingml/2006/main" noGrp="1"/>
          </p:cNvSpPr>
          <p:nvPr/>
        </p:nvSpPr>
        <p:spPr>
          <a:xfrm xmlns:a="http://schemas.openxmlformats.org/drawingml/2006/main">
            <a:off x="400050" y="338137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lnSpc>
                <a:spcPct val="105000"/>
              </a:lnSpc>
              <a:buNone/>
              <a:defRPr sz="900" b="1" i="0">
                <a:solidFill>
                  <a:srgbClr val="211441"/>
                </a:solidFill>
                <a:latin typeface="Noto Sans JP"/>
                <a:ea typeface="Noto Sans JP"/>
                <a:cs typeface="Noto Sans JP"/>
              </a:defRPr>
            </a:pPr>
            <a:r>
              <a:rPr sz="900" b="1" i="0">
                <a:solidFill>
                  <a:srgbClr val="211441"/>
                </a:solidFill>
                <a:latin typeface="Noto Sans JP"/>
                <a:ea typeface="Noto Sans JP"/>
                <a:cs typeface="Noto Sans JP"/>
              </a:rPr>
              <a:t>r = 0 回転軸</a:t>
            </a:r>
          </a:p>
        </p:txBody>
      </p:sp>
      <p:sp>
        <p:nvSpPr>
          <p:cNvPr id="34" name="">
            <a:extLst xmlns:a="http://schemas.openxmlformats.org/drawingml/2006/main">
              <a:ext uri="{FF2B5EF4-FFF2-40B4-BE49-F238E27FC236}">
                <a16:creationId xmlns:a16="http://schemas.microsoft.com/office/drawing/2014/main" id="{F8A65E18-575F-4FB7-9E24-EA8D4B7F240D}"/>
              </a:ext>
            </a:extLst>
          </p:cNvPr>
          <p:cNvSpPr>
            <a:spLocks xmlns:a="http://schemas.openxmlformats.org/drawingml/2006/main" noGrp="1"/>
          </p:cNvSpPr>
          <p:nvPr/>
        </p:nvSpPr>
        <p:spPr>
          <a:xfrm xmlns:a="http://schemas.openxmlformats.org/drawingml/2006/main">
            <a:off x="1352550" y="4905375"/>
            <a:ext cx="52923" cy="123825"/>
          </a:xfrm>
          <a:prstGeom xmlns:a="http://schemas.openxmlformats.org/drawingml/2006/main" prst="rect">
            <a:avLst/>
          </a:prstGeom>
          <a:solidFill xmlns:a="http://schemas.openxmlformats.org/drawingml/2006/main">
            <a:srgbClr val="44045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5A83FFA9-A575-405C-8999-F782F19B49D4}"/>
              </a:ext>
            </a:extLst>
          </p:cNvPr>
          <p:cNvSpPr>
            <a:spLocks xmlns:a="http://schemas.openxmlformats.org/drawingml/2006/main" noGrp="1"/>
          </p:cNvSpPr>
          <p:nvPr/>
        </p:nvSpPr>
        <p:spPr>
          <a:xfrm xmlns:a="http://schemas.openxmlformats.org/drawingml/2006/main">
            <a:off x="1401663" y="4905375"/>
            <a:ext cx="52923" cy="123825"/>
          </a:xfrm>
          <a:prstGeom xmlns:a="http://schemas.openxmlformats.org/drawingml/2006/main" prst="rect">
            <a:avLst/>
          </a:prstGeom>
          <a:solidFill xmlns:a="http://schemas.openxmlformats.org/drawingml/2006/main">
            <a:srgbClr val="45095C"/>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9DD20A1-EB23-43F2-8DBE-8841E388496D}"/>
              </a:ext>
            </a:extLst>
          </p:cNvPr>
          <p:cNvSpPr>
            <a:spLocks xmlns:a="http://schemas.openxmlformats.org/drawingml/2006/main" noGrp="1"/>
          </p:cNvSpPr>
          <p:nvPr/>
        </p:nvSpPr>
        <p:spPr>
          <a:xfrm xmlns:a="http://schemas.openxmlformats.org/drawingml/2006/main">
            <a:off x="1450777" y="4905375"/>
            <a:ext cx="52923" cy="123825"/>
          </a:xfrm>
          <a:prstGeom xmlns:a="http://schemas.openxmlformats.org/drawingml/2006/main" prst="rect">
            <a:avLst/>
          </a:prstGeom>
          <a:solidFill xmlns:a="http://schemas.openxmlformats.org/drawingml/2006/main">
            <a:srgbClr val="450F61"/>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821F9439-FA43-4EA1-BCF0-577F1A5DDD7F}"/>
              </a:ext>
            </a:extLst>
          </p:cNvPr>
          <p:cNvSpPr>
            <a:spLocks xmlns:a="http://schemas.openxmlformats.org/drawingml/2006/main" noGrp="1"/>
          </p:cNvSpPr>
          <p:nvPr/>
        </p:nvSpPr>
        <p:spPr>
          <a:xfrm xmlns:a="http://schemas.openxmlformats.org/drawingml/2006/main">
            <a:off x="1499890" y="4905375"/>
            <a:ext cx="52923" cy="123825"/>
          </a:xfrm>
          <a:prstGeom xmlns:a="http://schemas.openxmlformats.org/drawingml/2006/main" prst="rect">
            <a:avLst/>
          </a:prstGeom>
          <a:solidFill xmlns:a="http://schemas.openxmlformats.org/drawingml/2006/main">
            <a:srgbClr val="461466"/>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6731AA9E-4CDA-4270-8AE9-B94986F04D4A}"/>
              </a:ext>
            </a:extLst>
          </p:cNvPr>
          <p:cNvSpPr>
            <a:spLocks xmlns:a="http://schemas.openxmlformats.org/drawingml/2006/main" noGrp="1"/>
          </p:cNvSpPr>
          <p:nvPr/>
        </p:nvSpPr>
        <p:spPr>
          <a:xfrm xmlns:a="http://schemas.openxmlformats.org/drawingml/2006/main">
            <a:off x="1549003" y="4905375"/>
            <a:ext cx="52923" cy="123825"/>
          </a:xfrm>
          <a:prstGeom xmlns:a="http://schemas.openxmlformats.org/drawingml/2006/main" prst="rect">
            <a:avLst/>
          </a:prstGeom>
          <a:solidFill xmlns:a="http://schemas.openxmlformats.org/drawingml/2006/main">
            <a:srgbClr val="471A6B"/>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603CDBCA-94B8-437E-BF3B-CB3DDD42095F}"/>
              </a:ext>
            </a:extLst>
          </p:cNvPr>
          <p:cNvSpPr>
            <a:spLocks xmlns:a="http://schemas.openxmlformats.org/drawingml/2006/main" noGrp="1"/>
          </p:cNvSpPr>
          <p:nvPr/>
        </p:nvSpPr>
        <p:spPr>
          <a:xfrm xmlns:a="http://schemas.openxmlformats.org/drawingml/2006/main">
            <a:off x="1598116" y="4905375"/>
            <a:ext cx="52923" cy="123825"/>
          </a:xfrm>
          <a:prstGeom xmlns:a="http://schemas.openxmlformats.org/drawingml/2006/main" prst="rect">
            <a:avLst/>
          </a:prstGeom>
          <a:solidFill xmlns:a="http://schemas.openxmlformats.org/drawingml/2006/main">
            <a:srgbClr val="471F70"/>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2E2394B9-97E0-47EF-B5EF-ECF2EE02F577}"/>
              </a:ext>
            </a:extLst>
          </p:cNvPr>
          <p:cNvSpPr>
            <a:spLocks xmlns:a="http://schemas.openxmlformats.org/drawingml/2006/main" noGrp="1"/>
          </p:cNvSpPr>
          <p:nvPr/>
        </p:nvSpPr>
        <p:spPr>
          <a:xfrm xmlns:a="http://schemas.openxmlformats.org/drawingml/2006/main">
            <a:off x="1647230" y="4905375"/>
            <a:ext cx="52923" cy="123825"/>
          </a:xfrm>
          <a:prstGeom xmlns:a="http://schemas.openxmlformats.org/drawingml/2006/main" prst="rect">
            <a:avLst/>
          </a:prstGeom>
          <a:solidFill xmlns:a="http://schemas.openxmlformats.org/drawingml/2006/main">
            <a:srgbClr val="48257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08C83DF3-6E31-44DF-B407-B4AF83F606D0}"/>
              </a:ext>
            </a:extLst>
          </p:cNvPr>
          <p:cNvSpPr>
            <a:spLocks xmlns:a="http://schemas.openxmlformats.org/drawingml/2006/main" noGrp="1"/>
          </p:cNvSpPr>
          <p:nvPr/>
        </p:nvSpPr>
        <p:spPr>
          <a:xfrm xmlns:a="http://schemas.openxmlformats.org/drawingml/2006/main">
            <a:off x="1696343" y="4905375"/>
            <a:ext cx="52923" cy="123825"/>
          </a:xfrm>
          <a:prstGeom xmlns:a="http://schemas.openxmlformats.org/drawingml/2006/main" prst="rect">
            <a:avLst/>
          </a:prstGeom>
          <a:solidFill xmlns:a="http://schemas.openxmlformats.org/drawingml/2006/main">
            <a:srgbClr val="472A79"/>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B255BB46-9684-4E72-B92C-EA5F87E3441A}"/>
              </a:ext>
            </a:extLst>
          </p:cNvPr>
          <p:cNvSpPr>
            <a:spLocks xmlns:a="http://schemas.openxmlformats.org/drawingml/2006/main" noGrp="1"/>
          </p:cNvSpPr>
          <p:nvPr/>
        </p:nvSpPr>
        <p:spPr>
          <a:xfrm xmlns:a="http://schemas.openxmlformats.org/drawingml/2006/main">
            <a:off x="1745456" y="4905375"/>
            <a:ext cx="52923" cy="123825"/>
          </a:xfrm>
          <a:prstGeom xmlns:a="http://schemas.openxmlformats.org/drawingml/2006/main" prst="rect">
            <a:avLst/>
          </a:prstGeom>
          <a:solidFill xmlns:a="http://schemas.openxmlformats.org/drawingml/2006/main">
            <a:srgbClr val="462E7B"/>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981F2440-CC6C-4643-A04A-2211E2F8885E}"/>
              </a:ext>
            </a:extLst>
          </p:cNvPr>
          <p:cNvSpPr>
            <a:spLocks xmlns:a="http://schemas.openxmlformats.org/drawingml/2006/main" noGrp="1"/>
          </p:cNvSpPr>
          <p:nvPr/>
        </p:nvSpPr>
        <p:spPr>
          <a:xfrm xmlns:a="http://schemas.openxmlformats.org/drawingml/2006/main">
            <a:off x="1794570" y="4905375"/>
            <a:ext cx="52923" cy="123825"/>
          </a:xfrm>
          <a:prstGeom xmlns:a="http://schemas.openxmlformats.org/drawingml/2006/main" prst="rect">
            <a:avLst/>
          </a:prstGeom>
          <a:solidFill xmlns:a="http://schemas.openxmlformats.org/drawingml/2006/main">
            <a:srgbClr val="45337E"/>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EAFBB485-3AE1-4AC0-83E4-1EC4CFE2A8DF}"/>
              </a:ext>
            </a:extLst>
          </p:cNvPr>
          <p:cNvSpPr>
            <a:spLocks xmlns:a="http://schemas.openxmlformats.org/drawingml/2006/main" noGrp="1"/>
          </p:cNvSpPr>
          <p:nvPr/>
        </p:nvSpPr>
        <p:spPr>
          <a:xfrm xmlns:a="http://schemas.openxmlformats.org/drawingml/2006/main">
            <a:off x="1843683" y="4905375"/>
            <a:ext cx="52923" cy="123825"/>
          </a:xfrm>
          <a:prstGeom xmlns:a="http://schemas.openxmlformats.org/drawingml/2006/main" prst="rect">
            <a:avLst/>
          </a:prstGeom>
          <a:solidFill xmlns:a="http://schemas.openxmlformats.org/drawingml/2006/main">
            <a:srgbClr val="433880"/>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DC80C29F-1F99-4312-B43D-D8AADE1B427F}"/>
              </a:ext>
            </a:extLst>
          </p:cNvPr>
          <p:cNvSpPr>
            <a:spLocks xmlns:a="http://schemas.openxmlformats.org/drawingml/2006/main" noGrp="1"/>
          </p:cNvSpPr>
          <p:nvPr/>
        </p:nvSpPr>
        <p:spPr>
          <a:xfrm xmlns:a="http://schemas.openxmlformats.org/drawingml/2006/main">
            <a:off x="1892796" y="4905375"/>
            <a:ext cx="52923" cy="123825"/>
          </a:xfrm>
          <a:prstGeom xmlns:a="http://schemas.openxmlformats.org/drawingml/2006/main" prst="rect">
            <a:avLst/>
          </a:prstGeom>
          <a:solidFill xmlns:a="http://schemas.openxmlformats.org/drawingml/2006/main">
            <a:srgbClr val="423C82"/>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27667707-2C5E-4125-9A74-191960AE5930}"/>
              </a:ext>
            </a:extLst>
          </p:cNvPr>
          <p:cNvSpPr>
            <a:spLocks xmlns:a="http://schemas.openxmlformats.org/drawingml/2006/main" noGrp="1"/>
          </p:cNvSpPr>
          <p:nvPr/>
        </p:nvSpPr>
        <p:spPr>
          <a:xfrm xmlns:a="http://schemas.openxmlformats.org/drawingml/2006/main">
            <a:off x="1941909" y="4905375"/>
            <a:ext cx="52923" cy="123825"/>
          </a:xfrm>
          <a:prstGeom xmlns:a="http://schemas.openxmlformats.org/drawingml/2006/main" prst="rect">
            <a:avLst/>
          </a:prstGeom>
          <a:solidFill xmlns:a="http://schemas.openxmlformats.org/drawingml/2006/main">
            <a:srgbClr val="404185"/>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6B97B4A3-65DE-423F-8DD8-3276C0C03EBD}"/>
              </a:ext>
            </a:extLst>
          </p:cNvPr>
          <p:cNvSpPr>
            <a:spLocks xmlns:a="http://schemas.openxmlformats.org/drawingml/2006/main" noGrp="1"/>
          </p:cNvSpPr>
          <p:nvPr/>
        </p:nvSpPr>
        <p:spPr>
          <a:xfrm xmlns:a="http://schemas.openxmlformats.org/drawingml/2006/main">
            <a:off x="1991023" y="4905375"/>
            <a:ext cx="52923" cy="123825"/>
          </a:xfrm>
          <a:prstGeom xmlns:a="http://schemas.openxmlformats.org/drawingml/2006/main" prst="rect">
            <a:avLst/>
          </a:prstGeom>
          <a:solidFill xmlns:a="http://schemas.openxmlformats.org/drawingml/2006/main">
            <a:srgbClr val="3F4687"/>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BF90DB80-6D2C-45D1-AD26-C04E7F5CC970}"/>
              </a:ext>
            </a:extLst>
          </p:cNvPr>
          <p:cNvSpPr>
            <a:spLocks xmlns:a="http://schemas.openxmlformats.org/drawingml/2006/main" noGrp="1"/>
          </p:cNvSpPr>
          <p:nvPr/>
        </p:nvSpPr>
        <p:spPr>
          <a:xfrm xmlns:a="http://schemas.openxmlformats.org/drawingml/2006/main">
            <a:off x="2040136" y="4905375"/>
            <a:ext cx="52923" cy="123825"/>
          </a:xfrm>
          <a:prstGeom xmlns:a="http://schemas.openxmlformats.org/drawingml/2006/main" prst="rect">
            <a:avLst/>
          </a:prstGeom>
          <a:solidFill xmlns:a="http://schemas.openxmlformats.org/drawingml/2006/main">
            <a:srgbClr val="3D4A89"/>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C5EB5369-2715-42EC-A876-24157F69E266}"/>
              </a:ext>
            </a:extLst>
          </p:cNvPr>
          <p:cNvSpPr>
            <a:spLocks xmlns:a="http://schemas.openxmlformats.org/drawingml/2006/main" noGrp="1"/>
          </p:cNvSpPr>
          <p:nvPr/>
        </p:nvSpPr>
        <p:spPr>
          <a:xfrm xmlns:a="http://schemas.openxmlformats.org/drawingml/2006/main">
            <a:off x="2089249" y="4905375"/>
            <a:ext cx="52923" cy="123825"/>
          </a:xfrm>
          <a:prstGeom xmlns:a="http://schemas.openxmlformats.org/drawingml/2006/main" prst="rect">
            <a:avLst/>
          </a:prstGeom>
          <a:solidFill xmlns:a="http://schemas.openxmlformats.org/drawingml/2006/main">
            <a:srgbClr val="3C4F8A"/>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6C3A85C9-83FE-4D44-AB99-5359DB3FBACB}"/>
              </a:ext>
            </a:extLst>
          </p:cNvPr>
          <p:cNvSpPr>
            <a:spLocks xmlns:a="http://schemas.openxmlformats.org/drawingml/2006/main" noGrp="1"/>
          </p:cNvSpPr>
          <p:nvPr/>
        </p:nvSpPr>
        <p:spPr>
          <a:xfrm xmlns:a="http://schemas.openxmlformats.org/drawingml/2006/main">
            <a:off x="2138363" y="4905375"/>
            <a:ext cx="52923" cy="123825"/>
          </a:xfrm>
          <a:prstGeom xmlns:a="http://schemas.openxmlformats.org/drawingml/2006/main" prst="rect">
            <a:avLst/>
          </a:prstGeom>
          <a:solidFill xmlns:a="http://schemas.openxmlformats.org/drawingml/2006/main">
            <a:srgbClr val="3A538B"/>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D7C2A891-B69F-4FBE-9204-EB0A515710FA}"/>
              </a:ext>
            </a:extLst>
          </p:cNvPr>
          <p:cNvSpPr>
            <a:spLocks xmlns:a="http://schemas.openxmlformats.org/drawingml/2006/main" noGrp="1"/>
          </p:cNvSpPr>
          <p:nvPr/>
        </p:nvSpPr>
        <p:spPr>
          <a:xfrm xmlns:a="http://schemas.openxmlformats.org/drawingml/2006/main">
            <a:off x="2187476" y="4905375"/>
            <a:ext cx="52923" cy="123825"/>
          </a:xfrm>
          <a:prstGeom xmlns:a="http://schemas.openxmlformats.org/drawingml/2006/main" prst="rect">
            <a:avLst/>
          </a:prstGeom>
          <a:solidFill xmlns:a="http://schemas.openxmlformats.org/drawingml/2006/main">
            <a:srgbClr val="38578B"/>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26D6BAB8-C315-47FF-94C8-0DF342474447}"/>
              </a:ext>
            </a:extLst>
          </p:cNvPr>
          <p:cNvSpPr>
            <a:spLocks xmlns:a="http://schemas.openxmlformats.org/drawingml/2006/main" noGrp="1"/>
          </p:cNvSpPr>
          <p:nvPr/>
        </p:nvSpPr>
        <p:spPr>
          <a:xfrm xmlns:a="http://schemas.openxmlformats.org/drawingml/2006/main">
            <a:off x="2236589" y="4905375"/>
            <a:ext cx="52923" cy="123825"/>
          </a:xfrm>
          <a:prstGeom xmlns:a="http://schemas.openxmlformats.org/drawingml/2006/main" prst="rect">
            <a:avLst/>
          </a:prstGeom>
          <a:solidFill xmlns:a="http://schemas.openxmlformats.org/drawingml/2006/main">
            <a:srgbClr val="365C8C"/>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585D40CA-5A1A-43A1-8E0F-8A5E76FDC9A6}"/>
              </a:ext>
            </a:extLst>
          </p:cNvPr>
          <p:cNvSpPr>
            <a:spLocks xmlns:a="http://schemas.openxmlformats.org/drawingml/2006/main" noGrp="1"/>
          </p:cNvSpPr>
          <p:nvPr/>
        </p:nvSpPr>
        <p:spPr>
          <a:xfrm xmlns:a="http://schemas.openxmlformats.org/drawingml/2006/main">
            <a:off x="2285702" y="4905375"/>
            <a:ext cx="52923" cy="123825"/>
          </a:xfrm>
          <a:prstGeom xmlns:a="http://schemas.openxmlformats.org/drawingml/2006/main" prst="rect">
            <a:avLst/>
          </a:prstGeom>
          <a:solidFill xmlns:a="http://schemas.openxmlformats.org/drawingml/2006/main">
            <a:srgbClr val="34608D"/>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AF6837EA-80E6-4900-B8A0-52047226E4DE}"/>
              </a:ext>
            </a:extLst>
          </p:cNvPr>
          <p:cNvSpPr>
            <a:spLocks xmlns:a="http://schemas.openxmlformats.org/drawingml/2006/main" noGrp="1"/>
          </p:cNvSpPr>
          <p:nvPr/>
        </p:nvSpPr>
        <p:spPr>
          <a:xfrm xmlns:a="http://schemas.openxmlformats.org/drawingml/2006/main">
            <a:off x="2334816" y="4905375"/>
            <a:ext cx="52923" cy="123825"/>
          </a:xfrm>
          <a:prstGeom xmlns:a="http://schemas.openxmlformats.org/drawingml/2006/main" prst="rect">
            <a:avLst/>
          </a:prstGeom>
          <a:solidFill xmlns:a="http://schemas.openxmlformats.org/drawingml/2006/main">
            <a:srgbClr val="33648D"/>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FF800C82-2198-4195-882A-197FEF1C0434}"/>
              </a:ext>
            </a:extLst>
          </p:cNvPr>
          <p:cNvSpPr>
            <a:spLocks xmlns:a="http://schemas.openxmlformats.org/drawingml/2006/main" noGrp="1"/>
          </p:cNvSpPr>
          <p:nvPr/>
        </p:nvSpPr>
        <p:spPr>
          <a:xfrm xmlns:a="http://schemas.openxmlformats.org/drawingml/2006/main">
            <a:off x="2383929" y="4905375"/>
            <a:ext cx="52923" cy="123825"/>
          </a:xfrm>
          <a:prstGeom xmlns:a="http://schemas.openxmlformats.org/drawingml/2006/main" prst="rect">
            <a:avLst/>
          </a:prstGeom>
          <a:solidFill xmlns:a="http://schemas.openxmlformats.org/drawingml/2006/main">
            <a:srgbClr val="31698E"/>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076694F0-7392-46DA-9899-2B4B0732EEBD}"/>
              </a:ext>
            </a:extLst>
          </p:cNvPr>
          <p:cNvSpPr>
            <a:spLocks xmlns:a="http://schemas.openxmlformats.org/drawingml/2006/main" noGrp="1"/>
          </p:cNvSpPr>
          <p:nvPr/>
        </p:nvSpPr>
        <p:spPr>
          <a:xfrm xmlns:a="http://schemas.openxmlformats.org/drawingml/2006/main">
            <a:off x="2433042" y="4905375"/>
            <a:ext cx="52923" cy="123825"/>
          </a:xfrm>
          <a:prstGeom xmlns:a="http://schemas.openxmlformats.org/drawingml/2006/main" prst="rect">
            <a:avLst/>
          </a:prstGeom>
          <a:solidFill xmlns:a="http://schemas.openxmlformats.org/drawingml/2006/main">
            <a:srgbClr val="2F6C8E"/>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19C3B5A3-9A8A-4FE3-832C-8FA7D417BCA9}"/>
              </a:ext>
            </a:extLst>
          </p:cNvPr>
          <p:cNvSpPr>
            <a:spLocks xmlns:a="http://schemas.openxmlformats.org/drawingml/2006/main" noGrp="1"/>
          </p:cNvSpPr>
          <p:nvPr/>
        </p:nvSpPr>
        <p:spPr>
          <a:xfrm xmlns:a="http://schemas.openxmlformats.org/drawingml/2006/main">
            <a:off x="2482155" y="4905375"/>
            <a:ext cx="52923" cy="123825"/>
          </a:xfrm>
          <a:prstGeom xmlns:a="http://schemas.openxmlformats.org/drawingml/2006/main" prst="rect">
            <a:avLst/>
          </a:prstGeom>
          <a:solidFill xmlns:a="http://schemas.openxmlformats.org/drawingml/2006/main">
            <a:srgbClr val="2E708E"/>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57743AA8-5A4C-46EE-9988-BEEA6DE63214}"/>
              </a:ext>
            </a:extLst>
          </p:cNvPr>
          <p:cNvSpPr>
            <a:spLocks xmlns:a="http://schemas.openxmlformats.org/drawingml/2006/main" noGrp="1"/>
          </p:cNvSpPr>
          <p:nvPr/>
        </p:nvSpPr>
        <p:spPr>
          <a:xfrm xmlns:a="http://schemas.openxmlformats.org/drawingml/2006/main">
            <a:off x="2531269" y="4905375"/>
            <a:ext cx="52923" cy="123825"/>
          </a:xfrm>
          <a:prstGeom xmlns:a="http://schemas.openxmlformats.org/drawingml/2006/main" prst="rect">
            <a:avLst/>
          </a:prstGeom>
          <a:solidFill xmlns:a="http://schemas.openxmlformats.org/drawingml/2006/main">
            <a:srgbClr val="2C748E"/>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6EB03ED3-2A1B-4147-BB4C-BAE09F00D2AA}"/>
              </a:ext>
            </a:extLst>
          </p:cNvPr>
          <p:cNvSpPr>
            <a:spLocks xmlns:a="http://schemas.openxmlformats.org/drawingml/2006/main" noGrp="1"/>
          </p:cNvSpPr>
          <p:nvPr/>
        </p:nvSpPr>
        <p:spPr>
          <a:xfrm xmlns:a="http://schemas.openxmlformats.org/drawingml/2006/main">
            <a:off x="2580382" y="4905375"/>
            <a:ext cx="52923" cy="123825"/>
          </a:xfrm>
          <a:prstGeom xmlns:a="http://schemas.openxmlformats.org/drawingml/2006/main" prst="rect">
            <a:avLst/>
          </a:prstGeom>
          <a:solidFill xmlns:a="http://schemas.openxmlformats.org/drawingml/2006/main">
            <a:srgbClr val="2B778E"/>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616C2DE0-C1C1-4E57-8FAB-C4764B8E2072}"/>
              </a:ext>
            </a:extLst>
          </p:cNvPr>
          <p:cNvSpPr>
            <a:spLocks xmlns:a="http://schemas.openxmlformats.org/drawingml/2006/main" noGrp="1"/>
          </p:cNvSpPr>
          <p:nvPr/>
        </p:nvSpPr>
        <p:spPr>
          <a:xfrm xmlns:a="http://schemas.openxmlformats.org/drawingml/2006/main">
            <a:off x="2629495" y="4905375"/>
            <a:ext cx="52923" cy="123825"/>
          </a:xfrm>
          <a:prstGeom xmlns:a="http://schemas.openxmlformats.org/drawingml/2006/main" prst="rect">
            <a:avLst/>
          </a:prstGeom>
          <a:solidFill xmlns:a="http://schemas.openxmlformats.org/drawingml/2006/main">
            <a:srgbClr val="297B8E"/>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7B8A59E6-F36E-4632-A710-B32DEF97F83D}"/>
              </a:ext>
            </a:extLst>
          </p:cNvPr>
          <p:cNvSpPr>
            <a:spLocks xmlns:a="http://schemas.openxmlformats.org/drawingml/2006/main" noGrp="1"/>
          </p:cNvSpPr>
          <p:nvPr/>
        </p:nvSpPr>
        <p:spPr>
          <a:xfrm xmlns:a="http://schemas.openxmlformats.org/drawingml/2006/main">
            <a:off x="2678609" y="4905375"/>
            <a:ext cx="52923" cy="123825"/>
          </a:xfrm>
          <a:prstGeom xmlns:a="http://schemas.openxmlformats.org/drawingml/2006/main" prst="rect">
            <a:avLst/>
          </a:prstGeom>
          <a:solidFill xmlns:a="http://schemas.openxmlformats.org/drawingml/2006/main">
            <a:srgbClr val="277F8E"/>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A51FA4B3-8048-4B05-A271-F9EDE95AA6FC}"/>
              </a:ext>
            </a:extLst>
          </p:cNvPr>
          <p:cNvSpPr>
            <a:spLocks xmlns:a="http://schemas.openxmlformats.org/drawingml/2006/main" noGrp="1"/>
          </p:cNvSpPr>
          <p:nvPr/>
        </p:nvSpPr>
        <p:spPr>
          <a:xfrm xmlns:a="http://schemas.openxmlformats.org/drawingml/2006/main">
            <a:off x="2727722" y="4905375"/>
            <a:ext cx="52923" cy="123825"/>
          </a:xfrm>
          <a:prstGeom xmlns:a="http://schemas.openxmlformats.org/drawingml/2006/main" prst="rect">
            <a:avLst/>
          </a:prstGeom>
          <a:solidFill xmlns:a="http://schemas.openxmlformats.org/drawingml/2006/main">
            <a:srgbClr val="26828E"/>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5632ABFC-C7B8-4989-B40E-0038649DD7E1}"/>
              </a:ext>
            </a:extLst>
          </p:cNvPr>
          <p:cNvSpPr>
            <a:spLocks xmlns:a="http://schemas.openxmlformats.org/drawingml/2006/main" noGrp="1"/>
          </p:cNvSpPr>
          <p:nvPr/>
        </p:nvSpPr>
        <p:spPr>
          <a:xfrm xmlns:a="http://schemas.openxmlformats.org/drawingml/2006/main">
            <a:off x="2776835" y="4905375"/>
            <a:ext cx="52923" cy="123825"/>
          </a:xfrm>
          <a:prstGeom xmlns:a="http://schemas.openxmlformats.org/drawingml/2006/main" prst="rect">
            <a:avLst/>
          </a:prstGeom>
          <a:solidFill xmlns:a="http://schemas.openxmlformats.org/drawingml/2006/main">
            <a:srgbClr val="25868D"/>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67401285-DB72-4CD6-B8E2-CAEBDAF230B0}"/>
              </a:ext>
            </a:extLst>
          </p:cNvPr>
          <p:cNvSpPr>
            <a:spLocks xmlns:a="http://schemas.openxmlformats.org/drawingml/2006/main" noGrp="1"/>
          </p:cNvSpPr>
          <p:nvPr/>
        </p:nvSpPr>
        <p:spPr>
          <a:xfrm xmlns:a="http://schemas.openxmlformats.org/drawingml/2006/main">
            <a:off x="2825948" y="4905375"/>
            <a:ext cx="52923" cy="123825"/>
          </a:xfrm>
          <a:prstGeom xmlns:a="http://schemas.openxmlformats.org/drawingml/2006/main" prst="rect">
            <a:avLst/>
          </a:prstGeom>
          <a:solidFill xmlns:a="http://schemas.openxmlformats.org/drawingml/2006/main">
            <a:srgbClr val="248A8D"/>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5CF1B9CD-5F71-49F9-A46B-74801020F888}"/>
              </a:ext>
            </a:extLst>
          </p:cNvPr>
          <p:cNvSpPr>
            <a:spLocks xmlns:a="http://schemas.openxmlformats.org/drawingml/2006/main" noGrp="1"/>
          </p:cNvSpPr>
          <p:nvPr/>
        </p:nvSpPr>
        <p:spPr>
          <a:xfrm xmlns:a="http://schemas.openxmlformats.org/drawingml/2006/main">
            <a:off x="2875062" y="4905375"/>
            <a:ext cx="52923" cy="123825"/>
          </a:xfrm>
          <a:prstGeom xmlns:a="http://schemas.openxmlformats.org/drawingml/2006/main" prst="rect">
            <a:avLst/>
          </a:prstGeom>
          <a:solidFill xmlns:a="http://schemas.openxmlformats.org/drawingml/2006/main">
            <a:srgbClr val="238E8C"/>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2B6A1C79-40AF-4A64-9CFE-75602B85EB86}"/>
              </a:ext>
            </a:extLst>
          </p:cNvPr>
          <p:cNvSpPr>
            <a:spLocks xmlns:a="http://schemas.openxmlformats.org/drawingml/2006/main" noGrp="1"/>
          </p:cNvSpPr>
          <p:nvPr/>
        </p:nvSpPr>
        <p:spPr>
          <a:xfrm xmlns:a="http://schemas.openxmlformats.org/drawingml/2006/main">
            <a:off x="2924175" y="4905375"/>
            <a:ext cx="52923" cy="123825"/>
          </a:xfrm>
          <a:prstGeom xmlns:a="http://schemas.openxmlformats.org/drawingml/2006/main" prst="rect">
            <a:avLst/>
          </a:prstGeom>
          <a:solidFill xmlns:a="http://schemas.openxmlformats.org/drawingml/2006/main">
            <a:srgbClr val="22928B"/>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5832925A-3F79-4CDD-90A0-A89D57F5C8CB}"/>
              </a:ext>
            </a:extLst>
          </p:cNvPr>
          <p:cNvSpPr>
            <a:spLocks xmlns:a="http://schemas.openxmlformats.org/drawingml/2006/main" noGrp="1"/>
          </p:cNvSpPr>
          <p:nvPr/>
        </p:nvSpPr>
        <p:spPr>
          <a:xfrm xmlns:a="http://schemas.openxmlformats.org/drawingml/2006/main">
            <a:off x="2973288" y="4905375"/>
            <a:ext cx="52923" cy="123825"/>
          </a:xfrm>
          <a:prstGeom xmlns:a="http://schemas.openxmlformats.org/drawingml/2006/main" prst="rect">
            <a:avLst/>
          </a:prstGeom>
          <a:solidFill xmlns:a="http://schemas.openxmlformats.org/drawingml/2006/main">
            <a:srgbClr val="21968A"/>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78C00DD2-C7EE-4FDE-A43B-5D37E6B6FF62}"/>
              </a:ext>
            </a:extLst>
          </p:cNvPr>
          <p:cNvSpPr>
            <a:spLocks xmlns:a="http://schemas.openxmlformats.org/drawingml/2006/main" noGrp="1"/>
          </p:cNvSpPr>
          <p:nvPr/>
        </p:nvSpPr>
        <p:spPr>
          <a:xfrm xmlns:a="http://schemas.openxmlformats.org/drawingml/2006/main">
            <a:off x="3022402" y="4905375"/>
            <a:ext cx="52923" cy="123825"/>
          </a:xfrm>
          <a:prstGeom xmlns:a="http://schemas.openxmlformats.org/drawingml/2006/main" prst="rect">
            <a:avLst/>
          </a:prstGeom>
          <a:solidFill xmlns:a="http://schemas.openxmlformats.org/drawingml/2006/main">
            <a:srgbClr val="209A8A"/>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7AD77A95-1FF7-48A9-B997-7BF703A00F75}"/>
              </a:ext>
            </a:extLst>
          </p:cNvPr>
          <p:cNvSpPr>
            <a:spLocks xmlns:a="http://schemas.openxmlformats.org/drawingml/2006/main" noGrp="1"/>
          </p:cNvSpPr>
          <p:nvPr/>
        </p:nvSpPr>
        <p:spPr>
          <a:xfrm xmlns:a="http://schemas.openxmlformats.org/drawingml/2006/main">
            <a:off x="3071515" y="4905375"/>
            <a:ext cx="52923" cy="123825"/>
          </a:xfrm>
          <a:prstGeom xmlns:a="http://schemas.openxmlformats.org/drawingml/2006/main" prst="rect">
            <a:avLst/>
          </a:prstGeom>
          <a:solidFill xmlns:a="http://schemas.openxmlformats.org/drawingml/2006/main">
            <a:srgbClr val="1F9E89"/>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B81844CE-A573-45D0-ABB2-30872C4C2EB1}"/>
              </a:ext>
            </a:extLst>
          </p:cNvPr>
          <p:cNvSpPr>
            <a:spLocks xmlns:a="http://schemas.openxmlformats.org/drawingml/2006/main" noGrp="1"/>
          </p:cNvSpPr>
          <p:nvPr/>
        </p:nvSpPr>
        <p:spPr>
          <a:xfrm xmlns:a="http://schemas.openxmlformats.org/drawingml/2006/main">
            <a:off x="3120628" y="4905375"/>
            <a:ext cx="52923" cy="123825"/>
          </a:xfrm>
          <a:prstGeom xmlns:a="http://schemas.openxmlformats.org/drawingml/2006/main" prst="rect">
            <a:avLst/>
          </a:prstGeom>
          <a:solidFill xmlns:a="http://schemas.openxmlformats.org/drawingml/2006/main">
            <a:srgbClr val="22A187"/>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55963212-9C65-4EED-A701-2FCC9E07B85A}"/>
              </a:ext>
            </a:extLst>
          </p:cNvPr>
          <p:cNvSpPr>
            <a:spLocks xmlns:a="http://schemas.openxmlformats.org/drawingml/2006/main" noGrp="1"/>
          </p:cNvSpPr>
          <p:nvPr/>
        </p:nvSpPr>
        <p:spPr>
          <a:xfrm xmlns:a="http://schemas.openxmlformats.org/drawingml/2006/main">
            <a:off x="3169741" y="4905375"/>
            <a:ext cx="52923" cy="123825"/>
          </a:xfrm>
          <a:prstGeom xmlns:a="http://schemas.openxmlformats.org/drawingml/2006/main" prst="rect">
            <a:avLst/>
          </a:prstGeom>
          <a:solidFill xmlns:a="http://schemas.openxmlformats.org/drawingml/2006/main">
            <a:srgbClr val="25A585"/>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43514E54-08E7-4AB2-8B21-0287DB6C43BA}"/>
              </a:ext>
            </a:extLst>
          </p:cNvPr>
          <p:cNvSpPr>
            <a:spLocks xmlns:a="http://schemas.openxmlformats.org/drawingml/2006/main" noGrp="1"/>
          </p:cNvSpPr>
          <p:nvPr/>
        </p:nvSpPr>
        <p:spPr>
          <a:xfrm xmlns:a="http://schemas.openxmlformats.org/drawingml/2006/main">
            <a:off x="3218855" y="4905375"/>
            <a:ext cx="52923" cy="123825"/>
          </a:xfrm>
          <a:prstGeom xmlns:a="http://schemas.openxmlformats.org/drawingml/2006/main" prst="rect">
            <a:avLst/>
          </a:prstGeom>
          <a:solidFill xmlns:a="http://schemas.openxmlformats.org/drawingml/2006/main">
            <a:srgbClr val="28A882"/>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186B81AE-6EA4-4928-850C-896B84CF8D4E}"/>
              </a:ext>
            </a:extLst>
          </p:cNvPr>
          <p:cNvSpPr>
            <a:spLocks xmlns:a="http://schemas.openxmlformats.org/drawingml/2006/main" noGrp="1"/>
          </p:cNvSpPr>
          <p:nvPr/>
        </p:nvSpPr>
        <p:spPr>
          <a:xfrm xmlns:a="http://schemas.openxmlformats.org/drawingml/2006/main">
            <a:off x="3267968" y="4905375"/>
            <a:ext cx="52923" cy="123825"/>
          </a:xfrm>
          <a:prstGeom xmlns:a="http://schemas.openxmlformats.org/drawingml/2006/main" prst="rect">
            <a:avLst/>
          </a:prstGeom>
          <a:solidFill xmlns:a="http://schemas.openxmlformats.org/drawingml/2006/main">
            <a:srgbClr val="2BAC80"/>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580B8464-7E40-4FE7-98C8-6262DB8861AF}"/>
              </a:ext>
            </a:extLst>
          </p:cNvPr>
          <p:cNvSpPr>
            <a:spLocks xmlns:a="http://schemas.openxmlformats.org/drawingml/2006/main" noGrp="1"/>
          </p:cNvSpPr>
          <p:nvPr/>
        </p:nvSpPr>
        <p:spPr>
          <a:xfrm xmlns:a="http://schemas.openxmlformats.org/drawingml/2006/main">
            <a:off x="3317081" y="4905375"/>
            <a:ext cx="52923" cy="123825"/>
          </a:xfrm>
          <a:prstGeom xmlns:a="http://schemas.openxmlformats.org/drawingml/2006/main" prst="rect">
            <a:avLst/>
          </a:prstGeom>
          <a:solidFill xmlns:a="http://schemas.openxmlformats.org/drawingml/2006/main">
            <a:srgbClr val="2EAF7E"/>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D36DB05E-F092-4682-A206-29E95C6E28B6}"/>
              </a:ext>
            </a:extLst>
          </p:cNvPr>
          <p:cNvSpPr>
            <a:spLocks xmlns:a="http://schemas.openxmlformats.org/drawingml/2006/main" noGrp="1"/>
          </p:cNvSpPr>
          <p:nvPr/>
        </p:nvSpPr>
        <p:spPr>
          <a:xfrm xmlns:a="http://schemas.openxmlformats.org/drawingml/2006/main">
            <a:off x="3366195" y="4905375"/>
            <a:ext cx="52923" cy="123825"/>
          </a:xfrm>
          <a:prstGeom xmlns:a="http://schemas.openxmlformats.org/drawingml/2006/main" prst="rect">
            <a:avLst/>
          </a:prstGeom>
          <a:solidFill xmlns:a="http://schemas.openxmlformats.org/drawingml/2006/main">
            <a:srgbClr val="31B37C"/>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8DCC2844-3A66-41EA-8054-A09A73A6911A}"/>
              </a:ext>
            </a:extLst>
          </p:cNvPr>
          <p:cNvSpPr>
            <a:spLocks xmlns:a="http://schemas.openxmlformats.org/drawingml/2006/main" noGrp="1"/>
          </p:cNvSpPr>
          <p:nvPr/>
        </p:nvSpPr>
        <p:spPr>
          <a:xfrm xmlns:a="http://schemas.openxmlformats.org/drawingml/2006/main">
            <a:off x="3415308" y="4905375"/>
            <a:ext cx="52923" cy="123825"/>
          </a:xfrm>
          <a:prstGeom xmlns:a="http://schemas.openxmlformats.org/drawingml/2006/main" prst="rect">
            <a:avLst/>
          </a:prstGeom>
          <a:solidFill xmlns:a="http://schemas.openxmlformats.org/drawingml/2006/main">
            <a:srgbClr val="34B679"/>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5BBEBB17-9371-4158-A9F2-942A06648B96}"/>
              </a:ext>
            </a:extLst>
          </p:cNvPr>
          <p:cNvSpPr>
            <a:spLocks xmlns:a="http://schemas.openxmlformats.org/drawingml/2006/main" noGrp="1"/>
          </p:cNvSpPr>
          <p:nvPr/>
        </p:nvSpPr>
        <p:spPr>
          <a:xfrm xmlns:a="http://schemas.openxmlformats.org/drawingml/2006/main">
            <a:off x="3464421" y="4905375"/>
            <a:ext cx="52923" cy="123825"/>
          </a:xfrm>
          <a:prstGeom xmlns:a="http://schemas.openxmlformats.org/drawingml/2006/main" prst="rect">
            <a:avLst/>
          </a:prstGeom>
          <a:solidFill xmlns:a="http://schemas.openxmlformats.org/drawingml/2006/main">
            <a:srgbClr val="3CBA75"/>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D2A0D4B8-B48F-4CC0-8AF9-E810004607EF}"/>
              </a:ext>
            </a:extLst>
          </p:cNvPr>
          <p:cNvSpPr>
            <a:spLocks xmlns:a="http://schemas.openxmlformats.org/drawingml/2006/main" noGrp="1"/>
          </p:cNvSpPr>
          <p:nvPr/>
        </p:nvSpPr>
        <p:spPr>
          <a:xfrm xmlns:a="http://schemas.openxmlformats.org/drawingml/2006/main">
            <a:off x="3513534" y="4905375"/>
            <a:ext cx="52923" cy="123825"/>
          </a:xfrm>
          <a:prstGeom xmlns:a="http://schemas.openxmlformats.org/drawingml/2006/main" prst="rect">
            <a:avLst/>
          </a:prstGeom>
          <a:solidFill xmlns:a="http://schemas.openxmlformats.org/drawingml/2006/main">
            <a:srgbClr val="43BD71"/>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C3E1ED0A-5391-4706-898A-4702B03BF323}"/>
              </a:ext>
            </a:extLst>
          </p:cNvPr>
          <p:cNvSpPr>
            <a:spLocks xmlns:a="http://schemas.openxmlformats.org/drawingml/2006/main" noGrp="1"/>
          </p:cNvSpPr>
          <p:nvPr/>
        </p:nvSpPr>
        <p:spPr>
          <a:xfrm xmlns:a="http://schemas.openxmlformats.org/drawingml/2006/main">
            <a:off x="3562648" y="4905375"/>
            <a:ext cx="52923" cy="123825"/>
          </a:xfrm>
          <a:prstGeom xmlns:a="http://schemas.openxmlformats.org/drawingml/2006/main" prst="rect">
            <a:avLst/>
          </a:prstGeom>
          <a:solidFill xmlns:a="http://schemas.openxmlformats.org/drawingml/2006/main">
            <a:srgbClr val="4BC06C"/>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25591999-EF50-4040-B6BD-545C2C9E3E14}"/>
              </a:ext>
            </a:extLst>
          </p:cNvPr>
          <p:cNvSpPr>
            <a:spLocks xmlns:a="http://schemas.openxmlformats.org/drawingml/2006/main" noGrp="1"/>
          </p:cNvSpPr>
          <p:nvPr/>
        </p:nvSpPr>
        <p:spPr>
          <a:xfrm xmlns:a="http://schemas.openxmlformats.org/drawingml/2006/main">
            <a:off x="3611761" y="4905375"/>
            <a:ext cx="52923" cy="123825"/>
          </a:xfrm>
          <a:prstGeom xmlns:a="http://schemas.openxmlformats.org/drawingml/2006/main" prst="rect">
            <a:avLst/>
          </a:prstGeom>
          <a:solidFill xmlns:a="http://schemas.openxmlformats.org/drawingml/2006/main">
            <a:srgbClr val="53C368"/>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53637CA5-FF97-4E19-A9F2-C6DB57D4252D}"/>
              </a:ext>
            </a:extLst>
          </p:cNvPr>
          <p:cNvSpPr>
            <a:spLocks xmlns:a="http://schemas.openxmlformats.org/drawingml/2006/main" noGrp="1"/>
          </p:cNvSpPr>
          <p:nvPr/>
        </p:nvSpPr>
        <p:spPr>
          <a:xfrm xmlns:a="http://schemas.openxmlformats.org/drawingml/2006/main">
            <a:off x="3660874" y="4905375"/>
            <a:ext cx="52923" cy="123825"/>
          </a:xfrm>
          <a:prstGeom xmlns:a="http://schemas.openxmlformats.org/drawingml/2006/main" prst="rect">
            <a:avLst/>
          </a:prstGeom>
          <a:solidFill xmlns:a="http://schemas.openxmlformats.org/drawingml/2006/main">
            <a:srgbClr val="5BC663"/>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937E22D6-0F9F-4337-A26C-50EECA0A3544}"/>
              </a:ext>
            </a:extLst>
          </p:cNvPr>
          <p:cNvSpPr>
            <a:spLocks xmlns:a="http://schemas.openxmlformats.org/drawingml/2006/main" noGrp="1"/>
          </p:cNvSpPr>
          <p:nvPr/>
        </p:nvSpPr>
        <p:spPr>
          <a:xfrm xmlns:a="http://schemas.openxmlformats.org/drawingml/2006/main">
            <a:off x="3709988" y="4905375"/>
            <a:ext cx="52923" cy="123825"/>
          </a:xfrm>
          <a:prstGeom xmlns:a="http://schemas.openxmlformats.org/drawingml/2006/main" prst="rect">
            <a:avLst/>
          </a:prstGeom>
          <a:solidFill xmlns:a="http://schemas.openxmlformats.org/drawingml/2006/main">
            <a:srgbClr val="63C95F"/>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37A61D10-61BB-4F7C-9ED1-730D2A8A953B}"/>
              </a:ext>
            </a:extLst>
          </p:cNvPr>
          <p:cNvSpPr>
            <a:spLocks xmlns:a="http://schemas.openxmlformats.org/drawingml/2006/main" noGrp="1"/>
          </p:cNvSpPr>
          <p:nvPr/>
        </p:nvSpPr>
        <p:spPr>
          <a:xfrm xmlns:a="http://schemas.openxmlformats.org/drawingml/2006/main">
            <a:off x="3759101" y="4905375"/>
            <a:ext cx="52923" cy="123825"/>
          </a:xfrm>
          <a:prstGeom xmlns:a="http://schemas.openxmlformats.org/drawingml/2006/main" prst="rect">
            <a:avLst/>
          </a:prstGeom>
          <a:solidFill xmlns:a="http://schemas.openxmlformats.org/drawingml/2006/main">
            <a:srgbClr val="6BCC5A"/>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6BCFB161-25C9-460D-A60E-7A88FF107946}"/>
              </a:ext>
            </a:extLst>
          </p:cNvPr>
          <p:cNvSpPr>
            <a:spLocks xmlns:a="http://schemas.openxmlformats.org/drawingml/2006/main" noGrp="1"/>
          </p:cNvSpPr>
          <p:nvPr/>
        </p:nvSpPr>
        <p:spPr>
          <a:xfrm xmlns:a="http://schemas.openxmlformats.org/drawingml/2006/main">
            <a:off x="3808214" y="4905375"/>
            <a:ext cx="52923" cy="123825"/>
          </a:xfrm>
          <a:prstGeom xmlns:a="http://schemas.openxmlformats.org/drawingml/2006/main" prst="rect">
            <a:avLst/>
          </a:prstGeom>
          <a:solidFill xmlns:a="http://schemas.openxmlformats.org/drawingml/2006/main">
            <a:srgbClr val="74CF54"/>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FF5D9255-F550-4447-8E17-2AE3468CF056}"/>
              </a:ext>
            </a:extLst>
          </p:cNvPr>
          <p:cNvSpPr>
            <a:spLocks xmlns:a="http://schemas.openxmlformats.org/drawingml/2006/main" noGrp="1"/>
          </p:cNvSpPr>
          <p:nvPr/>
        </p:nvSpPr>
        <p:spPr>
          <a:xfrm xmlns:a="http://schemas.openxmlformats.org/drawingml/2006/main">
            <a:off x="3857327" y="4905375"/>
            <a:ext cx="52923" cy="123825"/>
          </a:xfrm>
          <a:prstGeom xmlns:a="http://schemas.openxmlformats.org/drawingml/2006/main" prst="rect">
            <a:avLst/>
          </a:prstGeom>
          <a:solidFill xmlns:a="http://schemas.openxmlformats.org/drawingml/2006/main">
            <a:srgbClr val="7ED14E"/>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07A9FDBC-876D-4426-976F-5A4E2AD8792A}"/>
              </a:ext>
            </a:extLst>
          </p:cNvPr>
          <p:cNvSpPr>
            <a:spLocks xmlns:a="http://schemas.openxmlformats.org/drawingml/2006/main" noGrp="1"/>
          </p:cNvSpPr>
          <p:nvPr/>
        </p:nvSpPr>
        <p:spPr>
          <a:xfrm xmlns:a="http://schemas.openxmlformats.org/drawingml/2006/main">
            <a:off x="3906441" y="4905375"/>
            <a:ext cx="52923" cy="123825"/>
          </a:xfrm>
          <a:prstGeom xmlns:a="http://schemas.openxmlformats.org/drawingml/2006/main" prst="rect">
            <a:avLst/>
          </a:prstGeom>
          <a:solidFill xmlns:a="http://schemas.openxmlformats.org/drawingml/2006/main">
            <a:srgbClr val="88D448"/>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6EA348D8-2ED7-4D98-8672-CB611E218009}"/>
              </a:ext>
            </a:extLst>
          </p:cNvPr>
          <p:cNvSpPr>
            <a:spLocks xmlns:a="http://schemas.openxmlformats.org/drawingml/2006/main" noGrp="1"/>
          </p:cNvSpPr>
          <p:nvPr/>
        </p:nvSpPr>
        <p:spPr>
          <a:xfrm xmlns:a="http://schemas.openxmlformats.org/drawingml/2006/main">
            <a:off x="3955554" y="4905375"/>
            <a:ext cx="52923" cy="123825"/>
          </a:xfrm>
          <a:prstGeom xmlns:a="http://schemas.openxmlformats.org/drawingml/2006/main" prst="rect">
            <a:avLst/>
          </a:prstGeom>
          <a:solidFill xmlns:a="http://schemas.openxmlformats.org/drawingml/2006/main">
            <a:srgbClr val="92D641"/>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85674EF0-A309-4B90-BC7B-79394AF85003}"/>
              </a:ext>
            </a:extLst>
          </p:cNvPr>
          <p:cNvSpPr>
            <a:spLocks xmlns:a="http://schemas.openxmlformats.org/drawingml/2006/main" noGrp="1"/>
          </p:cNvSpPr>
          <p:nvPr/>
        </p:nvSpPr>
        <p:spPr>
          <a:xfrm xmlns:a="http://schemas.openxmlformats.org/drawingml/2006/main">
            <a:off x="4004667" y="4905375"/>
            <a:ext cx="52923" cy="123825"/>
          </a:xfrm>
          <a:prstGeom xmlns:a="http://schemas.openxmlformats.org/drawingml/2006/main" prst="rect">
            <a:avLst/>
          </a:prstGeom>
          <a:solidFill xmlns:a="http://schemas.openxmlformats.org/drawingml/2006/main">
            <a:srgbClr val="9CD83B"/>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7AD4CA39-095E-4E9E-AC9B-FAEC416A460A}"/>
              </a:ext>
            </a:extLst>
          </p:cNvPr>
          <p:cNvSpPr>
            <a:spLocks xmlns:a="http://schemas.openxmlformats.org/drawingml/2006/main" noGrp="1"/>
          </p:cNvSpPr>
          <p:nvPr/>
        </p:nvSpPr>
        <p:spPr>
          <a:xfrm xmlns:a="http://schemas.openxmlformats.org/drawingml/2006/main">
            <a:off x="4053780" y="4905375"/>
            <a:ext cx="52923" cy="123825"/>
          </a:xfrm>
          <a:prstGeom xmlns:a="http://schemas.openxmlformats.org/drawingml/2006/main" prst="rect">
            <a:avLst/>
          </a:prstGeom>
          <a:solidFill xmlns:a="http://schemas.openxmlformats.org/drawingml/2006/main">
            <a:srgbClr val="A6DB35"/>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F3BDF1CB-27DF-4CDE-8F9B-8A56BC3891BE}"/>
              </a:ext>
            </a:extLst>
          </p:cNvPr>
          <p:cNvSpPr>
            <a:spLocks xmlns:a="http://schemas.openxmlformats.org/drawingml/2006/main" noGrp="1"/>
          </p:cNvSpPr>
          <p:nvPr/>
        </p:nvSpPr>
        <p:spPr>
          <a:xfrm xmlns:a="http://schemas.openxmlformats.org/drawingml/2006/main">
            <a:off x="4102894" y="4905375"/>
            <a:ext cx="52923" cy="123825"/>
          </a:xfrm>
          <a:prstGeom xmlns:a="http://schemas.openxmlformats.org/drawingml/2006/main" prst="rect">
            <a:avLst/>
          </a:prstGeom>
          <a:solidFill xmlns:a="http://schemas.openxmlformats.org/drawingml/2006/main">
            <a:srgbClr val="B0DD2E"/>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20FF0F9A-2150-4AEF-9583-A13223E1EDC4}"/>
              </a:ext>
            </a:extLst>
          </p:cNvPr>
          <p:cNvSpPr>
            <a:spLocks xmlns:a="http://schemas.openxmlformats.org/drawingml/2006/main" noGrp="1"/>
          </p:cNvSpPr>
          <p:nvPr/>
        </p:nvSpPr>
        <p:spPr>
          <a:xfrm xmlns:a="http://schemas.openxmlformats.org/drawingml/2006/main">
            <a:off x="4152007" y="4905375"/>
            <a:ext cx="52923" cy="123825"/>
          </a:xfrm>
          <a:prstGeom xmlns:a="http://schemas.openxmlformats.org/drawingml/2006/main" prst="rect">
            <a:avLst/>
          </a:prstGeom>
          <a:solidFill xmlns:a="http://schemas.openxmlformats.org/drawingml/2006/main">
            <a:srgbClr val="BADF2B"/>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AB5280B7-09C5-47F6-83B4-919D6856A21E}"/>
              </a:ext>
            </a:extLst>
          </p:cNvPr>
          <p:cNvSpPr>
            <a:spLocks xmlns:a="http://schemas.openxmlformats.org/drawingml/2006/main" noGrp="1"/>
          </p:cNvSpPr>
          <p:nvPr/>
        </p:nvSpPr>
        <p:spPr>
          <a:xfrm xmlns:a="http://schemas.openxmlformats.org/drawingml/2006/main">
            <a:off x="4201120" y="4905375"/>
            <a:ext cx="52923" cy="123825"/>
          </a:xfrm>
          <a:prstGeom xmlns:a="http://schemas.openxmlformats.org/drawingml/2006/main" prst="rect">
            <a:avLst/>
          </a:prstGeom>
          <a:solidFill xmlns:a="http://schemas.openxmlformats.org/drawingml/2006/main">
            <a:srgbClr val="C5E02A"/>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DC959F08-E1AB-4EE8-80B1-FCB10A71FBEF}"/>
              </a:ext>
            </a:extLst>
          </p:cNvPr>
          <p:cNvSpPr>
            <a:spLocks xmlns:a="http://schemas.openxmlformats.org/drawingml/2006/main" noGrp="1"/>
          </p:cNvSpPr>
          <p:nvPr/>
        </p:nvSpPr>
        <p:spPr>
          <a:xfrm xmlns:a="http://schemas.openxmlformats.org/drawingml/2006/main">
            <a:off x="4250234" y="4905375"/>
            <a:ext cx="52923" cy="123825"/>
          </a:xfrm>
          <a:prstGeom xmlns:a="http://schemas.openxmlformats.org/drawingml/2006/main" prst="rect">
            <a:avLst/>
          </a:prstGeom>
          <a:solidFill xmlns:a="http://schemas.openxmlformats.org/drawingml/2006/main">
            <a:srgbClr val="CFE129"/>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63BF07D6-6590-4460-B9F0-0D1FBC60E3FD}"/>
              </a:ext>
            </a:extLst>
          </p:cNvPr>
          <p:cNvSpPr>
            <a:spLocks xmlns:a="http://schemas.openxmlformats.org/drawingml/2006/main" noGrp="1"/>
          </p:cNvSpPr>
          <p:nvPr/>
        </p:nvSpPr>
        <p:spPr>
          <a:xfrm xmlns:a="http://schemas.openxmlformats.org/drawingml/2006/main">
            <a:off x="4299347" y="4905375"/>
            <a:ext cx="52923" cy="123825"/>
          </a:xfrm>
          <a:prstGeom xmlns:a="http://schemas.openxmlformats.org/drawingml/2006/main" prst="rect">
            <a:avLst/>
          </a:prstGeom>
          <a:solidFill xmlns:a="http://schemas.openxmlformats.org/drawingml/2006/main">
            <a:srgbClr val="D9E328"/>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00DAC124-56DF-4495-87C1-E0850BB4ACF5}"/>
              </a:ext>
            </a:extLst>
          </p:cNvPr>
          <p:cNvSpPr>
            <a:spLocks xmlns:a="http://schemas.openxmlformats.org/drawingml/2006/main" noGrp="1"/>
          </p:cNvSpPr>
          <p:nvPr/>
        </p:nvSpPr>
        <p:spPr>
          <a:xfrm xmlns:a="http://schemas.openxmlformats.org/drawingml/2006/main">
            <a:off x="4348460" y="4905375"/>
            <a:ext cx="52923" cy="123825"/>
          </a:xfrm>
          <a:prstGeom xmlns:a="http://schemas.openxmlformats.org/drawingml/2006/main" prst="rect">
            <a:avLst/>
          </a:prstGeom>
          <a:solidFill xmlns:a="http://schemas.openxmlformats.org/drawingml/2006/main">
            <a:srgbClr val="E3E427"/>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7A7BB3B6-B007-4F6C-96DA-0E0B28812D55}"/>
              </a:ext>
            </a:extLst>
          </p:cNvPr>
          <p:cNvSpPr>
            <a:spLocks xmlns:a="http://schemas.openxmlformats.org/drawingml/2006/main" noGrp="1"/>
          </p:cNvSpPr>
          <p:nvPr/>
        </p:nvSpPr>
        <p:spPr>
          <a:xfrm xmlns:a="http://schemas.openxmlformats.org/drawingml/2006/main">
            <a:off x="4397573" y="4905375"/>
            <a:ext cx="52923" cy="123825"/>
          </a:xfrm>
          <a:prstGeom xmlns:a="http://schemas.openxmlformats.org/drawingml/2006/main" prst="rect">
            <a:avLst/>
          </a:prstGeom>
          <a:solidFill xmlns:a="http://schemas.openxmlformats.org/drawingml/2006/main">
            <a:srgbClr val="EEE526"/>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A2C85946-FB93-4F8F-B960-D97865E0AA37}"/>
              </a:ext>
            </a:extLst>
          </p:cNvPr>
          <p:cNvSpPr>
            <a:spLocks xmlns:a="http://schemas.openxmlformats.org/drawingml/2006/main" noGrp="1"/>
          </p:cNvSpPr>
          <p:nvPr/>
        </p:nvSpPr>
        <p:spPr>
          <a:xfrm xmlns:a="http://schemas.openxmlformats.org/drawingml/2006/main">
            <a:off x="4446687" y="4905375"/>
            <a:ext cx="52923" cy="123825"/>
          </a:xfrm>
          <a:prstGeom xmlns:a="http://schemas.openxmlformats.org/drawingml/2006/main" prst="rect">
            <a:avLst/>
          </a:prstGeom>
          <a:solidFill xmlns:a="http://schemas.openxmlformats.org/drawingml/2006/main">
            <a:srgbClr val="F8E625"/>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7E8F116F-D277-44A8-BF3C-034937312670}"/>
              </a:ext>
            </a:extLst>
          </p:cNvPr>
          <p:cNvSpPr>
            <a:spLocks xmlns:a="http://schemas.openxmlformats.org/drawingml/2006/main" noGrp="1"/>
          </p:cNvSpPr>
          <p:nvPr/>
        </p:nvSpPr>
        <p:spPr>
          <a:xfrm xmlns:a="http://schemas.openxmlformats.org/drawingml/2006/main">
            <a:off x="1352550" y="4905375"/>
            <a:ext cx="3143250" cy="123825"/>
          </a:xfrm>
          <a:prstGeom xmlns:a="http://schemas.openxmlformats.org/drawingml/2006/main" prst="rect">
            <a:avLst/>
          </a:prstGeom>
          <a:noFill xmlns:a="http://schemas.openxmlformats.org/drawingml/2006/main"/>
          <a:ln xmlns:a="http://schemas.openxmlformats.org/drawingml/2006/main" w="6668">
            <a:solidFill>
              <a:srgbClr val="666666"/>
            </a:solidFill>
            <a:prstDash val="solid"/>
          </a:ln>
        </p:spPr>
      </p:sp>
      <p:sp>
        <p:nvSpPr>
          <p:cNvPr id="99" name="">
            <a:extLst xmlns:a="http://schemas.openxmlformats.org/drawingml/2006/main">
              <a:ext uri="{FF2B5EF4-FFF2-40B4-BE49-F238E27FC236}">
                <a16:creationId xmlns:a16="http://schemas.microsoft.com/office/drawing/2014/main" id="{8226DFCA-0F5F-4698-92EA-E31A1496C83A}"/>
              </a:ext>
            </a:extLst>
          </p:cNvPr>
          <p:cNvSpPr>
            <a:spLocks xmlns:a="http://schemas.openxmlformats.org/drawingml/2006/main" noGrp="1"/>
          </p:cNvSpPr>
          <p:nvPr/>
        </p:nvSpPr>
        <p:spPr>
          <a:xfrm xmlns:a="http://schemas.openxmlformats.org/drawingml/2006/main">
            <a:off x="1687516" y="5029200"/>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0" name="">
            <a:extLst xmlns:a="http://schemas.openxmlformats.org/drawingml/2006/main">
              <a:ext uri="{FF2B5EF4-FFF2-40B4-BE49-F238E27FC236}">
                <a16:creationId xmlns:a16="http://schemas.microsoft.com/office/drawing/2014/main" id="{92E72FCA-28B9-4685-886F-390715100904}"/>
              </a:ext>
            </a:extLst>
          </p:cNvPr>
          <p:cNvSpPr>
            <a:spLocks xmlns:a="http://schemas.openxmlformats.org/drawingml/2006/main" noGrp="1"/>
          </p:cNvSpPr>
          <p:nvPr/>
        </p:nvSpPr>
        <p:spPr>
          <a:xfrm xmlns:a="http://schemas.openxmlformats.org/drawingml/2006/main">
            <a:off x="1344616" y="5067300"/>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10²</a:t>
            </a:r>
          </a:p>
        </p:txBody>
      </p:sp>
      <p:sp>
        <p:nvSpPr>
          <p:cNvPr id="101" name="">
            <a:extLst xmlns:a="http://schemas.openxmlformats.org/drawingml/2006/main">
              <a:ext uri="{FF2B5EF4-FFF2-40B4-BE49-F238E27FC236}">
                <a16:creationId xmlns:a16="http://schemas.microsoft.com/office/drawing/2014/main" id="{44BCE555-87A1-496F-A41F-4B58CA8351DD}"/>
              </a:ext>
            </a:extLst>
          </p:cNvPr>
          <p:cNvSpPr>
            <a:spLocks xmlns:a="http://schemas.openxmlformats.org/drawingml/2006/main" noGrp="1"/>
          </p:cNvSpPr>
          <p:nvPr/>
        </p:nvSpPr>
        <p:spPr>
          <a:xfrm xmlns:a="http://schemas.openxmlformats.org/drawingml/2006/main">
            <a:off x="2735266" y="5029200"/>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2" name="">
            <a:extLst xmlns:a="http://schemas.openxmlformats.org/drawingml/2006/main">
              <a:ext uri="{FF2B5EF4-FFF2-40B4-BE49-F238E27FC236}">
                <a16:creationId xmlns:a16="http://schemas.microsoft.com/office/drawing/2014/main" id="{F961D051-83A7-43F8-A9BD-23CA8D1DC558}"/>
              </a:ext>
            </a:extLst>
          </p:cNvPr>
          <p:cNvSpPr>
            <a:spLocks xmlns:a="http://schemas.openxmlformats.org/drawingml/2006/main" noGrp="1"/>
          </p:cNvSpPr>
          <p:nvPr/>
        </p:nvSpPr>
        <p:spPr>
          <a:xfrm xmlns:a="http://schemas.openxmlformats.org/drawingml/2006/main">
            <a:off x="2392366" y="5067300"/>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10⁴</a:t>
            </a:r>
          </a:p>
        </p:txBody>
      </p:sp>
      <p:sp>
        <p:nvSpPr>
          <p:cNvPr id="103" name="">
            <a:extLst xmlns:a="http://schemas.openxmlformats.org/drawingml/2006/main">
              <a:ext uri="{FF2B5EF4-FFF2-40B4-BE49-F238E27FC236}">
                <a16:creationId xmlns:a16="http://schemas.microsoft.com/office/drawing/2014/main" id="{25803736-4118-4035-9C9F-13C5A1198D84}"/>
              </a:ext>
            </a:extLst>
          </p:cNvPr>
          <p:cNvSpPr>
            <a:spLocks xmlns:a="http://schemas.openxmlformats.org/drawingml/2006/main" noGrp="1"/>
          </p:cNvSpPr>
          <p:nvPr/>
        </p:nvSpPr>
        <p:spPr>
          <a:xfrm xmlns:a="http://schemas.openxmlformats.org/drawingml/2006/main">
            <a:off x="3783016" y="5029200"/>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4" name="">
            <a:extLst xmlns:a="http://schemas.openxmlformats.org/drawingml/2006/main">
              <a:ext uri="{FF2B5EF4-FFF2-40B4-BE49-F238E27FC236}">
                <a16:creationId xmlns:a16="http://schemas.microsoft.com/office/drawing/2014/main" id="{843F4E3E-D7D2-497F-87C8-351C089DDABD}"/>
              </a:ext>
            </a:extLst>
          </p:cNvPr>
          <p:cNvSpPr>
            <a:spLocks xmlns:a="http://schemas.openxmlformats.org/drawingml/2006/main" noGrp="1"/>
          </p:cNvSpPr>
          <p:nvPr/>
        </p:nvSpPr>
        <p:spPr>
          <a:xfrm xmlns:a="http://schemas.openxmlformats.org/drawingml/2006/main">
            <a:off x="3440116" y="5067300"/>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10⁶</a:t>
            </a:r>
          </a:p>
        </p:txBody>
      </p:sp>
      <p:sp>
        <p:nvSpPr>
          <p:cNvPr id="105" name="">
            <a:extLst xmlns:a="http://schemas.openxmlformats.org/drawingml/2006/main">
              <a:ext uri="{FF2B5EF4-FFF2-40B4-BE49-F238E27FC236}">
                <a16:creationId xmlns:a16="http://schemas.microsoft.com/office/drawing/2014/main" id="{C4DE1FA3-0760-4C1B-AAC6-8172444BABF3}"/>
              </a:ext>
            </a:extLst>
          </p:cNvPr>
          <p:cNvSpPr>
            <a:spLocks xmlns:a="http://schemas.openxmlformats.org/drawingml/2006/main" noGrp="1"/>
          </p:cNvSpPr>
          <p:nvPr/>
        </p:nvSpPr>
        <p:spPr>
          <a:xfrm xmlns:a="http://schemas.openxmlformats.org/drawingml/2006/main">
            <a:off x="1352550" y="4695825"/>
            <a:ext cx="3143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2496"/>
          </a:bodyPr>
          <a:lstStyle xmlns:a="http://schemas.openxmlformats.org/drawingml/2006/main"/>
          <a:p xmlns:a="http://schemas.openxmlformats.org/drawingml/2006/main">
            <a:pPr algn="ctr">
              <a:lnSpc>
                <a:spcPct val="105000"/>
              </a:lnSpc>
              <a:buNone/>
              <a:defRPr sz="938" b="1" i="0">
                <a:solidFill>
                  <a:srgbClr val="666666"/>
                </a:solidFill>
                <a:latin typeface="Noto Sans JP"/>
                <a:ea typeface="Noto Sans JP"/>
                <a:cs typeface="Noto Sans JP"/>
              </a:defRPr>
            </a:pPr>
            <a:r>
              <a:rPr sz="938" b="1" i="0">
                <a:solidFill>
                  <a:srgbClr val="666666"/>
                </a:solidFill>
                <a:latin typeface="Noto Sans JP"/>
                <a:ea typeface="Noto Sans JP"/>
                <a:cs typeface="Noto Sans JP"/>
              </a:rPr>
              <a:t>log₁₀(Qrh / W m⁻³)</a:t>
            </a:r>
          </a:p>
        </p:txBody>
      </p:sp>
      <p:sp>
        <p:nvSpPr>
          <p:cNvPr id="106" name="">
            <a:extLst xmlns:a="http://schemas.openxmlformats.org/drawingml/2006/main">
              <a:ext uri="{FF2B5EF4-FFF2-40B4-BE49-F238E27FC236}">
                <a16:creationId xmlns:a16="http://schemas.microsoft.com/office/drawing/2014/main" id="{6C3DC550-E587-4DB1-919F-07C8B5BCA3F5}"/>
              </a:ext>
            </a:extLst>
          </p:cNvPr>
          <p:cNvSpPr>
            <a:spLocks xmlns:a="http://schemas.openxmlformats.org/drawingml/2006/main" noGrp="1"/>
          </p:cNvSpPr>
          <p:nvPr/>
        </p:nvSpPr>
        <p:spPr>
          <a:xfrm xmlns:a="http://schemas.openxmlformats.org/drawingml/2006/main">
            <a:off x="1352550" y="5229225"/>
            <a:ext cx="31432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修正Shepard補間（近傍10点）。表示下限Qmax×10⁻⁶。統計は節点値</a:t>
            </a:r>
          </a:p>
        </p:txBody>
      </p:sp>
      <p:graphicFrame>
        <p:nvGraphicFramePr>
          <p:cNvPr id="314" name=""/>
          <p:cNvGraphicFramePr/>
          <p:nvPr/>
        </p:nvGraphicFramePr>
        <p:xfrm>
          <a:off xmlns:a="http://schemas.openxmlformats.org/drawingml/2006/main" x="6048375" y="1352550"/>
          <a:ext xmlns:a="http://schemas.openxmlformats.org/drawingml/2006/main" cx="5476875" cy="3314700"/>
        </p:xfrm>
        <a:graphic xmlns:a="http://schemas.openxmlformats.org/drawingml/2006/main">
          <a:graphicData uri="http://schemas.openxmlformats.org/drawingml/2006/table">
            <a:tbl>
              <a:tblPr firstRow="1" bandRow="0"/>
              <a:tblGrid>
                <a:gridCol w="2428875"/>
                <a:gridCol w="3048000"/>
              </a:tblGrid>
              <a:tr h="414338">
                <a:tc>
                  <a:txBody>
                    <a:bodyPr lIns="57150" tIns="38100" rIns="47625" bIns="38100">
                      <a:normAutofit/>
                    </a:bodyPr>
                    <a:lstStyle/>
                    <a:p>
                      <a:pPr algn="l">
                        <a:buNone/>
                      </a:pPr>
                      <a:r>
                        <a:rPr sz="1013" b="1">
                          <a:solidFill>
                            <a:srgbClr val="FFFFFF"/>
                          </a:solidFill>
                          <a:latin typeface="Noto Sans JP"/>
                          <a:ea typeface="Noto Sans JP"/>
                          <a:cs typeface="Noto Sans JP"/>
                        </a:rPr>
                        <a:t>条件</a:t>
                      </a:r>
                    </a:p>
                  </a:txBody>
                  <a:tcPr marL="91440" marR="91440" marT="45720" marB="45720" anchor="ctr">
                    <a:solidFill>
                      <a:srgbClr val="00A6D9"/>
                    </a:solidFill>
                  </a:tcPr>
                </a:tc>
                <a:tc>
                  <a:txBody>
                    <a:bodyPr lIns="57150" tIns="38100" rIns="47625" bIns="38100">
                      <a:normAutofit/>
                    </a:bodyPr>
                    <a:lstStyle/>
                    <a:p>
                      <a:pPr algn="ctr">
                        <a:buNone/>
                      </a:pPr>
                      <a:r>
                        <a:rPr sz="1013" b="1">
                          <a:solidFill>
                            <a:srgbClr val="FFFFFF"/>
                          </a:solidFill>
                          <a:latin typeface="Noto Sans JP"/>
                          <a:ea typeface="Noto Sans JP"/>
                          <a:cs typeface="Noto Sans JP"/>
                        </a:rPr>
                        <a:t>値</a:t>
                      </a:r>
                    </a:p>
                  </a:txBody>
                  <a:tcPr marL="91440" marR="91440" marT="45720" marB="45720" anchor="ctr">
                    <a:solidFill>
                      <a:srgbClr val="00A6D9"/>
                    </a:solidFill>
                  </a:tcPr>
                </a:tc>
              </a:tr>
              <a:tr h="414338">
                <a:tc>
                  <a:txBody>
                    <a:bodyPr lIns="57150" tIns="38100" rIns="47625" bIns="38100">
                      <a:normAutofit/>
                    </a:bodyPr>
                    <a:lstStyle/>
                    <a:p>
                      <a:pPr algn="l">
                        <a:buNone/>
                      </a:pPr>
                      <a:r>
                        <a:rPr sz="1005" b="1">
                          <a:solidFill>
                            <a:srgbClr val="2F2F2F"/>
                          </a:solidFill>
                          <a:latin typeface="Noto Sans JP"/>
                          <a:ea typeface="Noto Sans JP"/>
                          <a:cs typeface="Noto Sans JP"/>
                        </a:rPr>
                        <a:t>RF周波数</a:t>
                      </a:r>
                    </a:p>
                  </a:txBody>
                  <a:tcPr marL="91440" marR="91440" marT="45720" marB="45720" anchor="ctr">
                    <a:solidFill>
                      <a:srgbClr val="FFFFFF"/>
                    </a:solidFill>
                  </a:tcPr>
                </a:tc>
                <a:tc>
                  <a:txBody>
                    <a:bodyPr lIns="57150" tIns="38100" rIns="47625" bIns="38100">
                      <a:normAutofit/>
                    </a:bodyPr>
                    <a:lstStyle/>
                    <a:p>
                      <a:pPr algn="ctr">
                        <a:buNone/>
                      </a:pPr>
                      <a:r>
                        <a:rPr sz="1005" b="0">
                          <a:solidFill>
                            <a:srgbClr val="2F2F2F"/>
                          </a:solidFill>
                          <a:latin typeface="Noto Sans JP"/>
                          <a:ea typeface="Noto Sans JP"/>
                          <a:cs typeface="Noto Sans JP"/>
                        </a:rPr>
                        <a:t>13.56 MHz</a:t>
                      </a:r>
                    </a:p>
                  </a:txBody>
                  <a:tcPr marL="91440" marR="91440" marT="45720" marB="45720" anchor="ctr">
                    <a:solidFill>
                      <a:srgbClr val="FFFFFF"/>
                    </a:solidFill>
                  </a:tcPr>
                </a:tc>
              </a:tr>
              <a:tr h="414338">
                <a:tc>
                  <a:txBody>
                    <a:bodyPr lIns="57150" tIns="38100" rIns="47625" bIns="38100">
                      <a:normAutofit/>
                    </a:bodyPr>
                    <a:lstStyle/>
                    <a:p>
                      <a:pPr algn="l">
                        <a:buNone/>
                      </a:pPr>
                      <a:r>
                        <a:rPr sz="1005" b="1">
                          <a:solidFill>
                            <a:srgbClr val="2F2F2F"/>
                          </a:solidFill>
                          <a:latin typeface="Noto Sans JP"/>
                          <a:ea typeface="Noto Sans JP"/>
                          <a:cs typeface="Noto Sans JP"/>
                        </a:rPr>
                        <a:t>コイル電力</a:t>
                      </a:r>
                    </a:p>
                  </a:txBody>
                  <a:tcPr marL="91440" marR="91440" marT="45720" marB="45720" anchor="ctr">
                    <a:solidFill>
                      <a:srgbClr val="F1F1F1"/>
                    </a:solidFill>
                  </a:tcPr>
                </a:tc>
                <a:tc>
                  <a:txBody>
                    <a:bodyPr lIns="57150" tIns="38100" rIns="47625" bIns="38100">
                      <a:normAutofit/>
                    </a:bodyPr>
                    <a:lstStyle/>
                    <a:p>
                      <a:pPr algn="ctr">
                        <a:buNone/>
                      </a:pPr>
                      <a:r>
                        <a:rPr sz="1005" b="0">
                          <a:solidFill>
                            <a:srgbClr val="2F2F2F"/>
                          </a:solidFill>
                          <a:latin typeface="Noto Sans JP"/>
                          <a:ea typeface="Noto Sans JP"/>
                          <a:cs typeface="Noto Sans JP"/>
                        </a:rPr>
                        <a:t>1500 W</a:t>
                      </a:r>
                    </a:p>
                  </a:txBody>
                  <a:tcPr marL="91440" marR="91440" marT="45720" marB="45720" anchor="ctr">
                    <a:solidFill>
                      <a:srgbClr val="F1F1F1"/>
                    </a:solidFill>
                  </a:tcPr>
                </a:tc>
              </a:tr>
              <a:tr h="414338">
                <a:tc>
                  <a:txBody>
                    <a:bodyPr lIns="57150" tIns="38100" rIns="47625" bIns="38100">
                      <a:normAutofit/>
                    </a:bodyPr>
                    <a:lstStyle/>
                    <a:p>
                      <a:pPr algn="l">
                        <a:buNone/>
                      </a:pPr>
                      <a:r>
                        <a:rPr sz="1005" b="1">
                          <a:solidFill>
                            <a:srgbClr val="2F2F2F"/>
                          </a:solidFill>
                          <a:latin typeface="Noto Sans JP"/>
                          <a:ea typeface="Noto Sans JP"/>
                          <a:cs typeface="Noto Sans JP"/>
                        </a:rPr>
                        <a:t>圧力</a:t>
                      </a:r>
                    </a:p>
                  </a:txBody>
                  <a:tcPr marL="91440" marR="91440" marT="45720" marB="45720" anchor="ctr">
                    <a:solidFill>
                      <a:srgbClr val="FFFFFF"/>
                    </a:solidFill>
                  </a:tcPr>
                </a:tc>
                <a:tc>
                  <a:txBody>
                    <a:bodyPr lIns="57150" tIns="38100" rIns="47625" bIns="38100">
                      <a:normAutofit/>
                    </a:bodyPr>
                    <a:lstStyle/>
                    <a:p>
                      <a:pPr algn="ctr">
                        <a:buNone/>
                      </a:pPr>
                      <a:r>
                        <a:rPr sz="1005" b="0">
                          <a:solidFill>
                            <a:srgbClr val="2F2F2F"/>
                          </a:solidFill>
                          <a:latin typeface="Noto Sans JP"/>
                          <a:ea typeface="Noto Sans JP"/>
                          <a:cs typeface="Noto Sans JP"/>
                        </a:rPr>
                        <a:t>2.66644 Pa</a:t>
                      </a:r>
                    </a:p>
                  </a:txBody>
                  <a:tcPr marL="91440" marR="91440" marT="45720" marB="45720" anchor="ctr">
                    <a:solidFill>
                      <a:srgbClr val="FFFFFF"/>
                    </a:solidFill>
                  </a:tcPr>
                </a:tc>
              </a:tr>
              <a:tr h="414338">
                <a:tc>
                  <a:txBody>
                    <a:bodyPr lIns="57150" tIns="38100" rIns="47625" bIns="38100">
                      <a:normAutofit/>
                    </a:bodyPr>
                    <a:lstStyle/>
                    <a:p>
                      <a:pPr algn="l">
                        <a:buNone/>
                      </a:pPr>
                      <a:r>
                        <a:rPr sz="1005" b="1">
                          <a:solidFill>
                            <a:srgbClr val="2F2F2F"/>
                          </a:solidFill>
                          <a:latin typeface="Noto Sans JP"/>
                          <a:ea typeface="Noto Sans JP"/>
                          <a:cs typeface="Noto Sans JP"/>
                        </a:rPr>
                        <a:t>気体温度</a:t>
                      </a:r>
                    </a:p>
                  </a:txBody>
                  <a:tcPr marL="91440" marR="91440" marT="45720" marB="45720" anchor="ctr">
                    <a:solidFill>
                      <a:srgbClr val="F1F1F1"/>
                    </a:solidFill>
                  </a:tcPr>
                </a:tc>
                <a:tc>
                  <a:txBody>
                    <a:bodyPr lIns="57150" tIns="38100" rIns="47625" bIns="38100">
                      <a:normAutofit/>
                    </a:bodyPr>
                    <a:lstStyle/>
                    <a:p>
                      <a:pPr algn="ctr">
                        <a:buNone/>
                      </a:pPr>
                      <a:r>
                        <a:rPr sz="1005" b="0">
                          <a:solidFill>
                            <a:srgbClr val="2F2F2F"/>
                          </a:solidFill>
                          <a:latin typeface="Noto Sans JP"/>
                          <a:ea typeface="Noto Sans JP"/>
                          <a:cs typeface="Noto Sans JP"/>
                        </a:rPr>
                        <a:t>300 K</a:t>
                      </a:r>
                    </a:p>
                  </a:txBody>
                  <a:tcPr marL="91440" marR="91440" marT="45720" marB="45720" anchor="ctr">
                    <a:solidFill>
                      <a:srgbClr val="F1F1F1"/>
                    </a:solidFill>
                  </a:tcPr>
                </a:tc>
              </a:tr>
              <a:tr h="414338">
                <a:tc>
                  <a:txBody>
                    <a:bodyPr lIns="57150" tIns="38100" rIns="47625" bIns="38100">
                      <a:normAutofit/>
                    </a:bodyPr>
                    <a:lstStyle/>
                    <a:p>
                      <a:pPr algn="l">
                        <a:buNone/>
                      </a:pPr>
                      <a:r>
                        <a:rPr sz="1005" b="1">
                          <a:solidFill>
                            <a:srgbClr val="2F2F2F"/>
                          </a:solidFill>
                          <a:latin typeface="Noto Sans JP"/>
                          <a:ea typeface="Noto Sans JP"/>
                          <a:cs typeface="Noto Sans JP"/>
                        </a:rPr>
                        <a:t>比較時刻</a:t>
                      </a:r>
                    </a:p>
                  </a:txBody>
                  <a:tcPr marL="91440" marR="91440" marT="45720" marB="45720" anchor="ctr">
                    <a:solidFill>
                      <a:srgbClr val="FFFFFF"/>
                    </a:solidFill>
                  </a:tcPr>
                </a:tc>
                <a:tc>
                  <a:txBody>
                    <a:bodyPr lIns="57150" tIns="38100" rIns="47625" bIns="38100">
                      <a:normAutofit/>
                    </a:bodyPr>
                    <a:lstStyle/>
                    <a:p>
                      <a:pPr algn="ctr">
                        <a:buNone/>
                      </a:pPr>
                      <a:r>
                        <a:rPr sz="1005" b="0">
                          <a:solidFill>
                            <a:srgbClr val="2F2F2F"/>
                          </a:solidFill>
                          <a:latin typeface="Noto Sans JP"/>
                          <a:ea typeface="Noto Sans JP"/>
                          <a:cs typeface="Noto Sans JP"/>
                        </a:rPr>
                        <a:t>0.001 s (時刻を厳密補間)</a:t>
                      </a:r>
                    </a:p>
                  </a:txBody>
                  <a:tcPr marL="91440" marR="91440" marT="45720" marB="45720" anchor="ctr">
                    <a:solidFill>
                      <a:srgbClr val="FFFFFF"/>
                    </a:solidFill>
                  </a:tcPr>
                </a:tc>
              </a:tr>
              <a:tr h="414338">
                <a:tc>
                  <a:txBody>
                    <a:bodyPr lIns="57150" tIns="38100" rIns="47625" bIns="38100">
                      <a:normAutofit/>
                    </a:bodyPr>
                    <a:lstStyle/>
                    <a:p>
                      <a:pPr algn="l">
                        <a:buNone/>
                      </a:pPr>
                      <a:r>
                        <a:rPr sz="1005" b="1">
                          <a:solidFill>
                            <a:srgbClr val="2F2F2F"/>
                          </a:solidFill>
                          <a:latin typeface="Noto Sans JP"/>
                          <a:ea typeface="Noto Sans JP"/>
                          <a:cs typeface="Noto Sans JP"/>
                        </a:rPr>
                        <a:t>Swarm終端時刻</a:t>
                      </a:r>
                    </a:p>
                  </a:txBody>
                  <a:tcPr marL="91440" marR="91440" marT="45720" marB="45720" anchor="ctr">
                    <a:solidFill>
                      <a:srgbClr val="F1F1F1"/>
                    </a:solidFill>
                  </a:tcPr>
                </a:tc>
                <a:tc>
                  <a:txBody>
                    <a:bodyPr lIns="57150" tIns="38100" rIns="47625" bIns="38100">
                      <a:normAutofit/>
                    </a:bodyPr>
                    <a:lstStyle/>
                    <a:p>
                      <a:pPr algn="ctr">
                        <a:buNone/>
                      </a:pPr>
                      <a:r>
                        <a:rPr sz="1005" b="0">
                          <a:solidFill>
                            <a:srgbClr val="2F2F2F"/>
                          </a:solidFill>
                          <a:latin typeface="Noto Sans JP"/>
                          <a:ea typeface="Noto Sans JP"/>
                          <a:cs typeface="Noto Sans JP"/>
                        </a:rPr>
                        <a:t>0.01 s; 空間比較には不使用</a:t>
                      </a:r>
                    </a:p>
                  </a:txBody>
                  <a:tcPr marL="91440" marR="91440" marT="45720" marB="45720" anchor="ctr">
                    <a:solidFill>
                      <a:srgbClr val="F1F1F1"/>
                    </a:solidFill>
                  </a:tcPr>
                </a:tc>
              </a:tr>
              <a:tr h="414338">
                <a:tc>
                  <a:txBody>
                    <a:bodyPr lIns="57150" tIns="38100" rIns="47625" bIns="38100">
                      <a:normAutofit/>
                    </a:bodyPr>
                    <a:lstStyle/>
                    <a:p>
                      <a:pPr algn="l">
                        <a:buNone/>
                      </a:pPr>
                      <a:r>
                        <a:rPr sz="1005" b="1">
                          <a:solidFill>
                            <a:srgbClr val="2F2F2F"/>
                          </a:solidFill>
                          <a:latin typeface="Noto Sans JP"/>
                          <a:ea typeface="Noto Sans JP"/>
                          <a:cs typeface="Noto Sans JP"/>
                        </a:rPr>
                        <a:t>比較条件</a:t>
                      </a:r>
                    </a:p>
                  </a:txBody>
                  <a:tcPr marL="91440" marR="91440" marT="45720" marB="45720" anchor="ctr">
                    <a:solidFill>
                      <a:srgbClr val="FFFFFF"/>
                    </a:solidFill>
                  </a:tcPr>
                </a:tc>
                <a:tc>
                  <a:txBody>
                    <a:bodyPr lIns="57150" tIns="38100" rIns="47625" bIns="38100">
                      <a:normAutofit/>
                    </a:bodyPr>
                    <a:lstStyle/>
                    <a:p>
                      <a:pPr algn="ctr">
                        <a:buNone/>
                      </a:pPr>
                      <a:r>
                        <a:rPr sz="1005" b="0">
                          <a:solidFill>
                            <a:srgbClr val="2F2F2F"/>
                          </a:solidFill>
                          <a:latin typeface="Noto Sans JP"/>
                          <a:ea typeface="Noto Sans JP"/>
                          <a:cs typeface="Noto Sans JP"/>
                        </a:rPr>
                        <a:t>同一メッシュ／同一MPH／4物性入力</a:t>
                      </a:r>
                    </a:p>
                  </a:txBody>
                  <a:tcPr marL="91440" marR="91440" marT="45720" marB="45720" anchor="ctr">
                    <a:solidFill>
                      <a:srgbClr val="FFFFFF"/>
                    </a:solidFill>
                  </a:tcPr>
                </a:tc>
              </a:tr>
            </a:tbl>
          </a:graphicData>
        </a:graphic>
      </p:graphicFrame>
      <p:sp>
        <p:nvSpPr>
          <p:cNvPr id="108" name="">
            <a:extLst xmlns:a="http://schemas.openxmlformats.org/drawingml/2006/main">
              <a:ext uri="{FF2B5EF4-FFF2-40B4-BE49-F238E27FC236}">
                <a16:creationId xmlns:a16="http://schemas.microsoft.com/office/drawing/2014/main" id="{15E25698-1817-427D-A186-851578384FCA}"/>
              </a:ext>
            </a:extLst>
          </p:cNvPr>
          <p:cNvSpPr>
            <a:spLocks xmlns:a="http://schemas.openxmlformats.org/drawingml/2006/main" noGrp="1"/>
          </p:cNvSpPr>
          <p:nvPr/>
        </p:nvSpPr>
        <p:spPr>
          <a:xfrm xmlns:a="http://schemas.openxmlformats.org/drawingml/2006/main">
            <a:off x="6381750" y="4714875"/>
            <a:ext cx="4810125"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5D5D5"/>
            </a:solidFill>
            <a:prstDash val="solid"/>
          </a:ln>
        </p:spPr>
      </p:sp>
      <p:sp>
        <p:nvSpPr>
          <p:cNvPr id="109" name="">
            <a:extLst xmlns:a="http://schemas.openxmlformats.org/drawingml/2006/main">
              <a:ext uri="{FF2B5EF4-FFF2-40B4-BE49-F238E27FC236}">
                <a16:creationId xmlns:a16="http://schemas.microsoft.com/office/drawing/2014/main" id="{84047D08-4E50-40BA-92B7-138457AA083C}"/>
              </a:ext>
            </a:extLst>
          </p:cNvPr>
          <p:cNvSpPr>
            <a:spLocks xmlns:a="http://schemas.openxmlformats.org/drawingml/2006/main" noGrp="1"/>
          </p:cNvSpPr>
          <p:nvPr/>
        </p:nvSpPr>
        <p:spPr>
          <a:xfrm xmlns:a="http://schemas.openxmlformats.org/drawingml/2006/main">
            <a:off x="6381750" y="4714875"/>
            <a:ext cx="704850" cy="552450"/>
          </a:xfrm>
          <a:prstGeom xmlns:a="http://schemas.openxmlformats.org/drawingml/2006/main" prst="rect">
            <a:avLst/>
          </a:prstGeom>
          <a:solidFill xmlns:a="http://schemas.openxmlformats.org/drawingml/2006/main">
            <a:srgbClr val="00A6D9"/>
          </a:solidFill>
          <a:ln xmlns:a="http://schemas.openxmlformats.org/drawingml/2006/main" w="0">
            <a:noFill/>
            <a:prstDash val="solid"/>
          </a:ln>
        </p:spPr>
      </p:sp>
      <p:sp>
        <p:nvSpPr>
          <p:cNvPr id="110" name="">
            <a:extLst xmlns:a="http://schemas.openxmlformats.org/drawingml/2006/main">
              <a:ext uri="{FF2B5EF4-FFF2-40B4-BE49-F238E27FC236}">
                <a16:creationId xmlns:a16="http://schemas.microsoft.com/office/drawing/2014/main" id="{FDD753B6-802D-4EE1-86F6-8BD31F50A41C}"/>
              </a:ext>
            </a:extLst>
          </p:cNvPr>
          <p:cNvSpPr>
            <a:spLocks xmlns:a="http://schemas.openxmlformats.org/drawingml/2006/main" noGrp="1"/>
          </p:cNvSpPr>
          <p:nvPr/>
        </p:nvSpPr>
        <p:spPr>
          <a:xfrm xmlns:a="http://schemas.openxmlformats.org/drawingml/2006/main">
            <a:off x="6429375" y="4752975"/>
            <a:ext cx="609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125" b="1" i="0">
                <a:solidFill>
                  <a:srgbClr val="FFFFFF"/>
                </a:solidFill>
                <a:latin typeface="Noto Sans JP"/>
                <a:ea typeface="Noto Sans JP"/>
                <a:cs typeface="Noto Sans JP"/>
              </a:defRPr>
            </a:pPr>
            <a:r>
              <a:rPr sz="1125" b="1" i="0">
                <a:solidFill>
                  <a:srgbClr val="FFFFFF"/>
                </a:solidFill>
                <a:latin typeface="Noto Sans JP"/>
                <a:ea typeface="Noto Sans JP"/>
                <a:cs typeface="Noto Sans JP"/>
              </a:rPr>
              <a:t>軸対称</a:t>
            </a:r>
          </a:p>
        </p:txBody>
      </p:sp>
      <p:sp>
        <p:nvSpPr>
          <p:cNvPr id="111" name="">
            <a:extLst xmlns:a="http://schemas.openxmlformats.org/drawingml/2006/main">
              <a:ext uri="{FF2B5EF4-FFF2-40B4-BE49-F238E27FC236}">
                <a16:creationId xmlns:a16="http://schemas.microsoft.com/office/drawing/2014/main" id="{C778F697-A048-439A-8E9B-8BA021CA5CA2}"/>
              </a:ext>
            </a:extLst>
          </p:cNvPr>
          <p:cNvSpPr>
            <a:spLocks xmlns:a="http://schemas.openxmlformats.org/drawingml/2006/main" noGrp="1"/>
          </p:cNvSpPr>
          <p:nvPr/>
        </p:nvSpPr>
        <p:spPr>
          <a:xfrm xmlns:a="http://schemas.openxmlformats.org/drawingml/2006/main">
            <a:off x="7258050" y="4762500"/>
            <a:ext cx="3781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800" b="0" i="0">
                <a:solidFill>
                  <a:srgbClr val="2F2F2F"/>
                </a:solidFill>
                <a:latin typeface="Cambria Math"/>
                <a:ea typeface="Cambria Math"/>
                <a:cs typeface="Cambria Math"/>
              </a:defRPr>
            </a:pPr>
            <a:r>
              <a:rPr sz="1800" b="0" i="0">
                <a:solidFill>
                  <a:srgbClr val="2F2F2F"/>
                </a:solidFill>
                <a:latin typeface="Cambria Math"/>
                <a:ea typeface="Cambria Math"/>
                <a:cs typeface="Cambria Math"/>
              </a:rPr>
              <a:t>dV = 2πr dr dz,   X = ∫Ω X(r,z) dV</a:t>
            </a:r>
          </a:p>
        </p:txBody>
      </p:sp>
      <p:sp>
        <p:nvSpPr>
          <p:cNvPr id="112" name="">
            <a:extLst xmlns:a="http://schemas.openxmlformats.org/drawingml/2006/main">
              <a:ext uri="{FF2B5EF4-FFF2-40B4-BE49-F238E27FC236}">
                <a16:creationId xmlns:a16="http://schemas.microsoft.com/office/drawing/2014/main" id="{D984D575-8CE9-4DBA-BA7F-E4E0E95E1FF3}"/>
              </a:ext>
            </a:extLst>
          </p:cNvPr>
          <p:cNvSpPr>
            <a:spLocks xmlns:a="http://schemas.openxmlformats.org/drawingml/2006/main" noGrp="1"/>
          </p:cNvSpPr>
          <p:nvPr/>
        </p:nvSpPr>
        <p:spPr>
          <a:xfrm xmlns:a="http://schemas.openxmlformats.org/drawingml/2006/main">
            <a:off x="6381750" y="5410200"/>
            <a:ext cx="4810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200" b="1" i="0">
                <a:solidFill>
                  <a:srgbClr val="72B51F"/>
                </a:solidFill>
                <a:latin typeface="Noto Sans JP"/>
                <a:ea typeface="Noto Sans JP"/>
                <a:cs typeface="Noto Sans JP"/>
              </a:defRPr>
            </a:pPr>
            <a:r>
              <a:rPr sz="1200" b="1" i="0">
                <a:solidFill>
                  <a:srgbClr val="72B51F"/>
                </a:solidFill>
                <a:latin typeface="Noto Sans JP"/>
                <a:ea typeface="Noto Sans JP"/>
                <a:cs typeface="Noto Sans JP"/>
              </a:rPr>
              <a:t>比較：</a:t>
            </a:r>
            <a:r>
              <a:rPr sz="1200" b="1" i="0">
                <a:solidFill>
                  <a:srgbClr val="72B51F"/>
                </a:solidFill>
                <a:latin typeface="Noto Sans JP"/>
                <a:ea typeface="Noto Sans JP"/>
                <a:cs typeface="Noto Sans JP"/>
              </a:rPr>
              <a:t>標準COMSOL / two-term / Monte Carlo / propagator</a:t>
            </a:r>
          </a:p>
        </p:txBody>
      </p:sp>
      <p:sp>
        <p:nvSpPr>
          <p:cNvPr id="115" name="">
            <a:extLst xmlns:a="http://schemas.openxmlformats.org/drawingml/2006/main">
              <a:ext uri="{FF2B5EF4-FFF2-40B4-BE49-F238E27FC236}">
                <a16:creationId xmlns:a16="http://schemas.microsoft.com/office/drawing/2014/main" id="{F08D8F22-F3EF-4D1A-A654-CC4566EEDE07}"/>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4ケースを同一MPH・同一4545節点・同一時刻1 msで比較。</a:t>
            </a:r>
            <a:r>
              <a:rPr sz="1275" b="1" i="0">
                <a:solidFill>
                  <a:srgbClr val="6DBB20"/>
                </a:solidFill>
                <a:latin typeface="Noto Sans JP"/>
                <a:ea typeface="Noto Sans JP"/>
                <a:cs typeface="Noto Sans JP"/>
              </a:rPr>
              <a:t>標準COMSOLの</a:t>
            </a:r>
            <a:r>
              <a:rPr sz="1275" b="1" i="0">
                <a:solidFill>
                  <a:srgbClr val="6DBB20"/>
                </a:solidFill>
                <a:latin typeface="Noto Sans JP"/>
                <a:ea typeface="Noto Sans JP"/>
                <a:cs typeface="Noto Sans JP"/>
              </a:rPr>
              <a:t>Ar*はこの時刻で未定常のため、差は閉包＋過渡応答として読む。</a:t>
            </a:r>
          </a:p>
        </p:txBody>
      </p:sp>
      <p:sp>
        <p:nvSpPr>
          <p:cNvPr id="116" name="">
            <a:extLst xmlns:a="http://schemas.openxmlformats.org/drawingml/2006/main">
              <a:ext uri="{FF2B5EF4-FFF2-40B4-BE49-F238E27FC236}">
                <a16:creationId xmlns:a16="http://schemas.microsoft.com/office/drawing/2014/main" id="{8E51B7EC-251E-4ADD-BD34-A38E5A676B31}"/>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[R8] [R9] [R13]  |  comparison_exports/*/fields_common_time.csv; docs/comsol_gec_icp.md</a:t>
            </a:r>
          </a:p>
        </p:txBody>
      </p:sp>
      <p:sp>
        <p:nvSpPr>
          <p:cNvPr id="151" name="title">
            <a:extLst xmlns:a="http://schemas.openxmlformats.org/drawingml/2006/main">
              <a:ext uri="{FF2B5EF4-FFF2-40B4-BE49-F238E27FC236}">
                <a16:creationId xmlns:a16="http://schemas.microsoft.com/office/drawing/2014/main" id="{BA7E310B-F78B-436C-8D70-AA58DC394A83}"/>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GEC ICP：軸対称 r–z 断面と比較条件</a:t>
            </a:r>
          </a:p>
        </p:txBody>
      </p:sp>
      <p:sp>
        <p:nvSpPr>
          <p:cNvPr id="152" name="">
            <a:extLst xmlns:a="http://schemas.openxmlformats.org/drawingml/2006/main">
              <a:ext uri="{FF2B5EF4-FFF2-40B4-BE49-F238E27FC236}">
                <a16:creationId xmlns:a16="http://schemas.microsoft.com/office/drawing/2014/main" id="{5F6F450A-1A4A-46DB-900B-487DC0068878}"/>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83" name="section">
            <a:extLst xmlns:a="http://schemas.openxmlformats.org/drawingml/2006/main">
              <a:ext uri="{FF2B5EF4-FFF2-40B4-BE49-F238E27FC236}">
                <a16:creationId xmlns:a16="http://schemas.microsoft.com/office/drawing/2014/main" id="{FABA4D40-053A-4BD6-BBFB-61521D5086F4}"/>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 COMSOL連携</a:t>
            </a:r>
          </a:p>
        </p:txBody>
      </p:sp>
    </p:spTree>
    <p:extLst>
      <p:ext uri="{BB962C8B-B14F-4D97-AF65-F5344CB8AC3E}">
        <p14:creationId xmlns:p14="http://schemas.microsoft.com/office/powerpoint/2010/main" val="2048282697"/>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FCFB6D72-EE88-4545-8233-34517D1681E4}"/>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COMSOLで各物性値をどこから与えるか</a:t>
            </a:r>
          </a:p>
        </p:txBody>
      </p:sp>
      <p:sp>
        <p:nvSpPr>
          <p:cNvPr id="3" name="subtitle">
            <a:extLst xmlns:a="http://schemas.openxmlformats.org/drawingml/2006/main">
              <a:ext uri="{FF2B5EF4-FFF2-40B4-BE49-F238E27FC236}">
                <a16:creationId xmlns:a16="http://schemas.microsoft.com/office/drawing/2014/main" id="{C457664B-FEA2-4761-ADEE-5F6EADE415CF}"/>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比較で変える項目と、全ケースで固定する項目を明示する</a:t>
            </a:r>
          </a:p>
        </p:txBody>
      </p:sp>
      <p:graphicFrame>
        <p:nvGraphicFramePr>
          <p:cNvPr id="15" name=""/>
          <p:cNvGraphicFramePr/>
          <p:nvPr/>
        </p:nvGraphicFramePr>
        <p:xfrm>
          <a:off xmlns:a="http://schemas.openxmlformats.org/drawingml/2006/main" x="333375" y="1381125"/>
          <a:ext xmlns:a="http://schemas.openxmlformats.org/drawingml/2006/main" cx="11525250" cy="4095750"/>
        </p:xfrm>
        <a:graphic xmlns:a="http://schemas.openxmlformats.org/drawingml/2006/main">
          <a:graphicData uri="http://schemas.openxmlformats.org/drawingml/2006/table">
            <a:tbl>
              <a:tblPr/>
              <a:tblGrid>
                <a:gridCol w="1948714"/>
                <a:gridCol w="1726004"/>
                <a:gridCol w="1726004"/>
                <a:gridCol w="1948714"/>
                <a:gridCol w="1948714"/>
                <a:gridCol w="2227101"/>
              </a:tblGrid>
              <a:tr h="585107">
                <a:tc>
                  <a:txBody>
                    <a:bodyPr lIns="57150" tIns="47625" rIns="57150" bIns="47625">
                      <a:normAutofit/>
                    </a:bodyPr>
                    <a:lstStyle/>
                    <a:p>
                      <a:pPr algn="l">
                        <a:buNone/>
                      </a:pPr>
                      <a:r>
                        <a:rPr sz="975" b="1">
                          <a:solidFill>
                            <a:srgbClr val="FFFFFF"/>
                          </a:solidFill>
                          <a:latin typeface="Noto Sans JP"/>
                          <a:ea typeface="Noto Sans JP"/>
                          <a:cs typeface="Noto Sans JP"/>
                        </a:rPr>
                        <a:t>物性・モデル</a:t>
                      </a:r>
                    </a:p>
                  </a:txBody>
                  <a:tcPr marL="91440" marR="91440" marT="45720" marB="45720" anchor="ctr">
                    <a:solidFill>
                      <a:srgbClr val="00A6D6"/>
                    </a:solidFill>
                  </a:tcPr>
                </a:tc>
                <a:tc>
                  <a:txBody>
                    <a:bodyPr lIns="57150" tIns="47625" rIns="57150" bIns="47625">
                      <a:normAutofit/>
                    </a:bodyPr>
                    <a:lstStyle/>
                    <a:p>
                      <a:pPr algn="ctr">
                        <a:buNone/>
                      </a:pPr>
                      <a:r>
                        <a:rPr sz="975" b="1">
                          <a:solidFill>
                            <a:srgbClr val="FFFFFF"/>
                          </a:solidFill>
                          <a:latin typeface="Noto Sans JP"/>
                          <a:ea typeface="Noto Sans JP"/>
                          <a:cs typeface="Noto Sans JP"/>
                        </a:rPr>
                        <a:t>標準COMSOL</a:t>
                      </a:r>
                    </a:p>
                  </a:txBody>
                  <a:tcPr marL="91440" marR="91440" marT="45720" marB="45720" anchor="ctr">
                    <a:solidFill>
                      <a:srgbClr val="00A6D6"/>
                    </a:solidFill>
                  </a:tcPr>
                </a:tc>
                <a:tc>
                  <a:txBody>
                    <a:bodyPr lIns="57150" tIns="47625" rIns="57150" bIns="47625">
                      <a:normAutofit/>
                    </a:bodyPr>
                    <a:lstStyle/>
                    <a:p>
                      <a:pPr algn="ctr">
                        <a:buNone/>
                      </a:pPr>
                      <a:r>
                        <a:rPr sz="975" b="1">
                          <a:solidFill>
                            <a:srgbClr val="FFFFFF"/>
                          </a:solidFill>
                          <a:latin typeface="Noto Sans JP"/>
                          <a:ea typeface="Noto Sans JP"/>
                          <a:cs typeface="Noto Sans JP"/>
                        </a:rPr>
                        <a:t>two-term</a:t>
                      </a:r>
                    </a:p>
                  </a:txBody>
                  <a:tcPr marL="91440" marR="91440" marT="45720" marB="45720" anchor="ctr">
                    <a:solidFill>
                      <a:srgbClr val="00A6D6"/>
                    </a:solidFill>
                  </a:tcPr>
                </a:tc>
                <a:tc>
                  <a:txBody>
                    <a:bodyPr lIns="57150" tIns="47625" rIns="57150" bIns="47625">
                      <a:normAutofit/>
                    </a:bodyPr>
                    <a:lstStyle/>
                    <a:p>
                      <a:pPr algn="ctr">
                        <a:buNone/>
                      </a:pPr>
                      <a:r>
                        <a:rPr sz="975" b="1">
                          <a:solidFill>
                            <a:srgbClr val="FFFFFF"/>
                          </a:solidFill>
                          <a:latin typeface="Noto Sans JP"/>
                          <a:ea typeface="Noto Sans JP"/>
                          <a:cs typeface="Noto Sans JP"/>
                        </a:rPr>
                        <a:t>Monte Carlo</a:t>
                      </a:r>
                    </a:p>
                  </a:txBody>
                  <a:tcPr marL="91440" marR="91440" marT="45720" marB="45720" anchor="ctr">
                    <a:solidFill>
                      <a:srgbClr val="00A6D6"/>
                    </a:solidFill>
                  </a:tcPr>
                </a:tc>
                <a:tc>
                  <a:txBody>
                    <a:bodyPr lIns="57150" tIns="47625" rIns="57150" bIns="47625">
                      <a:normAutofit/>
                    </a:bodyPr>
                    <a:lstStyle/>
                    <a:p>
                      <a:pPr algn="ctr">
                        <a:buNone/>
                      </a:pPr>
                      <a:r>
                        <a:rPr sz="975" b="1">
                          <a:solidFill>
                            <a:srgbClr val="FFFFFF"/>
                          </a:solidFill>
                          <a:latin typeface="Noto Sans JP"/>
                          <a:ea typeface="Noto Sans JP"/>
                          <a:cs typeface="Noto Sans JP"/>
                        </a:rPr>
                        <a:t>propagator P1</a:t>
                      </a:r>
                    </a:p>
                  </a:txBody>
                  <a:tcPr marL="91440" marR="91440" marT="45720" marB="45720" anchor="ctr">
                    <a:solidFill>
                      <a:srgbClr val="00A6D6"/>
                    </a:solidFill>
                  </a:tcPr>
                </a:tc>
                <a:tc>
                  <a:txBody>
                    <a:bodyPr lIns="57150" tIns="47625" rIns="57150" bIns="47625">
                      <a:normAutofit/>
                    </a:bodyPr>
                    <a:lstStyle/>
                    <a:p>
                      <a:pPr algn="ctr">
                        <a:buNone/>
                      </a:pPr>
                      <a:r>
                        <a:rPr sz="975" b="1">
                          <a:solidFill>
                            <a:srgbClr val="FFFFFF"/>
                          </a:solidFill>
                          <a:latin typeface="Noto Sans JP"/>
                          <a:ea typeface="Noto Sans JP"/>
                          <a:cs typeface="Noto Sans JP"/>
                        </a:rPr>
                        <a:t>全ケースでの供給元</a:t>
                      </a:r>
                    </a:p>
                  </a:txBody>
                  <a:tcPr marL="91440" marR="91440" marT="45720" marB="45720" anchor="ctr">
                    <a:solidFill>
                      <a:srgbClr val="00A6D6"/>
                    </a:solidFill>
                  </a:tcPr>
                </a:tc>
              </a:tr>
              <a:tr h="585107">
                <a:tc>
                  <a:txBody>
                    <a:bodyPr lIns="57150" tIns="47625" rIns="57150" bIns="47625">
                      <a:normAutofit/>
                    </a:bodyPr>
                    <a:lstStyle/>
                    <a:p>
                      <a:pPr algn="l">
                        <a:buNone/>
                      </a:pPr>
                      <a:r>
                        <a:rPr sz="938" b="1">
                          <a:solidFill>
                            <a:srgbClr val="333333"/>
                          </a:solidFill>
                          <a:latin typeface="Noto Sans JP"/>
                          <a:ea typeface="Noto Sans JP"/>
                          <a:cs typeface="Noto Sans JP"/>
                        </a:rPr>
                        <a:t>EEDF</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Maxwell型EEDF</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EEDF参照表</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重み付きEEDF参照表</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P1 EEDF参照表</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各電子物性入力</a:t>
                      </a:r>
                    </a:p>
                  </a:txBody>
                  <a:tcPr marL="91440" marR="91440" marT="45720" marB="45720" anchor="ctr">
                    <a:solidFill>
                      <a:srgbClr val="FFFFFF"/>
                    </a:solidFill>
                  </a:tcPr>
                </a:tc>
              </a:tr>
              <a:tr h="585107">
                <a:tc>
                  <a:txBody>
                    <a:bodyPr lIns="57150" tIns="47625" rIns="57150" bIns="47625">
                      <a:normAutofit/>
                    </a:bodyPr>
                    <a:lstStyle/>
                    <a:p>
                      <a:pPr algn="l">
                        <a:buNone/>
                      </a:pPr>
                      <a:r>
                        <a:rPr sz="938" b="1">
                          <a:solidFill>
                            <a:srgbClr val="333333"/>
                          </a:solidFill>
                          <a:latin typeface="Noto Sans JP"/>
                          <a:ea typeface="Noto Sans JP"/>
                          <a:cs typeface="Noto Sans JP"/>
                        </a:rPr>
                        <a:t>電子移動度</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モデル内定義</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Swarm μN</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Swarm μN</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Swarm μN</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各電子物性入力</a:t>
                      </a:r>
                    </a:p>
                  </a:txBody>
                  <a:tcPr marL="91440" marR="91440" marT="45720" marB="45720" anchor="ctr">
                    <a:solidFill>
                      <a:srgbClr val="F2F3F4"/>
                    </a:solidFill>
                  </a:tcPr>
                </a:tc>
              </a:tr>
              <a:tr h="585107">
                <a:tc>
                  <a:txBody>
                    <a:bodyPr lIns="57150" tIns="47625" rIns="57150" bIns="47625">
                      <a:normAutofit/>
                    </a:bodyPr>
                    <a:lstStyle/>
                    <a:p>
                      <a:pPr algn="l">
                        <a:buNone/>
                      </a:pPr>
                      <a:r>
                        <a:rPr sz="938" b="1">
                          <a:solidFill>
                            <a:srgbClr val="333333"/>
                          </a:solidFill>
                          <a:latin typeface="Noto Sans JP"/>
                          <a:ea typeface="Noto Sans JP"/>
                          <a:cs typeface="Noto Sans JP"/>
                        </a:rPr>
                        <a:t>電子拡散</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モデル内定義</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Einstein関係</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Einstein関係</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Einstein関係</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COMSOL側共通</a:t>
                      </a:r>
                    </a:p>
                  </a:txBody>
                  <a:tcPr marL="91440" marR="91440" marT="45720" marB="45720" anchor="ctr">
                    <a:solidFill>
                      <a:srgbClr val="FFFFFF"/>
                    </a:solidFill>
                  </a:tcPr>
                </a:tc>
              </a:tr>
              <a:tr h="585107">
                <a:tc>
                  <a:txBody>
                    <a:bodyPr lIns="57150" tIns="47625" rIns="57150" bIns="47625">
                      <a:normAutofit/>
                    </a:bodyPr>
                    <a:lstStyle/>
                    <a:p>
                      <a:pPr algn="l">
                        <a:buNone/>
                      </a:pPr>
                      <a:r>
                        <a:rPr sz="938" b="1">
                          <a:solidFill>
                            <a:srgbClr val="333333"/>
                          </a:solidFill>
                          <a:latin typeface="Noto Sans JP"/>
                          <a:ea typeface="Noto Sans JP"/>
                          <a:cs typeface="Noto Sans JP"/>
                        </a:rPr>
                        <a:t>弾性エネルギー損失</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モデル内定義</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断面積積分</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断面積積分</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断面積積分</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COMSOL反応式</a:t>
                      </a:r>
                    </a:p>
                  </a:txBody>
                  <a:tcPr marL="91440" marR="91440" marT="45720" marB="45720" anchor="ctr">
                    <a:solidFill>
                      <a:srgbClr val="F2F3F4"/>
                    </a:solidFill>
                  </a:tcPr>
                </a:tc>
              </a:tr>
              <a:tr h="585107">
                <a:tc>
                  <a:txBody>
                    <a:bodyPr lIns="57150" tIns="47625" rIns="57150" bIns="47625">
                      <a:normAutofit/>
                    </a:bodyPr>
                    <a:lstStyle/>
                    <a:p>
                      <a:pPr algn="l">
                        <a:buNone/>
                      </a:pPr>
                      <a:r>
                        <a:rPr sz="938" b="1">
                          <a:solidFill>
                            <a:srgbClr val="333333"/>
                          </a:solidFill>
                          <a:latin typeface="Noto Sans JP"/>
                          <a:ea typeface="Noto Sans JP"/>
                          <a:cs typeface="Noto Sans JP"/>
                        </a:rPr>
                        <a:t>非弾性反応</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同じ反応集合</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同じ</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同じ</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同じ</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COMSOL化学</a:t>
                      </a:r>
                    </a:p>
                  </a:txBody>
                  <a:tcPr marL="91440" marR="91440" marT="45720" marB="45720" anchor="ctr">
                    <a:solidFill>
                      <a:srgbClr val="FFFFFF"/>
                    </a:solidFill>
                  </a:tcPr>
                </a:tc>
              </a:tr>
              <a:tr h="585107">
                <a:tc>
                  <a:txBody>
                    <a:bodyPr lIns="57150" tIns="47625" rIns="57150" bIns="47625">
                      <a:normAutofit/>
                    </a:bodyPr>
                    <a:lstStyle/>
                    <a:p>
                      <a:pPr algn="l">
                        <a:buNone/>
                      </a:pPr>
                      <a:r>
                        <a:rPr sz="938" b="1">
                          <a:solidFill>
                            <a:srgbClr val="333333"/>
                          </a:solidFill>
                          <a:latin typeface="Noto Sans JP"/>
                          <a:ea typeface="Noto Sans JP"/>
                          <a:cs typeface="Noto Sans JP"/>
                        </a:rPr>
                        <a:t>RF場・壁境界</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同じMPH</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同じMPH</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同じMPH</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同じMPH</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COMSOL</a:t>
                      </a:r>
                    </a:p>
                  </a:txBody>
                  <a:tcPr marL="91440" marR="91440" marT="45720" marB="45720" anchor="ctr">
                    <a:solidFill>
                      <a:srgbClr val="F2F3F4"/>
                    </a:solidFill>
                  </a:tcPr>
                </a:tc>
              </a:tr>
            </a:tbl>
          </a:graphicData>
        </a:graphic>
      </p:graphicFrame>
      <p:sp>
        <p:nvSpPr>
          <p:cNvPr id="5" name="takeaway-bullet">
            <a:extLst xmlns:a="http://schemas.openxmlformats.org/drawingml/2006/main">
              <a:ext uri="{FF2B5EF4-FFF2-40B4-BE49-F238E27FC236}">
                <a16:creationId xmlns:a16="http://schemas.microsoft.com/office/drawing/2014/main" id="{F6451239-7C2A-420D-98AC-912F215011BF}"/>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6" name="takeaway">
            <a:extLst xmlns:a="http://schemas.openxmlformats.org/drawingml/2006/main">
              <a:ext uri="{FF2B5EF4-FFF2-40B4-BE49-F238E27FC236}">
                <a16:creationId xmlns:a16="http://schemas.microsoft.com/office/drawing/2014/main" id="{60AC89D7-B744-49BC-A966-808A4A297142}"/>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同一MPH・同一時刻・同一反応・同一境界を固定して初めて、空間差を電子物性入力へ帰属できる。</a:t>
            </a:r>
          </a:p>
        </p:txBody>
      </p:sp>
      <p:sp>
        <p:nvSpPr>
          <p:cNvPr id="8" name="footer">
            <a:extLst xmlns:a="http://schemas.openxmlformats.org/drawingml/2006/main">
              <a:ext uri="{FF2B5EF4-FFF2-40B4-BE49-F238E27FC236}">
                <a16:creationId xmlns:a16="http://schemas.microsoft.com/office/drawing/2014/main" id="{4D6DBE23-F222-440A-9DCC-39F5BE9A05D6}"/>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9" name="page">
            <a:extLst xmlns:a="http://schemas.openxmlformats.org/drawingml/2006/main">
              <a:ext uri="{FF2B5EF4-FFF2-40B4-BE49-F238E27FC236}">
                <a16:creationId xmlns:a16="http://schemas.microsoft.com/office/drawing/2014/main" id="{7A0FAA44-A74D-48D1-BDA2-AEEFE45C6A02}"/>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48</a:t>
            </a:r>
          </a:p>
        </p:txBody>
      </p:sp>
      <p:sp>
        <p:nvSpPr>
          <p:cNvPr id="11" name="section">
            <a:extLst xmlns:a="http://schemas.openxmlformats.org/drawingml/2006/main">
              <a:ext uri="{FF2B5EF4-FFF2-40B4-BE49-F238E27FC236}">
                <a16:creationId xmlns:a16="http://schemas.microsoft.com/office/drawing/2014/main" id="{96492195-8A6C-4EA3-ADAD-DED740583AFA}"/>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 COMSOL連携</a:t>
            </a:r>
          </a:p>
        </p:txBody>
      </p:sp>
    </p:spTree>
    <p:extLst>
      <p:ext uri="{BB962C8B-B14F-4D97-AF65-F5344CB8AC3E}">
        <p14:creationId xmlns:p14="http://schemas.microsoft.com/office/powerpoint/2010/main" val="621173601"/>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E4DCD71D-2A0B-4A1F-8A9B-0D65DC0A92D9}"/>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
        <p:nvSpPr>
          <p:cNvPr id="2" name="title">
            <a:extLst xmlns:a="http://schemas.openxmlformats.org/drawingml/2006/main">
              <a:ext uri="{FF2B5EF4-FFF2-40B4-BE49-F238E27FC236}">
                <a16:creationId xmlns:a16="http://schemas.microsoft.com/office/drawing/2014/main" id="{E80AAC39-2FBE-4B7D-828E-73682900920F}"/>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電子密度 nₑ：標準COMSOLと3つのSwarm入力を比較</a:t>
            </a:r>
          </a:p>
        </p:txBody>
      </p:sp>
      <p:sp>
        <p:nvSpPr>
          <p:cNvPr id="3" name="subtitle">
            <a:extLst xmlns:a="http://schemas.openxmlformats.org/drawingml/2006/main">
              <a:ext uri="{FF2B5EF4-FFF2-40B4-BE49-F238E27FC236}">
                <a16:creationId xmlns:a16="http://schemas.microsoft.com/office/drawing/2014/main" id="{E29A4397-039E-4B8C-A39B-6A3B09D84CC2}"/>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t = 1 ms・r–z [cm]・全手法共通の線形RainbowLight凡例</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16b73779c6c4e3c"/>
          <a:stretch xmlns:a="http://schemas.openxmlformats.org/drawingml/2006/main"/>
        </p:blipFill>
        <p:spPr>
          <a:xfrm xmlns:a="http://schemas.openxmlformats.org/drawingml/2006/main">
            <a:off x="333375" y="1315879"/>
            <a:ext cx="11525250" cy="311181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DB26079-91FA-4C4A-92EF-42A278BEE5F2}"/>
              </a:ext>
            </a:extLst>
          </p:cNvPr>
          <p:cNvSpPr>
            <a:spLocks xmlns:a="http://schemas.openxmlformats.org/drawingml/2006/main" noGrp="1"/>
          </p:cNvSpPr>
          <p:nvPr/>
        </p:nvSpPr>
        <p:spPr>
          <a:xfrm xmlns:a="http://schemas.openxmlformats.org/drawingml/2006/main">
            <a:off x="523875" y="4591050"/>
            <a:ext cx="5286375" cy="68580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0" i="0">
                <a:solidFill>
                  <a:srgbClr val="241646"/>
                </a:solidFill>
                <a:latin typeface="Cambria Math"/>
                <a:ea typeface="Cambria Math"/>
                <a:cs typeface="Cambria Math"/>
              </a:defRPr>
            </a:pPr>
            <a:r>
              <a:rPr sz="1275" b="0" i="0">
                <a:solidFill>
                  <a:srgbClr val="241646"/>
                </a:solidFill>
                <a:latin typeface="Cambria Math"/>
                <a:ea typeface="Cambria Math"/>
                <a:cs typeface="Cambria Math"/>
              </a:rPr>
              <a:t>∂nₑ/∂t + ∇·Γₑ = Sion − Sloss</a:t>
            </a:r>
          </a:p>
        </p:txBody>
      </p:sp>
      <p:sp>
        <p:nvSpPr>
          <p:cNvPr id="6" name="">
            <a:extLst xmlns:a="http://schemas.openxmlformats.org/drawingml/2006/main">
              <a:ext uri="{FF2B5EF4-FFF2-40B4-BE49-F238E27FC236}">
                <a16:creationId xmlns:a16="http://schemas.microsoft.com/office/drawing/2014/main" id="{5EC96CBF-9E8E-4AB8-A2BA-AFE7E47951E1}"/>
              </a:ext>
            </a:extLst>
          </p:cNvPr>
          <p:cNvSpPr>
            <a:spLocks xmlns:a="http://schemas.openxmlformats.org/drawingml/2006/main" noGrp="1"/>
          </p:cNvSpPr>
          <p:nvPr/>
        </p:nvSpPr>
        <p:spPr>
          <a:xfrm xmlns:a="http://schemas.openxmlformats.org/drawingml/2006/main">
            <a:off x="6000750" y="4591050"/>
            <a:ext cx="5667375" cy="68580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65" b="0" i="0">
                <a:solidFill>
                  <a:srgbClr val="333333"/>
                </a:solidFill>
                <a:latin typeface="Noto Sans JP"/>
                <a:ea typeface="Noto Sans JP"/>
                <a:cs typeface="Noto Sans JP"/>
              </a:defRPr>
            </a:pPr>
            <a:r>
              <a:rPr sz="1065" b="0" i="0">
                <a:solidFill>
                  <a:srgbClr val="333333"/>
                </a:solidFill>
                <a:latin typeface="Noto Sans JP"/>
                <a:ea typeface="Noto Sans JP"/>
                <a:cs typeface="Noto Sans JP"/>
              </a:rPr>
              <a:t>密度極大は生成率だけでなく、拡散・壁損失・RF場との自己整合balanceで決まる。</a:t>
            </a:r>
          </a:p>
          <a:p xmlns:a="http://schemas.openxmlformats.org/drawingml/2006/main">
            <a:pPr algn="ctr">
              <a:lnSpc>
                <a:spcPct val="102000"/>
              </a:lnSpc>
              <a:buNone/>
              <a:defRPr sz="1065" b="0" i="0">
                <a:solidFill>
                  <a:srgbClr val="333333"/>
                </a:solidFill>
                <a:latin typeface="Noto Sans JP"/>
                <a:ea typeface="Noto Sans JP"/>
                <a:cs typeface="Noto Sans JP"/>
              </a:defRPr>
            </a:pPr>
            <a:r>
              <a:rPr sz="1065" b="0" i="0">
                <a:solidFill>
                  <a:srgbClr val="333333"/>
                </a:solidFill>
                <a:latin typeface="Noto Sans JP"/>
                <a:ea typeface="Noto Sans JP"/>
                <a:cs typeface="Noto Sans JP"/>
              </a:rPr>
              <a:t>peak Original / 2T / MC / Prop = 1.47e18 / 1.01e18 / 1.01e18 / 1.02e18</a:t>
            </a:r>
          </a:p>
        </p:txBody>
      </p:sp>
      <p:sp>
        <p:nvSpPr>
          <p:cNvPr id="7" name="takeaway-bullet">
            <a:extLst xmlns:a="http://schemas.openxmlformats.org/drawingml/2006/main">
              <a:ext uri="{FF2B5EF4-FFF2-40B4-BE49-F238E27FC236}">
                <a16:creationId xmlns:a16="http://schemas.microsoft.com/office/drawing/2014/main" id="{42F91B33-3BBE-4F29-82DB-6CCB4E4F9575}"/>
              </a:ext>
            </a:extLst>
          </p:cNvPr>
          <p:cNvSpPr>
            <a:spLocks xmlns:a="http://schemas.openxmlformats.org/drawingml/2006/main" noGrp="1"/>
          </p:cNvSpPr>
          <p:nvPr/>
        </p:nvSpPr>
        <p:spPr>
          <a:xfrm xmlns:a="http://schemas.openxmlformats.org/drawingml/2006/main">
            <a:off x="457200" y="5867400"/>
            <a:ext cx="76200" cy="76200"/>
          </a:xfrm>
          <a:prstGeom xmlns:a="http://schemas.openxmlformats.org/drawingml/2006/main" prst="rect">
            <a:avLst/>
          </a:prstGeom>
          <a:solidFill xmlns:a="http://schemas.openxmlformats.org/drawingml/2006/main">
            <a:srgbClr val="5DAA18"/>
          </a:solidFill>
          <a:ln xmlns:a="http://schemas.openxmlformats.org/drawingml/2006/main" w="0">
            <a:noFill/>
            <a:prstDash val="solid"/>
          </a:ln>
        </p:spPr>
      </p:sp>
      <p:sp>
        <p:nvSpPr>
          <p:cNvPr id="8" name="takeaway">
            <a:extLst xmlns:a="http://schemas.openxmlformats.org/drawingml/2006/main">
              <a:ext uri="{FF2B5EF4-FFF2-40B4-BE49-F238E27FC236}">
                <a16:creationId xmlns:a16="http://schemas.microsoft.com/office/drawing/2014/main" id="{29FD87BB-898A-42FD-8C27-4CD21DD6579B}"/>
              </a:ext>
            </a:extLst>
          </p:cNvPr>
          <p:cNvSpPr>
            <a:spLocks xmlns:a="http://schemas.openxmlformats.org/drawingml/2006/main" noGrp="1"/>
          </p:cNvSpPr>
          <p:nvPr/>
        </p:nvSpPr>
        <p:spPr>
          <a:xfrm xmlns:a="http://schemas.openxmlformats.org/drawingml/2006/main">
            <a:off x="647700" y="574357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5DAA18"/>
                </a:solidFill>
                <a:latin typeface="Noto Sans JP"/>
                <a:ea typeface="Noto Sans JP"/>
                <a:cs typeface="Noto Sans JP"/>
              </a:defRPr>
            </a:pPr>
            <a:r>
              <a:rPr sz="1350" b="1" i="0">
                <a:solidFill>
                  <a:srgbClr val="5DAA18"/>
                </a:solidFill>
                <a:latin typeface="Noto Sans JP"/>
                <a:ea typeface="Noto Sans JP"/>
                <a:cs typeface="Noto Sans JP"/>
              </a:rPr>
              <a:t>体積積分Neのoriginal比（2T / MC / Prop）= -35.4% / -35.0% / -34.8%。Swarm 3列内の差よりEEDF family差が大きい。</a:t>
            </a:r>
          </a:p>
        </p:txBody>
      </p:sp>
      <p:sp>
        <p:nvSpPr>
          <p:cNvPr id="9" name="source">
            <a:extLst xmlns:a="http://schemas.openxmlformats.org/drawingml/2006/main">
              <a:ext uri="{FF2B5EF4-FFF2-40B4-BE49-F238E27FC236}">
                <a16:creationId xmlns:a16="http://schemas.microsoft.com/office/drawing/2014/main" id="{B4F41E97-D0E4-47F8-A00A-2F3A011FFDD9}"/>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Source figure (non-editable): fields_common_time.csv; shared linear scale; propagator display uses archived exact-node surface; statistics from 4545-node metadata</a:t>
            </a:r>
          </a:p>
        </p:txBody>
      </p:sp>
      <p:sp>
        <p:nvSpPr>
          <p:cNvPr id="10" name="footer">
            <a:extLst xmlns:a="http://schemas.openxmlformats.org/drawingml/2006/main">
              <a:ext uri="{FF2B5EF4-FFF2-40B4-BE49-F238E27FC236}">
                <a16:creationId xmlns:a16="http://schemas.microsoft.com/office/drawing/2014/main" id="{B11597FB-F9FE-45A3-AA07-4EC5286D0B26}"/>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1" name="page">
            <a:extLst xmlns:a="http://schemas.openxmlformats.org/drawingml/2006/main">
              <a:ext uri="{FF2B5EF4-FFF2-40B4-BE49-F238E27FC236}">
                <a16:creationId xmlns:a16="http://schemas.microsoft.com/office/drawing/2014/main" id="{BE7ACF47-2951-4F82-A049-58C476DFB964}"/>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49</a:t>
            </a:r>
          </a:p>
        </p:txBody>
      </p:sp>
    </p:spTree>
    <p:extLst>
      <p:ext uri="{BB962C8B-B14F-4D97-AF65-F5344CB8AC3E}">
        <p14:creationId xmlns:p14="http://schemas.microsoft.com/office/powerpoint/2010/main" val="1561681155"/>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468425F3-02D7-4744-B0B0-AB679A0DBECA}"/>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
        <p:nvSpPr>
          <p:cNvPr id="2" name="title">
            <a:extLst xmlns:a="http://schemas.openxmlformats.org/drawingml/2006/main">
              <a:ext uri="{FF2B5EF4-FFF2-40B4-BE49-F238E27FC236}">
                <a16:creationId xmlns:a16="http://schemas.microsoft.com/office/drawing/2014/main" id="{CE1A2930-B596-4729-8C25-0D810D52872B}"/>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電子平均エネルギー：kinetic EEDFで高エネルギー領域が拡大</a:t>
            </a:r>
          </a:p>
        </p:txBody>
      </p:sp>
      <p:sp>
        <p:nvSpPr>
          <p:cNvPr id="3" name="subtitle">
            <a:extLst xmlns:a="http://schemas.openxmlformats.org/drawingml/2006/main">
              <a:ext uri="{FF2B5EF4-FFF2-40B4-BE49-F238E27FC236}">
                <a16:creationId xmlns:a16="http://schemas.microsoft.com/office/drawing/2014/main" id="{B3AC4E86-2138-4F77-9F60-69FF286168F1}"/>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t = 1 ms・r–z [cm]・全手法共通の線形RainbowLight凡例</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b85bb344dd44e90"/>
          <a:stretch xmlns:a="http://schemas.openxmlformats.org/drawingml/2006/main"/>
        </p:blipFill>
        <p:spPr>
          <a:xfrm xmlns:a="http://schemas.openxmlformats.org/drawingml/2006/main">
            <a:off x="333375" y="1315879"/>
            <a:ext cx="11525250" cy="311181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F46DBA1-B37B-4125-BADB-F0BD4E5261A4}"/>
              </a:ext>
            </a:extLst>
          </p:cNvPr>
          <p:cNvSpPr>
            <a:spLocks xmlns:a="http://schemas.openxmlformats.org/drawingml/2006/main" noGrp="1"/>
          </p:cNvSpPr>
          <p:nvPr/>
        </p:nvSpPr>
        <p:spPr>
          <a:xfrm xmlns:a="http://schemas.openxmlformats.org/drawingml/2006/main">
            <a:off x="523875" y="4591050"/>
            <a:ext cx="5286375" cy="68580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0" i="0">
                <a:solidFill>
                  <a:srgbClr val="241646"/>
                </a:solidFill>
                <a:latin typeface="Cambria Math"/>
                <a:ea typeface="Cambria Math"/>
                <a:cs typeface="Cambria Math"/>
              </a:defRPr>
            </a:pPr>
            <a:r>
              <a:rPr sz="1275" b="0" i="0">
                <a:solidFill>
                  <a:srgbClr val="241646"/>
                </a:solidFill>
                <a:latin typeface="Cambria Math"/>
                <a:ea typeface="Cambria Math"/>
                <a:cs typeface="Cambria Math"/>
              </a:rPr>
              <a:t>wₑ = nₑ〈ε〉,   ∂wₑ/∂t + ∇·Γε = Qrh − ΣjΔεjRj</a:t>
            </a:r>
          </a:p>
        </p:txBody>
      </p:sp>
      <p:sp>
        <p:nvSpPr>
          <p:cNvPr id="6" name="">
            <a:extLst xmlns:a="http://schemas.openxmlformats.org/drawingml/2006/main">
              <a:ext uri="{FF2B5EF4-FFF2-40B4-BE49-F238E27FC236}">
                <a16:creationId xmlns:a16="http://schemas.microsoft.com/office/drawing/2014/main" id="{472AB8C2-02BA-43F5-BEC6-AFE87194163A}"/>
              </a:ext>
            </a:extLst>
          </p:cNvPr>
          <p:cNvSpPr>
            <a:spLocks xmlns:a="http://schemas.openxmlformats.org/drawingml/2006/main" noGrp="1"/>
          </p:cNvSpPr>
          <p:nvPr/>
        </p:nvSpPr>
        <p:spPr>
          <a:xfrm xmlns:a="http://schemas.openxmlformats.org/drawingml/2006/main">
            <a:off x="6000750" y="4591050"/>
            <a:ext cx="5667375" cy="68580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65" b="0" i="0">
                <a:solidFill>
                  <a:srgbClr val="333333"/>
                </a:solidFill>
                <a:latin typeface="Noto Sans JP"/>
                <a:ea typeface="Noto Sans JP"/>
                <a:cs typeface="Noto Sans JP"/>
              </a:defRPr>
            </a:pPr>
            <a:r>
              <a:rPr sz="1065" b="0" i="0">
                <a:solidFill>
                  <a:srgbClr val="333333"/>
                </a:solidFill>
                <a:latin typeface="Noto Sans JP"/>
                <a:ea typeface="Noto Sans JP"/>
                <a:cs typeface="Noto Sans JP"/>
              </a:rPr>
              <a:t>〈ε〉は1電子当たりのエネルギーであり、nₑの極大位置や発光強度と同義ではない。</a:t>
            </a:r>
          </a:p>
          <a:p xmlns:a="http://schemas.openxmlformats.org/drawingml/2006/main">
            <a:pPr algn="ctr">
              <a:lnSpc>
                <a:spcPct val="102000"/>
              </a:lnSpc>
              <a:buNone/>
              <a:defRPr sz="1065" b="0" i="0">
                <a:solidFill>
                  <a:srgbClr val="333333"/>
                </a:solidFill>
                <a:latin typeface="Noto Sans JP"/>
                <a:ea typeface="Noto Sans JP"/>
                <a:cs typeface="Noto Sans JP"/>
              </a:defRPr>
            </a:pPr>
            <a:r>
              <a:rPr sz="1065" b="0" i="0">
                <a:solidFill>
                  <a:srgbClr val="333333"/>
                </a:solidFill>
                <a:latin typeface="Noto Sans JP"/>
                <a:ea typeface="Noto Sans JP"/>
                <a:cs typeface="Noto Sans JP"/>
              </a:rPr>
              <a:t>peak Original / 2T / MC / Prop = 5.79 / 8.82 / 8.79 / 8.78</a:t>
            </a:r>
          </a:p>
        </p:txBody>
      </p:sp>
      <p:sp>
        <p:nvSpPr>
          <p:cNvPr id="7" name="takeaway-bullet">
            <a:extLst xmlns:a="http://schemas.openxmlformats.org/drawingml/2006/main">
              <a:ext uri="{FF2B5EF4-FFF2-40B4-BE49-F238E27FC236}">
                <a16:creationId xmlns:a16="http://schemas.microsoft.com/office/drawing/2014/main" id="{109A7788-4ACE-4DFD-8243-E1EBAA35D696}"/>
              </a:ext>
            </a:extLst>
          </p:cNvPr>
          <p:cNvSpPr>
            <a:spLocks xmlns:a="http://schemas.openxmlformats.org/drawingml/2006/main" noGrp="1"/>
          </p:cNvSpPr>
          <p:nvPr/>
        </p:nvSpPr>
        <p:spPr>
          <a:xfrm xmlns:a="http://schemas.openxmlformats.org/drawingml/2006/main">
            <a:off x="457200" y="5867400"/>
            <a:ext cx="76200" cy="76200"/>
          </a:xfrm>
          <a:prstGeom xmlns:a="http://schemas.openxmlformats.org/drawingml/2006/main" prst="rect">
            <a:avLst/>
          </a:prstGeom>
          <a:solidFill xmlns:a="http://schemas.openxmlformats.org/drawingml/2006/main">
            <a:srgbClr val="5DAA18"/>
          </a:solidFill>
          <a:ln xmlns:a="http://schemas.openxmlformats.org/drawingml/2006/main" w="0">
            <a:noFill/>
            <a:prstDash val="solid"/>
          </a:ln>
        </p:spPr>
      </p:sp>
      <p:sp>
        <p:nvSpPr>
          <p:cNvPr id="8" name="takeaway">
            <a:extLst xmlns:a="http://schemas.openxmlformats.org/drawingml/2006/main">
              <a:ext uri="{FF2B5EF4-FFF2-40B4-BE49-F238E27FC236}">
                <a16:creationId xmlns:a16="http://schemas.microsoft.com/office/drawing/2014/main" id="{9882D7B3-A46A-4702-870C-80F6E18F3EC9}"/>
              </a:ext>
            </a:extLst>
          </p:cNvPr>
          <p:cNvSpPr>
            <a:spLocks xmlns:a="http://schemas.openxmlformats.org/drawingml/2006/main" noGrp="1"/>
          </p:cNvSpPr>
          <p:nvPr/>
        </p:nvSpPr>
        <p:spPr>
          <a:xfrm xmlns:a="http://schemas.openxmlformats.org/drawingml/2006/main">
            <a:off x="647700" y="574357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5DAA18"/>
                </a:solidFill>
                <a:latin typeface="Noto Sans JP"/>
                <a:ea typeface="Noto Sans JP"/>
                <a:cs typeface="Noto Sans JP"/>
              </a:defRPr>
            </a:pPr>
            <a:r>
              <a:rPr sz="1350" b="1" i="0">
                <a:solidFill>
                  <a:srgbClr val="5DAA18"/>
                </a:solidFill>
                <a:latin typeface="Noto Sans JP"/>
                <a:ea typeface="Noto Sans JP"/>
                <a:cs typeface="Noto Sans JP"/>
              </a:rPr>
              <a:t>electron-weighted〈ε〉のoriginal比（2T / MC / Prop）= +46.7% / +46.1% / +45.9%。</a:t>
            </a:r>
          </a:p>
        </p:txBody>
      </p:sp>
      <p:sp>
        <p:nvSpPr>
          <p:cNvPr id="9" name="source">
            <a:extLst xmlns:a="http://schemas.openxmlformats.org/drawingml/2006/main">
              <a:ext uri="{FF2B5EF4-FFF2-40B4-BE49-F238E27FC236}">
                <a16:creationId xmlns:a16="http://schemas.microsoft.com/office/drawing/2014/main" id="{E43DC0B5-6FF7-4F80-B83D-48AE6BEE1AFB}"/>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Source figure (non-editable): fields_common_time.csv; shared linear scale; propagator display uses archived exact-node surface; statistics from 4545-node metadata</a:t>
            </a:r>
          </a:p>
        </p:txBody>
      </p:sp>
      <p:sp>
        <p:nvSpPr>
          <p:cNvPr id="10" name="footer">
            <a:extLst xmlns:a="http://schemas.openxmlformats.org/drawingml/2006/main">
              <a:ext uri="{FF2B5EF4-FFF2-40B4-BE49-F238E27FC236}">
                <a16:creationId xmlns:a16="http://schemas.microsoft.com/office/drawing/2014/main" id="{CD3365C2-D1F2-45BB-8830-E87B08855C98}"/>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1" name="page">
            <a:extLst xmlns:a="http://schemas.openxmlformats.org/drawingml/2006/main">
              <a:ext uri="{FF2B5EF4-FFF2-40B4-BE49-F238E27FC236}">
                <a16:creationId xmlns:a16="http://schemas.microsoft.com/office/drawing/2014/main" id="{D6B591E5-0414-4DBD-8745-9543B7BC8B7F}"/>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50</a:t>
            </a:r>
          </a:p>
        </p:txBody>
      </p:sp>
    </p:spTree>
    <p:extLst>
      <p:ext uri="{BB962C8B-B14F-4D97-AF65-F5344CB8AC3E}">
        <p14:creationId xmlns:p14="http://schemas.microsoft.com/office/powerpoint/2010/main" val="1670138166"/>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6EFD4AF5-3742-4665-AFAD-73C65DDB969F}"/>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
        <p:nvSpPr>
          <p:cNvPr id="2" name="title">
            <a:extLst xmlns:a="http://schemas.openxmlformats.org/drawingml/2006/main">
              <a:ext uri="{FF2B5EF4-FFF2-40B4-BE49-F238E27FC236}">
                <a16:creationId xmlns:a16="http://schemas.microsoft.com/office/drawing/2014/main" id="{2E065F21-1113-49AD-93E0-59640995A452}"/>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Ar* metastable：tail積分と過渡蓄積が空間差を増幅</a:t>
            </a:r>
          </a:p>
        </p:txBody>
      </p:sp>
      <p:sp>
        <p:nvSpPr>
          <p:cNvPr id="3" name="subtitle">
            <a:extLst xmlns:a="http://schemas.openxmlformats.org/drawingml/2006/main">
              <a:ext uri="{FF2B5EF4-FFF2-40B4-BE49-F238E27FC236}">
                <a16:creationId xmlns:a16="http://schemas.microsoft.com/office/drawing/2014/main" id="{28139902-3EB8-4EF5-94E6-C15ABF01A8CA}"/>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t = 1 ms・r–z [cm]・全手法共通の線形RainbowLight凡例</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79d5ab1d0d64e1f"/>
          <a:stretch xmlns:a="http://schemas.openxmlformats.org/drawingml/2006/main"/>
        </p:blipFill>
        <p:spPr>
          <a:xfrm xmlns:a="http://schemas.openxmlformats.org/drawingml/2006/main">
            <a:off x="333375" y="1315879"/>
            <a:ext cx="11525250" cy="311181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08AFA0D-91E9-461A-BFB9-840F84CC293E}"/>
              </a:ext>
            </a:extLst>
          </p:cNvPr>
          <p:cNvSpPr>
            <a:spLocks xmlns:a="http://schemas.openxmlformats.org/drawingml/2006/main" noGrp="1"/>
          </p:cNvSpPr>
          <p:nvPr/>
        </p:nvSpPr>
        <p:spPr>
          <a:xfrm xmlns:a="http://schemas.openxmlformats.org/drawingml/2006/main">
            <a:off x="523875" y="4591050"/>
            <a:ext cx="5286375" cy="68580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0" i="0">
                <a:solidFill>
                  <a:srgbClr val="241646"/>
                </a:solidFill>
                <a:latin typeface="Cambria Math"/>
                <a:ea typeface="Cambria Math"/>
                <a:cs typeface="Cambria Math"/>
              </a:defRPr>
            </a:pPr>
            <a:r>
              <a:rPr sz="1275" b="0" i="0">
                <a:solidFill>
                  <a:srgbClr val="241646"/>
                </a:solidFill>
                <a:latin typeface="Cambria Math"/>
                <a:ea typeface="Cambria Math"/>
                <a:cs typeface="Cambria Math"/>
              </a:rPr>
              <a:t>kexc = ∫₁₁.₅eV∞ σexc(ε)v(ε)F(ε)dε</a:t>
            </a:r>
          </a:p>
        </p:txBody>
      </p:sp>
      <p:sp>
        <p:nvSpPr>
          <p:cNvPr id="6" name="">
            <a:extLst xmlns:a="http://schemas.openxmlformats.org/drawingml/2006/main">
              <a:ext uri="{FF2B5EF4-FFF2-40B4-BE49-F238E27FC236}">
                <a16:creationId xmlns:a16="http://schemas.microsoft.com/office/drawing/2014/main" id="{FBE88175-4D3D-4A3D-B915-2675E4022C14}"/>
              </a:ext>
            </a:extLst>
          </p:cNvPr>
          <p:cNvSpPr>
            <a:spLocks xmlns:a="http://schemas.openxmlformats.org/drawingml/2006/main" noGrp="1"/>
          </p:cNvSpPr>
          <p:nvPr/>
        </p:nvSpPr>
        <p:spPr>
          <a:xfrm xmlns:a="http://schemas.openxmlformats.org/drawingml/2006/main">
            <a:off x="6000750" y="4591050"/>
            <a:ext cx="5667375" cy="68580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65" b="0" i="0">
                <a:solidFill>
                  <a:srgbClr val="333333"/>
                </a:solidFill>
                <a:latin typeface="Noto Sans JP"/>
                <a:ea typeface="Noto Sans JP"/>
                <a:cs typeface="Noto Sans JP"/>
              </a:defRPr>
            </a:pPr>
            <a:r>
              <a:rPr sz="1065" b="0" i="0">
                <a:solidFill>
                  <a:srgbClr val="333333"/>
                </a:solidFill>
                <a:latin typeface="Noto Sans JP"/>
                <a:ea typeface="Noto Sans JP"/>
                <a:cs typeface="Noto Sans JP"/>
              </a:rPr>
              <a:t>Ar*は励起生成・拡散・壁quench・stepwise ionizationの履歴量。originalは1 msで未定常。</a:t>
            </a:r>
          </a:p>
          <a:p xmlns:a="http://schemas.openxmlformats.org/drawingml/2006/main">
            <a:pPr algn="ctr">
              <a:lnSpc>
                <a:spcPct val="102000"/>
              </a:lnSpc>
              <a:buNone/>
              <a:defRPr sz="1065" b="0" i="0">
                <a:solidFill>
                  <a:srgbClr val="333333"/>
                </a:solidFill>
                <a:latin typeface="Noto Sans JP"/>
                <a:ea typeface="Noto Sans JP"/>
                <a:cs typeface="Noto Sans JP"/>
              </a:defRPr>
            </a:pPr>
            <a:r>
              <a:rPr sz="1065" b="0" i="0">
                <a:solidFill>
                  <a:srgbClr val="333333"/>
                </a:solidFill>
                <a:latin typeface="Noto Sans JP"/>
                <a:ea typeface="Noto Sans JP"/>
                <a:cs typeface="Noto Sans JP"/>
              </a:rPr>
              <a:t>peak Original / 2T / MC / Prop = 8.73e18 / 1.04e19 / 1.04e19 / 1.04e19</a:t>
            </a:r>
          </a:p>
        </p:txBody>
      </p:sp>
      <p:sp>
        <p:nvSpPr>
          <p:cNvPr id="7" name="takeaway-bullet">
            <a:extLst xmlns:a="http://schemas.openxmlformats.org/drawingml/2006/main">
              <a:ext uri="{FF2B5EF4-FFF2-40B4-BE49-F238E27FC236}">
                <a16:creationId xmlns:a16="http://schemas.microsoft.com/office/drawing/2014/main" id="{D2F61270-0AC4-410D-97E4-C30A40C421D6}"/>
              </a:ext>
            </a:extLst>
          </p:cNvPr>
          <p:cNvSpPr>
            <a:spLocks xmlns:a="http://schemas.openxmlformats.org/drawingml/2006/main" noGrp="1"/>
          </p:cNvSpPr>
          <p:nvPr/>
        </p:nvSpPr>
        <p:spPr>
          <a:xfrm xmlns:a="http://schemas.openxmlformats.org/drawingml/2006/main">
            <a:off x="457200" y="5867400"/>
            <a:ext cx="76200" cy="76200"/>
          </a:xfrm>
          <a:prstGeom xmlns:a="http://schemas.openxmlformats.org/drawingml/2006/main" prst="rect">
            <a:avLst/>
          </a:prstGeom>
          <a:solidFill xmlns:a="http://schemas.openxmlformats.org/drawingml/2006/main">
            <a:srgbClr val="5DAA18"/>
          </a:solidFill>
          <a:ln xmlns:a="http://schemas.openxmlformats.org/drawingml/2006/main" w="0">
            <a:noFill/>
            <a:prstDash val="solid"/>
          </a:ln>
        </p:spPr>
      </p:sp>
      <p:sp>
        <p:nvSpPr>
          <p:cNvPr id="8" name="takeaway">
            <a:extLst xmlns:a="http://schemas.openxmlformats.org/drawingml/2006/main">
              <a:ext uri="{FF2B5EF4-FFF2-40B4-BE49-F238E27FC236}">
                <a16:creationId xmlns:a16="http://schemas.microsoft.com/office/drawing/2014/main" id="{A0BFA788-627B-424B-AC04-6B20DAB44D32}"/>
              </a:ext>
            </a:extLst>
          </p:cNvPr>
          <p:cNvSpPr>
            <a:spLocks xmlns:a="http://schemas.openxmlformats.org/drawingml/2006/main" noGrp="1"/>
          </p:cNvSpPr>
          <p:nvPr/>
        </p:nvSpPr>
        <p:spPr>
          <a:xfrm xmlns:a="http://schemas.openxmlformats.org/drawingml/2006/main">
            <a:off x="647700" y="574357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5DAA18"/>
                </a:solidFill>
                <a:latin typeface="Noto Sans JP"/>
                <a:ea typeface="Noto Sans JP"/>
                <a:cs typeface="Noto Sans JP"/>
              </a:defRPr>
            </a:pPr>
            <a:r>
              <a:rPr sz="1350" b="1" i="0">
                <a:solidFill>
                  <a:srgbClr val="5DAA18"/>
                </a:solidFill>
                <a:latin typeface="Noto Sans JP"/>
                <a:ea typeface="Noto Sans JP"/>
                <a:cs typeface="Noto Sans JP"/>
              </a:rPr>
              <a:t>体積積分NAr*のoriginal比（2T / MC / Prop）= -45.0% / -45.5% / -45.5%。定常差と過渡差を分離して読む。</a:t>
            </a:r>
          </a:p>
        </p:txBody>
      </p:sp>
      <p:sp>
        <p:nvSpPr>
          <p:cNvPr id="9" name="source">
            <a:extLst xmlns:a="http://schemas.openxmlformats.org/drawingml/2006/main">
              <a:ext uri="{FF2B5EF4-FFF2-40B4-BE49-F238E27FC236}">
                <a16:creationId xmlns:a16="http://schemas.microsoft.com/office/drawing/2014/main" id="{94811904-68E9-42FB-B1BF-B701E5383D70}"/>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Source figure (non-editable): fields_common_time.csv; shared linear scale; propagator display uses archived exact-node surface; statistics from 4545-node metadata</a:t>
            </a:r>
          </a:p>
        </p:txBody>
      </p:sp>
      <p:sp>
        <p:nvSpPr>
          <p:cNvPr id="10" name="footer">
            <a:extLst xmlns:a="http://schemas.openxmlformats.org/drawingml/2006/main">
              <a:ext uri="{FF2B5EF4-FFF2-40B4-BE49-F238E27FC236}">
                <a16:creationId xmlns:a16="http://schemas.microsoft.com/office/drawing/2014/main" id="{C8FB0A0D-71C6-413D-BCAE-1355130298DC}"/>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1" name="page">
            <a:extLst xmlns:a="http://schemas.openxmlformats.org/drawingml/2006/main">
              <a:ext uri="{FF2B5EF4-FFF2-40B4-BE49-F238E27FC236}">
                <a16:creationId xmlns:a16="http://schemas.microsoft.com/office/drawing/2014/main" id="{454C098B-7225-4EF8-B55F-579885CF5FEF}"/>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51</a:t>
            </a:r>
          </a:p>
        </p:txBody>
      </p:sp>
    </p:spTree>
    <p:extLst>
      <p:ext uri="{BB962C8B-B14F-4D97-AF65-F5344CB8AC3E}">
        <p14:creationId xmlns:p14="http://schemas.microsoft.com/office/powerpoint/2010/main" val="89649527"/>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0F3548BF-EDBA-424F-93B3-1744B1BC92D9}"/>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
        <p:nvSpPr>
          <p:cNvPr id="2" name="title">
            <a:extLst xmlns:a="http://schemas.openxmlformats.org/drawingml/2006/main">
              <a:ext uri="{FF2B5EF4-FFF2-40B4-BE49-F238E27FC236}">
                <a16:creationId xmlns:a16="http://schemas.microsoft.com/office/drawing/2014/main" id="{E0B52665-3D6A-42D4-A078-9A0968C97440}"/>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Ar⁺：電子密度応答を追随し、壁近傍で準中性から外れる</a:t>
            </a:r>
          </a:p>
        </p:txBody>
      </p:sp>
      <p:sp>
        <p:nvSpPr>
          <p:cNvPr id="3" name="subtitle">
            <a:extLst xmlns:a="http://schemas.openxmlformats.org/drawingml/2006/main">
              <a:ext uri="{FF2B5EF4-FFF2-40B4-BE49-F238E27FC236}">
                <a16:creationId xmlns:a16="http://schemas.microsoft.com/office/drawing/2014/main" id="{BC3B1EDD-B5DD-404B-9489-A734E694A091}"/>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t = 1 ms・r–z [cm]・全手法共通の線形RainbowLight凡例</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b62279f589248d1"/>
          <a:stretch xmlns:a="http://schemas.openxmlformats.org/drawingml/2006/main"/>
        </p:blipFill>
        <p:spPr>
          <a:xfrm xmlns:a="http://schemas.openxmlformats.org/drawingml/2006/main">
            <a:off x="333375" y="1315879"/>
            <a:ext cx="11525250" cy="311181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7AC0961-6CA9-452A-BE0F-2914B1005976}"/>
              </a:ext>
            </a:extLst>
          </p:cNvPr>
          <p:cNvSpPr>
            <a:spLocks xmlns:a="http://schemas.openxmlformats.org/drawingml/2006/main" noGrp="1"/>
          </p:cNvSpPr>
          <p:nvPr/>
        </p:nvSpPr>
        <p:spPr>
          <a:xfrm xmlns:a="http://schemas.openxmlformats.org/drawingml/2006/main">
            <a:off x="523875" y="4591050"/>
            <a:ext cx="5286375" cy="68580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0" i="0">
                <a:solidFill>
                  <a:srgbClr val="241646"/>
                </a:solidFill>
                <a:latin typeface="Cambria Math"/>
                <a:ea typeface="Cambria Math"/>
                <a:cs typeface="Cambria Math"/>
              </a:defRPr>
            </a:pPr>
            <a:r>
              <a:rPr sz="1275" b="0" i="0">
                <a:solidFill>
                  <a:srgbClr val="241646"/>
                </a:solidFill>
                <a:latin typeface="Cambria Math"/>
                <a:ea typeface="Cambria Math"/>
                <a:cs typeface="Cambria Math"/>
              </a:rPr>
              <a:t>∇·(ε₀∇φ) = −e(nAr⁺ − nₑ)</a:t>
            </a:r>
          </a:p>
        </p:txBody>
      </p:sp>
      <p:sp>
        <p:nvSpPr>
          <p:cNvPr id="6" name="">
            <a:extLst xmlns:a="http://schemas.openxmlformats.org/drawingml/2006/main">
              <a:ext uri="{FF2B5EF4-FFF2-40B4-BE49-F238E27FC236}">
                <a16:creationId xmlns:a16="http://schemas.microsoft.com/office/drawing/2014/main" id="{0D52AC7F-CAB3-48E7-BB08-7822A9683B67}"/>
              </a:ext>
            </a:extLst>
          </p:cNvPr>
          <p:cNvSpPr>
            <a:spLocks xmlns:a="http://schemas.openxmlformats.org/drawingml/2006/main" noGrp="1"/>
          </p:cNvSpPr>
          <p:nvPr/>
        </p:nvSpPr>
        <p:spPr>
          <a:xfrm xmlns:a="http://schemas.openxmlformats.org/drawingml/2006/main">
            <a:off x="6000750" y="4591050"/>
            <a:ext cx="5667375" cy="68580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65" b="0" i="0">
                <a:solidFill>
                  <a:srgbClr val="333333"/>
                </a:solidFill>
                <a:latin typeface="Noto Sans JP"/>
                <a:ea typeface="Noto Sans JP"/>
                <a:cs typeface="Noto Sans JP"/>
              </a:defRPr>
            </a:pPr>
            <a:r>
              <a:rPr sz="1065" b="0" i="0">
                <a:solidFill>
                  <a:srgbClr val="333333"/>
                </a:solidFill>
                <a:latin typeface="Noto Sans JP"/>
                <a:ea typeface="Noto Sans JP"/>
                <a:cs typeface="Noto Sans JP"/>
              </a:rPr>
              <a:t>バルクではnAr⁺≃nₑだが、sheath・壁近傍では局所電荷分離を含む。</a:t>
            </a:r>
          </a:p>
          <a:p xmlns:a="http://schemas.openxmlformats.org/drawingml/2006/main">
            <a:pPr algn="ctr">
              <a:lnSpc>
                <a:spcPct val="102000"/>
              </a:lnSpc>
              <a:buNone/>
              <a:defRPr sz="1065" b="0" i="0">
                <a:solidFill>
                  <a:srgbClr val="333333"/>
                </a:solidFill>
                <a:latin typeface="Noto Sans JP"/>
                <a:ea typeface="Noto Sans JP"/>
                <a:cs typeface="Noto Sans JP"/>
              </a:defRPr>
            </a:pPr>
            <a:r>
              <a:rPr sz="1065" b="0" i="0">
                <a:solidFill>
                  <a:srgbClr val="333333"/>
                </a:solidFill>
                <a:latin typeface="Noto Sans JP"/>
                <a:ea typeface="Noto Sans JP"/>
                <a:cs typeface="Noto Sans JP"/>
              </a:rPr>
              <a:t>peak Original / 2T / MC / Prop = 1.47e18 / 1.01e18 / 1.01e18 / 1.02e18</a:t>
            </a:r>
          </a:p>
        </p:txBody>
      </p:sp>
      <p:sp>
        <p:nvSpPr>
          <p:cNvPr id="7" name="takeaway-bullet">
            <a:extLst xmlns:a="http://schemas.openxmlformats.org/drawingml/2006/main">
              <a:ext uri="{FF2B5EF4-FFF2-40B4-BE49-F238E27FC236}">
                <a16:creationId xmlns:a16="http://schemas.microsoft.com/office/drawing/2014/main" id="{4EB2D3F4-B013-4B3D-A549-F937E4FDFB7D}"/>
              </a:ext>
            </a:extLst>
          </p:cNvPr>
          <p:cNvSpPr>
            <a:spLocks xmlns:a="http://schemas.openxmlformats.org/drawingml/2006/main" noGrp="1"/>
          </p:cNvSpPr>
          <p:nvPr/>
        </p:nvSpPr>
        <p:spPr>
          <a:xfrm xmlns:a="http://schemas.openxmlformats.org/drawingml/2006/main">
            <a:off x="457200" y="5867400"/>
            <a:ext cx="76200" cy="76200"/>
          </a:xfrm>
          <a:prstGeom xmlns:a="http://schemas.openxmlformats.org/drawingml/2006/main" prst="rect">
            <a:avLst/>
          </a:prstGeom>
          <a:solidFill xmlns:a="http://schemas.openxmlformats.org/drawingml/2006/main">
            <a:srgbClr val="5DAA18"/>
          </a:solidFill>
          <a:ln xmlns:a="http://schemas.openxmlformats.org/drawingml/2006/main" w="0">
            <a:noFill/>
            <a:prstDash val="solid"/>
          </a:ln>
        </p:spPr>
      </p:sp>
      <p:sp>
        <p:nvSpPr>
          <p:cNvPr id="8" name="takeaway">
            <a:extLst xmlns:a="http://schemas.openxmlformats.org/drawingml/2006/main">
              <a:ext uri="{FF2B5EF4-FFF2-40B4-BE49-F238E27FC236}">
                <a16:creationId xmlns:a16="http://schemas.microsoft.com/office/drawing/2014/main" id="{083C78F0-22CE-42CC-8F7E-1F0465573694}"/>
              </a:ext>
            </a:extLst>
          </p:cNvPr>
          <p:cNvSpPr>
            <a:spLocks xmlns:a="http://schemas.openxmlformats.org/drawingml/2006/main" noGrp="1"/>
          </p:cNvSpPr>
          <p:nvPr/>
        </p:nvSpPr>
        <p:spPr>
          <a:xfrm xmlns:a="http://schemas.openxmlformats.org/drawingml/2006/main">
            <a:off x="647700" y="574357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5DAA18"/>
                </a:solidFill>
                <a:latin typeface="Noto Sans JP"/>
                <a:ea typeface="Noto Sans JP"/>
                <a:cs typeface="Noto Sans JP"/>
              </a:defRPr>
            </a:pPr>
            <a:r>
              <a:rPr sz="1350" b="1" i="0">
                <a:solidFill>
                  <a:srgbClr val="5DAA18"/>
                </a:solidFill>
                <a:latin typeface="Noto Sans JP"/>
                <a:ea typeface="Noto Sans JP"/>
                <a:cs typeface="Noto Sans JP"/>
              </a:rPr>
              <a:t>体積積分NAr⁺のoriginal比（2T / MC / Prop）= -35.4% / -35.0% / -34.8%。nₑと対にして評価する。</a:t>
            </a:r>
          </a:p>
        </p:txBody>
      </p:sp>
      <p:sp>
        <p:nvSpPr>
          <p:cNvPr id="9" name="source">
            <a:extLst xmlns:a="http://schemas.openxmlformats.org/drawingml/2006/main">
              <a:ext uri="{FF2B5EF4-FFF2-40B4-BE49-F238E27FC236}">
                <a16:creationId xmlns:a16="http://schemas.microsoft.com/office/drawing/2014/main" id="{16EB0E9F-73CC-4161-83DB-115194260C01}"/>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Source figure (non-editable): fields_common_time.csv; shared linear scale; propagator display uses archived exact-node surface; statistics from 4545-node metadata</a:t>
            </a:r>
          </a:p>
        </p:txBody>
      </p:sp>
      <p:sp>
        <p:nvSpPr>
          <p:cNvPr id="10" name="footer">
            <a:extLst xmlns:a="http://schemas.openxmlformats.org/drawingml/2006/main">
              <a:ext uri="{FF2B5EF4-FFF2-40B4-BE49-F238E27FC236}">
                <a16:creationId xmlns:a16="http://schemas.microsoft.com/office/drawing/2014/main" id="{ECA82994-323B-4808-8DDF-0F6341279D0A}"/>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1" name="page">
            <a:extLst xmlns:a="http://schemas.openxmlformats.org/drawingml/2006/main">
              <a:ext uri="{FF2B5EF4-FFF2-40B4-BE49-F238E27FC236}">
                <a16:creationId xmlns:a16="http://schemas.microsoft.com/office/drawing/2014/main" id="{ED2430A9-D27B-45AB-81CA-2EBC176C9CBF}"/>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52</a:t>
            </a:r>
          </a:p>
        </p:txBody>
      </p:sp>
    </p:spTree>
    <p:extLst>
      <p:ext uri="{BB962C8B-B14F-4D97-AF65-F5344CB8AC3E}">
        <p14:creationId xmlns:p14="http://schemas.microsoft.com/office/powerpoint/2010/main" val="1340716881"/>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1DC9EF7F-A1B8-47FB-99AA-4E0245C5D476}"/>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
        <p:nvSpPr>
          <p:cNvPr id="2" name="title">
            <a:extLst xmlns:a="http://schemas.openxmlformats.org/drawingml/2006/main">
              <a:ext uri="{FF2B5EF4-FFF2-40B4-BE49-F238E27FC236}">
                <a16:creationId xmlns:a16="http://schemas.microsoft.com/office/drawing/2014/main" id="{84142A09-34B9-4970-9977-83AF1D259CD7}"/>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RF吸収密度：電子輸送が導電率と電磁場を自己整合に変える</a:t>
            </a:r>
          </a:p>
        </p:txBody>
      </p:sp>
      <p:sp>
        <p:nvSpPr>
          <p:cNvPr id="3" name="subtitle">
            <a:extLst xmlns:a="http://schemas.openxmlformats.org/drawingml/2006/main">
              <a:ext uri="{FF2B5EF4-FFF2-40B4-BE49-F238E27FC236}">
                <a16:creationId xmlns:a16="http://schemas.microsoft.com/office/drawing/2014/main" id="{400C362D-9807-4B69-8198-C713EED4197B}"/>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t = 1 ms・r–z [cm]・全手法共通の線形RainbowLight凡例</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e664d14dfb541d6"/>
          <a:stretch xmlns:a="http://schemas.openxmlformats.org/drawingml/2006/main"/>
        </p:blipFill>
        <p:spPr>
          <a:xfrm xmlns:a="http://schemas.openxmlformats.org/drawingml/2006/main">
            <a:off x="333375" y="1315879"/>
            <a:ext cx="11525250" cy="311181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03A7380-5BA3-430A-8621-693E8773782B}"/>
              </a:ext>
            </a:extLst>
          </p:cNvPr>
          <p:cNvSpPr>
            <a:spLocks xmlns:a="http://schemas.openxmlformats.org/drawingml/2006/main" noGrp="1"/>
          </p:cNvSpPr>
          <p:nvPr/>
        </p:nvSpPr>
        <p:spPr>
          <a:xfrm xmlns:a="http://schemas.openxmlformats.org/drawingml/2006/main">
            <a:off x="523875" y="4591050"/>
            <a:ext cx="5286375" cy="68580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0" i="0">
                <a:solidFill>
                  <a:srgbClr val="241646"/>
                </a:solidFill>
                <a:latin typeface="Cambria Math"/>
                <a:ea typeface="Cambria Math"/>
                <a:cs typeface="Cambria Math"/>
              </a:defRPr>
            </a:pPr>
            <a:r>
              <a:rPr sz="1275" b="0" i="0">
                <a:solidFill>
                  <a:srgbClr val="241646"/>
                </a:solidFill>
                <a:latin typeface="Cambria Math"/>
                <a:ea typeface="Cambria Math"/>
                <a:cs typeface="Cambria Math"/>
              </a:rPr>
              <a:t>Qrh = ½ Re(J·E*) ≈ ½ Re(σp)|Eθ|²</a:t>
            </a:r>
          </a:p>
        </p:txBody>
      </p:sp>
      <p:sp>
        <p:nvSpPr>
          <p:cNvPr id="6" name="">
            <a:extLst xmlns:a="http://schemas.openxmlformats.org/drawingml/2006/main">
              <a:ext uri="{FF2B5EF4-FFF2-40B4-BE49-F238E27FC236}">
                <a16:creationId xmlns:a16="http://schemas.microsoft.com/office/drawing/2014/main" id="{0FC7BF6E-D3B5-4E2C-BA42-F93DE64C2816}"/>
              </a:ext>
            </a:extLst>
          </p:cNvPr>
          <p:cNvSpPr>
            <a:spLocks xmlns:a="http://schemas.openxmlformats.org/drawingml/2006/main" noGrp="1"/>
          </p:cNvSpPr>
          <p:nvPr/>
        </p:nvSpPr>
        <p:spPr>
          <a:xfrm xmlns:a="http://schemas.openxmlformats.org/drawingml/2006/main">
            <a:off x="6000750" y="4591050"/>
            <a:ext cx="5667375" cy="68580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65" b="0" i="0">
                <a:solidFill>
                  <a:srgbClr val="333333"/>
                </a:solidFill>
                <a:latin typeface="Noto Sans JP"/>
                <a:ea typeface="Noto Sans JP"/>
                <a:cs typeface="Noto Sans JP"/>
              </a:defRPr>
            </a:pPr>
            <a:r>
              <a:rPr sz="1065" b="0" i="0">
                <a:solidFill>
                  <a:srgbClr val="333333"/>
                </a:solidFill>
                <a:latin typeface="Noto Sans JP"/>
                <a:ea typeface="Noto Sans JP"/>
                <a:cs typeface="Noto Sans JP"/>
              </a:rPr>
              <a:t>局所Qrhとコイル電力は同義ではない。空間積分Pabsと結合効率を併記する。</a:t>
            </a:r>
          </a:p>
          <a:p xmlns:a="http://schemas.openxmlformats.org/drawingml/2006/main">
            <a:pPr algn="ctr">
              <a:lnSpc>
                <a:spcPct val="102000"/>
              </a:lnSpc>
              <a:buNone/>
              <a:defRPr sz="1065" b="0" i="0">
                <a:solidFill>
                  <a:srgbClr val="333333"/>
                </a:solidFill>
                <a:latin typeface="Noto Sans JP"/>
                <a:ea typeface="Noto Sans JP"/>
                <a:cs typeface="Noto Sans JP"/>
              </a:defRPr>
            </a:pPr>
            <a:r>
              <a:rPr sz="1065" b="0" i="0">
                <a:solidFill>
                  <a:srgbClr val="333333"/>
                </a:solidFill>
                <a:latin typeface="Noto Sans JP"/>
                <a:ea typeface="Noto Sans JP"/>
                <a:cs typeface="Noto Sans JP"/>
              </a:rPr>
              <a:t>peak Original / 2T / MC / Prop = 2.29e7 / 2.03e7 / 2.03e7 / 2.03e7</a:t>
            </a:r>
          </a:p>
        </p:txBody>
      </p:sp>
      <p:sp>
        <p:nvSpPr>
          <p:cNvPr id="7" name="takeaway-bullet">
            <a:extLst xmlns:a="http://schemas.openxmlformats.org/drawingml/2006/main">
              <a:ext uri="{FF2B5EF4-FFF2-40B4-BE49-F238E27FC236}">
                <a16:creationId xmlns:a16="http://schemas.microsoft.com/office/drawing/2014/main" id="{603B9DDA-3FBA-41D4-8AE7-A368DDA63CD1}"/>
              </a:ext>
            </a:extLst>
          </p:cNvPr>
          <p:cNvSpPr>
            <a:spLocks xmlns:a="http://schemas.openxmlformats.org/drawingml/2006/main" noGrp="1"/>
          </p:cNvSpPr>
          <p:nvPr/>
        </p:nvSpPr>
        <p:spPr>
          <a:xfrm xmlns:a="http://schemas.openxmlformats.org/drawingml/2006/main">
            <a:off x="457200" y="5867400"/>
            <a:ext cx="76200" cy="76200"/>
          </a:xfrm>
          <a:prstGeom xmlns:a="http://schemas.openxmlformats.org/drawingml/2006/main" prst="rect">
            <a:avLst/>
          </a:prstGeom>
          <a:solidFill xmlns:a="http://schemas.openxmlformats.org/drawingml/2006/main">
            <a:srgbClr val="5DAA18"/>
          </a:solidFill>
          <a:ln xmlns:a="http://schemas.openxmlformats.org/drawingml/2006/main" w="0">
            <a:noFill/>
            <a:prstDash val="solid"/>
          </a:ln>
        </p:spPr>
      </p:sp>
      <p:sp>
        <p:nvSpPr>
          <p:cNvPr id="8" name="takeaway">
            <a:extLst xmlns:a="http://schemas.openxmlformats.org/drawingml/2006/main">
              <a:ext uri="{FF2B5EF4-FFF2-40B4-BE49-F238E27FC236}">
                <a16:creationId xmlns:a16="http://schemas.microsoft.com/office/drawing/2014/main" id="{65D26A41-4636-4454-BCFA-37749538F4F5}"/>
              </a:ext>
            </a:extLst>
          </p:cNvPr>
          <p:cNvSpPr>
            <a:spLocks xmlns:a="http://schemas.openxmlformats.org/drawingml/2006/main" noGrp="1"/>
          </p:cNvSpPr>
          <p:nvPr/>
        </p:nvSpPr>
        <p:spPr>
          <a:xfrm xmlns:a="http://schemas.openxmlformats.org/drawingml/2006/main">
            <a:off x="647700" y="574357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5DAA18"/>
                </a:solidFill>
                <a:latin typeface="Noto Sans JP"/>
                <a:ea typeface="Noto Sans JP"/>
                <a:cs typeface="Noto Sans JP"/>
              </a:defRPr>
            </a:pPr>
            <a:r>
              <a:rPr sz="1350" b="1" i="0">
                <a:solidFill>
                  <a:srgbClr val="5DAA18"/>
                </a:solidFill>
                <a:latin typeface="Noto Sans JP"/>
                <a:ea typeface="Noto Sans JP"/>
                <a:cs typeface="Noto Sans JP"/>
              </a:rPr>
              <a:t>体積積分Pabsのoriginal比（2T / MC / Prop）= +15.5% / +15.5% / +15.5%。coil powerは全ケース1500 W。</a:t>
            </a:r>
          </a:p>
        </p:txBody>
      </p:sp>
      <p:sp>
        <p:nvSpPr>
          <p:cNvPr id="9" name="source">
            <a:extLst xmlns:a="http://schemas.openxmlformats.org/drawingml/2006/main">
              <a:ext uri="{FF2B5EF4-FFF2-40B4-BE49-F238E27FC236}">
                <a16:creationId xmlns:a16="http://schemas.microsoft.com/office/drawing/2014/main" id="{01EEA25D-E139-4BEC-8C41-FB60901468F2}"/>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Source figure (non-editable): fields_common_time.csv; shared linear scale; propagator display uses archived exact-node surface; statistics from 4545-node metadata</a:t>
            </a:r>
          </a:p>
        </p:txBody>
      </p:sp>
      <p:sp>
        <p:nvSpPr>
          <p:cNvPr id="10" name="footer">
            <a:extLst xmlns:a="http://schemas.openxmlformats.org/drawingml/2006/main">
              <a:ext uri="{FF2B5EF4-FFF2-40B4-BE49-F238E27FC236}">
                <a16:creationId xmlns:a16="http://schemas.microsoft.com/office/drawing/2014/main" id="{3FEC5C17-B804-459D-9962-FC3361914E76}"/>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1" name="page">
            <a:extLst xmlns:a="http://schemas.openxmlformats.org/drawingml/2006/main">
              <a:ext uri="{FF2B5EF4-FFF2-40B4-BE49-F238E27FC236}">
                <a16:creationId xmlns:a16="http://schemas.microsoft.com/office/drawing/2014/main" id="{B56933D4-039D-4FAD-8B3F-75F640670B2B}"/>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53</a:t>
            </a:r>
          </a:p>
        </p:txBody>
      </p:sp>
    </p:spTree>
    <p:extLst>
      <p:ext uri="{BB962C8B-B14F-4D97-AF65-F5344CB8AC3E}">
        <p14:creationId xmlns:p14="http://schemas.microsoft.com/office/powerpoint/2010/main" val="436701601"/>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56E9AF8D-879C-48B2-9074-A7B1C81E1B6A}"/>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
        <p:nvSpPr>
          <p:cNvPr id="2" name="title">
            <a:extLst xmlns:a="http://schemas.openxmlformats.org/drawingml/2006/main">
              <a:ext uri="{FF2B5EF4-FFF2-40B4-BE49-F238E27FC236}">
                <a16:creationId xmlns:a16="http://schemas.microsoft.com/office/drawing/2014/main" id="{58DF7259-5408-4A3E-AD5A-83240F605A60}"/>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ウエハ面の径方向分布：形状差と絶対値差</a:t>
            </a:r>
          </a:p>
        </p:txBody>
      </p:sp>
      <p:sp>
        <p:nvSpPr>
          <p:cNvPr id="3" name="subtitle">
            <a:extLst xmlns:a="http://schemas.openxmlformats.org/drawingml/2006/main">
              <a:ext uri="{FF2B5EF4-FFF2-40B4-BE49-F238E27FC236}">
                <a16:creationId xmlns:a16="http://schemas.microsoft.com/office/drawing/2014/main" id="{A12B12A7-5F5B-423E-A3D4-68C39F5C1D44}"/>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z = 0・r = 0–8.0 cm；密度とAr*は各ケースの軸上値で規格化</a:t>
            </a:r>
          </a:p>
        </p:txBody>
      </p:sp>
      <p:graphicFrame>
        <p:nvGraphicFramePr>
          <p:cNvPr id="23" name="Chart"/>
          <p:cNvGraphicFramePr/>
          <p:nvPr/>
        </p:nvGraphicFramePr>
        <p:xfrm>
          <a:off xmlns:a="http://schemas.openxmlformats.org/drawingml/2006/main" x="266700" y="1381125"/>
          <a:ext xmlns:a="http://schemas.openxmlformats.org/drawingml/2006/main" cx="3714750" cy="3857625"/>
        </p:xfrm>
        <a:graphic xmlns:a="http://schemas.openxmlformats.org/drawingml/2006/main">
          <a:graphicData uri="http://schemas.openxmlformats.org/drawingml/2006/chart">
            <c:chart xmlns:r="http://schemas.openxmlformats.org/officeDocument/2006/relationships" xmlns:c="http://schemas.openxmlformats.org/drawingml/2006/chart" r:id="Rb0bfc224f62a4ec2"/>
          </a:graphicData>
        </a:graphic>
      </p:graphicFrame>
      <p:graphicFrame>
        <p:nvGraphicFramePr>
          <p:cNvPr id="24" name="Chart"/>
          <p:cNvGraphicFramePr/>
          <p:nvPr/>
        </p:nvGraphicFramePr>
        <p:xfrm>
          <a:off xmlns:a="http://schemas.openxmlformats.org/drawingml/2006/main" x="4238625" y="1381125"/>
          <a:ext xmlns:a="http://schemas.openxmlformats.org/drawingml/2006/main" cx="3714750" cy="3857625"/>
        </p:xfrm>
        <a:graphic xmlns:a="http://schemas.openxmlformats.org/drawingml/2006/main">
          <a:graphicData uri="http://schemas.openxmlformats.org/drawingml/2006/chart">
            <c:chart xmlns:r="http://schemas.openxmlformats.org/officeDocument/2006/relationships" xmlns:c="http://schemas.openxmlformats.org/drawingml/2006/chart" r:id="Rdbc0b2d23c5a47be"/>
          </a:graphicData>
        </a:graphic>
      </p:graphicFrame>
      <p:graphicFrame>
        <p:nvGraphicFramePr>
          <p:cNvPr id="25" name="Chart"/>
          <p:cNvGraphicFramePr/>
          <p:nvPr/>
        </p:nvGraphicFramePr>
        <p:xfrm>
          <a:off xmlns:a="http://schemas.openxmlformats.org/drawingml/2006/main" x="8210550" y="1381125"/>
          <a:ext xmlns:a="http://schemas.openxmlformats.org/drawingml/2006/main" cx="3714750" cy="3857625"/>
        </p:xfrm>
        <a:graphic xmlns:a="http://schemas.openxmlformats.org/drawingml/2006/main">
          <a:graphicData uri="http://schemas.openxmlformats.org/drawingml/2006/chart">
            <c:chart xmlns:r="http://schemas.openxmlformats.org/officeDocument/2006/relationships" xmlns:c="http://schemas.openxmlformats.org/drawingml/2006/chart" r:id="R440d181dc6f84b07"/>
          </a:graphicData>
        </a:graphic>
      </p:graphicFrame>
      <p:sp>
        <p:nvSpPr>
          <p:cNvPr id="7" name="">
            <a:extLst xmlns:a="http://schemas.openxmlformats.org/drawingml/2006/main">
              <a:ext uri="{FF2B5EF4-FFF2-40B4-BE49-F238E27FC236}">
                <a16:creationId xmlns:a16="http://schemas.microsoft.com/office/drawing/2014/main" id="{94063DDB-2F95-487C-B522-4F2C7E46996B}"/>
              </a:ext>
            </a:extLst>
          </p:cNvPr>
          <p:cNvSpPr>
            <a:spLocks xmlns:a="http://schemas.openxmlformats.org/drawingml/2006/main" noGrp="1"/>
          </p:cNvSpPr>
          <p:nvPr/>
        </p:nvSpPr>
        <p:spPr>
          <a:xfrm xmlns:a="http://schemas.openxmlformats.org/drawingml/2006/main">
            <a:off x="2333625" y="5419725"/>
            <a:ext cx="304800" cy="0"/>
          </a:xfrm>
          <a:prstGeom xmlns:a="http://schemas.openxmlformats.org/drawingml/2006/main" prst="line">
            <a:avLst/>
          </a:prstGeom>
          <a:noFill xmlns:a="http://schemas.openxmlformats.org/drawingml/2006/main"/>
          <a:ln xmlns:a="http://schemas.openxmlformats.org/drawingml/2006/main" w="24765">
            <a:solidFill>
              <a:srgbClr val="59636F"/>
            </a:solidFill>
            <a:prstDash val="dash"/>
          </a:ln>
        </p:spPr>
      </p:sp>
      <p:sp>
        <p:nvSpPr>
          <p:cNvPr id="8" name="">
            <a:extLst xmlns:a="http://schemas.openxmlformats.org/drawingml/2006/main">
              <a:ext uri="{FF2B5EF4-FFF2-40B4-BE49-F238E27FC236}">
                <a16:creationId xmlns:a16="http://schemas.microsoft.com/office/drawing/2014/main" id="{D29406B6-9C22-4984-852A-0DAA58152926}"/>
              </a:ext>
            </a:extLst>
          </p:cNvPr>
          <p:cNvSpPr>
            <a:spLocks xmlns:a="http://schemas.openxmlformats.org/drawingml/2006/main" noGrp="1"/>
          </p:cNvSpPr>
          <p:nvPr/>
        </p:nvSpPr>
        <p:spPr>
          <a:xfrm xmlns:a="http://schemas.openxmlformats.org/drawingml/2006/main">
            <a:off x="2714625" y="53149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885" b="1" i="0">
                <a:solidFill>
                  <a:srgbClr val="59636F"/>
                </a:solidFill>
                <a:latin typeface="Noto Sans JP"/>
                <a:ea typeface="Noto Sans JP"/>
                <a:cs typeface="Noto Sans JP"/>
              </a:defRPr>
            </a:pPr>
            <a:r>
              <a:rPr sz="885" b="1" i="0">
                <a:solidFill>
                  <a:srgbClr val="59636F"/>
                </a:solidFill>
                <a:latin typeface="Noto Sans JP"/>
                <a:ea typeface="Noto Sans JP"/>
                <a:cs typeface="Noto Sans JP"/>
              </a:rPr>
              <a:t>標準COMSOL</a:t>
            </a:r>
          </a:p>
        </p:txBody>
      </p:sp>
      <p:sp>
        <p:nvSpPr>
          <p:cNvPr id="9" name="">
            <a:extLst xmlns:a="http://schemas.openxmlformats.org/drawingml/2006/main">
              <a:ext uri="{FF2B5EF4-FFF2-40B4-BE49-F238E27FC236}">
                <a16:creationId xmlns:a16="http://schemas.microsoft.com/office/drawing/2014/main" id="{F785BEEC-4164-4E55-BCD7-F072ECB52A54}"/>
              </a:ext>
            </a:extLst>
          </p:cNvPr>
          <p:cNvSpPr>
            <a:spLocks xmlns:a="http://schemas.openxmlformats.org/drawingml/2006/main" noGrp="1"/>
          </p:cNvSpPr>
          <p:nvPr/>
        </p:nvSpPr>
        <p:spPr>
          <a:xfrm xmlns:a="http://schemas.openxmlformats.org/drawingml/2006/main">
            <a:off x="4333875" y="5419725"/>
            <a:ext cx="304800" cy="0"/>
          </a:xfrm>
          <a:prstGeom xmlns:a="http://schemas.openxmlformats.org/drawingml/2006/main" prst="line">
            <a:avLst/>
          </a:prstGeom>
          <a:noFill xmlns:a="http://schemas.openxmlformats.org/drawingml/2006/main"/>
          <a:ln xmlns:a="http://schemas.openxmlformats.org/drawingml/2006/main" w="24765">
            <a:solidFill>
              <a:srgbClr val="3B67B0"/>
            </a:solidFill>
            <a:prstDash val="solid"/>
          </a:ln>
        </p:spPr>
      </p:sp>
      <p:sp>
        <p:nvSpPr>
          <p:cNvPr id="10" name="">
            <a:extLst xmlns:a="http://schemas.openxmlformats.org/drawingml/2006/main">
              <a:ext uri="{FF2B5EF4-FFF2-40B4-BE49-F238E27FC236}">
                <a16:creationId xmlns:a16="http://schemas.microsoft.com/office/drawing/2014/main" id="{FE94330C-E584-4B9D-9F80-8EA92FF72425}"/>
              </a:ext>
            </a:extLst>
          </p:cNvPr>
          <p:cNvSpPr>
            <a:spLocks xmlns:a="http://schemas.openxmlformats.org/drawingml/2006/main" noGrp="1"/>
          </p:cNvSpPr>
          <p:nvPr/>
        </p:nvSpPr>
        <p:spPr>
          <a:xfrm xmlns:a="http://schemas.openxmlformats.org/drawingml/2006/main">
            <a:off x="4714875" y="53149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885" b="1" i="0">
                <a:solidFill>
                  <a:srgbClr val="3B67B0"/>
                </a:solidFill>
                <a:latin typeface="Noto Sans JP"/>
                <a:ea typeface="Noto Sans JP"/>
                <a:cs typeface="Noto Sans JP"/>
              </a:defRPr>
            </a:pPr>
            <a:r>
              <a:rPr sz="885" b="1" i="0">
                <a:solidFill>
                  <a:srgbClr val="3B67B0"/>
                </a:solidFill>
                <a:latin typeface="Noto Sans JP"/>
                <a:ea typeface="Noto Sans JP"/>
                <a:cs typeface="Noto Sans JP"/>
              </a:rPr>
              <a:t>Two-term Swarm</a:t>
            </a:r>
          </a:p>
        </p:txBody>
      </p:sp>
      <p:sp>
        <p:nvSpPr>
          <p:cNvPr id="11" name="">
            <a:extLst xmlns:a="http://schemas.openxmlformats.org/drawingml/2006/main">
              <a:ext uri="{FF2B5EF4-FFF2-40B4-BE49-F238E27FC236}">
                <a16:creationId xmlns:a16="http://schemas.microsoft.com/office/drawing/2014/main" id="{9AE3EA10-9BEC-4B41-AC6B-C4FD115FDD7F}"/>
              </a:ext>
            </a:extLst>
          </p:cNvPr>
          <p:cNvSpPr>
            <a:spLocks xmlns:a="http://schemas.openxmlformats.org/drawingml/2006/main" noGrp="1"/>
          </p:cNvSpPr>
          <p:nvPr/>
        </p:nvSpPr>
        <p:spPr>
          <a:xfrm xmlns:a="http://schemas.openxmlformats.org/drawingml/2006/main">
            <a:off x="6334125" y="5419725"/>
            <a:ext cx="304800" cy="0"/>
          </a:xfrm>
          <a:prstGeom xmlns:a="http://schemas.openxmlformats.org/drawingml/2006/main" prst="line">
            <a:avLst/>
          </a:prstGeom>
          <a:noFill xmlns:a="http://schemas.openxmlformats.org/drawingml/2006/main"/>
          <a:ln xmlns:a="http://schemas.openxmlformats.org/drawingml/2006/main" w="24765">
            <a:solidFill>
              <a:srgbClr val="EDA24C"/>
            </a:solidFill>
            <a:prstDash val="dash"/>
          </a:ln>
        </p:spPr>
      </p:sp>
      <p:sp>
        <p:nvSpPr>
          <p:cNvPr id="12" name="">
            <a:extLst xmlns:a="http://schemas.openxmlformats.org/drawingml/2006/main">
              <a:ext uri="{FF2B5EF4-FFF2-40B4-BE49-F238E27FC236}">
                <a16:creationId xmlns:a16="http://schemas.microsoft.com/office/drawing/2014/main" id="{0BC7E3DF-60EE-4969-9515-56204889A99F}"/>
              </a:ext>
            </a:extLst>
          </p:cNvPr>
          <p:cNvSpPr>
            <a:spLocks xmlns:a="http://schemas.openxmlformats.org/drawingml/2006/main" noGrp="1"/>
          </p:cNvSpPr>
          <p:nvPr/>
        </p:nvSpPr>
        <p:spPr>
          <a:xfrm xmlns:a="http://schemas.openxmlformats.org/drawingml/2006/main">
            <a:off x="6715125" y="53149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885" b="1" i="0">
                <a:solidFill>
                  <a:srgbClr val="EDA24C"/>
                </a:solidFill>
                <a:latin typeface="Noto Sans JP"/>
                <a:ea typeface="Noto Sans JP"/>
                <a:cs typeface="Noto Sans JP"/>
              </a:defRPr>
            </a:pPr>
            <a:r>
              <a:rPr sz="885" b="1" i="0">
                <a:solidFill>
                  <a:srgbClr val="EDA24C"/>
                </a:solidFill>
                <a:latin typeface="Noto Sans JP"/>
                <a:ea typeface="Noto Sans JP"/>
                <a:cs typeface="Noto Sans JP"/>
              </a:rPr>
              <a:t>Monte Carlo Swarm</a:t>
            </a:r>
          </a:p>
        </p:txBody>
      </p:sp>
      <p:sp>
        <p:nvSpPr>
          <p:cNvPr id="13" name="">
            <a:extLst xmlns:a="http://schemas.openxmlformats.org/drawingml/2006/main">
              <a:ext uri="{FF2B5EF4-FFF2-40B4-BE49-F238E27FC236}">
                <a16:creationId xmlns:a16="http://schemas.microsoft.com/office/drawing/2014/main" id="{2AFC27A5-5220-47B4-97AA-C7F3E52AB3F8}"/>
              </a:ext>
            </a:extLst>
          </p:cNvPr>
          <p:cNvSpPr>
            <a:spLocks xmlns:a="http://schemas.openxmlformats.org/drawingml/2006/main" noGrp="1"/>
          </p:cNvSpPr>
          <p:nvPr/>
        </p:nvSpPr>
        <p:spPr>
          <a:xfrm xmlns:a="http://schemas.openxmlformats.org/drawingml/2006/main">
            <a:off x="8334375" y="5419725"/>
            <a:ext cx="304800" cy="0"/>
          </a:xfrm>
          <a:prstGeom xmlns:a="http://schemas.openxmlformats.org/drawingml/2006/main" prst="line">
            <a:avLst/>
          </a:prstGeom>
          <a:noFill xmlns:a="http://schemas.openxmlformats.org/drawingml/2006/main"/>
          <a:ln xmlns:a="http://schemas.openxmlformats.org/drawingml/2006/main" w="24765">
            <a:solidFill>
              <a:srgbClr val="5DAA18"/>
            </a:solidFill>
            <a:prstDash val="solid"/>
          </a:ln>
        </p:spPr>
      </p:sp>
      <p:sp>
        <p:nvSpPr>
          <p:cNvPr id="14" name="">
            <a:extLst xmlns:a="http://schemas.openxmlformats.org/drawingml/2006/main">
              <a:ext uri="{FF2B5EF4-FFF2-40B4-BE49-F238E27FC236}">
                <a16:creationId xmlns:a16="http://schemas.microsoft.com/office/drawing/2014/main" id="{DE640A1A-24DA-4D39-A70A-B0E1E88AEAC7}"/>
              </a:ext>
            </a:extLst>
          </p:cNvPr>
          <p:cNvSpPr>
            <a:spLocks xmlns:a="http://schemas.openxmlformats.org/drawingml/2006/main" noGrp="1"/>
          </p:cNvSpPr>
          <p:nvPr/>
        </p:nvSpPr>
        <p:spPr>
          <a:xfrm xmlns:a="http://schemas.openxmlformats.org/drawingml/2006/main">
            <a:off x="8715375" y="53149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885" b="1" i="0">
                <a:solidFill>
                  <a:srgbClr val="5DAA18"/>
                </a:solidFill>
                <a:latin typeface="Noto Sans JP"/>
                <a:ea typeface="Noto Sans JP"/>
                <a:cs typeface="Noto Sans JP"/>
              </a:defRPr>
            </a:pPr>
            <a:r>
              <a:rPr sz="885" b="1" i="0">
                <a:solidFill>
                  <a:srgbClr val="5DAA18"/>
                </a:solidFill>
                <a:latin typeface="Noto Sans JP"/>
                <a:ea typeface="Noto Sans JP"/>
                <a:cs typeface="Noto Sans JP"/>
              </a:rPr>
              <a:t>Propagator Swarm</a:t>
            </a:r>
          </a:p>
        </p:txBody>
      </p:sp>
      <p:sp>
        <p:nvSpPr>
          <p:cNvPr id="15" name="takeaway-bullet">
            <a:extLst xmlns:a="http://schemas.openxmlformats.org/drawingml/2006/main">
              <a:ext uri="{FF2B5EF4-FFF2-40B4-BE49-F238E27FC236}">
                <a16:creationId xmlns:a16="http://schemas.microsoft.com/office/drawing/2014/main" id="{2D2BA9E3-5984-4652-9519-433211F52D35}"/>
              </a:ext>
            </a:extLst>
          </p:cNvPr>
          <p:cNvSpPr>
            <a:spLocks xmlns:a="http://schemas.openxmlformats.org/drawingml/2006/main" noGrp="1"/>
          </p:cNvSpPr>
          <p:nvPr/>
        </p:nvSpPr>
        <p:spPr>
          <a:xfrm xmlns:a="http://schemas.openxmlformats.org/drawingml/2006/main">
            <a:off x="457200" y="5962650"/>
            <a:ext cx="76200" cy="76200"/>
          </a:xfrm>
          <a:prstGeom xmlns:a="http://schemas.openxmlformats.org/drawingml/2006/main" prst="rect">
            <a:avLst/>
          </a:prstGeom>
          <a:solidFill xmlns:a="http://schemas.openxmlformats.org/drawingml/2006/main">
            <a:srgbClr val="5DAA18"/>
          </a:solidFill>
          <a:ln xmlns:a="http://schemas.openxmlformats.org/drawingml/2006/main" w="0">
            <a:noFill/>
            <a:prstDash val="solid"/>
          </a:ln>
        </p:spPr>
      </p:sp>
      <p:sp>
        <p:nvSpPr>
          <p:cNvPr id="16" name="takeaway">
            <a:extLst xmlns:a="http://schemas.openxmlformats.org/drawingml/2006/main">
              <a:ext uri="{FF2B5EF4-FFF2-40B4-BE49-F238E27FC236}">
                <a16:creationId xmlns:a16="http://schemas.microsoft.com/office/drawing/2014/main" id="{F68CC2DB-3E49-41EF-99E8-98D4750D6853}"/>
              </a:ext>
            </a:extLst>
          </p:cNvPr>
          <p:cNvSpPr>
            <a:spLocks xmlns:a="http://schemas.openxmlformats.org/drawingml/2006/main" noGrp="1"/>
          </p:cNvSpPr>
          <p:nvPr/>
        </p:nvSpPr>
        <p:spPr>
          <a:xfrm xmlns:a="http://schemas.openxmlformats.org/drawingml/2006/main">
            <a:off x="647700" y="58388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5DAA18"/>
                </a:solidFill>
                <a:latin typeface="Noto Sans JP"/>
                <a:ea typeface="Noto Sans JP"/>
                <a:cs typeface="Noto Sans JP"/>
              </a:defRPr>
            </a:pPr>
            <a:r>
              <a:rPr sz="1350" b="1" i="0">
                <a:solidFill>
                  <a:srgbClr val="5DAA18"/>
                </a:solidFill>
                <a:latin typeface="Noto Sans JP"/>
                <a:ea typeface="Noto Sans JP"/>
                <a:cs typeface="Noto Sans JP"/>
              </a:rPr>
              <a:t>Swarm 3手法は径方向形状までほぼ重なる。一方、標準COMSOLは平均エネルギーが低く、Ar*の外周部減衰も緩い。</a:t>
            </a:r>
          </a:p>
        </p:txBody>
      </p:sp>
      <p:sp>
        <p:nvSpPr>
          <p:cNvPr id="17" name="source">
            <a:extLst xmlns:a="http://schemas.openxmlformats.org/drawingml/2006/main">
              <a:ext uri="{FF2B5EF4-FFF2-40B4-BE49-F238E27FC236}">
                <a16:creationId xmlns:a16="http://schemas.microsoft.com/office/drawing/2014/main" id="{26D87A21-6276-48B8-A32D-714419C8E697}"/>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fields_common_time.csv exact nodes; z = 0 m; no raster resampling</a:t>
            </a:r>
          </a:p>
        </p:txBody>
      </p:sp>
      <p:sp>
        <p:nvSpPr>
          <p:cNvPr id="18" name="footer">
            <a:extLst xmlns:a="http://schemas.openxmlformats.org/drawingml/2006/main">
              <a:ext uri="{FF2B5EF4-FFF2-40B4-BE49-F238E27FC236}">
                <a16:creationId xmlns:a16="http://schemas.microsoft.com/office/drawing/2014/main" id="{527B9C21-92BC-4533-836B-C860937520E5}"/>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9" name="page">
            <a:extLst xmlns:a="http://schemas.openxmlformats.org/drawingml/2006/main">
              <a:ext uri="{FF2B5EF4-FFF2-40B4-BE49-F238E27FC236}">
                <a16:creationId xmlns:a16="http://schemas.microsoft.com/office/drawing/2014/main" id="{EAC029ED-BAD5-4B7C-AED5-264E43F2394E}"/>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54</a:t>
            </a:r>
          </a:p>
        </p:txBody>
      </p:sp>
    </p:spTree>
    <p:extLst>
      <p:ext uri="{BB962C8B-B14F-4D97-AF65-F5344CB8AC3E}">
        <p14:creationId xmlns:p14="http://schemas.microsoft.com/office/powerpoint/2010/main" val="1177916199"/>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ection">
            <a:extLst xmlns:a="http://schemas.openxmlformats.org/drawingml/2006/main">
              <a:ext uri="{FF2B5EF4-FFF2-40B4-BE49-F238E27FC236}">
                <a16:creationId xmlns:a16="http://schemas.microsoft.com/office/drawing/2014/main" id="{A3624792-2593-41D1-8989-8C22A59C4774}"/>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
        <p:nvSpPr>
          <p:cNvPr id="2" name="title">
            <a:extLst xmlns:a="http://schemas.openxmlformats.org/drawingml/2006/main">
              <a:ext uri="{FF2B5EF4-FFF2-40B4-BE49-F238E27FC236}">
                <a16:creationId xmlns:a16="http://schemas.microsoft.com/office/drawing/2014/main" id="{2E7E789B-D633-4CD2-8F6C-68A16FFFFD38}"/>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中心軸の高さ方向：生成・蓄積・RF吸収の結合</a:t>
            </a:r>
          </a:p>
        </p:txBody>
      </p:sp>
      <p:sp>
        <p:nvSpPr>
          <p:cNvPr id="3" name="subtitle">
            <a:extLst xmlns:a="http://schemas.openxmlformats.org/drawingml/2006/main">
              <a:ext uri="{FF2B5EF4-FFF2-40B4-BE49-F238E27FC236}">
                <a16:creationId xmlns:a16="http://schemas.microsoft.com/office/drawing/2014/main" id="{4507B923-9177-494F-A794-884F1FA662B9}"/>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r = 0・t = 1 ms；Original灰破線、Two-term青、Monte Carlo橙破線、Propagator緑</a:t>
            </a:r>
          </a:p>
        </p:txBody>
      </p:sp>
      <p:graphicFrame>
        <p:nvGraphicFramePr>
          <p:cNvPr id="24" name="Chart"/>
          <p:cNvGraphicFramePr/>
          <p:nvPr/>
        </p:nvGraphicFramePr>
        <p:xfrm>
          <a:off xmlns:a="http://schemas.openxmlformats.org/drawingml/2006/main" x="266700" y="1381125"/>
          <a:ext xmlns:a="http://schemas.openxmlformats.org/drawingml/2006/main" cx="3714750" cy="3857625"/>
        </p:xfrm>
        <a:graphic xmlns:a="http://schemas.openxmlformats.org/drawingml/2006/main">
          <a:graphicData uri="http://schemas.openxmlformats.org/drawingml/2006/chart">
            <c:chart xmlns:r="http://schemas.openxmlformats.org/officeDocument/2006/relationships" xmlns:c="http://schemas.openxmlformats.org/drawingml/2006/chart" r:id="Reada7cdd60cb44a4"/>
          </a:graphicData>
        </a:graphic>
      </p:graphicFrame>
      <p:graphicFrame>
        <p:nvGraphicFramePr>
          <p:cNvPr id="25" name="Chart"/>
          <p:cNvGraphicFramePr/>
          <p:nvPr/>
        </p:nvGraphicFramePr>
        <p:xfrm>
          <a:off xmlns:a="http://schemas.openxmlformats.org/drawingml/2006/main" x="4238625" y="1381125"/>
          <a:ext xmlns:a="http://schemas.openxmlformats.org/drawingml/2006/main" cx="3714750" cy="3857625"/>
        </p:xfrm>
        <a:graphic xmlns:a="http://schemas.openxmlformats.org/drawingml/2006/main">
          <a:graphicData uri="http://schemas.openxmlformats.org/drawingml/2006/chart">
            <c:chart xmlns:r="http://schemas.openxmlformats.org/officeDocument/2006/relationships" xmlns:c="http://schemas.openxmlformats.org/drawingml/2006/chart" r:id="R94448a70fea04fd2"/>
          </a:graphicData>
        </a:graphic>
      </p:graphicFrame>
      <p:graphicFrame>
        <p:nvGraphicFramePr>
          <p:cNvPr id="26" name="Chart"/>
          <p:cNvGraphicFramePr/>
          <p:nvPr/>
        </p:nvGraphicFramePr>
        <p:xfrm>
          <a:off xmlns:a="http://schemas.openxmlformats.org/drawingml/2006/main" x="8210550" y="1381125"/>
          <a:ext xmlns:a="http://schemas.openxmlformats.org/drawingml/2006/main" cx="3714750" cy="3857625"/>
        </p:xfrm>
        <a:graphic xmlns:a="http://schemas.openxmlformats.org/drawingml/2006/main">
          <a:graphicData uri="http://schemas.openxmlformats.org/drawingml/2006/chart">
            <c:chart xmlns:r="http://schemas.openxmlformats.org/officeDocument/2006/relationships" xmlns:c="http://schemas.openxmlformats.org/drawingml/2006/chart" r:id="Rca2d8325a58e467a"/>
          </a:graphicData>
        </a:graphic>
      </p:graphicFrame>
      <p:sp>
        <p:nvSpPr>
          <p:cNvPr id="7" name="">
            <a:extLst xmlns:a="http://schemas.openxmlformats.org/drawingml/2006/main">
              <a:ext uri="{FF2B5EF4-FFF2-40B4-BE49-F238E27FC236}">
                <a16:creationId xmlns:a16="http://schemas.microsoft.com/office/drawing/2014/main" id="{BCFFEF0F-F0D5-482F-AC74-D837BA8D9FB5}"/>
              </a:ext>
            </a:extLst>
          </p:cNvPr>
          <p:cNvSpPr>
            <a:spLocks xmlns:a="http://schemas.openxmlformats.org/drawingml/2006/main" noGrp="1"/>
          </p:cNvSpPr>
          <p:nvPr/>
        </p:nvSpPr>
        <p:spPr>
          <a:xfrm xmlns:a="http://schemas.openxmlformats.org/drawingml/2006/main">
            <a:off x="2333625" y="5419725"/>
            <a:ext cx="304800" cy="0"/>
          </a:xfrm>
          <a:prstGeom xmlns:a="http://schemas.openxmlformats.org/drawingml/2006/main" prst="line">
            <a:avLst/>
          </a:prstGeom>
          <a:noFill xmlns:a="http://schemas.openxmlformats.org/drawingml/2006/main"/>
          <a:ln xmlns:a="http://schemas.openxmlformats.org/drawingml/2006/main" w="24765">
            <a:solidFill>
              <a:srgbClr val="59636F"/>
            </a:solidFill>
            <a:prstDash val="dash"/>
          </a:ln>
        </p:spPr>
      </p:sp>
      <p:sp>
        <p:nvSpPr>
          <p:cNvPr id="8" name="">
            <a:extLst xmlns:a="http://schemas.openxmlformats.org/drawingml/2006/main">
              <a:ext uri="{FF2B5EF4-FFF2-40B4-BE49-F238E27FC236}">
                <a16:creationId xmlns:a16="http://schemas.microsoft.com/office/drawing/2014/main" id="{ADADF010-F27C-415C-9779-0C2530436F52}"/>
              </a:ext>
            </a:extLst>
          </p:cNvPr>
          <p:cNvSpPr>
            <a:spLocks xmlns:a="http://schemas.openxmlformats.org/drawingml/2006/main" noGrp="1"/>
          </p:cNvSpPr>
          <p:nvPr/>
        </p:nvSpPr>
        <p:spPr>
          <a:xfrm xmlns:a="http://schemas.openxmlformats.org/drawingml/2006/main">
            <a:off x="2714625" y="53149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885" b="1" i="0">
                <a:solidFill>
                  <a:srgbClr val="59636F"/>
                </a:solidFill>
                <a:latin typeface="Noto Sans JP"/>
                <a:ea typeface="Noto Sans JP"/>
                <a:cs typeface="Noto Sans JP"/>
              </a:defRPr>
            </a:pPr>
            <a:r>
              <a:rPr sz="885" b="1" i="0">
                <a:solidFill>
                  <a:srgbClr val="59636F"/>
                </a:solidFill>
                <a:latin typeface="Noto Sans JP"/>
                <a:ea typeface="Noto Sans JP"/>
                <a:cs typeface="Noto Sans JP"/>
              </a:rPr>
              <a:t>標準COMSOL</a:t>
            </a:r>
          </a:p>
        </p:txBody>
      </p:sp>
      <p:sp>
        <p:nvSpPr>
          <p:cNvPr id="9" name="">
            <a:extLst xmlns:a="http://schemas.openxmlformats.org/drawingml/2006/main">
              <a:ext uri="{FF2B5EF4-FFF2-40B4-BE49-F238E27FC236}">
                <a16:creationId xmlns:a16="http://schemas.microsoft.com/office/drawing/2014/main" id="{6E95C45E-1547-4EAC-83F1-6744EE0AA6EF}"/>
              </a:ext>
            </a:extLst>
          </p:cNvPr>
          <p:cNvSpPr>
            <a:spLocks xmlns:a="http://schemas.openxmlformats.org/drawingml/2006/main" noGrp="1"/>
          </p:cNvSpPr>
          <p:nvPr/>
        </p:nvSpPr>
        <p:spPr>
          <a:xfrm xmlns:a="http://schemas.openxmlformats.org/drawingml/2006/main">
            <a:off x="4333875" y="5419725"/>
            <a:ext cx="304800" cy="0"/>
          </a:xfrm>
          <a:prstGeom xmlns:a="http://schemas.openxmlformats.org/drawingml/2006/main" prst="line">
            <a:avLst/>
          </a:prstGeom>
          <a:noFill xmlns:a="http://schemas.openxmlformats.org/drawingml/2006/main"/>
          <a:ln xmlns:a="http://schemas.openxmlformats.org/drawingml/2006/main" w="24765">
            <a:solidFill>
              <a:srgbClr val="3B67B0"/>
            </a:solidFill>
            <a:prstDash val="solid"/>
          </a:ln>
        </p:spPr>
      </p:sp>
      <p:sp>
        <p:nvSpPr>
          <p:cNvPr id="10" name="">
            <a:extLst xmlns:a="http://schemas.openxmlformats.org/drawingml/2006/main">
              <a:ext uri="{FF2B5EF4-FFF2-40B4-BE49-F238E27FC236}">
                <a16:creationId xmlns:a16="http://schemas.microsoft.com/office/drawing/2014/main" id="{6F406781-8983-4A9E-897B-4F67A76A8D73}"/>
              </a:ext>
            </a:extLst>
          </p:cNvPr>
          <p:cNvSpPr>
            <a:spLocks xmlns:a="http://schemas.openxmlformats.org/drawingml/2006/main" noGrp="1"/>
          </p:cNvSpPr>
          <p:nvPr/>
        </p:nvSpPr>
        <p:spPr>
          <a:xfrm xmlns:a="http://schemas.openxmlformats.org/drawingml/2006/main">
            <a:off x="4714875" y="53149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885" b="1" i="0">
                <a:solidFill>
                  <a:srgbClr val="3B67B0"/>
                </a:solidFill>
                <a:latin typeface="Noto Sans JP"/>
                <a:ea typeface="Noto Sans JP"/>
                <a:cs typeface="Noto Sans JP"/>
              </a:defRPr>
            </a:pPr>
            <a:r>
              <a:rPr sz="885" b="1" i="0">
                <a:solidFill>
                  <a:srgbClr val="3B67B0"/>
                </a:solidFill>
                <a:latin typeface="Noto Sans JP"/>
                <a:ea typeface="Noto Sans JP"/>
                <a:cs typeface="Noto Sans JP"/>
              </a:rPr>
              <a:t>Two-term Swarm</a:t>
            </a:r>
          </a:p>
        </p:txBody>
      </p:sp>
      <p:sp>
        <p:nvSpPr>
          <p:cNvPr id="11" name="">
            <a:extLst xmlns:a="http://schemas.openxmlformats.org/drawingml/2006/main">
              <a:ext uri="{FF2B5EF4-FFF2-40B4-BE49-F238E27FC236}">
                <a16:creationId xmlns:a16="http://schemas.microsoft.com/office/drawing/2014/main" id="{CE642A43-5F08-42DE-86D9-E3BE895CF846}"/>
              </a:ext>
            </a:extLst>
          </p:cNvPr>
          <p:cNvSpPr>
            <a:spLocks xmlns:a="http://schemas.openxmlformats.org/drawingml/2006/main" noGrp="1"/>
          </p:cNvSpPr>
          <p:nvPr/>
        </p:nvSpPr>
        <p:spPr>
          <a:xfrm xmlns:a="http://schemas.openxmlformats.org/drawingml/2006/main">
            <a:off x="6334125" y="5419725"/>
            <a:ext cx="304800" cy="0"/>
          </a:xfrm>
          <a:prstGeom xmlns:a="http://schemas.openxmlformats.org/drawingml/2006/main" prst="line">
            <a:avLst/>
          </a:prstGeom>
          <a:noFill xmlns:a="http://schemas.openxmlformats.org/drawingml/2006/main"/>
          <a:ln xmlns:a="http://schemas.openxmlformats.org/drawingml/2006/main" w="24765">
            <a:solidFill>
              <a:srgbClr val="EDA24C"/>
            </a:solidFill>
            <a:prstDash val="dash"/>
          </a:ln>
        </p:spPr>
      </p:sp>
      <p:sp>
        <p:nvSpPr>
          <p:cNvPr id="12" name="">
            <a:extLst xmlns:a="http://schemas.openxmlformats.org/drawingml/2006/main">
              <a:ext uri="{FF2B5EF4-FFF2-40B4-BE49-F238E27FC236}">
                <a16:creationId xmlns:a16="http://schemas.microsoft.com/office/drawing/2014/main" id="{BD7438F6-42DE-4445-B594-841317ACA6C2}"/>
              </a:ext>
            </a:extLst>
          </p:cNvPr>
          <p:cNvSpPr>
            <a:spLocks xmlns:a="http://schemas.openxmlformats.org/drawingml/2006/main" noGrp="1"/>
          </p:cNvSpPr>
          <p:nvPr/>
        </p:nvSpPr>
        <p:spPr>
          <a:xfrm xmlns:a="http://schemas.openxmlformats.org/drawingml/2006/main">
            <a:off x="6715125" y="53149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885" b="1" i="0">
                <a:solidFill>
                  <a:srgbClr val="EDA24C"/>
                </a:solidFill>
                <a:latin typeface="Noto Sans JP"/>
                <a:ea typeface="Noto Sans JP"/>
                <a:cs typeface="Noto Sans JP"/>
              </a:defRPr>
            </a:pPr>
            <a:r>
              <a:rPr sz="885" b="1" i="0">
                <a:solidFill>
                  <a:srgbClr val="EDA24C"/>
                </a:solidFill>
                <a:latin typeface="Noto Sans JP"/>
                <a:ea typeface="Noto Sans JP"/>
                <a:cs typeface="Noto Sans JP"/>
              </a:rPr>
              <a:t>Monte Carlo Swarm</a:t>
            </a:r>
          </a:p>
        </p:txBody>
      </p:sp>
      <p:sp>
        <p:nvSpPr>
          <p:cNvPr id="13" name="">
            <a:extLst xmlns:a="http://schemas.openxmlformats.org/drawingml/2006/main">
              <a:ext uri="{FF2B5EF4-FFF2-40B4-BE49-F238E27FC236}">
                <a16:creationId xmlns:a16="http://schemas.microsoft.com/office/drawing/2014/main" id="{5EB4CDE1-3881-4D8E-9DB8-5BBCED0E9296}"/>
              </a:ext>
            </a:extLst>
          </p:cNvPr>
          <p:cNvSpPr>
            <a:spLocks xmlns:a="http://schemas.openxmlformats.org/drawingml/2006/main" noGrp="1"/>
          </p:cNvSpPr>
          <p:nvPr/>
        </p:nvSpPr>
        <p:spPr>
          <a:xfrm xmlns:a="http://schemas.openxmlformats.org/drawingml/2006/main">
            <a:off x="8334375" y="5419725"/>
            <a:ext cx="304800" cy="0"/>
          </a:xfrm>
          <a:prstGeom xmlns:a="http://schemas.openxmlformats.org/drawingml/2006/main" prst="line">
            <a:avLst/>
          </a:prstGeom>
          <a:noFill xmlns:a="http://schemas.openxmlformats.org/drawingml/2006/main"/>
          <a:ln xmlns:a="http://schemas.openxmlformats.org/drawingml/2006/main" w="24765">
            <a:solidFill>
              <a:srgbClr val="5DAA18"/>
            </a:solidFill>
            <a:prstDash val="solid"/>
          </a:ln>
        </p:spPr>
      </p:sp>
      <p:sp>
        <p:nvSpPr>
          <p:cNvPr id="14" name="">
            <a:extLst xmlns:a="http://schemas.openxmlformats.org/drawingml/2006/main">
              <a:ext uri="{FF2B5EF4-FFF2-40B4-BE49-F238E27FC236}">
                <a16:creationId xmlns:a16="http://schemas.microsoft.com/office/drawing/2014/main" id="{C699A464-697A-41C9-94DD-BA5201BAFBDE}"/>
              </a:ext>
            </a:extLst>
          </p:cNvPr>
          <p:cNvSpPr>
            <a:spLocks xmlns:a="http://schemas.openxmlformats.org/drawingml/2006/main" noGrp="1"/>
          </p:cNvSpPr>
          <p:nvPr/>
        </p:nvSpPr>
        <p:spPr>
          <a:xfrm xmlns:a="http://schemas.openxmlformats.org/drawingml/2006/main">
            <a:off x="8715375" y="53149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885" b="1" i="0">
                <a:solidFill>
                  <a:srgbClr val="5DAA18"/>
                </a:solidFill>
                <a:latin typeface="Noto Sans JP"/>
                <a:ea typeface="Noto Sans JP"/>
                <a:cs typeface="Noto Sans JP"/>
              </a:defRPr>
            </a:pPr>
            <a:r>
              <a:rPr sz="885" b="1" i="0">
                <a:solidFill>
                  <a:srgbClr val="5DAA18"/>
                </a:solidFill>
                <a:latin typeface="Noto Sans JP"/>
                <a:ea typeface="Noto Sans JP"/>
                <a:cs typeface="Noto Sans JP"/>
              </a:rPr>
              <a:t>Propagator Swarm</a:t>
            </a:r>
          </a:p>
        </p:txBody>
      </p:sp>
      <p:sp>
        <p:nvSpPr>
          <p:cNvPr id="15" name="">
            <a:extLst xmlns:a="http://schemas.openxmlformats.org/drawingml/2006/main">
              <a:ext uri="{FF2B5EF4-FFF2-40B4-BE49-F238E27FC236}">
                <a16:creationId xmlns:a16="http://schemas.microsoft.com/office/drawing/2014/main" id="{F054E3CF-FAA1-48FA-A361-5DF8B5BB12B3}"/>
              </a:ext>
            </a:extLst>
          </p:cNvPr>
          <p:cNvSpPr>
            <a:spLocks xmlns:a="http://schemas.openxmlformats.org/drawingml/2006/main" noGrp="1"/>
          </p:cNvSpPr>
          <p:nvPr/>
        </p:nvSpPr>
        <p:spPr>
          <a:xfrm xmlns:a="http://schemas.openxmlformats.org/drawingml/2006/main">
            <a:off x="8115300" y="5600700"/>
            <a:ext cx="3476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3311"/>
          </a:bodyPr>
          <a:lstStyle xmlns:a="http://schemas.openxmlformats.org/drawingml/2006/main"/>
          <a:p xmlns:a="http://schemas.openxmlformats.org/drawingml/2006/main">
            <a:pPr algn="r">
              <a:lnSpc>
                <a:spcPct val="102000"/>
              </a:lnSpc>
              <a:buNone/>
              <a:defRPr sz="788" b="0" i="0">
                <a:solidFill>
                  <a:srgbClr val="666666"/>
                </a:solidFill>
                <a:latin typeface="Noto Sans JP"/>
                <a:ea typeface="Noto Sans JP"/>
                <a:cs typeface="Noto Sans JP"/>
              </a:defRPr>
            </a:pPr>
            <a:r>
              <a:rPr sz="788" b="0" i="0">
                <a:solidFill>
                  <a:srgbClr val="666666"/>
                </a:solidFill>
                <a:latin typeface="Noto Sans JP"/>
                <a:ea typeface="Noto Sans JP"/>
                <a:cs typeface="Noto Sans JP"/>
              </a:rPr>
              <a:t>Qrh表示floor = 10⁻⁶ W m⁻³（積分・統計には未使用）</a:t>
            </a:r>
          </a:p>
        </p:txBody>
      </p:sp>
      <p:sp>
        <p:nvSpPr>
          <p:cNvPr id="16" name="takeaway-bullet">
            <a:extLst xmlns:a="http://schemas.openxmlformats.org/drawingml/2006/main">
              <a:ext uri="{FF2B5EF4-FFF2-40B4-BE49-F238E27FC236}">
                <a16:creationId xmlns:a16="http://schemas.microsoft.com/office/drawing/2014/main" id="{757EA115-7CE0-4D07-9E0F-7E483947D056}"/>
              </a:ext>
            </a:extLst>
          </p:cNvPr>
          <p:cNvSpPr>
            <a:spLocks xmlns:a="http://schemas.openxmlformats.org/drawingml/2006/main" noGrp="1"/>
          </p:cNvSpPr>
          <p:nvPr/>
        </p:nvSpPr>
        <p:spPr>
          <a:xfrm xmlns:a="http://schemas.openxmlformats.org/drawingml/2006/main">
            <a:off x="457200" y="5962650"/>
            <a:ext cx="76200" cy="76200"/>
          </a:xfrm>
          <a:prstGeom xmlns:a="http://schemas.openxmlformats.org/drawingml/2006/main" prst="rect">
            <a:avLst/>
          </a:prstGeom>
          <a:solidFill xmlns:a="http://schemas.openxmlformats.org/drawingml/2006/main">
            <a:srgbClr val="5DAA18"/>
          </a:solidFill>
          <a:ln xmlns:a="http://schemas.openxmlformats.org/drawingml/2006/main" w="0">
            <a:noFill/>
            <a:prstDash val="solid"/>
          </a:ln>
        </p:spPr>
      </p:sp>
      <p:sp>
        <p:nvSpPr>
          <p:cNvPr id="17" name="takeaway">
            <a:extLst xmlns:a="http://schemas.openxmlformats.org/drawingml/2006/main">
              <a:ext uri="{FF2B5EF4-FFF2-40B4-BE49-F238E27FC236}">
                <a16:creationId xmlns:a16="http://schemas.microsoft.com/office/drawing/2014/main" id="{EDA494D8-C065-4A6D-BF5E-AA3CF62EBAC3}"/>
              </a:ext>
            </a:extLst>
          </p:cNvPr>
          <p:cNvSpPr>
            <a:spLocks xmlns:a="http://schemas.openxmlformats.org/drawingml/2006/main" noGrp="1"/>
          </p:cNvSpPr>
          <p:nvPr/>
        </p:nvSpPr>
        <p:spPr>
          <a:xfrm xmlns:a="http://schemas.openxmlformats.org/drawingml/2006/main">
            <a:off x="647700" y="58388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5DAA18"/>
                </a:solidFill>
                <a:latin typeface="Noto Sans JP"/>
                <a:ea typeface="Noto Sans JP"/>
                <a:cs typeface="Noto Sans JP"/>
              </a:defRPr>
            </a:pPr>
            <a:r>
              <a:rPr sz="1350" b="1" i="0">
                <a:solidFill>
                  <a:srgbClr val="5DAA18"/>
                </a:solidFill>
                <a:latin typeface="Noto Sans JP"/>
                <a:ea typeface="Noto Sans JP"/>
                <a:cs typeface="Noto Sans JP"/>
              </a:rPr>
              <a:t>Swarm 3手法は同じ高さ方向構造を与える。標準COMSOLとの差はRF場との自己整合を介して全軸へ伝播する。</a:t>
            </a:r>
          </a:p>
        </p:txBody>
      </p:sp>
      <p:sp>
        <p:nvSpPr>
          <p:cNvPr id="18" name="source">
            <a:extLst xmlns:a="http://schemas.openxmlformats.org/drawingml/2006/main">
              <a:ext uri="{FF2B5EF4-FFF2-40B4-BE49-F238E27FC236}">
                <a16:creationId xmlns:a16="http://schemas.microsoft.com/office/drawing/2014/main" id="{6F24D84F-C6B2-4EB8-BA87-1E5C20BCFBA9}"/>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centerline extracted from the 4545 common-time nodes; t = 0.001 s</a:t>
            </a:r>
          </a:p>
        </p:txBody>
      </p:sp>
      <p:sp>
        <p:nvSpPr>
          <p:cNvPr id="19" name="footer">
            <a:extLst xmlns:a="http://schemas.openxmlformats.org/drawingml/2006/main">
              <a:ext uri="{FF2B5EF4-FFF2-40B4-BE49-F238E27FC236}">
                <a16:creationId xmlns:a16="http://schemas.microsoft.com/office/drawing/2014/main" id="{19D9E7F2-A2FC-4C38-A018-D30B84997D27}"/>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20" name="page">
            <a:extLst xmlns:a="http://schemas.openxmlformats.org/drawingml/2006/main">
              <a:ext uri="{FF2B5EF4-FFF2-40B4-BE49-F238E27FC236}">
                <a16:creationId xmlns:a16="http://schemas.microsoft.com/office/drawing/2014/main" id="{BC737DDB-41B8-49C5-B244-C8509E2EB9B3}"/>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55</a:t>
            </a:r>
          </a:p>
        </p:txBody>
      </p:sp>
    </p:spTree>
    <p:extLst>
      <p:ext uri="{BB962C8B-B14F-4D97-AF65-F5344CB8AC3E}">
        <p14:creationId xmlns:p14="http://schemas.microsoft.com/office/powerpoint/2010/main" val="363514003"/>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7780466A-F8E2-441F-9A7B-9E96755A3C7B}"/>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
        <p:nvSpPr>
          <p:cNvPr id="2" name="title">
            <a:extLst xmlns:a="http://schemas.openxmlformats.org/drawingml/2006/main">
              <a:ext uri="{FF2B5EF4-FFF2-40B4-BE49-F238E27FC236}">
                <a16:creationId xmlns:a16="http://schemas.microsoft.com/office/drawing/2014/main" id="{303FC2C0-2445-4204-8CE2-804870F320E3}"/>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標準COMSOLとの差 I：電子密度</a:t>
            </a:r>
          </a:p>
        </p:txBody>
      </p:sp>
      <p:sp>
        <p:nvSpPr>
          <p:cNvPr id="3" name="subtitle">
            <a:extLst xmlns:a="http://schemas.openxmlformats.org/drawingml/2006/main">
              <a:ext uri="{FF2B5EF4-FFF2-40B4-BE49-F238E27FC236}">
                <a16:creationId xmlns:a16="http://schemas.microsoft.com/office/drawing/2014/main" id="{FB45D586-4521-4D7D-8220-67887E48BFA6}"/>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δs = 100(x − xOriginal)/max(|x|, |xOriginal|)；r–z [cm]・共通のゼロ中心対称凡例 -100…+100%</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690fe6bcc254d34"/>
          <a:stretch xmlns:a="http://schemas.openxmlformats.org/drawingml/2006/main"/>
        </p:blipFill>
        <p:spPr>
          <a:xfrm xmlns:a="http://schemas.openxmlformats.org/drawingml/2006/main">
            <a:off x="333375" y="1315879"/>
            <a:ext cx="11525250" cy="311181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1EA8E01-E158-4803-BE7F-ED9E4238EB43}"/>
              </a:ext>
            </a:extLst>
          </p:cNvPr>
          <p:cNvSpPr>
            <a:spLocks xmlns:a="http://schemas.openxmlformats.org/drawingml/2006/main" noGrp="1"/>
          </p:cNvSpPr>
          <p:nvPr/>
        </p:nvSpPr>
        <p:spPr>
          <a:xfrm xmlns:a="http://schemas.openxmlformats.org/drawingml/2006/main">
            <a:off x="523875" y="4610100"/>
            <a:ext cx="6858000" cy="68580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3つのSwarm入力で同じ低密度化パターン。低信号域の局所比より体積積分Neを優先する。</a:t>
            </a:r>
          </a:p>
        </p:txBody>
      </p:sp>
      <p:sp>
        <p:nvSpPr>
          <p:cNvPr id="6" name="">
            <a:extLst xmlns:a="http://schemas.openxmlformats.org/drawingml/2006/main">
              <a:ext uri="{FF2B5EF4-FFF2-40B4-BE49-F238E27FC236}">
                <a16:creationId xmlns:a16="http://schemas.microsoft.com/office/drawing/2014/main" id="{CE9EFBFF-C2C3-4B3D-A04A-F5643FC773E5}"/>
              </a:ext>
            </a:extLst>
          </p:cNvPr>
          <p:cNvSpPr>
            <a:spLocks xmlns:a="http://schemas.openxmlformats.org/drawingml/2006/main" noGrp="1"/>
          </p:cNvSpPr>
          <p:nvPr/>
        </p:nvSpPr>
        <p:spPr>
          <a:xfrm xmlns:a="http://schemas.openxmlformats.org/drawingml/2006/main">
            <a:off x="7620000" y="4610100"/>
            <a:ext cx="4048125" cy="68580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241646"/>
                </a:solidFill>
                <a:latin typeface="Noto Sans JP"/>
                <a:ea typeface="Noto Sans JP"/>
                <a:cs typeface="Noto Sans JP"/>
              </a:defRPr>
            </a:pPr>
            <a:r>
              <a:rPr sz="1275" b="1" i="0">
                <a:solidFill>
                  <a:srgbClr val="241646"/>
                </a:solidFill>
                <a:latin typeface="Noto Sans JP"/>
                <a:ea typeface="Noto Sans JP"/>
                <a:cs typeface="Noto Sans JP"/>
              </a:rPr>
              <a:t>体積積分のOriginal比</a:t>
            </a:r>
          </a:p>
          <a:p xmlns:a="http://schemas.openxmlformats.org/drawingml/2006/main">
            <a:pPr algn="ctr">
              <a:lnSpc>
                <a:spcPct val="102000"/>
              </a:lnSpc>
              <a:buNone/>
              <a:defRPr sz="1275" b="1" i="0">
                <a:solidFill>
                  <a:srgbClr val="241646"/>
                </a:solidFill>
                <a:latin typeface="Noto Sans JP"/>
                <a:ea typeface="Noto Sans JP"/>
                <a:cs typeface="Noto Sans JP"/>
              </a:defRPr>
            </a:pPr>
            <a:r>
              <a:rPr sz="1275" b="1" i="0">
                <a:solidFill>
                  <a:srgbClr val="241646"/>
                </a:solidFill>
                <a:latin typeface="Noto Sans JP"/>
                <a:ea typeface="Noto Sans JP"/>
                <a:cs typeface="Noto Sans JP"/>
              </a:rPr>
              <a:t>2T / MC / Prop = -35.4% / -35.0% / -34.8%</a:t>
            </a:r>
          </a:p>
        </p:txBody>
      </p:sp>
      <p:sp>
        <p:nvSpPr>
          <p:cNvPr id="7" name="takeaway-bullet">
            <a:extLst xmlns:a="http://schemas.openxmlformats.org/drawingml/2006/main">
              <a:ext uri="{FF2B5EF4-FFF2-40B4-BE49-F238E27FC236}">
                <a16:creationId xmlns:a16="http://schemas.microsoft.com/office/drawing/2014/main" id="{226B11E3-9B64-498E-941C-89C517880B33}"/>
              </a:ext>
            </a:extLst>
          </p:cNvPr>
          <p:cNvSpPr>
            <a:spLocks xmlns:a="http://schemas.openxmlformats.org/drawingml/2006/main" noGrp="1"/>
          </p:cNvSpPr>
          <p:nvPr/>
        </p:nvSpPr>
        <p:spPr>
          <a:xfrm xmlns:a="http://schemas.openxmlformats.org/drawingml/2006/main">
            <a:off x="457200" y="5867400"/>
            <a:ext cx="76200" cy="76200"/>
          </a:xfrm>
          <a:prstGeom xmlns:a="http://schemas.openxmlformats.org/drawingml/2006/main" prst="rect">
            <a:avLst/>
          </a:prstGeom>
          <a:solidFill xmlns:a="http://schemas.openxmlformats.org/drawingml/2006/main">
            <a:srgbClr val="5DAA18"/>
          </a:solidFill>
          <a:ln xmlns:a="http://schemas.openxmlformats.org/drawingml/2006/main" w="0">
            <a:noFill/>
            <a:prstDash val="solid"/>
          </a:ln>
        </p:spPr>
      </p:sp>
      <p:sp>
        <p:nvSpPr>
          <p:cNvPr id="8" name="takeaway">
            <a:extLst xmlns:a="http://schemas.openxmlformats.org/drawingml/2006/main">
              <a:ext uri="{FF2B5EF4-FFF2-40B4-BE49-F238E27FC236}">
                <a16:creationId xmlns:a16="http://schemas.microsoft.com/office/drawing/2014/main" id="{A46062B2-F7FA-45B9-8D7A-EC5970D2A815}"/>
              </a:ext>
            </a:extLst>
          </p:cNvPr>
          <p:cNvSpPr>
            <a:spLocks xmlns:a="http://schemas.openxmlformats.org/drawingml/2006/main" noGrp="1"/>
          </p:cNvSpPr>
          <p:nvPr/>
        </p:nvSpPr>
        <p:spPr>
          <a:xfrm xmlns:a="http://schemas.openxmlformats.org/drawingml/2006/main">
            <a:off x="647700" y="574357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5DAA18"/>
                </a:solidFill>
                <a:latin typeface="Noto Sans JP"/>
                <a:ea typeface="Noto Sans JP"/>
                <a:cs typeface="Noto Sans JP"/>
              </a:defRPr>
            </a:pPr>
            <a:r>
              <a:rPr sz="1350" b="1" i="0">
                <a:solidFill>
                  <a:srgbClr val="5DAA18"/>
                </a:solidFill>
                <a:latin typeface="Noto Sans JP"/>
                <a:ea typeface="Noto Sans JP"/>
                <a:cs typeface="Noto Sans JP"/>
              </a:rPr>
              <a:t>Originalとの差はSwarm 3手法間差より一桁以上大きく、EEDF familyと輸送閉包の選択が支配的。</a:t>
            </a:r>
          </a:p>
        </p:txBody>
      </p:sp>
      <p:sp>
        <p:nvSpPr>
          <p:cNvPr id="9" name="source">
            <a:extLst xmlns:a="http://schemas.openxmlformats.org/drawingml/2006/main">
              <a:ext uri="{FF2B5EF4-FFF2-40B4-BE49-F238E27FC236}">
                <a16:creationId xmlns:a16="http://schemas.microsoft.com/office/drawing/2014/main" id="{BBFCCB39-381F-4D13-8CEC-AD1926F8EA5E}"/>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Source figure (non-editable): signed symmetric difference on common-time nodes; original COMSOL reference; shared symmetric color range</a:t>
            </a:r>
          </a:p>
        </p:txBody>
      </p:sp>
      <p:sp>
        <p:nvSpPr>
          <p:cNvPr id="10" name="footer">
            <a:extLst xmlns:a="http://schemas.openxmlformats.org/drawingml/2006/main">
              <a:ext uri="{FF2B5EF4-FFF2-40B4-BE49-F238E27FC236}">
                <a16:creationId xmlns:a16="http://schemas.microsoft.com/office/drawing/2014/main" id="{1CF4984E-41B8-40D3-B3A9-225738F48BE4}"/>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1" name="page">
            <a:extLst xmlns:a="http://schemas.openxmlformats.org/drawingml/2006/main">
              <a:ext uri="{FF2B5EF4-FFF2-40B4-BE49-F238E27FC236}">
                <a16:creationId xmlns:a16="http://schemas.microsoft.com/office/drawing/2014/main" id="{1F042AAC-293E-4D0F-8685-1CB3F33F4FFA}"/>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56</a:t>
            </a:r>
          </a:p>
        </p:txBody>
      </p:sp>
    </p:spTree>
    <p:extLst>
      <p:ext uri="{BB962C8B-B14F-4D97-AF65-F5344CB8AC3E}">
        <p14:creationId xmlns:p14="http://schemas.microsoft.com/office/powerpoint/2010/main" val="856494016"/>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240BA9DD-98DB-408B-865A-E789807999C4}"/>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
        <p:nvSpPr>
          <p:cNvPr id="2" name="title">
            <a:extLst xmlns:a="http://schemas.openxmlformats.org/drawingml/2006/main">
              <a:ext uri="{FF2B5EF4-FFF2-40B4-BE49-F238E27FC236}">
                <a16:creationId xmlns:a16="http://schemas.microsoft.com/office/drawing/2014/main" id="{2B5145B9-01AB-4134-A47C-17D511A14782}"/>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標準COMSOLとの差 II：電子平均エネルギー</a:t>
            </a:r>
          </a:p>
        </p:txBody>
      </p:sp>
      <p:sp>
        <p:nvSpPr>
          <p:cNvPr id="3" name="subtitle">
            <a:extLst xmlns:a="http://schemas.openxmlformats.org/drawingml/2006/main">
              <a:ext uri="{FF2B5EF4-FFF2-40B4-BE49-F238E27FC236}">
                <a16:creationId xmlns:a16="http://schemas.microsoft.com/office/drawing/2014/main" id="{E9A17D8E-16F1-40F2-B828-2792C60F9B63}"/>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δs = 100(x − xOriginal)/max(|x|, |xOriginal|)；r–z [cm]・共通のゼロ中心対称凡例 -50…+50%</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ca0b072dde548c3"/>
          <a:stretch xmlns:a="http://schemas.openxmlformats.org/drawingml/2006/main"/>
        </p:blipFill>
        <p:spPr>
          <a:xfrm xmlns:a="http://schemas.openxmlformats.org/drawingml/2006/main">
            <a:off x="333375" y="1315879"/>
            <a:ext cx="11525250" cy="311181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CF3D8F4-4CA9-456B-9E95-9E847B76DE3D}"/>
              </a:ext>
            </a:extLst>
          </p:cNvPr>
          <p:cNvSpPr>
            <a:spLocks xmlns:a="http://schemas.openxmlformats.org/drawingml/2006/main" noGrp="1"/>
          </p:cNvSpPr>
          <p:nvPr/>
        </p:nvSpPr>
        <p:spPr>
          <a:xfrm xmlns:a="http://schemas.openxmlformats.org/drawingml/2006/main">
            <a:off x="523875" y="4610100"/>
            <a:ext cx="6858000" cy="68580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全Swarm列で正偏差が広がり、励起・電離kernelの重みを高エネルギー側へ移す。</a:t>
            </a:r>
          </a:p>
        </p:txBody>
      </p:sp>
      <p:sp>
        <p:nvSpPr>
          <p:cNvPr id="6" name="">
            <a:extLst xmlns:a="http://schemas.openxmlformats.org/drawingml/2006/main">
              <a:ext uri="{FF2B5EF4-FFF2-40B4-BE49-F238E27FC236}">
                <a16:creationId xmlns:a16="http://schemas.microsoft.com/office/drawing/2014/main" id="{4E682117-F920-4A29-BE66-7BEC4D881AD7}"/>
              </a:ext>
            </a:extLst>
          </p:cNvPr>
          <p:cNvSpPr>
            <a:spLocks xmlns:a="http://schemas.openxmlformats.org/drawingml/2006/main" noGrp="1"/>
          </p:cNvSpPr>
          <p:nvPr/>
        </p:nvSpPr>
        <p:spPr>
          <a:xfrm xmlns:a="http://schemas.openxmlformats.org/drawingml/2006/main">
            <a:off x="7620000" y="4610100"/>
            <a:ext cx="4048125" cy="68580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241646"/>
                </a:solidFill>
                <a:latin typeface="Noto Sans JP"/>
                <a:ea typeface="Noto Sans JP"/>
                <a:cs typeface="Noto Sans JP"/>
              </a:defRPr>
            </a:pPr>
            <a:r>
              <a:rPr sz="1275" b="1" i="0">
                <a:solidFill>
                  <a:srgbClr val="241646"/>
                </a:solidFill>
                <a:latin typeface="Noto Sans JP"/>
                <a:ea typeface="Noto Sans JP"/>
                <a:cs typeface="Noto Sans JP"/>
              </a:rPr>
              <a:t>体積積分のOriginal比</a:t>
            </a:r>
          </a:p>
          <a:p xmlns:a="http://schemas.openxmlformats.org/drawingml/2006/main">
            <a:pPr algn="ctr">
              <a:lnSpc>
                <a:spcPct val="102000"/>
              </a:lnSpc>
              <a:buNone/>
              <a:defRPr sz="1275" b="1" i="0">
                <a:solidFill>
                  <a:srgbClr val="241646"/>
                </a:solidFill>
                <a:latin typeface="Noto Sans JP"/>
                <a:ea typeface="Noto Sans JP"/>
                <a:cs typeface="Noto Sans JP"/>
              </a:defRPr>
            </a:pPr>
            <a:r>
              <a:rPr sz="1275" b="1" i="0">
                <a:solidFill>
                  <a:srgbClr val="241646"/>
                </a:solidFill>
                <a:latin typeface="Noto Sans JP"/>
                <a:ea typeface="Noto Sans JP"/>
                <a:cs typeface="Noto Sans JP"/>
              </a:rPr>
              <a:t>2T / MC / Prop = +46.7% / +46.1% / +45.9%</a:t>
            </a:r>
          </a:p>
        </p:txBody>
      </p:sp>
      <p:sp>
        <p:nvSpPr>
          <p:cNvPr id="7" name="takeaway-bullet">
            <a:extLst xmlns:a="http://schemas.openxmlformats.org/drawingml/2006/main">
              <a:ext uri="{FF2B5EF4-FFF2-40B4-BE49-F238E27FC236}">
                <a16:creationId xmlns:a16="http://schemas.microsoft.com/office/drawing/2014/main" id="{0B01CD9D-78B0-4D14-9F51-E226FFC26959}"/>
              </a:ext>
            </a:extLst>
          </p:cNvPr>
          <p:cNvSpPr>
            <a:spLocks xmlns:a="http://schemas.openxmlformats.org/drawingml/2006/main" noGrp="1"/>
          </p:cNvSpPr>
          <p:nvPr/>
        </p:nvSpPr>
        <p:spPr>
          <a:xfrm xmlns:a="http://schemas.openxmlformats.org/drawingml/2006/main">
            <a:off x="457200" y="5867400"/>
            <a:ext cx="76200" cy="76200"/>
          </a:xfrm>
          <a:prstGeom xmlns:a="http://schemas.openxmlformats.org/drawingml/2006/main" prst="rect">
            <a:avLst/>
          </a:prstGeom>
          <a:solidFill xmlns:a="http://schemas.openxmlformats.org/drawingml/2006/main">
            <a:srgbClr val="5DAA18"/>
          </a:solidFill>
          <a:ln xmlns:a="http://schemas.openxmlformats.org/drawingml/2006/main" w="0">
            <a:noFill/>
            <a:prstDash val="solid"/>
          </a:ln>
        </p:spPr>
      </p:sp>
      <p:sp>
        <p:nvSpPr>
          <p:cNvPr id="8" name="takeaway">
            <a:extLst xmlns:a="http://schemas.openxmlformats.org/drawingml/2006/main">
              <a:ext uri="{FF2B5EF4-FFF2-40B4-BE49-F238E27FC236}">
                <a16:creationId xmlns:a16="http://schemas.microsoft.com/office/drawing/2014/main" id="{0CF7F5D8-F377-4529-BDC9-6BC340570E0A}"/>
              </a:ext>
            </a:extLst>
          </p:cNvPr>
          <p:cNvSpPr>
            <a:spLocks xmlns:a="http://schemas.openxmlformats.org/drawingml/2006/main" noGrp="1"/>
          </p:cNvSpPr>
          <p:nvPr/>
        </p:nvSpPr>
        <p:spPr>
          <a:xfrm xmlns:a="http://schemas.openxmlformats.org/drawingml/2006/main">
            <a:off x="647700" y="574357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5DAA18"/>
                </a:solidFill>
                <a:latin typeface="Noto Sans JP"/>
                <a:ea typeface="Noto Sans JP"/>
                <a:cs typeface="Noto Sans JP"/>
              </a:defRPr>
            </a:pPr>
            <a:r>
              <a:rPr sz="1350" b="1" i="0">
                <a:solidFill>
                  <a:srgbClr val="5DAA18"/>
                </a:solidFill>
                <a:latin typeface="Noto Sans JP"/>
                <a:ea typeface="Noto Sans JP"/>
                <a:cs typeface="Noto Sans JP"/>
              </a:rPr>
              <a:t>electron-weighted平均はOriginalより約+46%。局所最大と密度重み付き積分を分けて確認する。</a:t>
            </a:r>
          </a:p>
        </p:txBody>
      </p:sp>
      <p:sp>
        <p:nvSpPr>
          <p:cNvPr id="9" name="source">
            <a:extLst xmlns:a="http://schemas.openxmlformats.org/drawingml/2006/main">
              <a:ext uri="{FF2B5EF4-FFF2-40B4-BE49-F238E27FC236}">
                <a16:creationId xmlns:a16="http://schemas.microsoft.com/office/drawing/2014/main" id="{0ECD080B-0AE5-4EAD-8880-DFB6F587E1D0}"/>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Source figure (non-editable): signed symmetric difference on common-time nodes; original COMSOL reference; shared symmetric color range</a:t>
            </a:r>
          </a:p>
        </p:txBody>
      </p:sp>
      <p:sp>
        <p:nvSpPr>
          <p:cNvPr id="10" name="footer">
            <a:extLst xmlns:a="http://schemas.openxmlformats.org/drawingml/2006/main">
              <a:ext uri="{FF2B5EF4-FFF2-40B4-BE49-F238E27FC236}">
                <a16:creationId xmlns:a16="http://schemas.microsoft.com/office/drawing/2014/main" id="{35A43F15-72FA-435A-8656-617026CB1A8A}"/>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1" name="page">
            <a:extLst xmlns:a="http://schemas.openxmlformats.org/drawingml/2006/main">
              <a:ext uri="{FF2B5EF4-FFF2-40B4-BE49-F238E27FC236}">
                <a16:creationId xmlns:a16="http://schemas.microsoft.com/office/drawing/2014/main" id="{08701E01-81A7-4167-845A-F16DE380AC85}"/>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57</a:t>
            </a:r>
          </a:p>
        </p:txBody>
      </p:sp>
    </p:spTree>
    <p:extLst>
      <p:ext uri="{BB962C8B-B14F-4D97-AF65-F5344CB8AC3E}">
        <p14:creationId xmlns:p14="http://schemas.microsoft.com/office/powerpoint/2010/main" val="715831063"/>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6E5F5AA-1C4E-4A0D-B080-4CD6F5DD5A18}"/>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
        <p:nvSpPr>
          <p:cNvPr id="2" name="title">
            <a:extLst xmlns:a="http://schemas.openxmlformats.org/drawingml/2006/main">
              <a:ext uri="{FF2B5EF4-FFF2-40B4-BE49-F238E27FC236}">
                <a16:creationId xmlns:a16="http://schemas.microsoft.com/office/drawing/2014/main" id="{3BEEA15D-03DF-4E8F-A2E5-2E685D4AFF3B}"/>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標準COMSOLとの差 III：Ar* metastable</a:t>
            </a:r>
          </a:p>
        </p:txBody>
      </p:sp>
      <p:sp>
        <p:nvSpPr>
          <p:cNvPr id="3" name="subtitle">
            <a:extLst xmlns:a="http://schemas.openxmlformats.org/drawingml/2006/main">
              <a:ext uri="{FF2B5EF4-FFF2-40B4-BE49-F238E27FC236}">
                <a16:creationId xmlns:a16="http://schemas.microsoft.com/office/drawing/2014/main" id="{182A8F83-7C1A-4DC8-99B2-6754F8C85713}"/>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δs = 100(x − xOriginal)/max(|x|, |xOriginal|)；r–z [cm]・共通のゼロ中心対称凡例 -100…+100%</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9e54e621b724465"/>
          <a:stretch xmlns:a="http://schemas.openxmlformats.org/drawingml/2006/main"/>
        </p:blipFill>
        <p:spPr>
          <a:xfrm xmlns:a="http://schemas.openxmlformats.org/drawingml/2006/main">
            <a:off x="333375" y="1315879"/>
            <a:ext cx="11525250" cy="311181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1ED26B0-E22B-4A1D-B0CB-61C249711BA0}"/>
              </a:ext>
            </a:extLst>
          </p:cNvPr>
          <p:cNvSpPr>
            <a:spLocks xmlns:a="http://schemas.openxmlformats.org/drawingml/2006/main" noGrp="1"/>
          </p:cNvSpPr>
          <p:nvPr/>
        </p:nvSpPr>
        <p:spPr>
          <a:xfrm xmlns:a="http://schemas.openxmlformats.org/drawingml/2006/main">
            <a:off x="523875" y="4610100"/>
            <a:ext cx="6858000" cy="68580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局所符号は混在するが体積積分は低下。Originalの1 ms値には未定常成分を含む。</a:t>
            </a:r>
          </a:p>
        </p:txBody>
      </p:sp>
      <p:sp>
        <p:nvSpPr>
          <p:cNvPr id="6" name="">
            <a:extLst xmlns:a="http://schemas.openxmlformats.org/drawingml/2006/main">
              <a:ext uri="{FF2B5EF4-FFF2-40B4-BE49-F238E27FC236}">
                <a16:creationId xmlns:a16="http://schemas.microsoft.com/office/drawing/2014/main" id="{E9DE2127-9E26-46D5-A3E0-01312E2E0EDB}"/>
              </a:ext>
            </a:extLst>
          </p:cNvPr>
          <p:cNvSpPr>
            <a:spLocks xmlns:a="http://schemas.openxmlformats.org/drawingml/2006/main" noGrp="1"/>
          </p:cNvSpPr>
          <p:nvPr/>
        </p:nvSpPr>
        <p:spPr>
          <a:xfrm xmlns:a="http://schemas.openxmlformats.org/drawingml/2006/main">
            <a:off x="7620000" y="4610100"/>
            <a:ext cx="4048125" cy="68580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241646"/>
                </a:solidFill>
                <a:latin typeface="Noto Sans JP"/>
                <a:ea typeface="Noto Sans JP"/>
                <a:cs typeface="Noto Sans JP"/>
              </a:defRPr>
            </a:pPr>
            <a:r>
              <a:rPr sz="1275" b="1" i="0">
                <a:solidFill>
                  <a:srgbClr val="241646"/>
                </a:solidFill>
                <a:latin typeface="Noto Sans JP"/>
                <a:ea typeface="Noto Sans JP"/>
                <a:cs typeface="Noto Sans JP"/>
              </a:rPr>
              <a:t>体積積分のOriginal比</a:t>
            </a:r>
          </a:p>
          <a:p xmlns:a="http://schemas.openxmlformats.org/drawingml/2006/main">
            <a:pPr algn="ctr">
              <a:lnSpc>
                <a:spcPct val="102000"/>
              </a:lnSpc>
              <a:buNone/>
              <a:defRPr sz="1275" b="1" i="0">
                <a:solidFill>
                  <a:srgbClr val="241646"/>
                </a:solidFill>
                <a:latin typeface="Noto Sans JP"/>
                <a:ea typeface="Noto Sans JP"/>
                <a:cs typeface="Noto Sans JP"/>
              </a:defRPr>
            </a:pPr>
            <a:r>
              <a:rPr sz="1275" b="1" i="0">
                <a:solidFill>
                  <a:srgbClr val="241646"/>
                </a:solidFill>
                <a:latin typeface="Noto Sans JP"/>
                <a:ea typeface="Noto Sans JP"/>
                <a:cs typeface="Noto Sans JP"/>
              </a:rPr>
              <a:t>2T / MC / Prop = -45.0% / -45.5% / -45.5%</a:t>
            </a:r>
          </a:p>
        </p:txBody>
      </p:sp>
      <p:sp>
        <p:nvSpPr>
          <p:cNvPr id="7" name="takeaway-bullet">
            <a:extLst xmlns:a="http://schemas.openxmlformats.org/drawingml/2006/main">
              <a:ext uri="{FF2B5EF4-FFF2-40B4-BE49-F238E27FC236}">
                <a16:creationId xmlns:a16="http://schemas.microsoft.com/office/drawing/2014/main" id="{0247A178-80F4-4D2E-B181-C65BD49FE202}"/>
              </a:ext>
            </a:extLst>
          </p:cNvPr>
          <p:cNvSpPr>
            <a:spLocks xmlns:a="http://schemas.openxmlformats.org/drawingml/2006/main" noGrp="1"/>
          </p:cNvSpPr>
          <p:nvPr/>
        </p:nvSpPr>
        <p:spPr>
          <a:xfrm xmlns:a="http://schemas.openxmlformats.org/drawingml/2006/main">
            <a:off x="457200" y="5867400"/>
            <a:ext cx="76200" cy="76200"/>
          </a:xfrm>
          <a:prstGeom xmlns:a="http://schemas.openxmlformats.org/drawingml/2006/main" prst="rect">
            <a:avLst/>
          </a:prstGeom>
          <a:solidFill xmlns:a="http://schemas.openxmlformats.org/drawingml/2006/main">
            <a:srgbClr val="5DAA18"/>
          </a:solidFill>
          <a:ln xmlns:a="http://schemas.openxmlformats.org/drawingml/2006/main" w="0">
            <a:noFill/>
            <a:prstDash val="solid"/>
          </a:ln>
        </p:spPr>
      </p:sp>
      <p:sp>
        <p:nvSpPr>
          <p:cNvPr id="8" name="takeaway">
            <a:extLst xmlns:a="http://schemas.openxmlformats.org/drawingml/2006/main">
              <a:ext uri="{FF2B5EF4-FFF2-40B4-BE49-F238E27FC236}">
                <a16:creationId xmlns:a16="http://schemas.microsoft.com/office/drawing/2014/main" id="{96CBBB52-9F6C-4374-A22E-6A76474CA24F}"/>
              </a:ext>
            </a:extLst>
          </p:cNvPr>
          <p:cNvSpPr>
            <a:spLocks xmlns:a="http://schemas.openxmlformats.org/drawingml/2006/main" noGrp="1"/>
          </p:cNvSpPr>
          <p:nvPr/>
        </p:nvSpPr>
        <p:spPr>
          <a:xfrm xmlns:a="http://schemas.openxmlformats.org/drawingml/2006/main">
            <a:off x="647700" y="574357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5DAA18"/>
                </a:solidFill>
                <a:latin typeface="Noto Sans JP"/>
                <a:ea typeface="Noto Sans JP"/>
                <a:cs typeface="Noto Sans JP"/>
              </a:defRPr>
            </a:pPr>
            <a:r>
              <a:rPr sz="1350" b="1" i="0">
                <a:solidFill>
                  <a:srgbClr val="5DAA18"/>
                </a:solidFill>
                <a:latin typeface="Noto Sans JP"/>
                <a:ea typeface="Noto Sans JP"/>
                <a:cs typeface="Noto Sans JP"/>
              </a:rPr>
              <a:t>Ar*はtail-sensitive chemistryと緩和時間の双方を読む量。差を定常closure差だけへ帰属しない。</a:t>
            </a:r>
          </a:p>
        </p:txBody>
      </p:sp>
      <p:sp>
        <p:nvSpPr>
          <p:cNvPr id="9" name="source">
            <a:extLst xmlns:a="http://schemas.openxmlformats.org/drawingml/2006/main">
              <a:ext uri="{FF2B5EF4-FFF2-40B4-BE49-F238E27FC236}">
                <a16:creationId xmlns:a16="http://schemas.microsoft.com/office/drawing/2014/main" id="{5AC60982-4944-4A9E-8A71-1B2D539197B8}"/>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Source figure (non-editable): signed symmetric difference on common-time nodes; original COMSOL reference; shared symmetric color range</a:t>
            </a:r>
          </a:p>
        </p:txBody>
      </p:sp>
      <p:sp>
        <p:nvSpPr>
          <p:cNvPr id="10" name="footer">
            <a:extLst xmlns:a="http://schemas.openxmlformats.org/drawingml/2006/main">
              <a:ext uri="{FF2B5EF4-FFF2-40B4-BE49-F238E27FC236}">
                <a16:creationId xmlns:a16="http://schemas.microsoft.com/office/drawing/2014/main" id="{B8ED4B5D-52DB-487B-93DA-B2C071C59549}"/>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1" name="page">
            <a:extLst xmlns:a="http://schemas.openxmlformats.org/drawingml/2006/main">
              <a:ext uri="{FF2B5EF4-FFF2-40B4-BE49-F238E27FC236}">
                <a16:creationId xmlns:a16="http://schemas.microsoft.com/office/drawing/2014/main" id="{91A32942-1DFC-4511-9AEB-757D6AA22CFF}"/>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58</a:t>
            </a:r>
          </a:p>
        </p:txBody>
      </p:sp>
    </p:spTree>
    <p:extLst>
      <p:ext uri="{BB962C8B-B14F-4D97-AF65-F5344CB8AC3E}">
        <p14:creationId xmlns:p14="http://schemas.microsoft.com/office/powerpoint/2010/main" val="888724570"/>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7FCC725A-C3D4-432C-8226-676ABF41E487}"/>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
        <p:nvSpPr>
          <p:cNvPr id="2" name="title">
            <a:extLst xmlns:a="http://schemas.openxmlformats.org/drawingml/2006/main">
              <a:ext uri="{FF2B5EF4-FFF2-40B4-BE49-F238E27FC236}">
                <a16:creationId xmlns:a16="http://schemas.microsoft.com/office/drawing/2014/main" id="{515E09F6-4016-4357-909E-A59D2F7E0063}"/>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標準COMSOLとの差 IV：Ar⁺</a:t>
            </a:r>
          </a:p>
        </p:txBody>
      </p:sp>
      <p:sp>
        <p:nvSpPr>
          <p:cNvPr id="3" name="subtitle">
            <a:extLst xmlns:a="http://schemas.openxmlformats.org/drawingml/2006/main">
              <a:ext uri="{FF2B5EF4-FFF2-40B4-BE49-F238E27FC236}">
                <a16:creationId xmlns:a16="http://schemas.microsoft.com/office/drawing/2014/main" id="{43D48C53-31EC-4E13-9A59-9373AF37B9B7}"/>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δs = 100(x − xOriginal)/max(|x|, |xOriginal|)；r–z [cm]・共通のゼロ中心対称凡例 -100…+100%</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49991082c184bdf"/>
          <a:stretch xmlns:a="http://schemas.openxmlformats.org/drawingml/2006/main"/>
        </p:blipFill>
        <p:spPr>
          <a:xfrm xmlns:a="http://schemas.openxmlformats.org/drawingml/2006/main">
            <a:off x="333375" y="1315879"/>
            <a:ext cx="11525250" cy="311181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96A3513-9B4B-42D5-8E2F-9A4AF22C00F9}"/>
              </a:ext>
            </a:extLst>
          </p:cNvPr>
          <p:cNvSpPr>
            <a:spLocks xmlns:a="http://schemas.openxmlformats.org/drawingml/2006/main" noGrp="1"/>
          </p:cNvSpPr>
          <p:nvPr/>
        </p:nvSpPr>
        <p:spPr>
          <a:xfrm xmlns:a="http://schemas.openxmlformats.org/drawingml/2006/main">
            <a:off x="523875" y="4610100"/>
            <a:ext cx="6858000" cy="68580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電子密度と同じglobal低下。sheath・壁近傍の局所比は準中性近似だけでは説明できない。</a:t>
            </a:r>
          </a:p>
        </p:txBody>
      </p:sp>
      <p:sp>
        <p:nvSpPr>
          <p:cNvPr id="6" name="">
            <a:extLst xmlns:a="http://schemas.openxmlformats.org/drawingml/2006/main">
              <a:ext uri="{FF2B5EF4-FFF2-40B4-BE49-F238E27FC236}">
                <a16:creationId xmlns:a16="http://schemas.microsoft.com/office/drawing/2014/main" id="{7D5D08DA-7833-4DA7-96FD-3FB42B7F6B0A}"/>
              </a:ext>
            </a:extLst>
          </p:cNvPr>
          <p:cNvSpPr>
            <a:spLocks xmlns:a="http://schemas.openxmlformats.org/drawingml/2006/main" noGrp="1"/>
          </p:cNvSpPr>
          <p:nvPr/>
        </p:nvSpPr>
        <p:spPr>
          <a:xfrm xmlns:a="http://schemas.openxmlformats.org/drawingml/2006/main">
            <a:off x="7620000" y="4610100"/>
            <a:ext cx="4048125" cy="68580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241646"/>
                </a:solidFill>
                <a:latin typeface="Noto Sans JP"/>
                <a:ea typeface="Noto Sans JP"/>
                <a:cs typeface="Noto Sans JP"/>
              </a:defRPr>
            </a:pPr>
            <a:r>
              <a:rPr sz="1275" b="1" i="0">
                <a:solidFill>
                  <a:srgbClr val="241646"/>
                </a:solidFill>
                <a:latin typeface="Noto Sans JP"/>
                <a:ea typeface="Noto Sans JP"/>
                <a:cs typeface="Noto Sans JP"/>
              </a:rPr>
              <a:t>体積積分のOriginal比</a:t>
            </a:r>
          </a:p>
          <a:p xmlns:a="http://schemas.openxmlformats.org/drawingml/2006/main">
            <a:pPr algn="ctr">
              <a:lnSpc>
                <a:spcPct val="102000"/>
              </a:lnSpc>
              <a:buNone/>
              <a:defRPr sz="1275" b="1" i="0">
                <a:solidFill>
                  <a:srgbClr val="241646"/>
                </a:solidFill>
                <a:latin typeface="Noto Sans JP"/>
                <a:ea typeface="Noto Sans JP"/>
                <a:cs typeface="Noto Sans JP"/>
              </a:defRPr>
            </a:pPr>
            <a:r>
              <a:rPr sz="1275" b="1" i="0">
                <a:solidFill>
                  <a:srgbClr val="241646"/>
                </a:solidFill>
                <a:latin typeface="Noto Sans JP"/>
                <a:ea typeface="Noto Sans JP"/>
                <a:cs typeface="Noto Sans JP"/>
              </a:rPr>
              <a:t>2T / MC / Prop = -35.4% / -35.0% / -34.8%</a:t>
            </a:r>
          </a:p>
        </p:txBody>
      </p:sp>
      <p:sp>
        <p:nvSpPr>
          <p:cNvPr id="7" name="takeaway-bullet">
            <a:extLst xmlns:a="http://schemas.openxmlformats.org/drawingml/2006/main">
              <a:ext uri="{FF2B5EF4-FFF2-40B4-BE49-F238E27FC236}">
                <a16:creationId xmlns:a16="http://schemas.microsoft.com/office/drawing/2014/main" id="{BE94EF2D-6850-4D72-8BBF-5CA37DA8ACA2}"/>
              </a:ext>
            </a:extLst>
          </p:cNvPr>
          <p:cNvSpPr>
            <a:spLocks xmlns:a="http://schemas.openxmlformats.org/drawingml/2006/main" noGrp="1"/>
          </p:cNvSpPr>
          <p:nvPr/>
        </p:nvSpPr>
        <p:spPr>
          <a:xfrm xmlns:a="http://schemas.openxmlformats.org/drawingml/2006/main">
            <a:off x="457200" y="5867400"/>
            <a:ext cx="76200" cy="76200"/>
          </a:xfrm>
          <a:prstGeom xmlns:a="http://schemas.openxmlformats.org/drawingml/2006/main" prst="rect">
            <a:avLst/>
          </a:prstGeom>
          <a:solidFill xmlns:a="http://schemas.openxmlformats.org/drawingml/2006/main">
            <a:srgbClr val="5DAA18"/>
          </a:solidFill>
          <a:ln xmlns:a="http://schemas.openxmlformats.org/drawingml/2006/main" w="0">
            <a:noFill/>
            <a:prstDash val="solid"/>
          </a:ln>
        </p:spPr>
      </p:sp>
      <p:sp>
        <p:nvSpPr>
          <p:cNvPr id="8" name="takeaway">
            <a:extLst xmlns:a="http://schemas.openxmlformats.org/drawingml/2006/main">
              <a:ext uri="{FF2B5EF4-FFF2-40B4-BE49-F238E27FC236}">
                <a16:creationId xmlns:a16="http://schemas.microsoft.com/office/drawing/2014/main" id="{283F3726-94DB-4080-B1D0-F3457238EC91}"/>
              </a:ext>
            </a:extLst>
          </p:cNvPr>
          <p:cNvSpPr>
            <a:spLocks xmlns:a="http://schemas.openxmlformats.org/drawingml/2006/main" noGrp="1"/>
          </p:cNvSpPr>
          <p:nvPr/>
        </p:nvSpPr>
        <p:spPr>
          <a:xfrm xmlns:a="http://schemas.openxmlformats.org/drawingml/2006/main">
            <a:off x="647700" y="574357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5DAA18"/>
                </a:solidFill>
                <a:latin typeface="Noto Sans JP"/>
                <a:ea typeface="Noto Sans JP"/>
                <a:cs typeface="Noto Sans JP"/>
              </a:defRPr>
            </a:pPr>
            <a:r>
              <a:rPr sz="1350" b="1" i="0">
                <a:solidFill>
                  <a:srgbClr val="5DAA18"/>
                </a:solidFill>
                <a:latin typeface="Noto Sans JP"/>
                <a:ea typeface="Noto Sans JP"/>
                <a:cs typeface="Noto Sans JP"/>
              </a:rPr>
              <a:t>ion inventoryは約−35%。バルクの生成・輸送再配分をnₑと対にして評価する。</a:t>
            </a:r>
          </a:p>
        </p:txBody>
      </p:sp>
      <p:sp>
        <p:nvSpPr>
          <p:cNvPr id="9" name="source">
            <a:extLst xmlns:a="http://schemas.openxmlformats.org/drawingml/2006/main">
              <a:ext uri="{FF2B5EF4-FFF2-40B4-BE49-F238E27FC236}">
                <a16:creationId xmlns:a16="http://schemas.microsoft.com/office/drawing/2014/main" id="{DD805444-F72E-45BD-ACF7-7718F1D6C0D6}"/>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Source figure (non-editable): signed symmetric difference on common-time nodes; original COMSOL reference; shared symmetric color range</a:t>
            </a:r>
          </a:p>
        </p:txBody>
      </p:sp>
      <p:sp>
        <p:nvSpPr>
          <p:cNvPr id="10" name="footer">
            <a:extLst xmlns:a="http://schemas.openxmlformats.org/drawingml/2006/main">
              <a:ext uri="{FF2B5EF4-FFF2-40B4-BE49-F238E27FC236}">
                <a16:creationId xmlns:a16="http://schemas.microsoft.com/office/drawing/2014/main" id="{DF474C7E-5169-460C-9C70-3E71BC584E14}"/>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1" name="page">
            <a:extLst xmlns:a="http://schemas.openxmlformats.org/drawingml/2006/main">
              <a:ext uri="{FF2B5EF4-FFF2-40B4-BE49-F238E27FC236}">
                <a16:creationId xmlns:a16="http://schemas.microsoft.com/office/drawing/2014/main" id="{3023EBA4-BBE8-4E26-8EDC-9F64D99E6B4D}"/>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59</a:t>
            </a:r>
          </a:p>
        </p:txBody>
      </p:sp>
    </p:spTree>
    <p:extLst>
      <p:ext uri="{BB962C8B-B14F-4D97-AF65-F5344CB8AC3E}">
        <p14:creationId xmlns:p14="http://schemas.microsoft.com/office/powerpoint/2010/main" val="440708359"/>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86FC1C51-8EC7-4B41-A35D-1E6D40885464}"/>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
        <p:nvSpPr>
          <p:cNvPr id="2" name="title">
            <a:extLst xmlns:a="http://schemas.openxmlformats.org/drawingml/2006/main">
              <a:ext uri="{FF2B5EF4-FFF2-40B4-BE49-F238E27FC236}">
                <a16:creationId xmlns:a16="http://schemas.microsoft.com/office/drawing/2014/main" id="{3B1DA575-05A0-4E0C-91B5-99A1580836E0}"/>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標準COMSOLとの差 V：RF吸収密度</a:t>
            </a:r>
          </a:p>
        </p:txBody>
      </p:sp>
      <p:sp>
        <p:nvSpPr>
          <p:cNvPr id="3" name="subtitle">
            <a:extLst xmlns:a="http://schemas.openxmlformats.org/drawingml/2006/main">
              <a:ext uri="{FF2B5EF4-FFF2-40B4-BE49-F238E27FC236}">
                <a16:creationId xmlns:a16="http://schemas.microsoft.com/office/drawing/2014/main" id="{8652B094-B73A-4D2A-821A-BE789E05D266}"/>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δs = 100(x − xOriginal)/max(|x|, |xOriginal|)；r–z [cm]・共通のゼロ中心対称凡例 -100…+100%</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655dfabae124828"/>
          <a:stretch xmlns:a="http://schemas.openxmlformats.org/drawingml/2006/main"/>
        </p:blipFill>
        <p:spPr>
          <a:xfrm xmlns:a="http://schemas.openxmlformats.org/drawingml/2006/main">
            <a:off x="333375" y="1315879"/>
            <a:ext cx="11525250" cy="311181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796314B-8837-49D1-AE8E-9BD5C81C5DB9}"/>
              </a:ext>
            </a:extLst>
          </p:cNvPr>
          <p:cNvSpPr>
            <a:spLocks xmlns:a="http://schemas.openxmlformats.org/drawingml/2006/main" noGrp="1"/>
          </p:cNvSpPr>
          <p:nvPr/>
        </p:nvSpPr>
        <p:spPr>
          <a:xfrm xmlns:a="http://schemas.openxmlformats.org/drawingml/2006/main">
            <a:off x="523875" y="4610100"/>
            <a:ext cx="6858000" cy="68580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Qrh≈0の節点ではδsが±100%へ飽和するため、局所色よりPabs積分を優先する。</a:t>
            </a:r>
          </a:p>
        </p:txBody>
      </p:sp>
      <p:sp>
        <p:nvSpPr>
          <p:cNvPr id="6" name="">
            <a:extLst xmlns:a="http://schemas.openxmlformats.org/drawingml/2006/main">
              <a:ext uri="{FF2B5EF4-FFF2-40B4-BE49-F238E27FC236}">
                <a16:creationId xmlns:a16="http://schemas.microsoft.com/office/drawing/2014/main" id="{B4F2F48B-C80C-463E-B861-F91D5C623E50}"/>
              </a:ext>
            </a:extLst>
          </p:cNvPr>
          <p:cNvSpPr>
            <a:spLocks xmlns:a="http://schemas.openxmlformats.org/drawingml/2006/main" noGrp="1"/>
          </p:cNvSpPr>
          <p:nvPr/>
        </p:nvSpPr>
        <p:spPr>
          <a:xfrm xmlns:a="http://schemas.openxmlformats.org/drawingml/2006/main">
            <a:off x="7620000" y="4610100"/>
            <a:ext cx="4048125" cy="68580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241646"/>
                </a:solidFill>
                <a:latin typeface="Noto Sans JP"/>
                <a:ea typeface="Noto Sans JP"/>
                <a:cs typeface="Noto Sans JP"/>
              </a:defRPr>
            </a:pPr>
            <a:r>
              <a:rPr sz="1275" b="1" i="0">
                <a:solidFill>
                  <a:srgbClr val="241646"/>
                </a:solidFill>
                <a:latin typeface="Noto Sans JP"/>
                <a:ea typeface="Noto Sans JP"/>
                <a:cs typeface="Noto Sans JP"/>
              </a:rPr>
              <a:t>体積積分のOriginal比</a:t>
            </a:r>
          </a:p>
          <a:p xmlns:a="http://schemas.openxmlformats.org/drawingml/2006/main">
            <a:pPr algn="ctr">
              <a:lnSpc>
                <a:spcPct val="102000"/>
              </a:lnSpc>
              <a:buNone/>
              <a:defRPr sz="1275" b="1" i="0">
                <a:solidFill>
                  <a:srgbClr val="241646"/>
                </a:solidFill>
                <a:latin typeface="Noto Sans JP"/>
                <a:ea typeface="Noto Sans JP"/>
                <a:cs typeface="Noto Sans JP"/>
              </a:defRPr>
            </a:pPr>
            <a:r>
              <a:rPr sz="1275" b="1" i="0">
                <a:solidFill>
                  <a:srgbClr val="241646"/>
                </a:solidFill>
                <a:latin typeface="Noto Sans JP"/>
                <a:ea typeface="Noto Sans JP"/>
                <a:cs typeface="Noto Sans JP"/>
              </a:rPr>
              <a:t>2T / MC / Prop = +15.5% / +15.5% / +15.5%</a:t>
            </a:r>
          </a:p>
        </p:txBody>
      </p:sp>
      <p:sp>
        <p:nvSpPr>
          <p:cNvPr id="7" name="takeaway-bullet">
            <a:extLst xmlns:a="http://schemas.openxmlformats.org/drawingml/2006/main">
              <a:ext uri="{FF2B5EF4-FFF2-40B4-BE49-F238E27FC236}">
                <a16:creationId xmlns:a16="http://schemas.microsoft.com/office/drawing/2014/main" id="{A036E925-F8EC-42E0-B53E-1712366A4FC4}"/>
              </a:ext>
            </a:extLst>
          </p:cNvPr>
          <p:cNvSpPr>
            <a:spLocks xmlns:a="http://schemas.openxmlformats.org/drawingml/2006/main" noGrp="1"/>
          </p:cNvSpPr>
          <p:nvPr/>
        </p:nvSpPr>
        <p:spPr>
          <a:xfrm xmlns:a="http://schemas.openxmlformats.org/drawingml/2006/main">
            <a:off x="457200" y="5867400"/>
            <a:ext cx="76200" cy="76200"/>
          </a:xfrm>
          <a:prstGeom xmlns:a="http://schemas.openxmlformats.org/drawingml/2006/main" prst="rect">
            <a:avLst/>
          </a:prstGeom>
          <a:solidFill xmlns:a="http://schemas.openxmlformats.org/drawingml/2006/main">
            <a:srgbClr val="5DAA18"/>
          </a:solidFill>
          <a:ln xmlns:a="http://schemas.openxmlformats.org/drawingml/2006/main" w="0">
            <a:noFill/>
            <a:prstDash val="solid"/>
          </a:ln>
        </p:spPr>
      </p:sp>
      <p:sp>
        <p:nvSpPr>
          <p:cNvPr id="8" name="takeaway">
            <a:extLst xmlns:a="http://schemas.openxmlformats.org/drawingml/2006/main">
              <a:ext uri="{FF2B5EF4-FFF2-40B4-BE49-F238E27FC236}">
                <a16:creationId xmlns:a16="http://schemas.microsoft.com/office/drawing/2014/main" id="{4D36C373-95F1-4474-8423-C0F91F7F0261}"/>
              </a:ext>
            </a:extLst>
          </p:cNvPr>
          <p:cNvSpPr>
            <a:spLocks xmlns:a="http://schemas.openxmlformats.org/drawingml/2006/main" noGrp="1"/>
          </p:cNvSpPr>
          <p:nvPr/>
        </p:nvSpPr>
        <p:spPr>
          <a:xfrm xmlns:a="http://schemas.openxmlformats.org/drawingml/2006/main">
            <a:off x="647700" y="574357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5DAA18"/>
                </a:solidFill>
                <a:latin typeface="Noto Sans JP"/>
                <a:ea typeface="Noto Sans JP"/>
                <a:cs typeface="Noto Sans JP"/>
              </a:defRPr>
            </a:pPr>
            <a:r>
              <a:rPr sz="1350" b="1" i="0">
                <a:solidFill>
                  <a:srgbClr val="5DAA18"/>
                </a:solidFill>
                <a:latin typeface="Noto Sans JP"/>
                <a:ea typeface="Noto Sans JP"/>
                <a:cs typeface="Noto Sans JP"/>
              </a:rPr>
              <a:t>Pabsは約+15.5%だがcoil powerは同一1500 W。結合効率と空間再配分が変化した。</a:t>
            </a:r>
          </a:p>
        </p:txBody>
      </p:sp>
      <p:sp>
        <p:nvSpPr>
          <p:cNvPr id="9" name="source">
            <a:extLst xmlns:a="http://schemas.openxmlformats.org/drawingml/2006/main">
              <a:ext uri="{FF2B5EF4-FFF2-40B4-BE49-F238E27FC236}">
                <a16:creationId xmlns:a16="http://schemas.microsoft.com/office/drawing/2014/main" id="{C9BBC202-9C80-44AC-86AA-736D3FB6A537}"/>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Source figure (non-editable): signed symmetric difference on common-time nodes; original COMSOL reference; shared symmetric color range</a:t>
            </a:r>
          </a:p>
        </p:txBody>
      </p:sp>
      <p:sp>
        <p:nvSpPr>
          <p:cNvPr id="10" name="footer">
            <a:extLst xmlns:a="http://schemas.openxmlformats.org/drawingml/2006/main">
              <a:ext uri="{FF2B5EF4-FFF2-40B4-BE49-F238E27FC236}">
                <a16:creationId xmlns:a16="http://schemas.microsoft.com/office/drawing/2014/main" id="{6E621CDD-2A3C-46FE-B450-7015D5647833}"/>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1" name="page">
            <a:extLst xmlns:a="http://schemas.openxmlformats.org/drawingml/2006/main">
              <a:ext uri="{FF2B5EF4-FFF2-40B4-BE49-F238E27FC236}">
                <a16:creationId xmlns:a16="http://schemas.microsoft.com/office/drawing/2014/main" id="{112EFD27-7D97-40C7-B702-A10124FC037F}"/>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60</a:t>
            </a:r>
          </a:p>
        </p:txBody>
      </p:sp>
    </p:spTree>
    <p:extLst>
      <p:ext uri="{BB962C8B-B14F-4D97-AF65-F5344CB8AC3E}">
        <p14:creationId xmlns:p14="http://schemas.microsoft.com/office/powerpoint/2010/main" val="657551378"/>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3A66E5D-9172-4CAA-B684-2C776A500FEE}"/>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局所統計は4545節点、積分値はCOMSOL </a:t>
            </a:r>
            <a:r>
              <a:rPr sz="1275" b="0" i="0">
                <a:solidFill>
                  <a:srgbClr val="008DB6"/>
                </a:solidFill>
                <a:latin typeface="Noto Sans JP"/>
                <a:ea typeface="Noto Sans JP"/>
                <a:cs typeface="Noto Sans JP"/>
              </a:rPr>
              <a:t>軸対称体積積分</a:t>
            </a:r>
            <a:r>
              <a:rPr sz="1275" b="0" i="0">
                <a:solidFill>
                  <a:srgbClr val="008DB6"/>
                </a:solidFill>
                <a:latin typeface="Noto Sans JP"/>
                <a:ea typeface="Noto Sans JP"/>
                <a:cs typeface="Noto Sans JP"/>
              </a:rPr>
              <a:t>；すべてt = 1 ms</a:t>
            </a:r>
          </a:p>
        </p:txBody>
      </p:sp>
      <p:sp>
        <p:nvSpPr>
          <p:cNvPr id="7" name="">
            <a:extLst xmlns:a="http://schemas.openxmlformats.org/drawingml/2006/main">
              <a:ext uri="{FF2B5EF4-FFF2-40B4-BE49-F238E27FC236}">
                <a16:creationId xmlns:a16="http://schemas.microsoft.com/office/drawing/2014/main" id="{789377D1-9A2B-4DF8-A189-111409F0B238}"/>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8" name="">
            <a:extLst xmlns:a="http://schemas.openxmlformats.org/drawingml/2006/main">
              <a:ext uri="{FF2B5EF4-FFF2-40B4-BE49-F238E27FC236}">
                <a16:creationId xmlns:a16="http://schemas.microsoft.com/office/drawing/2014/main" id="{D7D1385E-B1FF-42BF-B2FF-47B042EB0C44}"/>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61</a:t>
            </a:r>
          </a:p>
        </p:txBody>
      </p:sp>
      <p:graphicFrame>
        <p:nvGraphicFramePr>
          <p:cNvPr id="29" name=""/>
          <p:cNvGraphicFramePr/>
          <p:nvPr/>
        </p:nvGraphicFramePr>
        <p:xfrm>
          <a:off xmlns:a="http://schemas.openxmlformats.org/drawingml/2006/main" x="333375" y="1428750"/>
          <a:ext xmlns:a="http://schemas.openxmlformats.org/drawingml/2006/main" cx="11525250" cy="3381375"/>
        </p:xfrm>
        <a:graphic xmlns:a="http://schemas.openxmlformats.org/drawingml/2006/main">
          <a:graphicData uri="http://schemas.openxmlformats.org/drawingml/2006/table">
            <a:tbl>
              <a:tblPr firstRow="1" bandRow="0"/>
              <a:tblGrid>
                <a:gridCol w="809625"/>
                <a:gridCol w="1619250"/>
                <a:gridCol w="1619250"/>
                <a:gridCol w="1619250"/>
                <a:gridCol w="2714625"/>
                <a:gridCol w="3143250"/>
              </a:tblGrid>
              <a:tr h="563563">
                <a:tc>
                  <a:txBody>
                    <a:bodyPr lIns="57150" tIns="38100" rIns="47625" bIns="38100">
                      <a:normAutofit/>
                    </a:bodyPr>
                    <a:lstStyle/>
                    <a:p>
                      <a:pPr algn="l">
                        <a:buNone/>
                      </a:pPr>
                      <a:r>
                        <a:rPr sz="840" b="1">
                          <a:solidFill>
                            <a:srgbClr val="FFFFFF"/>
                          </a:solidFill>
                          <a:latin typeface="Noto Sans JP"/>
                          <a:ea typeface="Noto Sans JP"/>
                          <a:cs typeface="Noto Sans JP"/>
                        </a:rPr>
                        <a:t>物理量</a:t>
                      </a:r>
                    </a:p>
                  </a:txBody>
                  <a:tcPr marL="91440" marR="91440" marT="45720" marB="45720" anchor="ctr">
                    <a:solidFill>
                      <a:srgbClr val="00A6D9"/>
                    </a:solidFill>
                  </a:tcPr>
                </a:tc>
                <a:tc>
                  <a:txBody>
                    <a:bodyPr lIns="57150" tIns="38100" rIns="47625" bIns="38100">
                      <a:normAutofit/>
                    </a:bodyPr>
                    <a:lstStyle/>
                    <a:p>
                      <a:pPr algn="ctr">
                        <a:buNone/>
                      </a:pPr>
                      <a:r>
                        <a:rPr sz="840" b="1">
                          <a:solidFill>
                            <a:srgbClr val="FFFFFF"/>
                          </a:solidFill>
                          <a:latin typeface="Noto Sans JP"/>
                          <a:ea typeface="Noto Sans JP"/>
                          <a:cs typeface="Noto Sans JP"/>
                        </a:rPr>
                        <a:t>two-term 局所中央値／95%点</a:t>
                      </a:r>
                    </a:p>
                  </a:txBody>
                  <a:tcPr marL="91440" marR="91440" marT="45720" marB="45720" anchor="ctr">
                    <a:solidFill>
                      <a:srgbClr val="00A6D9"/>
                    </a:solidFill>
                  </a:tcPr>
                </a:tc>
                <a:tc>
                  <a:txBody>
                    <a:bodyPr lIns="57150" tIns="38100" rIns="47625" bIns="38100">
                      <a:normAutofit/>
                    </a:bodyPr>
                    <a:lstStyle/>
                    <a:p>
                      <a:pPr algn="ctr">
                        <a:buNone/>
                      </a:pPr>
                      <a:r>
                        <a:rPr sz="840" b="1">
                          <a:solidFill>
                            <a:srgbClr val="FFFFFF"/>
                          </a:solidFill>
                          <a:latin typeface="Noto Sans JP"/>
                          <a:ea typeface="Noto Sans JP"/>
                          <a:cs typeface="Noto Sans JP"/>
                        </a:rPr>
                        <a:t>Monte Carlo 局所中央値／95%点</a:t>
                      </a:r>
                    </a:p>
                  </a:txBody>
                  <a:tcPr marL="91440" marR="91440" marT="45720" marB="45720" anchor="ctr">
                    <a:solidFill>
                      <a:srgbClr val="00A6D9"/>
                    </a:solidFill>
                  </a:tcPr>
                </a:tc>
                <a:tc>
                  <a:txBody>
                    <a:bodyPr lIns="57150" tIns="38100" rIns="47625" bIns="38100">
                      <a:normAutofit/>
                    </a:bodyPr>
                    <a:lstStyle/>
                    <a:p>
                      <a:pPr algn="ctr">
                        <a:buNone/>
                      </a:pPr>
                      <a:r>
                        <a:rPr sz="840" b="1">
                          <a:solidFill>
                            <a:srgbClr val="FFFFFF"/>
                          </a:solidFill>
                          <a:latin typeface="Noto Sans JP"/>
                          <a:ea typeface="Noto Sans JP"/>
                          <a:cs typeface="Noto Sans JP"/>
                        </a:rPr>
                        <a:t>propagator 局所中央値／95%点</a:t>
                      </a:r>
                    </a:p>
                  </a:txBody>
                  <a:tcPr marL="91440" marR="91440" marT="45720" marB="45720" anchor="ctr">
                    <a:solidFill>
                      <a:srgbClr val="00A6D9"/>
                    </a:solidFill>
                  </a:tcPr>
                </a:tc>
                <a:tc>
                  <a:txBody>
                    <a:bodyPr lIns="57150" tIns="38100" rIns="47625" bIns="38100">
                      <a:normAutofit/>
                    </a:bodyPr>
                    <a:lstStyle/>
                    <a:p>
                      <a:pPr algn="ctr">
                        <a:buNone/>
                      </a:pPr>
                      <a:r>
                        <a:rPr sz="840" b="1">
                          <a:solidFill>
                            <a:srgbClr val="FFFFFF"/>
                          </a:solidFill>
                          <a:latin typeface="Noto Sans JP"/>
                          <a:ea typeface="Noto Sans JP"/>
                          <a:cs typeface="Noto Sans JP"/>
                        </a:rPr>
                        <a:t>体積積分差 two-term／MC／P1</a:t>
                      </a:r>
                    </a:p>
                  </a:txBody>
                  <a:tcPr marL="91440" marR="91440" marT="45720" marB="45720" anchor="ctr">
                    <a:solidFill>
                      <a:srgbClr val="00A6D9"/>
                    </a:solidFill>
                  </a:tcPr>
                </a:tc>
                <a:tc>
                  <a:txBody>
                    <a:bodyPr lIns="57150" tIns="38100" rIns="47625" bIns="38100">
                      <a:normAutofit/>
                    </a:bodyPr>
                    <a:lstStyle/>
                    <a:p>
                      <a:pPr algn="ctr">
                        <a:buNone/>
                      </a:pPr>
                      <a:r>
                        <a:rPr sz="840" b="1">
                          <a:solidFill>
                            <a:srgbClr val="FFFFFF"/>
                          </a:solidFill>
                          <a:latin typeface="Noto Sans JP"/>
                          <a:ea typeface="Noto Sans JP"/>
                          <a:cs typeface="Noto Sans JP"/>
                        </a:rPr>
                        <a:t>解釈</a:t>
                      </a:r>
                    </a:p>
                  </a:txBody>
                  <a:tcPr marL="91440" marR="91440" marT="45720" marB="45720" anchor="ctr">
                    <a:solidFill>
                      <a:srgbClr val="00A6D9"/>
                    </a:solidFill>
                  </a:tcPr>
                </a:tc>
              </a:tr>
              <a:tr h="563563">
                <a:tc>
                  <a:txBody>
                    <a:bodyPr lIns="57150" tIns="38100" rIns="47625" bIns="38100">
                      <a:normAutofit/>
                    </a:bodyPr>
                    <a:lstStyle/>
                    <a:p>
                      <a:pPr algn="l">
                        <a:buNone/>
                      </a:pPr>
                      <a:r>
                        <a:rPr sz="855" b="1">
                          <a:solidFill>
                            <a:srgbClr val="2F2F2F"/>
                          </a:solidFill>
                          <a:latin typeface="Noto Sans JP"/>
                          <a:ea typeface="Noto Sans JP"/>
                          <a:cs typeface="Noto Sans JP"/>
                        </a:rPr>
                        <a:t>nₑ</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47.6 / 77.9</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47.3 / 77.9</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47.4 / 77.8</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-35.4% / -35.0% / -34.8%</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壁近傍で局所比が増幅</a:t>
                      </a:r>
                    </a:p>
                  </a:txBody>
                  <a:tcPr marL="91440" marR="91440" marT="45720" marB="45720" anchor="ctr">
                    <a:solidFill>
                      <a:srgbClr val="FFFFFF"/>
                    </a:solidFill>
                  </a:tcPr>
                </a:tc>
              </a:tr>
              <a:tr h="563563">
                <a:tc>
                  <a:txBody>
                    <a:bodyPr lIns="57150" tIns="38100" rIns="47625" bIns="38100">
                      <a:normAutofit/>
                    </a:bodyPr>
                    <a:lstStyle/>
                    <a:p>
                      <a:pPr algn="l">
                        <a:buNone/>
                      </a:pPr>
                      <a:r>
                        <a:rPr sz="855" b="1">
                          <a:solidFill>
                            <a:srgbClr val="2F2F2F"/>
                          </a:solidFill>
                          <a:latin typeface="Noto Sans JP"/>
                          <a:ea typeface="Noto Sans JP"/>
                          <a:cs typeface="Noto Sans JP"/>
                        </a:rPr>
                        <a:t>⟨ε⟩</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20.7 / 33.3</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20.4 / 33.0</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20.2 / 32.9</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+46.7% / +46.1% / +45.9%</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全域で正偏差</a:t>
                      </a:r>
                    </a:p>
                  </a:txBody>
                  <a:tcPr marL="91440" marR="91440" marT="45720" marB="45720" anchor="ctr">
                    <a:solidFill>
                      <a:srgbClr val="F1F1F1"/>
                    </a:solidFill>
                  </a:tcPr>
                </a:tc>
              </a:tr>
              <a:tr h="563563">
                <a:tc>
                  <a:txBody>
                    <a:bodyPr lIns="57150" tIns="38100" rIns="47625" bIns="38100">
                      <a:normAutofit/>
                    </a:bodyPr>
                    <a:lstStyle/>
                    <a:p>
                      <a:pPr algn="l">
                        <a:buNone/>
                      </a:pPr>
                      <a:r>
                        <a:rPr sz="855" b="1">
                          <a:solidFill>
                            <a:srgbClr val="2F2F2F"/>
                          </a:solidFill>
                          <a:latin typeface="Noto Sans JP"/>
                          <a:ea typeface="Noto Sans JP"/>
                          <a:cs typeface="Noto Sans JP"/>
                        </a:rPr>
                        <a:t>Ar*</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70.1 / 94.5</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70.9 / 94.7</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70.8 / 94.6</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-45.0% / -45.5% / -45.5%</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標準COMSOL未定常を含む</a:t>
                      </a:r>
                    </a:p>
                  </a:txBody>
                  <a:tcPr marL="91440" marR="91440" marT="45720" marB="45720" anchor="ctr">
                    <a:solidFill>
                      <a:srgbClr val="FFFFFF"/>
                    </a:solidFill>
                  </a:tcPr>
                </a:tc>
              </a:tr>
              <a:tr h="563563">
                <a:tc>
                  <a:txBody>
                    <a:bodyPr lIns="57150" tIns="38100" rIns="47625" bIns="38100">
                      <a:normAutofit/>
                    </a:bodyPr>
                    <a:lstStyle/>
                    <a:p>
                      <a:pPr algn="l">
                        <a:buNone/>
                      </a:pPr>
                      <a:r>
                        <a:rPr sz="855" b="1">
                          <a:solidFill>
                            <a:srgbClr val="2F2F2F"/>
                          </a:solidFill>
                          <a:latin typeface="Noto Sans JP"/>
                          <a:ea typeface="Noto Sans JP"/>
                          <a:cs typeface="Noto Sans JP"/>
                        </a:rPr>
                        <a:t>Ar⁺</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47.7 / 77.9</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47.5 / 77.9</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47.5 / 77.8</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-35.4% / -35.0% / -34.8%</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nₑと共変</a:t>
                      </a:r>
                    </a:p>
                  </a:txBody>
                  <a:tcPr marL="91440" marR="91440" marT="45720" marB="45720" anchor="ctr">
                    <a:solidFill>
                      <a:srgbClr val="F1F1F1"/>
                    </a:solidFill>
                  </a:tcPr>
                </a:tc>
              </a:tr>
              <a:tr h="563563">
                <a:tc>
                  <a:txBody>
                    <a:bodyPr lIns="57150" tIns="38100" rIns="47625" bIns="38100">
                      <a:normAutofit/>
                    </a:bodyPr>
                    <a:lstStyle/>
                    <a:p>
                      <a:pPr algn="l">
                        <a:buNone/>
                      </a:pPr>
                      <a:r>
                        <a:rPr sz="855" b="1">
                          <a:solidFill>
                            <a:srgbClr val="2F2F2F"/>
                          </a:solidFill>
                          <a:latin typeface="Noto Sans JP"/>
                          <a:ea typeface="Noto Sans JP"/>
                          <a:cs typeface="Noto Sans JP"/>
                        </a:rPr>
                        <a:t>Qrh</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32.5 / 98.0</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32.6 / 98.0</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32.4 / 98.0</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+15.5% / +15.5% / +15.5%</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0近傍は局所比非頑健</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FE38CAC7-E4CD-4E43-BE5C-8D2A88003B0A}"/>
              </a:ext>
            </a:extLst>
          </p:cNvPr>
          <p:cNvSpPr>
            <a:spLocks xmlns:a="http://schemas.openxmlformats.org/drawingml/2006/main" noGrp="1"/>
          </p:cNvSpPr>
          <p:nvPr/>
        </p:nvSpPr>
        <p:spPr>
          <a:xfrm xmlns:a="http://schemas.openxmlformats.org/drawingml/2006/main">
            <a:off x="1333500" y="5067300"/>
            <a:ext cx="952500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D5D5D5"/>
            </a:solidFill>
            <a:prstDash val="solid"/>
          </a:ln>
        </p:spPr>
      </p:sp>
      <p:sp>
        <p:nvSpPr>
          <p:cNvPr id="11" name="">
            <a:extLst xmlns:a="http://schemas.openxmlformats.org/drawingml/2006/main">
              <a:ext uri="{FF2B5EF4-FFF2-40B4-BE49-F238E27FC236}">
                <a16:creationId xmlns:a16="http://schemas.microsoft.com/office/drawing/2014/main" id="{13F29EAB-008F-4709-82AB-0BEC8618D8E6}"/>
              </a:ext>
            </a:extLst>
          </p:cNvPr>
          <p:cNvSpPr>
            <a:spLocks xmlns:a="http://schemas.openxmlformats.org/drawingml/2006/main" noGrp="1"/>
          </p:cNvSpPr>
          <p:nvPr/>
        </p:nvSpPr>
        <p:spPr>
          <a:xfrm xmlns:a="http://schemas.openxmlformats.org/drawingml/2006/main">
            <a:off x="1333500" y="5067300"/>
            <a:ext cx="704850" cy="571500"/>
          </a:xfrm>
          <a:prstGeom xmlns:a="http://schemas.openxmlformats.org/drawingml/2006/main" prst="rect">
            <a:avLst/>
          </a:prstGeom>
          <a:solidFill xmlns:a="http://schemas.openxmlformats.org/drawingml/2006/main">
            <a:srgbClr val="00A6D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519BB27-D8FF-4D5D-8330-9DBBBC20A10D}"/>
              </a:ext>
            </a:extLst>
          </p:cNvPr>
          <p:cNvSpPr>
            <a:spLocks xmlns:a="http://schemas.openxmlformats.org/drawingml/2006/main" noGrp="1"/>
          </p:cNvSpPr>
          <p:nvPr/>
        </p:nvSpPr>
        <p:spPr>
          <a:xfrm xmlns:a="http://schemas.openxmlformats.org/drawingml/2006/main">
            <a:off x="1381125" y="5105400"/>
            <a:ext cx="609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125" b="1" i="0">
                <a:solidFill>
                  <a:srgbClr val="FFFFFF"/>
                </a:solidFill>
                <a:latin typeface="Noto Sans JP"/>
                <a:ea typeface="Noto Sans JP"/>
                <a:cs typeface="Noto Sans JP"/>
              </a:defRPr>
            </a:pPr>
            <a:r>
              <a:rPr sz="1125" b="1" i="0">
                <a:solidFill>
                  <a:srgbClr val="FFFFFF"/>
                </a:solidFill>
                <a:latin typeface="Noto Sans JP"/>
                <a:ea typeface="Noto Sans JP"/>
                <a:cs typeface="Noto Sans JP"/>
              </a:rPr>
              <a:t>評価指標</a:t>
            </a:r>
          </a:p>
        </p:txBody>
      </p:sp>
      <p:sp>
        <p:nvSpPr>
          <p:cNvPr id="13" name="">
            <a:extLst xmlns:a="http://schemas.openxmlformats.org/drawingml/2006/main">
              <a:ext uri="{FF2B5EF4-FFF2-40B4-BE49-F238E27FC236}">
                <a16:creationId xmlns:a16="http://schemas.microsoft.com/office/drawing/2014/main" id="{C1046BD6-AEBE-4116-BAEC-5E44370F4477}"/>
              </a:ext>
            </a:extLst>
          </p:cNvPr>
          <p:cNvSpPr>
            <a:spLocks xmlns:a="http://schemas.openxmlformats.org/drawingml/2006/main" noGrp="1"/>
          </p:cNvSpPr>
          <p:nvPr/>
        </p:nvSpPr>
        <p:spPr>
          <a:xfrm xmlns:a="http://schemas.openxmlformats.org/drawingml/2006/main">
            <a:off x="2209800" y="5114925"/>
            <a:ext cx="8496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800" b="0" i="0">
                <a:solidFill>
                  <a:srgbClr val="2F2F2F"/>
                </a:solidFill>
                <a:latin typeface="Cambria Math"/>
                <a:ea typeface="Cambria Math"/>
                <a:cs typeface="Cambria Math"/>
              </a:defRPr>
            </a:pPr>
            <a:r>
              <a:rPr sz="1800" b="0" i="0">
                <a:solidFill>
                  <a:srgbClr val="2F2F2F"/>
                </a:solidFill>
                <a:latin typeface="Cambria Math"/>
                <a:ea typeface="Cambria Math"/>
                <a:cs typeface="Cambria Math"/>
              </a:rPr>
              <a:t>δs=100(x−x_ref)/max(|x|,|x_ref|),   ΔX=100(X−X_ref)/X_ref</a:t>
            </a:r>
          </a:p>
        </p:txBody>
      </p:sp>
      <p:sp>
        <p:nvSpPr>
          <p:cNvPr id="16" name="">
            <a:extLst xmlns:a="http://schemas.openxmlformats.org/drawingml/2006/main">
              <a:ext uri="{FF2B5EF4-FFF2-40B4-BE49-F238E27FC236}">
                <a16:creationId xmlns:a16="http://schemas.microsoft.com/office/drawing/2014/main" id="{AA907503-A6F2-4B6B-83DE-A8EECA247A56}"/>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局所95%点は低信号域で大きくなる。物理判断は絶対分布図・局所差・空間相関・体積積分を組み合わせる。</a:t>
            </a:r>
          </a:p>
        </p:txBody>
      </p:sp>
      <p:sp>
        <p:nvSpPr>
          <p:cNvPr id="17" name="">
            <a:extLst xmlns:a="http://schemas.openxmlformats.org/drawingml/2006/main">
              <a:ext uri="{FF2B5EF4-FFF2-40B4-BE49-F238E27FC236}">
                <a16:creationId xmlns:a16="http://schemas.microsoft.com/office/drawing/2014/main" id="{1B8305B7-C181-4F4E-A5B4-86D8531D0205}"/>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fields_common_time.csv; icp_comparison_summary.csv</a:t>
            </a:r>
          </a:p>
        </p:txBody>
      </p:sp>
      <p:sp>
        <p:nvSpPr>
          <p:cNvPr id="20" name="title">
            <a:extLst xmlns:a="http://schemas.openxmlformats.org/drawingml/2006/main">
              <a:ext uri="{FF2B5EF4-FFF2-40B4-BE49-F238E27FC236}">
                <a16:creationId xmlns:a16="http://schemas.microsoft.com/office/drawing/2014/main" id="{36DB6C97-5622-452F-8044-4F74236BECCE}"/>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ICPの差を局所値と体積積分で評価</a:t>
            </a:r>
          </a:p>
        </p:txBody>
      </p:sp>
      <p:sp>
        <p:nvSpPr>
          <p:cNvPr id="21" name="">
            <a:extLst xmlns:a="http://schemas.openxmlformats.org/drawingml/2006/main">
              <a:ext uri="{FF2B5EF4-FFF2-40B4-BE49-F238E27FC236}">
                <a16:creationId xmlns:a16="http://schemas.microsoft.com/office/drawing/2014/main" id="{79329987-3E0D-43B8-816F-29269427FC7B}"/>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4" name="section">
            <a:extLst xmlns:a="http://schemas.openxmlformats.org/drawingml/2006/main">
              <a:ext uri="{FF2B5EF4-FFF2-40B4-BE49-F238E27FC236}">
                <a16:creationId xmlns:a16="http://schemas.microsoft.com/office/drawing/2014/main" id="{177B5FA3-E270-4151-8435-5F355EA42B45}"/>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1356388570"/>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B5E3F58-F953-464F-83CE-D521C607C573}"/>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t = 1 ms；</a:t>
            </a:r>
            <a:r>
              <a:rPr sz="1275" b="0" i="0">
                <a:solidFill>
                  <a:srgbClr val="008DB6"/>
                </a:solidFill>
                <a:latin typeface="Noto Sans JP"/>
                <a:ea typeface="Noto Sans JP"/>
                <a:cs typeface="Noto Sans JP"/>
              </a:rPr>
              <a:t>標準COMSOLの</a:t>
            </a:r>
            <a:r>
              <a:rPr sz="1275" b="0" i="0">
                <a:solidFill>
                  <a:srgbClr val="008DB6"/>
                </a:solidFill>
                <a:latin typeface="Noto Sans JP"/>
                <a:ea typeface="Noto Sans JP"/>
                <a:cs typeface="Noto Sans JP"/>
              </a:rPr>
              <a:t>保存終端に合わせた</a:t>
            </a:r>
            <a:r>
              <a:rPr sz="1275" b="0" i="0">
                <a:solidFill>
                  <a:srgbClr val="008DB6"/>
                </a:solidFill>
                <a:latin typeface="Noto Sans JP"/>
                <a:ea typeface="Noto Sans JP"/>
                <a:cs typeface="Noto Sans JP"/>
              </a:rPr>
              <a:t>厳密な時刻補間比較</a:t>
            </a:r>
          </a:p>
        </p:txBody>
      </p:sp>
      <p:sp>
        <p:nvSpPr>
          <p:cNvPr id="7" name="">
            <a:extLst xmlns:a="http://schemas.openxmlformats.org/drawingml/2006/main">
              <a:ext uri="{FF2B5EF4-FFF2-40B4-BE49-F238E27FC236}">
                <a16:creationId xmlns:a16="http://schemas.microsoft.com/office/drawing/2014/main" id="{CE69AF96-D50F-4E07-8C4A-B7A0E32AE705}"/>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8" name="">
            <a:extLst xmlns:a="http://schemas.openxmlformats.org/drawingml/2006/main">
              <a:ext uri="{FF2B5EF4-FFF2-40B4-BE49-F238E27FC236}">
                <a16:creationId xmlns:a16="http://schemas.microsoft.com/office/drawing/2014/main" id="{FB455D68-A68C-43F0-ADDF-05AA536967D8}"/>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62</a:t>
            </a:r>
          </a:p>
        </p:txBody>
      </p:sp>
      <p:graphicFrame>
        <p:nvGraphicFramePr>
          <p:cNvPr id="29" name=""/>
          <p:cNvGraphicFramePr/>
          <p:nvPr/>
        </p:nvGraphicFramePr>
        <p:xfrm>
          <a:off xmlns:a="http://schemas.openxmlformats.org/drawingml/2006/main" x="523875" y="1428750"/>
          <a:ext xmlns:a="http://schemas.openxmlformats.org/drawingml/2006/main" cx="11144250" cy="2381250"/>
        </p:xfrm>
        <a:graphic xmlns:a="http://schemas.openxmlformats.org/drawingml/2006/main">
          <a:graphicData uri="http://schemas.openxmlformats.org/drawingml/2006/table">
            <a:tbl>
              <a:tblPr firstRow="1" bandRow="0"/>
              <a:tblGrid>
                <a:gridCol w="2190750"/>
                <a:gridCol w="2476500"/>
                <a:gridCol w="2095500"/>
                <a:gridCol w="2476500"/>
                <a:gridCol w="1905000"/>
              </a:tblGrid>
              <a:tr h="476250">
                <a:tc>
                  <a:txBody>
                    <a:bodyPr lIns="57150" tIns="38100" rIns="47625" bIns="38100">
                      <a:normAutofit/>
                    </a:bodyPr>
                    <a:lstStyle/>
                    <a:p>
                      <a:pPr algn="l">
                        <a:buNone/>
                      </a:pPr>
                      <a:r>
                        <a:rPr sz="1013" b="1">
                          <a:solidFill>
                            <a:srgbClr val="FFFFFF"/>
                          </a:solidFill>
                          <a:latin typeface="Noto Sans JP"/>
                          <a:ea typeface="Noto Sans JP"/>
                          <a:cs typeface="Noto Sans JP"/>
                        </a:rPr>
                        <a:t>ケース</a:t>
                      </a:r>
                    </a:p>
                  </a:txBody>
                  <a:tcPr marL="91440" marR="91440" marT="45720" marB="45720" anchor="ctr">
                    <a:solidFill>
                      <a:srgbClr val="00A6D9"/>
                    </a:solidFill>
                  </a:tcPr>
                </a:tc>
                <a:tc>
                  <a:txBody>
                    <a:bodyPr lIns="57150" tIns="38100" rIns="47625" bIns="38100">
                      <a:normAutofit/>
                    </a:bodyPr>
                    <a:lstStyle/>
                    <a:p>
                      <a:pPr algn="ctr">
                        <a:buNone/>
                      </a:pPr>
                      <a:r>
                        <a:rPr sz="1013" b="1">
                          <a:solidFill>
                            <a:srgbClr val="FFFFFF"/>
                          </a:solidFill>
                          <a:latin typeface="Noto Sans JP"/>
                          <a:ea typeface="Noto Sans JP"/>
                          <a:cs typeface="Noto Sans JP"/>
                        </a:rPr>
                        <a:t>体積積分電子数</a:t>
                      </a:r>
                    </a:p>
                  </a:txBody>
                  <a:tcPr marL="91440" marR="91440" marT="45720" marB="45720" anchor="ctr">
                    <a:solidFill>
                      <a:srgbClr val="00A6D9"/>
                    </a:solidFill>
                  </a:tcPr>
                </a:tc>
                <a:tc>
                  <a:txBody>
                    <a:bodyPr lIns="57150" tIns="38100" rIns="47625" bIns="38100">
                      <a:normAutofit/>
                    </a:bodyPr>
                    <a:lstStyle/>
                    <a:p>
                      <a:pPr algn="ctr">
                        <a:buNone/>
                      </a:pPr>
                      <a:r>
                        <a:rPr sz="1013" b="1">
                          <a:solidFill>
                            <a:srgbClr val="FFFFFF"/>
                          </a:solidFill>
                          <a:latin typeface="Noto Sans JP"/>
                          <a:ea typeface="Noto Sans JP"/>
                          <a:cs typeface="Noto Sans JP"/>
                        </a:rPr>
                        <a:t>⟨ε⟩ [eV]</a:t>
                      </a:r>
                    </a:p>
                  </a:txBody>
                  <a:tcPr marL="91440" marR="91440" marT="45720" marB="45720" anchor="ctr">
                    <a:solidFill>
                      <a:srgbClr val="00A6D9"/>
                    </a:solidFill>
                  </a:tcPr>
                </a:tc>
                <a:tc>
                  <a:txBody>
                    <a:bodyPr lIns="57150" tIns="38100" rIns="47625" bIns="38100">
                      <a:normAutofit/>
                    </a:bodyPr>
                    <a:lstStyle/>
                    <a:p>
                      <a:pPr algn="ctr">
                        <a:buNone/>
                      </a:pPr>
                      <a:r>
                        <a:rPr sz="1013" b="1">
                          <a:solidFill>
                            <a:srgbClr val="FFFFFF"/>
                          </a:solidFill>
                          <a:latin typeface="Noto Sans JP"/>
                          <a:ea typeface="Noto Sans JP"/>
                          <a:cs typeface="Noto Sans JP"/>
                        </a:rPr>
                        <a:t>体積積分Ar*</a:t>
                      </a:r>
                    </a:p>
                  </a:txBody>
                  <a:tcPr marL="91440" marR="91440" marT="45720" marB="45720" anchor="ctr">
                    <a:solidFill>
                      <a:srgbClr val="00A6D9"/>
                    </a:solidFill>
                  </a:tcPr>
                </a:tc>
                <a:tc>
                  <a:txBody>
                    <a:bodyPr lIns="57150" tIns="38100" rIns="47625" bIns="38100">
                      <a:normAutofit/>
                    </a:bodyPr>
                    <a:lstStyle/>
                    <a:p>
                      <a:pPr algn="ctr">
                        <a:buNone/>
                      </a:pPr>
                      <a:r>
                        <a:rPr sz="1013" b="1">
                          <a:solidFill>
                            <a:srgbClr val="FFFFFF"/>
                          </a:solidFill>
                          <a:latin typeface="Noto Sans JP"/>
                          <a:ea typeface="Noto Sans JP"/>
                          <a:cs typeface="Noto Sans JP"/>
                        </a:rPr>
                        <a:t>RF吸収 [W]</a:t>
                      </a:r>
                    </a:p>
                  </a:txBody>
                  <a:tcPr marL="91440" marR="91440" marT="45720" marB="45720" anchor="ctr">
                    <a:solidFill>
                      <a:srgbClr val="00A6D9"/>
                    </a:solidFill>
                  </a:tcPr>
                </a:tc>
              </a:tr>
              <a:tr h="476250">
                <a:tc>
                  <a:txBody>
                    <a:bodyPr lIns="57150" tIns="38100" rIns="47625" bIns="38100">
                      <a:normAutofit/>
                    </a:bodyPr>
                    <a:lstStyle/>
                    <a:p>
                      <a:pPr algn="l">
                        <a:buNone/>
                      </a:pPr>
                      <a:r>
                        <a:rPr sz="1065" b="1">
                          <a:solidFill>
                            <a:srgbClr val="2F2F2F"/>
                          </a:solidFill>
                          <a:latin typeface="Noto Sans JP"/>
                          <a:ea typeface="Noto Sans JP"/>
                          <a:cs typeface="Noto Sans JP"/>
                        </a:rPr>
                        <a:t>標準COMSOL</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2.943e+14</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5.1246</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5.708e+15</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1206.273</a:t>
                      </a:r>
                    </a:p>
                  </a:txBody>
                  <a:tcPr marL="91440" marR="91440" marT="45720" marB="45720" anchor="ctr">
                    <a:solidFill>
                      <a:srgbClr val="FFFFFF"/>
                    </a:solidFill>
                  </a:tcPr>
                </a:tc>
              </a:tr>
              <a:tr h="476250">
                <a:tc>
                  <a:txBody>
                    <a:bodyPr lIns="57150" tIns="38100" rIns="47625" bIns="38100">
                      <a:normAutofit/>
                    </a:bodyPr>
                    <a:lstStyle/>
                    <a:p>
                      <a:pPr algn="l">
                        <a:buNone/>
                      </a:pPr>
                      <a:r>
                        <a:rPr sz="1065" b="1">
                          <a:solidFill>
                            <a:srgbClr val="2F2F2F"/>
                          </a:solidFill>
                          <a:latin typeface="Noto Sans JP"/>
                          <a:ea typeface="Noto Sans JP"/>
                          <a:cs typeface="Noto Sans JP"/>
                        </a:rPr>
                        <a:t>two-term</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1.901e+14</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7.5192</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3.141e+15</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1392.653</a:t>
                      </a:r>
                    </a:p>
                  </a:txBody>
                  <a:tcPr marL="91440" marR="91440" marT="45720" marB="45720" anchor="ctr">
                    <a:solidFill>
                      <a:srgbClr val="F1F1F1"/>
                    </a:solidFill>
                  </a:tcPr>
                </a:tc>
              </a:tr>
              <a:tr h="476250">
                <a:tc>
                  <a:txBody>
                    <a:bodyPr lIns="57150" tIns="38100" rIns="47625" bIns="38100">
                      <a:normAutofit/>
                    </a:bodyPr>
                    <a:lstStyle/>
                    <a:p>
                      <a:pPr algn="l">
                        <a:buNone/>
                      </a:pPr>
                      <a:r>
                        <a:rPr sz="1065" b="1">
                          <a:solidFill>
                            <a:srgbClr val="2F2F2F"/>
                          </a:solidFill>
                          <a:latin typeface="Noto Sans JP"/>
                          <a:ea typeface="Noto Sans JP"/>
                          <a:cs typeface="Noto Sans JP"/>
                        </a:rPr>
                        <a:t>Monte Carlo</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1.914e+14</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7.4877</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3.108e+15</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1393.035</a:t>
                      </a:r>
                    </a:p>
                  </a:txBody>
                  <a:tcPr marL="91440" marR="91440" marT="45720" marB="45720" anchor="ctr">
                    <a:solidFill>
                      <a:srgbClr val="FFFFFF"/>
                    </a:solidFill>
                  </a:tcPr>
                </a:tc>
              </a:tr>
              <a:tr h="476250">
                <a:tc>
                  <a:txBody>
                    <a:bodyPr lIns="57150" tIns="38100" rIns="47625" bIns="38100">
                      <a:normAutofit/>
                    </a:bodyPr>
                    <a:lstStyle/>
                    <a:p>
                      <a:pPr algn="l">
                        <a:buNone/>
                      </a:pPr>
                      <a:r>
                        <a:rPr sz="1065" b="1">
                          <a:solidFill>
                            <a:srgbClr val="2F2F2F"/>
                          </a:solidFill>
                          <a:latin typeface="Noto Sans JP"/>
                          <a:ea typeface="Noto Sans JP"/>
                          <a:cs typeface="Noto Sans JP"/>
                        </a:rPr>
                        <a:t>propagator P1</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1.919e+14</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7.4757</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3.110e+15</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1393.180</a:t>
                      </a:r>
                    </a:p>
                  </a:txBody>
                  <a:tcPr marL="91440" marR="91440" marT="45720" marB="45720" anchor="ctr">
                    <a:solidFill>
                      <a:srgbClr val="F1F1F1"/>
                    </a:solidFill>
                  </a:tcPr>
                </a:tc>
              </a:tr>
            </a:tbl>
          </a:graphicData>
        </a:graphic>
      </p:graphicFrame>
      <p:graphicFrame>
        <p:nvGraphicFramePr>
          <p:cNvPr id="30" name="Chart"/>
          <p:cNvGraphicFramePr/>
          <p:nvPr/>
        </p:nvGraphicFramePr>
        <p:xfrm>
          <a:off xmlns:a="http://schemas.openxmlformats.org/drawingml/2006/main" x="1143000" y="3952875"/>
          <a:ext xmlns:a="http://schemas.openxmlformats.org/drawingml/2006/main" cx="9906000" cy="1762125"/>
        </p:xfrm>
        <a:graphic xmlns:a="http://schemas.openxmlformats.org/drawingml/2006/main">
          <a:graphicData uri="http://schemas.openxmlformats.org/drawingml/2006/chart">
            <c:chart xmlns:r="http://schemas.openxmlformats.org/officeDocument/2006/relationships" xmlns:c="http://schemas.openxmlformats.org/drawingml/2006/chart" r:id="R726bb5d730b74dbc"/>
          </a:graphicData>
        </a:graphic>
      </p:graphicFrame>
      <p:sp>
        <p:nvSpPr>
          <p:cNvPr id="13" name="">
            <a:extLst xmlns:a="http://schemas.openxmlformats.org/drawingml/2006/main">
              <a:ext uri="{FF2B5EF4-FFF2-40B4-BE49-F238E27FC236}">
                <a16:creationId xmlns:a16="http://schemas.microsoft.com/office/drawing/2014/main" id="{59CD437E-FA8C-4C11-A948-253D34FC1B67}"/>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Swarm 3手法は互いに近い一方、標準COMSOLからは電子数−35%、⟨ε⟩+46%、NAr*−45%、RF吸収の体積積分+15.5%。</a:t>
            </a:r>
          </a:p>
        </p:txBody>
      </p:sp>
      <p:sp>
        <p:nvSpPr>
          <p:cNvPr id="14" name="">
            <a:extLst xmlns:a="http://schemas.openxmlformats.org/drawingml/2006/main">
              <a:ext uri="{FF2B5EF4-FFF2-40B4-BE49-F238E27FC236}">
                <a16:creationId xmlns:a16="http://schemas.microsoft.com/office/drawing/2014/main" id="{9997005A-A824-4DE9-AA80-F2F95C939F70}"/>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comsol_model_comparison/icp_comparison_summary.csv</a:t>
            </a:r>
          </a:p>
        </p:txBody>
      </p:sp>
      <p:sp>
        <p:nvSpPr>
          <p:cNvPr id="18" name="title">
            <a:extLst xmlns:a="http://schemas.openxmlformats.org/drawingml/2006/main">
              <a:ext uri="{FF2B5EF4-FFF2-40B4-BE49-F238E27FC236}">
                <a16:creationId xmlns:a16="http://schemas.microsoft.com/office/drawing/2014/main" id="{4288FF0C-F010-4CDF-A8E6-9525F7202495}"/>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ICP同時刻の積分量：標準COMSOLと3手法</a:t>
            </a:r>
          </a:p>
        </p:txBody>
      </p:sp>
      <p:sp>
        <p:nvSpPr>
          <p:cNvPr id="19" name="">
            <a:extLst xmlns:a="http://schemas.openxmlformats.org/drawingml/2006/main">
              <a:ext uri="{FF2B5EF4-FFF2-40B4-BE49-F238E27FC236}">
                <a16:creationId xmlns:a16="http://schemas.microsoft.com/office/drawing/2014/main" id="{EF255BD0-D97A-4D21-BF7F-92C8D9E8A23C}"/>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3" name="section">
            <a:extLst xmlns:a="http://schemas.openxmlformats.org/drawingml/2006/main">
              <a:ext uri="{FF2B5EF4-FFF2-40B4-BE49-F238E27FC236}">
                <a16:creationId xmlns:a16="http://schemas.microsoft.com/office/drawing/2014/main" id="{B434E721-E68E-4F89-9908-CFEA29C642F8}"/>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1287737205"/>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2F4C29-F9F4-4FD2-97F2-C03D2B05157D}"/>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7" name="">
            <a:extLst xmlns:a="http://schemas.openxmlformats.org/drawingml/2006/main">
              <a:ext uri="{FF2B5EF4-FFF2-40B4-BE49-F238E27FC236}">
                <a16:creationId xmlns:a16="http://schemas.microsoft.com/office/drawing/2014/main" id="{85CAA21A-CC8E-4199-BF97-B05289CB0CCD}"/>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63</a:t>
            </a:r>
          </a:p>
        </p:txBody>
      </p:sp>
      <p:graphicFrame>
        <p:nvGraphicFramePr>
          <p:cNvPr id="28" name="Chart"/>
          <p:cNvGraphicFramePr/>
          <p:nvPr/>
        </p:nvGraphicFramePr>
        <p:xfrm>
          <a:off xmlns:a="http://schemas.openxmlformats.org/drawingml/2006/main" x="428625" y="1428750"/>
          <a:ext xmlns:a="http://schemas.openxmlformats.org/drawingml/2006/main" cx="5572125" cy="3524250"/>
        </p:xfrm>
        <a:graphic xmlns:a="http://schemas.openxmlformats.org/drawingml/2006/main">
          <a:graphicData uri="http://schemas.openxmlformats.org/drawingml/2006/chart">
            <c:chart xmlns:r="http://schemas.openxmlformats.org/officeDocument/2006/relationships" xmlns:c="http://schemas.openxmlformats.org/drawingml/2006/chart" r:id="Rc88790a980f24097"/>
          </a:graphicData>
        </a:graphic>
      </p:graphicFrame>
      <p:graphicFrame>
        <p:nvGraphicFramePr>
          <p:cNvPr id="29" name="Chart"/>
          <p:cNvGraphicFramePr/>
          <p:nvPr/>
        </p:nvGraphicFramePr>
        <p:xfrm>
          <a:off xmlns:a="http://schemas.openxmlformats.org/drawingml/2006/main" x="6191250" y="1428750"/>
          <a:ext xmlns:a="http://schemas.openxmlformats.org/drawingml/2006/main" cx="5572125" cy="3524250"/>
        </p:xfrm>
        <a:graphic xmlns:a="http://schemas.openxmlformats.org/drawingml/2006/main">
          <a:graphicData uri="http://schemas.openxmlformats.org/drawingml/2006/chart">
            <c:chart xmlns:r="http://schemas.openxmlformats.org/officeDocument/2006/relationships" xmlns:c="http://schemas.openxmlformats.org/drawingml/2006/chart" r:id="R8f01fb5e54bb4b81"/>
          </a:graphicData>
        </a:graphic>
      </p:graphicFrame>
      <p:sp>
        <p:nvSpPr>
          <p:cNvPr id="10" name="">
            <a:extLst xmlns:a="http://schemas.openxmlformats.org/drawingml/2006/main">
              <a:ext uri="{FF2B5EF4-FFF2-40B4-BE49-F238E27FC236}">
                <a16:creationId xmlns:a16="http://schemas.microsoft.com/office/drawing/2014/main" id="{3DA4FAC9-0008-4575-BCD5-292C9EE2630F}"/>
              </a:ext>
            </a:extLst>
          </p:cNvPr>
          <p:cNvSpPr>
            <a:spLocks xmlns:a="http://schemas.openxmlformats.org/drawingml/2006/main" noGrp="1"/>
          </p:cNvSpPr>
          <p:nvPr/>
        </p:nvSpPr>
        <p:spPr>
          <a:xfrm xmlns:a="http://schemas.openxmlformats.org/drawingml/2006/main">
            <a:off x="1857375" y="5238750"/>
            <a:ext cx="847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350" b="1" i="0">
                <a:solidFill>
                  <a:srgbClr val="D43C3C"/>
                </a:solidFill>
                <a:latin typeface="Noto Sans JP"/>
                <a:ea typeface="Noto Sans JP"/>
                <a:cs typeface="Noto Sans JP"/>
              </a:defRPr>
            </a:pPr>
            <a:r>
              <a:rPr sz="1350" b="1" i="0">
                <a:solidFill>
                  <a:srgbClr val="D43C3C"/>
                </a:solidFill>
                <a:latin typeface="Noto Sans JP"/>
                <a:ea typeface="Noto Sans JP"/>
                <a:cs typeface="Noto Sans JP"/>
              </a:rPr>
              <a:t>標準Maxwell型</a:t>
            </a:r>
            <a:r>
              <a:rPr sz="1350" b="1" i="0">
                <a:solidFill>
                  <a:srgbClr val="D43C3C"/>
                </a:solidFill>
                <a:latin typeface="Noto Sans JP"/>
                <a:ea typeface="Noto Sans JP"/>
                <a:cs typeface="Noto Sans JP"/>
              </a:rPr>
              <a:t>は1 msで終了：Ar* </a:t>
            </a:r>
            <a:r>
              <a:rPr sz="1350" b="1" i="0">
                <a:solidFill>
                  <a:srgbClr val="D43C3C"/>
                </a:solidFill>
                <a:latin typeface="Noto Sans JP"/>
                <a:ea typeface="Noto Sans JP"/>
                <a:cs typeface="Noto Sans JP"/>
              </a:rPr>
              <a:t>隣接時刻変化</a:t>
            </a:r>
            <a:r>
              <a:rPr sz="1350" b="1" i="0">
                <a:solidFill>
                  <a:srgbClr val="D43C3C"/>
                </a:solidFill>
                <a:latin typeface="Noto Sans JP"/>
                <a:ea typeface="Noto Sans JP"/>
                <a:cs typeface="Noto Sans JP"/>
              </a:rPr>
              <a:t> 11.54% &gt; </a:t>
            </a:r>
            <a:r>
              <a:rPr sz="1350" b="1" i="0">
                <a:solidFill>
                  <a:srgbClr val="D43C3C"/>
                </a:solidFill>
                <a:latin typeface="Noto Sans JP"/>
                <a:ea typeface="Noto Sans JP"/>
                <a:cs typeface="Noto Sans JP"/>
              </a:rPr>
              <a:t>判定閾値3%</a:t>
            </a:r>
          </a:p>
        </p:txBody>
      </p:sp>
      <p:sp>
        <p:nvSpPr>
          <p:cNvPr id="13" name="">
            <a:extLst xmlns:a="http://schemas.openxmlformats.org/drawingml/2006/main">
              <a:ext uri="{FF2B5EF4-FFF2-40B4-BE49-F238E27FC236}">
                <a16:creationId xmlns:a16="http://schemas.microsoft.com/office/drawing/2014/main" id="{E9C7F568-BDE3-4927-A8BE-8D748C7882B2}"/>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標準Maxwell型の1 ms値</a:t>
            </a:r>
            <a:r>
              <a:rPr sz="1275" b="1" i="0">
                <a:solidFill>
                  <a:srgbClr val="6DBB20"/>
                </a:solidFill>
                <a:latin typeface="Noto Sans JP"/>
                <a:ea typeface="Noto Sans JP"/>
                <a:cs typeface="Noto Sans JP"/>
              </a:rPr>
              <a:t>は</a:t>
            </a:r>
            <a:r>
              <a:rPr sz="1275" b="1" i="0">
                <a:solidFill>
                  <a:srgbClr val="6DBB20"/>
                </a:solidFill>
                <a:latin typeface="Noto Sans JP"/>
                <a:ea typeface="Noto Sans JP"/>
                <a:cs typeface="Noto Sans JP"/>
              </a:rPr>
              <a:t>同時刻比較</a:t>
            </a:r>
            <a:r>
              <a:rPr sz="1275" b="1" i="0">
                <a:solidFill>
                  <a:srgbClr val="6DBB20"/>
                </a:solidFill>
                <a:latin typeface="Noto Sans JP"/>
                <a:ea typeface="Noto Sans JP"/>
                <a:cs typeface="Noto Sans JP"/>
              </a:rPr>
              <a:t>には使えるが、</a:t>
            </a:r>
            <a:r>
              <a:rPr sz="1275" b="1" i="0">
                <a:solidFill>
                  <a:srgbClr val="6DBB20"/>
                </a:solidFill>
                <a:latin typeface="Noto Sans JP"/>
                <a:ea typeface="Noto Sans JP"/>
                <a:cs typeface="Noto Sans JP"/>
              </a:rPr>
              <a:t>定常到達の基準</a:t>
            </a:r>
            <a:r>
              <a:rPr sz="1275" b="1" i="0">
                <a:solidFill>
                  <a:srgbClr val="6DBB20"/>
                </a:solidFill>
                <a:latin typeface="Noto Sans JP"/>
                <a:ea typeface="Noto Sans JP"/>
                <a:cs typeface="Noto Sans JP"/>
              </a:rPr>
              <a:t>ではない。</a:t>
            </a:r>
          </a:p>
        </p:txBody>
      </p:sp>
      <p:sp>
        <p:nvSpPr>
          <p:cNvPr id="14" name="">
            <a:extLst xmlns:a="http://schemas.openxmlformats.org/drawingml/2006/main">
              <a:ext uri="{FF2B5EF4-FFF2-40B4-BE49-F238E27FC236}">
                <a16:creationId xmlns:a16="http://schemas.microsoft.com/office/drawing/2014/main" id="{027A0A0D-94CC-486A-BC79-B5C874197B13}"/>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comparison_exports/*/volume_time_series.csv; icp_stationarity_summary.csv</a:t>
            </a:r>
          </a:p>
        </p:txBody>
      </p:sp>
      <p:sp>
        <p:nvSpPr>
          <p:cNvPr id="18" name="title">
            <a:extLst xmlns:a="http://schemas.openxmlformats.org/drawingml/2006/main">
              <a:ext uri="{FF2B5EF4-FFF2-40B4-BE49-F238E27FC236}">
                <a16:creationId xmlns:a16="http://schemas.microsoft.com/office/drawing/2014/main" id="{4E5490E7-4C51-4C3F-865D-9A5406F6EAB4}"/>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ICP過渡応答：1 ms比較と定常到達</a:t>
            </a:r>
          </a:p>
        </p:txBody>
      </p:sp>
      <p:sp>
        <p:nvSpPr>
          <p:cNvPr id="19" name="">
            <a:extLst xmlns:a="http://schemas.openxmlformats.org/drawingml/2006/main">
              <a:ext uri="{FF2B5EF4-FFF2-40B4-BE49-F238E27FC236}">
                <a16:creationId xmlns:a16="http://schemas.microsoft.com/office/drawing/2014/main" id="{812F7499-C5F1-4DF4-8CAD-75EF53CCAB48}"/>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3" name="section">
            <a:extLst xmlns:a="http://schemas.openxmlformats.org/drawingml/2006/main">
              <a:ext uri="{FF2B5EF4-FFF2-40B4-BE49-F238E27FC236}">
                <a16:creationId xmlns:a16="http://schemas.microsoft.com/office/drawing/2014/main" id="{7A58CBC9-F9F7-4061-A16B-8CA06FA38A60}"/>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2050005963"/>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CAE4074-8F51-422A-86C8-1A37C8EFD02B}"/>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7" name="">
            <a:extLst xmlns:a="http://schemas.openxmlformats.org/drawingml/2006/main">
              <a:ext uri="{FF2B5EF4-FFF2-40B4-BE49-F238E27FC236}">
                <a16:creationId xmlns:a16="http://schemas.microsoft.com/office/drawing/2014/main" id="{C182C86A-83F5-43C8-A8B5-745210573895}"/>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64</a:t>
            </a:r>
          </a:p>
        </p:txBody>
      </p:sp>
      <p:graphicFrame>
        <p:nvGraphicFramePr>
          <p:cNvPr id="26" name="Chart"/>
          <p:cNvGraphicFramePr/>
          <p:nvPr/>
        </p:nvGraphicFramePr>
        <p:xfrm>
          <a:off xmlns:a="http://schemas.openxmlformats.org/drawingml/2006/main" x="523875" y="1428750"/>
          <a:ext xmlns:a="http://schemas.openxmlformats.org/drawingml/2006/main" cx="7620000" cy="4000500"/>
        </p:xfrm>
        <a:graphic xmlns:a="http://schemas.openxmlformats.org/drawingml/2006/main">
          <a:graphicData uri="http://schemas.openxmlformats.org/drawingml/2006/chart">
            <c:chart xmlns:r="http://schemas.openxmlformats.org/officeDocument/2006/relationships" xmlns:c="http://schemas.openxmlformats.org/drawingml/2006/chart" r:id="R31b2591aebae442e"/>
          </a:graphicData>
        </a:graphic>
      </p:graphicFrame>
      <p:sp>
        <p:nvSpPr>
          <p:cNvPr id="9" name="">
            <a:extLst xmlns:a="http://schemas.openxmlformats.org/drawingml/2006/main">
              <a:ext uri="{FF2B5EF4-FFF2-40B4-BE49-F238E27FC236}">
                <a16:creationId xmlns:a16="http://schemas.microsoft.com/office/drawing/2014/main" id="{2D2E89AD-74D8-4090-A306-53C94023EA26}"/>
              </a:ext>
            </a:extLst>
          </p:cNvPr>
          <p:cNvSpPr>
            <a:spLocks xmlns:a="http://schemas.openxmlformats.org/drawingml/2006/main" noGrp="1"/>
          </p:cNvSpPr>
          <p:nvPr/>
        </p:nvSpPr>
        <p:spPr>
          <a:xfrm xmlns:a="http://schemas.openxmlformats.org/drawingml/2006/main">
            <a:off x="8620125" y="16192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5238"/>
          </a:bodyPr>
          <a:lstStyle xmlns:a="http://schemas.openxmlformats.org/drawingml/2006/main"/>
          <a:p xmlns:a="http://schemas.openxmlformats.org/drawingml/2006/main">
            <a:pPr algn="ctr">
              <a:lnSpc>
                <a:spcPct val="105000"/>
              </a:lnSpc>
              <a:buNone/>
              <a:defRPr sz="1500" b="1" i="0">
                <a:solidFill>
                  <a:srgbClr val="211441"/>
                </a:solidFill>
                <a:latin typeface="Noto Sans JP"/>
                <a:ea typeface="Noto Sans JP"/>
                <a:cs typeface="Noto Sans JP"/>
              </a:defRPr>
            </a:pPr>
            <a:r>
              <a:rPr sz="1500" b="1" i="0">
                <a:solidFill>
                  <a:srgbClr val="211441"/>
                </a:solidFill>
                <a:latin typeface="Noto Sans JP"/>
                <a:ea typeface="Noto Sans JP"/>
                <a:cs typeface="Noto Sans JP"/>
              </a:rPr>
              <a:t>物理的意味</a:t>
            </a:r>
          </a:p>
        </p:txBody>
      </p:sp>
      <p:sp>
        <p:nvSpPr>
          <p:cNvPr id="10" name="">
            <a:extLst xmlns:a="http://schemas.openxmlformats.org/drawingml/2006/main">
              <a:ext uri="{FF2B5EF4-FFF2-40B4-BE49-F238E27FC236}">
                <a16:creationId xmlns:a16="http://schemas.microsoft.com/office/drawing/2014/main" id="{0F96E049-50E0-4E8D-983F-DA3577761078}"/>
              </a:ext>
            </a:extLst>
          </p:cNvPr>
          <p:cNvSpPr>
            <a:spLocks xmlns:a="http://schemas.openxmlformats.org/drawingml/2006/main" noGrp="1"/>
          </p:cNvSpPr>
          <p:nvPr/>
        </p:nvSpPr>
        <p:spPr>
          <a:xfrm xmlns:a="http://schemas.openxmlformats.org/drawingml/2006/main">
            <a:off x="8572500" y="2143125"/>
            <a:ext cx="261937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500" b="1" i="0">
                <a:solidFill>
                  <a:srgbClr val="2F2F2F"/>
                </a:solidFill>
                <a:latin typeface="Noto Sans JP"/>
                <a:ea typeface="Noto Sans JP"/>
                <a:cs typeface="Noto Sans JP"/>
              </a:defRPr>
            </a:pPr>
            <a:r>
              <a:rPr sz="1500" b="1" i="0">
                <a:solidFill>
                  <a:srgbClr val="2F2F2F"/>
                </a:solidFill>
                <a:latin typeface="Noto Sans JP"/>
                <a:ea typeface="Noto Sans JP"/>
                <a:cs typeface="Noto Sans JP"/>
              </a:rPr>
              <a:t>⟨ε⟩ +45.9–46.7%</a:t>
            </a:r>
          </a:p>
          <a:p xmlns:a="http://schemas.openxmlformats.org/drawingml/2006/main">
            <a:r>
              <a:t/>
            </a:r>
          </a:p>
          <a:p xmlns:a="http://schemas.openxmlformats.org/drawingml/2006/main">
            <a:pPr algn="ctr">
              <a:lnSpc>
                <a:spcPct val="105000"/>
              </a:lnSpc>
              <a:buNone/>
              <a:defRPr sz="1500" b="1" i="0">
                <a:solidFill>
                  <a:srgbClr val="2F2F2F"/>
                </a:solidFill>
                <a:latin typeface="Noto Sans JP"/>
                <a:ea typeface="Noto Sans JP"/>
                <a:cs typeface="Noto Sans JP"/>
              </a:defRPr>
            </a:pPr>
            <a:r>
              <a:rPr sz="1500" b="1" i="0">
                <a:solidFill>
                  <a:srgbClr val="2F2F2F"/>
                </a:solidFill>
                <a:latin typeface="Noto Sans JP"/>
                <a:ea typeface="Noto Sans JP"/>
                <a:cs typeface="Noto Sans JP"/>
              </a:rPr>
              <a:t>電子数 −34.8–35.4%</a:t>
            </a:r>
          </a:p>
          <a:p xmlns:a="http://schemas.openxmlformats.org/drawingml/2006/main">
            <a:r>
              <a:t/>
            </a:r>
          </a:p>
          <a:p xmlns:a="http://schemas.openxmlformats.org/drawingml/2006/main">
            <a:pPr algn="ctr">
              <a:lnSpc>
                <a:spcPct val="105000"/>
              </a:lnSpc>
              <a:buNone/>
              <a:defRPr sz="1500" b="1" i="0">
                <a:solidFill>
                  <a:srgbClr val="2F2F2F"/>
                </a:solidFill>
                <a:latin typeface="Noto Sans JP"/>
                <a:ea typeface="Noto Sans JP"/>
                <a:cs typeface="Noto Sans JP"/>
              </a:defRPr>
            </a:pPr>
            <a:r>
              <a:rPr sz="1500" b="1" i="0">
                <a:solidFill>
                  <a:srgbClr val="2F2F2F"/>
                </a:solidFill>
                <a:latin typeface="Noto Sans JP"/>
                <a:ea typeface="Noto Sans JP"/>
                <a:cs typeface="Noto Sans JP"/>
              </a:rPr>
              <a:t>Ar* −44.9–45.5%</a:t>
            </a:r>
          </a:p>
          <a:p xmlns:a="http://schemas.openxmlformats.org/drawingml/2006/main">
            <a:r>
              <a:t/>
            </a:r>
          </a:p>
          <a:p xmlns:a="http://schemas.openxmlformats.org/drawingml/2006/main">
            <a:pPr algn="ctr">
              <a:lnSpc>
                <a:spcPct val="105000"/>
              </a:lnSpc>
              <a:buNone/>
              <a:defRPr sz="1500" b="1" i="0">
                <a:solidFill>
                  <a:srgbClr val="2F2F2F"/>
                </a:solidFill>
                <a:latin typeface="Noto Sans JP"/>
                <a:ea typeface="Noto Sans JP"/>
                <a:cs typeface="Noto Sans JP"/>
              </a:defRPr>
            </a:pPr>
            <a:r>
              <a:rPr sz="1500" b="1" i="0">
                <a:solidFill>
                  <a:srgbClr val="2F2F2F"/>
                </a:solidFill>
                <a:latin typeface="Noto Sans JP"/>
                <a:ea typeface="Noto Sans JP"/>
                <a:cs typeface="Noto Sans JP"/>
              </a:rPr>
              <a:t>RF吸収の体積積分 +15.45–15.49%</a:t>
            </a:r>
          </a:p>
        </p:txBody>
      </p:sp>
      <p:sp>
        <p:nvSpPr>
          <p:cNvPr id="11" name="">
            <a:extLst xmlns:a="http://schemas.openxmlformats.org/drawingml/2006/main">
              <a:ext uri="{FF2B5EF4-FFF2-40B4-BE49-F238E27FC236}">
                <a16:creationId xmlns:a16="http://schemas.microsoft.com/office/drawing/2014/main" id="{EFE8C4CB-2B45-4044-B8D7-D337F2F7A57C}"/>
              </a:ext>
            </a:extLst>
          </p:cNvPr>
          <p:cNvSpPr>
            <a:spLocks xmlns:a="http://schemas.openxmlformats.org/drawingml/2006/main" noGrp="1"/>
          </p:cNvSpPr>
          <p:nvPr/>
        </p:nvSpPr>
        <p:spPr>
          <a:xfrm xmlns:a="http://schemas.openxmlformats.org/drawingml/2006/main">
            <a:off x="8572500" y="4667250"/>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5343"/>
          </a:bodyPr>
          <a:lstStyle xmlns:a="http://schemas.openxmlformats.org/drawingml/2006/main"/>
          <a:p xmlns:a="http://schemas.openxmlformats.org/drawingml/2006/main">
            <a:pPr algn="ctr">
              <a:lnSpc>
                <a:spcPct val="105000"/>
              </a:lnSpc>
              <a:buNone/>
              <a:defRPr sz="1238" b="0" i="0">
                <a:solidFill>
                  <a:srgbClr val="D43C3C"/>
                </a:solidFill>
                <a:latin typeface="Noto Sans JP"/>
                <a:ea typeface="Noto Sans JP"/>
                <a:cs typeface="Noto Sans JP"/>
              </a:defRPr>
            </a:pPr>
            <a:r>
              <a:rPr sz="1238" b="0" i="0">
                <a:solidFill>
                  <a:srgbClr val="D43C3C"/>
                </a:solidFill>
                <a:latin typeface="Noto Sans JP"/>
                <a:ea typeface="Noto Sans JP"/>
                <a:cs typeface="Noto Sans JP"/>
              </a:rPr>
              <a:t>非Maxwell型EEDFの高エネルギー尾部</a:t>
            </a:r>
            <a:r>
              <a:rPr sz="1238" b="0" i="0">
                <a:solidFill>
                  <a:srgbClr val="D43C3C"/>
                </a:solidFill>
                <a:latin typeface="Noto Sans JP"/>
                <a:ea typeface="Noto Sans JP"/>
                <a:cs typeface="Noto Sans JP"/>
              </a:rPr>
              <a:t>と輸送の</a:t>
            </a:r>
          </a:p>
          <a:p xmlns:a="http://schemas.openxmlformats.org/drawingml/2006/main">
            <a:pPr algn="ctr">
              <a:lnSpc>
                <a:spcPct val="105000"/>
              </a:lnSpc>
              <a:buNone/>
              <a:defRPr sz="1238" b="0" i="0">
                <a:solidFill>
                  <a:srgbClr val="D43C3C"/>
                </a:solidFill>
                <a:latin typeface="Noto Sans JP"/>
                <a:ea typeface="Noto Sans JP"/>
                <a:cs typeface="Noto Sans JP"/>
              </a:defRPr>
            </a:pPr>
            <a:r>
              <a:rPr sz="1238" b="0" i="0">
                <a:solidFill>
                  <a:srgbClr val="D43C3C"/>
                </a:solidFill>
                <a:latin typeface="Noto Sans JP"/>
                <a:ea typeface="Noto Sans JP"/>
                <a:cs typeface="Noto Sans JP"/>
              </a:rPr>
              <a:t>自己整合差が密度・励起種・</a:t>
            </a:r>
          </a:p>
          <a:p xmlns:a="http://schemas.openxmlformats.org/drawingml/2006/main">
            <a:pPr algn="ctr">
              <a:lnSpc>
                <a:spcPct val="105000"/>
              </a:lnSpc>
              <a:buNone/>
              <a:defRPr sz="1238" b="0" i="0">
                <a:solidFill>
                  <a:srgbClr val="D43C3C"/>
                </a:solidFill>
                <a:latin typeface="Noto Sans JP"/>
                <a:ea typeface="Noto Sans JP"/>
                <a:cs typeface="Noto Sans JP"/>
              </a:defRPr>
            </a:pPr>
            <a:r>
              <a:rPr sz="1238" b="0" i="0">
                <a:solidFill>
                  <a:srgbClr val="D43C3C"/>
                </a:solidFill>
                <a:latin typeface="Noto Sans JP"/>
                <a:ea typeface="Noto Sans JP"/>
                <a:cs typeface="Noto Sans JP"/>
              </a:rPr>
              <a:t>RF吸収へ伝播。</a:t>
            </a:r>
          </a:p>
        </p:txBody>
      </p:sp>
      <p:sp>
        <p:nvSpPr>
          <p:cNvPr id="14" name="">
            <a:extLst xmlns:a="http://schemas.openxmlformats.org/drawingml/2006/main">
              <a:ext uri="{FF2B5EF4-FFF2-40B4-BE49-F238E27FC236}">
                <a16:creationId xmlns:a16="http://schemas.microsoft.com/office/drawing/2014/main" id="{36C6595F-E858-47A1-9C56-2AABF97584DD}"/>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このケースの主要モデル差はSwarm 3手法間ではなく、Maxwell型対EEDF参照表。</a:t>
            </a:r>
          </a:p>
        </p:txBody>
      </p:sp>
      <p:sp>
        <p:nvSpPr>
          <p:cNvPr id="15" name="">
            <a:extLst xmlns:a="http://schemas.openxmlformats.org/drawingml/2006/main">
              <a:ext uri="{FF2B5EF4-FFF2-40B4-BE49-F238E27FC236}">
                <a16:creationId xmlns:a16="http://schemas.microsoft.com/office/drawing/2014/main" id="{CA06AE61-99F5-48C2-8B98-D7195F2D7DFF}"/>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icp_comparison_summary.csv (common_time_exact, 0.001 s)</a:t>
            </a:r>
          </a:p>
        </p:txBody>
      </p:sp>
      <p:sp>
        <p:nvSpPr>
          <p:cNvPr id="18" name="title">
            <a:extLst xmlns:a="http://schemas.openxmlformats.org/drawingml/2006/main">
              <a:ext uri="{FF2B5EF4-FFF2-40B4-BE49-F238E27FC236}">
                <a16:creationId xmlns:a16="http://schemas.microsoft.com/office/drawing/2014/main" id="{2827D1A3-83C4-4BC2-91F5-5F1577031D4D}"/>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1 ms：標準Maxwell型EEDFとSwarm EEDF参照表</a:t>
            </a:r>
          </a:p>
        </p:txBody>
      </p:sp>
      <p:sp>
        <p:nvSpPr>
          <p:cNvPr id="19" name="">
            <a:extLst xmlns:a="http://schemas.openxmlformats.org/drawingml/2006/main">
              <a:ext uri="{FF2B5EF4-FFF2-40B4-BE49-F238E27FC236}">
                <a16:creationId xmlns:a16="http://schemas.microsoft.com/office/drawing/2014/main" id="{155B0C3C-9D8F-4D32-920F-6F478EB08887}"/>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2" name="section">
            <a:extLst xmlns:a="http://schemas.openxmlformats.org/drawingml/2006/main">
              <a:ext uri="{FF2B5EF4-FFF2-40B4-BE49-F238E27FC236}">
                <a16:creationId xmlns:a16="http://schemas.microsoft.com/office/drawing/2014/main" id="{0DB6C82C-0547-4187-AF5F-B90ABDD7116F}"/>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2032915870"/>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9CFFC1-D3B4-4F1E-BFF8-B2421C4BFF8E}"/>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7" name="">
            <a:extLst xmlns:a="http://schemas.openxmlformats.org/drawingml/2006/main">
              <a:ext uri="{FF2B5EF4-FFF2-40B4-BE49-F238E27FC236}">
                <a16:creationId xmlns:a16="http://schemas.microsoft.com/office/drawing/2014/main" id="{4F86B38D-C33E-454F-B7CD-72C4C1AE96A6}"/>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65</a:t>
            </a:r>
          </a:p>
        </p:txBody>
      </p:sp>
      <p:sp>
        <p:nvSpPr>
          <p:cNvPr id="8" name="">
            <a:extLst xmlns:a="http://schemas.openxmlformats.org/drawingml/2006/main">
              <a:ext uri="{FF2B5EF4-FFF2-40B4-BE49-F238E27FC236}">
                <a16:creationId xmlns:a16="http://schemas.microsoft.com/office/drawing/2014/main" id="{EABFD94E-5CF0-4075-A22B-D69D08202272}"/>
              </a:ext>
            </a:extLst>
          </p:cNvPr>
          <p:cNvSpPr>
            <a:spLocks xmlns:a="http://schemas.openxmlformats.org/drawingml/2006/main" noGrp="1"/>
          </p:cNvSpPr>
          <p:nvPr/>
        </p:nvSpPr>
        <p:spPr>
          <a:xfrm xmlns:a="http://schemas.openxmlformats.org/drawingml/2006/main">
            <a:off x="495300" y="1381125"/>
            <a:ext cx="111442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5D5D5"/>
            </a:solidFill>
            <a:prstDash val="solid"/>
          </a:ln>
        </p:spPr>
      </p:sp>
      <p:sp>
        <p:nvSpPr>
          <p:cNvPr id="9" name="">
            <a:extLst xmlns:a="http://schemas.openxmlformats.org/drawingml/2006/main">
              <a:ext uri="{FF2B5EF4-FFF2-40B4-BE49-F238E27FC236}">
                <a16:creationId xmlns:a16="http://schemas.microsoft.com/office/drawing/2014/main" id="{5A081885-D5F4-43B7-99F1-5E8AE27B8941}"/>
              </a:ext>
            </a:extLst>
          </p:cNvPr>
          <p:cNvSpPr>
            <a:spLocks xmlns:a="http://schemas.openxmlformats.org/drawingml/2006/main" noGrp="1"/>
          </p:cNvSpPr>
          <p:nvPr/>
        </p:nvSpPr>
        <p:spPr>
          <a:xfrm xmlns:a="http://schemas.openxmlformats.org/drawingml/2006/main">
            <a:off x="495300" y="1381125"/>
            <a:ext cx="704850" cy="628650"/>
          </a:xfrm>
          <a:prstGeom xmlns:a="http://schemas.openxmlformats.org/drawingml/2006/main" prst="rect">
            <a:avLst/>
          </a:prstGeom>
          <a:solidFill xmlns:a="http://schemas.openxmlformats.org/drawingml/2006/main">
            <a:srgbClr val="00A6D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2F7295D-8F19-429B-AEE7-61334B8A0DF3}"/>
              </a:ext>
            </a:extLst>
          </p:cNvPr>
          <p:cNvSpPr>
            <a:spLocks xmlns:a="http://schemas.openxmlformats.org/drawingml/2006/main" noGrp="1"/>
          </p:cNvSpPr>
          <p:nvPr/>
        </p:nvSpPr>
        <p:spPr>
          <a:xfrm xmlns:a="http://schemas.openxmlformats.org/drawingml/2006/main">
            <a:off x="542925" y="1419225"/>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125" b="1" i="0">
                <a:solidFill>
                  <a:srgbClr val="FFFFFF"/>
                </a:solidFill>
                <a:latin typeface="Noto Sans JP"/>
                <a:ea typeface="Noto Sans JP"/>
                <a:cs typeface="Noto Sans JP"/>
              </a:defRPr>
            </a:pPr>
            <a:r>
              <a:rPr sz="1125" b="1" i="0">
                <a:solidFill>
                  <a:srgbClr val="FFFFFF"/>
                </a:solidFill>
                <a:latin typeface="Noto Sans JP"/>
                <a:ea typeface="Noto Sans JP"/>
                <a:cs typeface="Noto Sans JP"/>
              </a:rPr>
              <a:t>RF</a:t>
            </a:r>
          </a:p>
        </p:txBody>
      </p:sp>
      <p:sp>
        <p:nvSpPr>
          <p:cNvPr id="11" name="">
            <a:extLst xmlns:a="http://schemas.openxmlformats.org/drawingml/2006/main">
              <a:ext uri="{FF2B5EF4-FFF2-40B4-BE49-F238E27FC236}">
                <a16:creationId xmlns:a16="http://schemas.microsoft.com/office/drawing/2014/main" id="{DDD55741-3523-4744-B443-8D504D4346C5}"/>
              </a:ext>
            </a:extLst>
          </p:cNvPr>
          <p:cNvSpPr>
            <a:spLocks xmlns:a="http://schemas.openxmlformats.org/drawingml/2006/main" noGrp="1"/>
          </p:cNvSpPr>
          <p:nvPr/>
        </p:nvSpPr>
        <p:spPr>
          <a:xfrm xmlns:a="http://schemas.openxmlformats.org/drawingml/2006/main">
            <a:off x="1371600" y="1428750"/>
            <a:ext cx="10115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800" b="0" i="0">
                <a:solidFill>
                  <a:srgbClr val="2F2F2F"/>
                </a:solidFill>
                <a:latin typeface="Cambria Math"/>
                <a:ea typeface="Cambria Math"/>
                <a:cs typeface="Cambria Math"/>
              </a:defRPr>
            </a:pPr>
            <a:r>
              <a:rPr sz="1800" b="0" i="0">
                <a:solidFill>
                  <a:srgbClr val="2F2F2F"/>
                </a:solidFill>
                <a:latin typeface="Cambria Math"/>
                <a:ea typeface="Cambria Math"/>
                <a:cs typeface="Cambria Math"/>
              </a:rPr>
              <a:t>Vrf(t)=V₀ sin(2π·13.56 MHz·t),   solution(t+TRF)=solution(t)</a:t>
            </a:r>
          </a:p>
        </p:txBody>
      </p:sp>
      <p:graphicFrame>
        <p:nvGraphicFramePr>
          <p:cNvPr id="33" name=""/>
          <p:cNvGraphicFramePr/>
          <p:nvPr/>
        </p:nvGraphicFramePr>
        <p:xfrm>
          <a:off xmlns:a="http://schemas.openxmlformats.org/drawingml/2006/main" x="400050" y="2381250"/>
          <a:ext xmlns:a="http://schemas.openxmlformats.org/drawingml/2006/main" cx="11382375" cy="2857500"/>
        </p:xfrm>
        <a:graphic xmlns:a="http://schemas.openxmlformats.org/drawingml/2006/main">
          <a:graphicData uri="http://schemas.openxmlformats.org/drawingml/2006/table">
            <a:tbl>
              <a:tblPr firstRow="1" bandRow="0"/>
              <a:tblGrid>
                <a:gridCol w="2000250"/>
                <a:gridCol w="2190750"/>
                <a:gridCol w="2381250"/>
                <a:gridCol w="2238375"/>
                <a:gridCol w="2571750"/>
              </a:tblGrid>
              <a:tr h="476250">
                <a:tc>
                  <a:txBody>
                    <a:bodyPr lIns="57150" tIns="38100" rIns="47625" bIns="38100">
                      <a:normAutofit/>
                    </a:bodyPr>
                    <a:lstStyle/>
                    <a:p>
                      <a:pPr algn="l">
                        <a:buNone/>
                      </a:pPr>
                      <a:r>
                        <a:rPr sz="953" b="1">
                          <a:solidFill>
                            <a:srgbClr val="FFFFFF"/>
                          </a:solidFill>
                          <a:latin typeface="Noto Sans JP"/>
                          <a:ea typeface="Noto Sans JP"/>
                          <a:cs typeface="Noto Sans JP"/>
                        </a:rPr>
                        <a:t>項目</a:t>
                      </a:r>
                    </a:p>
                  </a:txBody>
                  <a:tcPr marL="91440" marR="91440" marT="45720" marB="45720" anchor="ctr">
                    <a:solidFill>
                      <a:srgbClr val="00A6D9"/>
                    </a:solidFill>
                  </a:tcPr>
                </a:tc>
                <a:tc>
                  <a:txBody>
                    <a:bodyPr lIns="57150" tIns="38100" rIns="47625" bIns="38100">
                      <a:normAutofit/>
                    </a:bodyPr>
                    <a:lstStyle/>
                    <a:p>
                      <a:pPr algn="ctr">
                        <a:buNone/>
                      </a:pPr>
                      <a:r>
                        <a:rPr sz="953" b="1">
                          <a:solidFill>
                            <a:srgbClr val="FFFFFF"/>
                          </a:solidFill>
                          <a:latin typeface="Noto Sans JP"/>
                          <a:ea typeface="Noto Sans JP"/>
                          <a:cs typeface="Noto Sans JP"/>
                        </a:rPr>
                        <a:t>two-term</a:t>
                      </a:r>
                    </a:p>
                  </a:txBody>
                  <a:tcPr marL="91440" marR="91440" marT="45720" marB="45720" anchor="ctr">
                    <a:solidFill>
                      <a:srgbClr val="00A6D9"/>
                    </a:solidFill>
                  </a:tcPr>
                </a:tc>
                <a:tc>
                  <a:txBody>
                    <a:bodyPr lIns="57150" tIns="38100" rIns="47625" bIns="38100">
                      <a:normAutofit/>
                    </a:bodyPr>
                    <a:lstStyle/>
                    <a:p>
                      <a:pPr algn="ctr">
                        <a:buNone/>
                      </a:pPr>
                      <a:r>
                        <a:rPr sz="953" b="1">
                          <a:solidFill>
                            <a:srgbClr val="FFFFFF"/>
                          </a:solidFill>
                          <a:latin typeface="Noto Sans JP"/>
                          <a:ea typeface="Noto Sans JP"/>
                          <a:cs typeface="Noto Sans JP"/>
                        </a:rPr>
                        <a:t>Monte Carlo</a:t>
                      </a:r>
                    </a:p>
                  </a:txBody>
                  <a:tcPr marL="91440" marR="91440" marT="45720" marB="45720" anchor="ctr">
                    <a:solidFill>
                      <a:srgbClr val="00A6D9"/>
                    </a:solidFill>
                  </a:tcPr>
                </a:tc>
                <a:tc>
                  <a:txBody>
                    <a:bodyPr lIns="57150" tIns="38100" rIns="47625" bIns="38100">
                      <a:normAutofit/>
                    </a:bodyPr>
                    <a:lstStyle/>
                    <a:p>
                      <a:pPr algn="ctr">
                        <a:buNone/>
                      </a:pPr>
                      <a:r>
                        <a:rPr sz="953" b="1">
                          <a:solidFill>
                            <a:srgbClr val="FFFFFF"/>
                          </a:solidFill>
                          <a:latin typeface="Noto Sans JP"/>
                          <a:ea typeface="Noto Sans JP"/>
                          <a:cs typeface="Noto Sans JP"/>
                        </a:rPr>
                        <a:t>propagator P1</a:t>
                      </a:r>
                    </a:p>
                  </a:txBody>
                  <a:tcPr marL="91440" marR="91440" marT="45720" marB="45720" anchor="ctr">
                    <a:solidFill>
                      <a:srgbClr val="00A6D9"/>
                    </a:solidFill>
                  </a:tcPr>
                </a:tc>
                <a:tc>
                  <a:txBody>
                    <a:bodyPr lIns="57150" tIns="38100" rIns="47625" bIns="38100">
                      <a:normAutofit/>
                    </a:bodyPr>
                    <a:lstStyle/>
                    <a:p>
                      <a:pPr algn="ctr">
                        <a:buNone/>
                      </a:pPr>
                      <a:r>
                        <a:rPr sz="953" b="1">
                          <a:solidFill>
                            <a:srgbClr val="FFFFFF"/>
                          </a:solidFill>
                          <a:latin typeface="Noto Sans JP"/>
                          <a:ea typeface="Noto Sans JP"/>
                          <a:cs typeface="Noto Sans JP"/>
                        </a:rPr>
                        <a:t>COMSOL側の供給元</a:t>
                      </a:r>
                    </a:p>
                  </a:txBody>
                  <a:tcPr marL="91440" marR="91440" marT="45720" marB="45720" anchor="ctr">
                    <a:solidFill>
                      <a:srgbClr val="00A6D9"/>
                    </a:solidFill>
                  </a:tcPr>
                </a:tc>
              </a:tr>
              <a:tr h="476250">
                <a:tc>
                  <a:txBody>
                    <a:bodyPr lIns="57150" tIns="38100" rIns="47625" bIns="38100">
                      <a:normAutofit/>
                    </a:bodyPr>
                    <a:lstStyle/>
                    <a:p>
                      <a:pPr algn="l">
                        <a:buNone/>
                      </a:pPr>
                      <a:r>
                        <a:rPr sz="953" b="1">
                          <a:solidFill>
                            <a:srgbClr val="2F2F2F"/>
                          </a:solidFill>
                          <a:latin typeface="Noto Sans JP"/>
                          <a:ea typeface="Noto Sans JP"/>
                          <a:cs typeface="Noto Sans JP"/>
                        </a:rPr>
                        <a:t>反応速度の与え方</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EEDF参照表</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非弾性反応速度表</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EEDF参照表</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反応機構（COMSOL）</a:t>
                      </a:r>
                    </a:p>
                  </a:txBody>
                  <a:tcPr marL="91440" marR="91440" marT="45720" marB="45720" anchor="ctr">
                    <a:solidFill>
                      <a:srgbClr val="FFFFFF"/>
                    </a:solidFill>
                  </a:tcPr>
                </a:tc>
              </a:tr>
              <a:tr h="476250">
                <a:tc>
                  <a:txBody>
                    <a:bodyPr lIns="57150" tIns="38100" rIns="47625" bIns="38100">
                      <a:normAutofit/>
                    </a:bodyPr>
                    <a:lstStyle/>
                    <a:p>
                      <a:pPr algn="l">
                        <a:buNone/>
                      </a:pPr>
                      <a:r>
                        <a:rPr sz="953" b="1">
                          <a:solidFill>
                            <a:srgbClr val="2F2F2F"/>
                          </a:solidFill>
                          <a:latin typeface="Noto Sans JP"/>
                          <a:ea typeface="Noto Sans JP"/>
                          <a:cs typeface="Noto Sans JP"/>
                        </a:rPr>
                        <a:t>電子移動度</a:t>
                      </a:r>
                    </a:p>
                  </a:txBody>
                  <a:tcPr marL="91440" marR="91440" marT="45720" marB="45720" anchor="ctr">
                    <a:solidFill>
                      <a:srgbClr val="F1F1F1"/>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Swarm表から読込</a:t>
                      </a:r>
                    </a:p>
                  </a:txBody>
                  <a:tcPr marL="91440" marR="91440" marT="45720" marB="45720" anchor="ctr">
                    <a:solidFill>
                      <a:srgbClr val="F1F1F1"/>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Swarm表から読込</a:t>
                      </a:r>
                    </a:p>
                  </a:txBody>
                  <a:tcPr marL="91440" marR="91440" marT="45720" marB="45720" anchor="ctr">
                    <a:solidFill>
                      <a:srgbClr val="F1F1F1"/>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Swarm表から読込</a:t>
                      </a:r>
                    </a:p>
                  </a:txBody>
                  <a:tcPr marL="91440" marR="91440" marT="45720" marB="45720" anchor="ctr">
                    <a:solidFill>
                      <a:srgbClr val="F1F1F1"/>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物性値補間</a:t>
                      </a:r>
                    </a:p>
                  </a:txBody>
                  <a:tcPr marL="91440" marR="91440" marT="45720" marB="45720" anchor="ctr">
                    <a:solidFill>
                      <a:srgbClr val="F1F1F1"/>
                    </a:solidFill>
                  </a:tcPr>
                </a:tc>
              </a:tr>
              <a:tr h="476250">
                <a:tc>
                  <a:txBody>
                    <a:bodyPr lIns="57150" tIns="38100" rIns="47625" bIns="38100">
                      <a:normAutofit/>
                    </a:bodyPr>
                    <a:lstStyle/>
                    <a:p>
                      <a:pPr algn="l">
                        <a:buNone/>
                      </a:pPr>
                      <a:r>
                        <a:rPr sz="953" b="1">
                          <a:solidFill>
                            <a:srgbClr val="2F2F2F"/>
                          </a:solidFill>
                          <a:latin typeface="Noto Sans JP"/>
                          <a:ea typeface="Noto Sans JP"/>
                          <a:cs typeface="Noto Sans JP"/>
                        </a:rPr>
                        <a:t>電子拡散・エネルギー輸送</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COMSOL</a:t>
                      </a:r>
                    </a:p>
                  </a:txBody>
                  <a:tcPr marL="91440" marR="91440" marT="45720" marB="45720" anchor="ctr">
                    <a:solidFill>
                      <a:srgbClr val="FFFFFF"/>
                    </a:solidFill>
                  </a:tcPr>
                </a:tc>
              </a:tr>
              <a:tr h="476250">
                <a:tc>
                  <a:txBody>
                    <a:bodyPr lIns="57150" tIns="38100" rIns="47625" bIns="38100">
                      <a:normAutofit/>
                    </a:bodyPr>
                    <a:lstStyle/>
                    <a:p>
                      <a:pPr algn="l">
                        <a:buNone/>
                      </a:pPr>
                      <a:r>
                        <a:rPr sz="953" b="1">
                          <a:solidFill>
                            <a:srgbClr val="2F2F2F"/>
                          </a:solidFill>
                          <a:latin typeface="Noto Sans JP"/>
                          <a:ea typeface="Noto Sans JP"/>
                          <a:cs typeface="Noto Sans JP"/>
                        </a:rPr>
                        <a:t>弾性衝突エネルギー損失</a:t>
                      </a:r>
                    </a:p>
                  </a:txBody>
                  <a:tcPr marL="91440" marR="91440" marT="45720" marB="45720" anchor="ctr">
                    <a:solidFill>
                      <a:srgbClr val="F1F1F1"/>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手法別の外部表</a:t>
                      </a:r>
                    </a:p>
                  </a:txBody>
                  <a:tcPr marL="91440" marR="91440" marT="45720" marB="45720" anchor="ctr">
                    <a:solidFill>
                      <a:srgbClr val="F1F1F1"/>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粒子軌道計算の外部表</a:t>
                      </a:r>
                    </a:p>
                  </a:txBody>
                  <a:tcPr marL="91440" marR="91440" marT="45720" marB="45720" anchor="ctr">
                    <a:solidFill>
                      <a:srgbClr val="F1F1F1"/>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手法別の外部表</a:t>
                      </a:r>
                    </a:p>
                  </a:txBody>
                  <a:tcPr marL="91440" marR="91440" marT="45720" marB="45720" anchor="ctr">
                    <a:solidFill>
                      <a:srgbClr val="F1F1F1"/>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変数対応を定義</a:t>
                      </a:r>
                    </a:p>
                  </a:txBody>
                  <a:tcPr marL="91440" marR="91440" marT="45720" marB="45720" anchor="ctr">
                    <a:solidFill>
                      <a:srgbClr val="F1F1F1"/>
                    </a:solidFill>
                  </a:tcPr>
                </a:tc>
              </a:tr>
              <a:tr h="476250">
                <a:tc>
                  <a:txBody>
                    <a:bodyPr lIns="57150" tIns="38100" rIns="47625" bIns="38100">
                      <a:normAutofit/>
                    </a:bodyPr>
                    <a:lstStyle/>
                    <a:p>
                      <a:pPr algn="l">
                        <a:buNone/>
                      </a:pPr>
                      <a:r>
                        <a:rPr sz="953" b="1">
                          <a:solidFill>
                            <a:srgbClr val="2F2F2F"/>
                          </a:solidFill>
                          <a:latin typeface="Noto Sans JP"/>
                          <a:ea typeface="Noto Sans JP"/>
                          <a:cs typeface="Noto Sans JP"/>
                        </a:rPr>
                        <a:t>RF周期・シース・壁境界</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COMSOL周期定常計算</a:t>
                      </a:r>
                    </a:p>
                  </a:txBody>
                  <a:tcPr marL="91440" marR="91440" marT="45720" marB="45720" anchor="ctr">
                    <a:solidFill>
                      <a:srgbClr val="FFFFFF"/>
                    </a:solidFill>
                  </a:tcPr>
                </a:tc>
              </a:tr>
            </a:tbl>
          </a:graphicData>
        </a:graphic>
      </p:graphicFrame>
      <p:sp>
        <p:nvSpPr>
          <p:cNvPr id="13" name="">
            <a:extLst xmlns:a="http://schemas.openxmlformats.org/drawingml/2006/main">
              <a:ext uri="{FF2B5EF4-FFF2-40B4-BE49-F238E27FC236}">
                <a16:creationId xmlns:a16="http://schemas.microsoft.com/office/drawing/2014/main" id="{8E5593E5-4987-4C8B-8AAB-70471C97C977}"/>
              </a:ext>
            </a:extLst>
          </p:cNvPr>
          <p:cNvSpPr>
            <a:spLocks xmlns:a="http://schemas.openxmlformats.org/drawingml/2006/main" noGrp="1"/>
          </p:cNvSpPr>
          <p:nvPr/>
        </p:nvSpPr>
        <p:spPr>
          <a:xfrm xmlns:a="http://schemas.openxmlformats.org/drawingml/2006/main">
            <a:off x="666750" y="55054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8039"/>
          </a:bodyPr>
          <a:lstStyle xmlns:a="http://schemas.openxmlformats.org/drawingml/2006/main"/>
          <a:p xmlns:a="http://schemas.openxmlformats.org/drawingml/2006/main">
            <a:pPr algn="l">
              <a:lnSpc>
                <a:spcPct val="105000"/>
              </a:lnSpc>
              <a:buNone/>
              <a:defRPr sz="1275" b="1" i="0">
                <a:solidFill>
                  <a:srgbClr val="211441"/>
                </a:solidFill>
                <a:latin typeface="Noto Sans JP"/>
                <a:ea typeface="Noto Sans JP"/>
                <a:cs typeface="Noto Sans JP"/>
              </a:defRPr>
            </a:pPr>
            <a:r>
              <a:rPr sz="1275" b="1" i="0">
                <a:solidFill>
                  <a:srgbClr val="211441"/>
                </a:solidFill>
                <a:latin typeface="Noto Sans JP"/>
                <a:ea typeface="Noto Sans JP"/>
                <a:cs typeface="Noto Sans JP"/>
              </a:rPr>
              <a:t>解析条件</a:t>
            </a:r>
          </a:p>
        </p:txBody>
      </p:sp>
      <p:sp>
        <p:nvSpPr>
          <p:cNvPr id="14" name="">
            <a:extLst xmlns:a="http://schemas.openxmlformats.org/drawingml/2006/main">
              <a:ext uri="{FF2B5EF4-FFF2-40B4-BE49-F238E27FC236}">
                <a16:creationId xmlns:a16="http://schemas.microsoft.com/office/drawing/2014/main" id="{22D67941-A75F-4D58-BD3D-63706CDD8C11}"/>
              </a:ext>
            </a:extLst>
          </p:cNvPr>
          <p:cNvSpPr>
            <a:spLocks xmlns:a="http://schemas.openxmlformats.org/drawingml/2006/main" noGrp="1"/>
          </p:cNvSpPr>
          <p:nvPr/>
        </p:nvSpPr>
        <p:spPr>
          <a:xfrm xmlns:a="http://schemas.openxmlformats.org/drawingml/2006/main">
            <a:off x="2238375" y="5448300"/>
            <a:ext cx="881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313" b="1" i="0">
                <a:solidFill>
                  <a:srgbClr val="B87900"/>
                </a:solidFill>
                <a:latin typeface="Noto Sans JP"/>
                <a:ea typeface="Noto Sans JP"/>
                <a:cs typeface="Noto Sans JP"/>
              </a:defRPr>
            </a:pPr>
            <a:r>
              <a:rPr sz="1313" b="1" i="0">
                <a:solidFill>
                  <a:srgbClr val="B87900"/>
                </a:solidFill>
                <a:latin typeface="Noto Sans JP"/>
                <a:ea typeface="Noto Sans JP"/>
                <a:cs typeface="Noto Sans JP"/>
              </a:rPr>
              <a:t>13.56 MHz · 1 W </a:t>
            </a:r>
            <a:r>
              <a:rPr sz="1313" b="1" i="0">
                <a:solidFill>
                  <a:srgbClr val="B87900"/>
                </a:solidFill>
                <a:latin typeface="Noto Sans JP"/>
                <a:ea typeface="Noto Sans JP"/>
                <a:cs typeface="Noto Sans JP"/>
              </a:rPr>
              <a:t>入力電力</a:t>
            </a:r>
            <a:r>
              <a:rPr sz="1313" b="1" i="0">
                <a:solidFill>
                  <a:srgbClr val="B87900"/>
                </a:solidFill>
                <a:latin typeface="Noto Sans JP"/>
                <a:ea typeface="Noto Sans JP"/>
                <a:cs typeface="Noto Sans JP"/>
              </a:rPr>
              <a:t> · </a:t>
            </a:r>
            <a:r>
              <a:rPr sz="1313" b="1" i="0">
                <a:solidFill>
                  <a:srgbClr val="B87900"/>
                </a:solidFill>
                <a:latin typeface="Noto Sans JP"/>
                <a:ea typeface="Noto Sans JP"/>
                <a:cs typeface="Noto Sans JP"/>
              </a:rPr>
              <a:t>MPHで定義したCCP形状</a:t>
            </a:r>
            <a:r>
              <a:rPr sz="1313" b="1" i="0">
                <a:solidFill>
                  <a:srgbClr val="B87900"/>
                </a:solidFill>
                <a:latin typeface="Noto Sans JP"/>
                <a:ea typeface="Noto Sans JP"/>
                <a:cs typeface="Noto Sans JP"/>
              </a:rPr>
              <a:t> · </a:t>
            </a:r>
            <a:r>
              <a:rPr sz="1313" b="1" i="0">
                <a:solidFill>
                  <a:srgbClr val="B87900"/>
                </a:solidFill>
                <a:latin typeface="Noto Sans JP"/>
                <a:ea typeface="Noto Sans JP"/>
                <a:cs typeface="Noto Sans JP"/>
              </a:rPr>
              <a:t>周期定常判定</a:t>
            </a:r>
          </a:p>
        </p:txBody>
      </p:sp>
      <p:sp>
        <p:nvSpPr>
          <p:cNvPr id="17" name="">
            <a:extLst xmlns:a="http://schemas.openxmlformats.org/drawingml/2006/main">
              <a:ext uri="{FF2B5EF4-FFF2-40B4-BE49-F238E27FC236}">
                <a16:creationId xmlns:a16="http://schemas.microsoft.com/office/drawing/2014/main" id="{81F68C80-4374-4FCA-BA18-B77EAED21FA2}"/>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CCPでは時間平均E/NだけでRF位相依存EEDFを表せるかが主要なモデルリスク。</a:t>
            </a:r>
          </a:p>
        </p:txBody>
      </p:sp>
      <p:sp>
        <p:nvSpPr>
          <p:cNvPr id="18" name="">
            <a:extLst xmlns:a="http://schemas.openxmlformats.org/drawingml/2006/main">
              <a:ext uri="{FF2B5EF4-FFF2-40B4-BE49-F238E27FC236}">
                <a16:creationId xmlns:a16="http://schemas.microsoft.com/office/drawing/2014/main" id="{F0EBF127-94DC-48C0-A9A1-C1FF808956E6}"/>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[R14]  |  docs/comsol_gec_ccp.md; config/comsol/argon_gec_ccp_*_map.yaml</a:t>
            </a:r>
          </a:p>
        </p:txBody>
      </p:sp>
      <p:sp>
        <p:nvSpPr>
          <p:cNvPr id="21" name="title">
            <a:extLst xmlns:a="http://schemas.openxmlformats.org/drawingml/2006/main">
              <a:ext uri="{FF2B5EF4-FFF2-40B4-BE49-F238E27FC236}">
                <a16:creationId xmlns:a16="http://schemas.microsoft.com/office/drawing/2014/main" id="{57D1C75A-864A-46A3-BB28-C08DD9BD312F}"/>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GEC CCP：RF周期条件と各手法の入力</a:t>
            </a:r>
          </a:p>
        </p:txBody>
      </p:sp>
      <p:sp>
        <p:nvSpPr>
          <p:cNvPr id="22" name="">
            <a:extLst xmlns:a="http://schemas.openxmlformats.org/drawingml/2006/main">
              <a:ext uri="{FF2B5EF4-FFF2-40B4-BE49-F238E27FC236}">
                <a16:creationId xmlns:a16="http://schemas.microsoft.com/office/drawing/2014/main" id="{84C38CC6-F070-43E7-9FC2-8432E4E6BC96}"/>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5" name="section">
            <a:extLst xmlns:a="http://schemas.openxmlformats.org/drawingml/2006/main">
              <a:ext uri="{FF2B5EF4-FFF2-40B4-BE49-F238E27FC236}">
                <a16:creationId xmlns:a16="http://schemas.microsoft.com/office/drawing/2014/main" id="{B7313AB8-6FFE-4348-8CAB-E1572C30403F}"/>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VII. GEC CCP</a:t>
            </a:r>
          </a:p>
        </p:txBody>
      </p:sp>
    </p:spTree>
    <p:extLst>
      <p:ext uri="{BB962C8B-B14F-4D97-AF65-F5344CB8AC3E}">
        <p14:creationId xmlns:p14="http://schemas.microsoft.com/office/powerpoint/2010/main" val="624794956"/>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8FFD8B94-DFC5-45CE-B642-E6B7E0BCD848}"/>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GEC CCP EEDF：SwarmとCOMSOL解析分布</a:t>
            </a:r>
          </a:p>
        </p:txBody>
      </p:sp>
      <p:sp>
        <p:nvSpPr>
          <p:cNvPr id="3" name="subtitle">
            <a:extLst xmlns:a="http://schemas.openxmlformats.org/drawingml/2006/main">
              <a:ext uri="{FF2B5EF4-FFF2-40B4-BE49-F238E27FC236}">
                <a16:creationId xmlns:a16="http://schemas.microsoft.com/office/drawing/2014/main" id="{080CF8CF-87E2-445D-A34D-4B7B1F1B23E5}"/>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100 Td代表点。電子エネルギー軸は線形、縦軸は対数；解析分布は各Swarm平均エネルギーに一致</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dffc443faf84f25"/>
          <a:stretch xmlns:a="http://schemas.openxmlformats.org/drawingml/2006/main"/>
        </p:blipFill>
        <p:spPr>
          <a:xfrm xmlns:a="http://schemas.openxmlformats.org/drawingml/2006/main">
            <a:off x="1417195" y="1352550"/>
            <a:ext cx="9357610" cy="4324350"/>
          </a:xfrm>
          <a:prstGeom xmlns:a="http://schemas.openxmlformats.org/drawingml/2006/main" prst="rect">
            <a:avLst/>
          </a:prstGeom>
        </p:spPr>
      </p:pic>
      <p:sp>
        <p:nvSpPr>
          <p:cNvPr id="5" name="takeaway-bullet">
            <a:extLst xmlns:a="http://schemas.openxmlformats.org/drawingml/2006/main">
              <a:ext uri="{FF2B5EF4-FFF2-40B4-BE49-F238E27FC236}">
                <a16:creationId xmlns:a16="http://schemas.microsoft.com/office/drawing/2014/main" id="{0F54CB4E-58FC-41AC-9244-187AB32E02F5}"/>
              </a:ext>
            </a:extLst>
          </p:cNvPr>
          <p:cNvSpPr>
            <a:spLocks xmlns:a="http://schemas.openxmlformats.org/drawingml/2006/main" noGrp="1"/>
          </p:cNvSpPr>
          <p:nvPr/>
        </p:nvSpPr>
        <p:spPr>
          <a:xfrm xmlns:a="http://schemas.openxmlformats.org/drawingml/2006/main">
            <a:off x="457200" y="59721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6" name="takeaway">
            <a:extLst xmlns:a="http://schemas.openxmlformats.org/drawingml/2006/main">
              <a:ext uri="{FF2B5EF4-FFF2-40B4-BE49-F238E27FC236}">
                <a16:creationId xmlns:a16="http://schemas.microsoft.com/office/drawing/2014/main" id="{568A72FC-D827-4FCF-B829-BB9F237A6BA6}"/>
              </a:ext>
            </a:extLst>
          </p:cNvPr>
          <p:cNvSpPr>
            <a:spLocks xmlns:a="http://schemas.openxmlformats.org/drawingml/2006/main" noGrp="1"/>
          </p:cNvSpPr>
          <p:nvPr/>
        </p:nvSpPr>
        <p:spPr>
          <a:xfrm xmlns:a="http://schemas.openxmlformats.org/drawingml/2006/main">
            <a:off x="647700" y="5848350"/>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100 Tdではtwo-termとMonte Carloの平均エネルギーは約0.2%差だが、Maxwellianのtail形状は大きく異なる。</a:t>
            </a:r>
          </a:p>
        </p:txBody>
      </p:sp>
      <p:sp>
        <p:nvSpPr>
          <p:cNvPr id="7" name="source">
            <a:extLst xmlns:a="http://schemas.openxmlformats.org/drawingml/2006/main">
              <a:ext uri="{FF2B5EF4-FFF2-40B4-BE49-F238E27FC236}">
                <a16:creationId xmlns:a16="http://schemas.microsoft.com/office/drawing/2014/main" id="{623C00FF-2FFC-4AE6-8E90-B39F8DAE9F94}"/>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Source figure (non-editable): outputs/argon_gec_ccp/plots_current_comsol_two_term_mc_spatial/eedf_comparison_0100_Td.png; commit 84afdbc</a:t>
            </a:r>
          </a:p>
        </p:txBody>
      </p:sp>
      <p:sp>
        <p:nvSpPr>
          <p:cNvPr id="8" name="section">
            <a:extLst xmlns:a="http://schemas.openxmlformats.org/drawingml/2006/main">
              <a:ext uri="{FF2B5EF4-FFF2-40B4-BE49-F238E27FC236}">
                <a16:creationId xmlns:a16="http://schemas.microsoft.com/office/drawing/2014/main" id="{7C1A0BBC-2FCC-4273-8459-9D394488D0C0}"/>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VII. GEC CCP</a:t>
            </a:r>
          </a:p>
        </p:txBody>
      </p:sp>
      <p:sp>
        <p:nvSpPr>
          <p:cNvPr id="9" name="footer">
            <a:extLst xmlns:a="http://schemas.openxmlformats.org/drawingml/2006/main">
              <a:ext uri="{FF2B5EF4-FFF2-40B4-BE49-F238E27FC236}">
                <a16:creationId xmlns:a16="http://schemas.microsoft.com/office/drawing/2014/main" id="{35D6CCE0-2B34-4C8C-8C5D-23E30FD1CF63}"/>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0" name="page">
            <a:extLst xmlns:a="http://schemas.openxmlformats.org/drawingml/2006/main">
              <a:ext uri="{FF2B5EF4-FFF2-40B4-BE49-F238E27FC236}">
                <a16:creationId xmlns:a16="http://schemas.microsoft.com/office/drawing/2014/main" id="{DC147153-4A61-4159-860B-FF29CBAB13C4}"/>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66</a:t>
            </a:r>
          </a:p>
        </p:txBody>
      </p:sp>
    </p:spTree>
    <p:extLst>
      <p:ext uri="{BB962C8B-B14F-4D97-AF65-F5344CB8AC3E}">
        <p14:creationId xmlns:p14="http://schemas.microsoft.com/office/powerpoint/2010/main" val="930007510"/>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3BE5275D-1C9E-4846-AB1D-91093F5AF45D}"/>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2550" b="0" i="0">
                <a:solidFill>
                  <a:srgbClr val="00A6D6"/>
                </a:solidFill>
                <a:latin typeface="Noto Sans JP"/>
                <a:ea typeface="Noto Sans JP"/>
                <a:cs typeface="Noto Sans JP"/>
              </a:defRPr>
            </a:pPr>
            <a:r>
              <a:rPr sz="2550" b="0" i="0">
                <a:solidFill>
                  <a:srgbClr val="00A6D6"/>
                </a:solidFill>
                <a:latin typeface="Noto Sans JP"/>
                <a:ea typeface="Noto Sans JP"/>
                <a:cs typeface="Noto Sans JP"/>
              </a:rPr>
              <a:t>GEC CCP：電子密度 nₑ</a:t>
            </a:r>
          </a:p>
        </p:txBody>
      </p:sp>
      <p:sp>
        <p:nvSpPr>
          <p:cNvPr id="3" name="subtitle">
            <a:extLst xmlns:a="http://schemas.openxmlformats.org/drawingml/2006/main">
              <a:ext uri="{FF2B5EF4-FFF2-40B4-BE49-F238E27FC236}">
                <a16:creationId xmlns:a16="http://schemas.microsoft.com/office/drawing/2014/main" id="{27C58A1E-0B07-4160-B2E8-44589A7DBF48}"/>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200" b="0" i="0">
                <a:solidFill>
                  <a:srgbClr val="008DB6"/>
                </a:solidFill>
                <a:latin typeface="Noto Sans JP"/>
                <a:ea typeface="Noto Sans JP"/>
                <a:cs typeface="Noto Sans JP"/>
              </a:defRPr>
            </a:pPr>
            <a:r>
              <a:rPr sz="1200" b="0" i="0">
                <a:solidFill>
                  <a:srgbClr val="008DB6"/>
                </a:solidFill>
                <a:latin typeface="Noto Sans JP"/>
                <a:ea typeface="Noto Sans JP"/>
                <a:cs typeface="Noto Sans JP"/>
              </a:rPr>
              <a:t>標準COMSOL・two-term・Monte Carloのperiod-average比較；入力電力1 W、共通1520節点・共通線形カラースケール</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01b7f89a5f74078"/>
          <a:stretch xmlns:a="http://schemas.openxmlformats.org/drawingml/2006/main"/>
        </p:blipFill>
        <p:spPr>
          <a:xfrm xmlns:a="http://schemas.openxmlformats.org/drawingml/2006/main">
            <a:off x="428625" y="1357898"/>
            <a:ext cx="11334750" cy="360880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6052239-EEBB-4087-AA92-BCDCA233B9E3}"/>
              </a:ext>
            </a:extLst>
          </p:cNvPr>
          <p:cNvSpPr>
            <a:spLocks xmlns:a="http://schemas.openxmlformats.org/drawingml/2006/main" noGrp="1"/>
          </p:cNvSpPr>
          <p:nvPr/>
        </p:nvSpPr>
        <p:spPr>
          <a:xfrm xmlns:a="http://schemas.openxmlformats.org/drawingml/2006/main">
            <a:off x="666750" y="5067300"/>
            <a:ext cx="5286375" cy="47625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1" i="0">
                <a:solidFill>
                  <a:srgbClr val="241646"/>
                </a:solidFill>
                <a:latin typeface="Noto Sans JP"/>
                <a:ea typeface="Noto Sans JP"/>
                <a:cs typeface="Noto Sans JP"/>
              </a:defRPr>
            </a:pPr>
            <a:r>
              <a:rPr sz="1275" b="1" i="0">
                <a:solidFill>
                  <a:srgbClr val="241646"/>
                </a:solidFill>
                <a:latin typeface="Noto Sans JP"/>
                <a:ea typeface="Noto Sans JP"/>
                <a:cs typeface="Noto Sans JP"/>
              </a:rPr>
              <a:t>標準COMSOL比 relative L₂：two-term 0.418 / Monte Carlo 0.404</a:t>
            </a:r>
          </a:p>
        </p:txBody>
      </p:sp>
      <p:sp>
        <p:nvSpPr>
          <p:cNvPr id="6" name="">
            <a:extLst xmlns:a="http://schemas.openxmlformats.org/drawingml/2006/main">
              <a:ext uri="{FF2B5EF4-FFF2-40B4-BE49-F238E27FC236}">
                <a16:creationId xmlns:a16="http://schemas.microsoft.com/office/drawing/2014/main" id="{C119034F-02C6-45BD-A17B-1ABEA3A1BD1A}"/>
              </a:ext>
            </a:extLst>
          </p:cNvPr>
          <p:cNvSpPr>
            <a:spLocks xmlns:a="http://schemas.openxmlformats.org/drawingml/2006/main" noGrp="1"/>
          </p:cNvSpPr>
          <p:nvPr/>
        </p:nvSpPr>
        <p:spPr>
          <a:xfrm xmlns:a="http://schemas.openxmlformats.org/drawingml/2006/main">
            <a:off x="6238875" y="5067300"/>
            <a:ext cx="5286375" cy="47625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max nₑ [m⁻³]：2.23×10¹⁵ → 1.46×10¹⁵ / 1.50×10¹⁵</a:t>
            </a:r>
          </a:p>
        </p:txBody>
      </p:sp>
      <p:sp>
        <p:nvSpPr>
          <p:cNvPr id="7" name="takeaway-bullet">
            <a:extLst xmlns:a="http://schemas.openxmlformats.org/drawingml/2006/main">
              <a:ext uri="{FF2B5EF4-FFF2-40B4-BE49-F238E27FC236}">
                <a16:creationId xmlns:a16="http://schemas.microsoft.com/office/drawing/2014/main" id="{02AB7C80-2D42-4965-A979-6D58B1D70B40}"/>
              </a:ext>
            </a:extLst>
          </p:cNvPr>
          <p:cNvSpPr>
            <a:spLocks xmlns:a="http://schemas.openxmlformats.org/drawingml/2006/main" noGrp="1"/>
          </p:cNvSpPr>
          <p:nvPr/>
        </p:nvSpPr>
        <p:spPr>
          <a:xfrm xmlns:a="http://schemas.openxmlformats.org/drawingml/2006/main">
            <a:off x="457200" y="591502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8" name="takeaway">
            <a:extLst xmlns:a="http://schemas.openxmlformats.org/drawingml/2006/main">
              <a:ext uri="{FF2B5EF4-FFF2-40B4-BE49-F238E27FC236}">
                <a16:creationId xmlns:a16="http://schemas.microsoft.com/office/drawing/2014/main" id="{315E7554-624C-44D1-9D89-35ED1837B5B5}"/>
              </a:ext>
            </a:extLst>
          </p:cNvPr>
          <p:cNvSpPr>
            <a:spLocks xmlns:a="http://schemas.openxmlformats.org/drawingml/2006/main" noGrp="1"/>
          </p:cNvSpPr>
          <p:nvPr/>
        </p:nvSpPr>
        <p:spPr>
          <a:xfrm xmlns:a="http://schemas.openxmlformats.org/drawingml/2006/main">
            <a:off x="647700" y="5791200"/>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両Swarm入力は分布形状を概ね共有しつつ、電子密度ピークを標準COMSOL比で約33%低下させる。</a:t>
            </a:r>
          </a:p>
        </p:txBody>
      </p:sp>
      <p:sp>
        <p:nvSpPr>
          <p:cNvPr id="9" name="source">
            <a:extLst xmlns:a="http://schemas.openxmlformats.org/drawingml/2006/main">
              <a:ext uri="{FF2B5EF4-FFF2-40B4-BE49-F238E27FC236}">
                <a16:creationId xmlns:a16="http://schemas.microsoft.com/office/drawing/2014/main" id="{FC64F6FF-954A-4717-B088-66C20A8D9B95}"/>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Source figure (non-editable): comsol_style_electron_density_comparison.png; solver_comparison_manifest.json; commit 84afdbc</a:t>
            </a:r>
          </a:p>
        </p:txBody>
      </p:sp>
      <p:sp>
        <p:nvSpPr>
          <p:cNvPr id="10" name="section">
            <a:extLst xmlns:a="http://schemas.openxmlformats.org/drawingml/2006/main">
              <a:ext uri="{FF2B5EF4-FFF2-40B4-BE49-F238E27FC236}">
                <a16:creationId xmlns:a16="http://schemas.microsoft.com/office/drawing/2014/main" id="{772E9B8F-FC42-4A96-9AF0-93A42E082EA1}"/>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VII. GEC CCP</a:t>
            </a:r>
          </a:p>
        </p:txBody>
      </p:sp>
      <p:sp>
        <p:nvSpPr>
          <p:cNvPr id="11" name="footer">
            <a:extLst xmlns:a="http://schemas.openxmlformats.org/drawingml/2006/main">
              <a:ext uri="{FF2B5EF4-FFF2-40B4-BE49-F238E27FC236}">
                <a16:creationId xmlns:a16="http://schemas.microsoft.com/office/drawing/2014/main" id="{94A3665D-4C6A-47A1-B069-635258E34E36}"/>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2" name="page">
            <a:extLst xmlns:a="http://schemas.openxmlformats.org/drawingml/2006/main">
              <a:ext uri="{FF2B5EF4-FFF2-40B4-BE49-F238E27FC236}">
                <a16:creationId xmlns:a16="http://schemas.microsoft.com/office/drawing/2014/main" id="{C1B5D9F7-30F4-48D3-BFEB-338CAF88437D}"/>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67</a:t>
            </a:r>
          </a:p>
        </p:txBody>
      </p:sp>
    </p:spTree>
    <p:extLst>
      <p:ext uri="{BB962C8B-B14F-4D97-AF65-F5344CB8AC3E}">
        <p14:creationId xmlns:p14="http://schemas.microsoft.com/office/powerpoint/2010/main" val="199847111"/>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55BB269F-AD32-4E96-9849-5E6BA906E72F}"/>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2550" b="0" i="0">
                <a:solidFill>
                  <a:srgbClr val="00A6D6"/>
                </a:solidFill>
                <a:latin typeface="Noto Sans JP"/>
                <a:ea typeface="Noto Sans JP"/>
                <a:cs typeface="Noto Sans JP"/>
              </a:defRPr>
            </a:pPr>
            <a:r>
              <a:rPr sz="2550" b="0" i="0">
                <a:solidFill>
                  <a:srgbClr val="00A6D6"/>
                </a:solidFill>
                <a:latin typeface="Noto Sans JP"/>
                <a:ea typeface="Noto Sans JP"/>
                <a:cs typeface="Noto Sans JP"/>
              </a:rPr>
              <a:t>GEC CCP：電子温度</a:t>
            </a:r>
          </a:p>
        </p:txBody>
      </p:sp>
      <p:sp>
        <p:nvSpPr>
          <p:cNvPr id="3" name="subtitle">
            <a:extLst xmlns:a="http://schemas.openxmlformats.org/drawingml/2006/main">
              <a:ext uri="{FF2B5EF4-FFF2-40B4-BE49-F238E27FC236}">
                <a16:creationId xmlns:a16="http://schemas.microsoft.com/office/drawing/2014/main" id="{3C4F3BB0-19A9-4460-8D83-03E7CBF891AE}"/>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200" b="0" i="0">
                <a:solidFill>
                  <a:srgbClr val="008DB6"/>
                </a:solidFill>
                <a:latin typeface="Noto Sans JP"/>
                <a:ea typeface="Noto Sans JP"/>
                <a:cs typeface="Noto Sans JP"/>
              </a:defRPr>
            </a:pPr>
            <a:r>
              <a:rPr sz="1200" b="0" i="0">
                <a:solidFill>
                  <a:srgbClr val="008DB6"/>
                </a:solidFill>
                <a:latin typeface="Noto Sans JP"/>
                <a:ea typeface="Noto Sans JP"/>
                <a:cs typeface="Noto Sans JP"/>
              </a:rPr>
              <a:t>標準COMSOL・two-term・Monte Carloのperiod-average比較；共通節点・共通線形カラースケール</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f01f06a385a42e8"/>
          <a:stretch xmlns:a="http://schemas.openxmlformats.org/drawingml/2006/main"/>
        </p:blipFill>
        <p:spPr>
          <a:xfrm xmlns:a="http://schemas.openxmlformats.org/drawingml/2006/main">
            <a:off x="428625" y="1381180"/>
            <a:ext cx="11334750" cy="356223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FCB0460-18A9-4C37-8CD3-BE370ED4B69F}"/>
              </a:ext>
            </a:extLst>
          </p:cNvPr>
          <p:cNvSpPr>
            <a:spLocks xmlns:a="http://schemas.openxmlformats.org/drawingml/2006/main" noGrp="1"/>
          </p:cNvSpPr>
          <p:nvPr/>
        </p:nvSpPr>
        <p:spPr>
          <a:xfrm xmlns:a="http://schemas.openxmlformats.org/drawingml/2006/main">
            <a:off x="666750" y="5067300"/>
            <a:ext cx="5286375" cy="47625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1" i="0">
                <a:solidFill>
                  <a:srgbClr val="241646"/>
                </a:solidFill>
                <a:latin typeface="Noto Sans JP"/>
                <a:ea typeface="Noto Sans JP"/>
                <a:cs typeface="Noto Sans JP"/>
              </a:defRPr>
            </a:pPr>
            <a:r>
              <a:rPr sz="1275" b="1" i="0">
                <a:solidFill>
                  <a:srgbClr val="241646"/>
                </a:solidFill>
                <a:latin typeface="Noto Sans JP"/>
                <a:ea typeface="Noto Sans JP"/>
                <a:cs typeface="Noto Sans JP"/>
              </a:rPr>
              <a:t>標準COMSOL比 relative L₂：two-term 0.239 / Monte Carlo 0.237</a:t>
            </a:r>
          </a:p>
        </p:txBody>
      </p:sp>
      <p:sp>
        <p:nvSpPr>
          <p:cNvPr id="6" name="">
            <a:extLst xmlns:a="http://schemas.openxmlformats.org/drawingml/2006/main">
              <a:ext uri="{FF2B5EF4-FFF2-40B4-BE49-F238E27FC236}">
                <a16:creationId xmlns:a16="http://schemas.microsoft.com/office/drawing/2014/main" id="{EFBBA5A7-39B5-429E-88BF-807D6444C738}"/>
              </a:ext>
            </a:extLst>
          </p:cNvPr>
          <p:cNvSpPr>
            <a:spLocks xmlns:a="http://schemas.openxmlformats.org/drawingml/2006/main" noGrp="1"/>
          </p:cNvSpPr>
          <p:nvPr/>
        </p:nvSpPr>
        <p:spPr>
          <a:xfrm xmlns:a="http://schemas.openxmlformats.org/drawingml/2006/main">
            <a:off x="6238875" y="5067300"/>
            <a:ext cx="5286375" cy="47625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global max [eV]：18.97 → 15.16 / 15.21</a:t>
            </a:r>
          </a:p>
        </p:txBody>
      </p:sp>
      <p:sp>
        <p:nvSpPr>
          <p:cNvPr id="7" name="takeaway-bullet">
            <a:extLst xmlns:a="http://schemas.openxmlformats.org/drawingml/2006/main">
              <a:ext uri="{FF2B5EF4-FFF2-40B4-BE49-F238E27FC236}">
                <a16:creationId xmlns:a16="http://schemas.microsoft.com/office/drawing/2014/main" id="{1E39F159-EE9B-48F9-9886-20A1D43280C1}"/>
              </a:ext>
            </a:extLst>
          </p:cNvPr>
          <p:cNvSpPr>
            <a:spLocks xmlns:a="http://schemas.openxmlformats.org/drawingml/2006/main" noGrp="1"/>
          </p:cNvSpPr>
          <p:nvPr/>
        </p:nvSpPr>
        <p:spPr>
          <a:xfrm xmlns:a="http://schemas.openxmlformats.org/drawingml/2006/main">
            <a:off x="457200" y="591502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8" name="takeaway">
            <a:extLst xmlns:a="http://schemas.openxmlformats.org/drawingml/2006/main">
              <a:ext uri="{FF2B5EF4-FFF2-40B4-BE49-F238E27FC236}">
                <a16:creationId xmlns:a16="http://schemas.microsoft.com/office/drawing/2014/main" id="{5C35FA8C-92E2-403F-AC44-CAA7BC8B745D}"/>
              </a:ext>
            </a:extLst>
          </p:cNvPr>
          <p:cNvSpPr>
            <a:spLocks xmlns:a="http://schemas.openxmlformats.org/drawingml/2006/main" noGrp="1"/>
          </p:cNvSpPr>
          <p:nvPr/>
        </p:nvSpPr>
        <p:spPr>
          <a:xfrm xmlns:a="http://schemas.openxmlformats.org/drawingml/2006/main">
            <a:off x="647700" y="5791200"/>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Swarm 2手法はほぼ同じ温度場を与え、標準解析EEDFとの差が空間差の主要因になっている。</a:t>
            </a:r>
          </a:p>
        </p:txBody>
      </p:sp>
      <p:sp>
        <p:nvSpPr>
          <p:cNvPr id="9" name="source">
            <a:extLst xmlns:a="http://schemas.openxmlformats.org/drawingml/2006/main">
              <a:ext uri="{FF2B5EF4-FFF2-40B4-BE49-F238E27FC236}">
                <a16:creationId xmlns:a16="http://schemas.microsoft.com/office/drawing/2014/main" id="{FFBE9936-C2EA-4303-BF5F-982D1F5FA9E1}"/>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Source figure (non-editable): comsol_style_electron_temperature_comparison.png; solver_comparison_manifest.json; commit 84afdbc</a:t>
            </a:r>
          </a:p>
        </p:txBody>
      </p:sp>
      <p:sp>
        <p:nvSpPr>
          <p:cNvPr id="10" name="section">
            <a:extLst xmlns:a="http://schemas.openxmlformats.org/drawingml/2006/main">
              <a:ext uri="{FF2B5EF4-FFF2-40B4-BE49-F238E27FC236}">
                <a16:creationId xmlns:a16="http://schemas.microsoft.com/office/drawing/2014/main" id="{4F93DDFF-CF5D-463E-BDC5-F02467A6B931}"/>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VII. GEC CCP</a:t>
            </a:r>
          </a:p>
        </p:txBody>
      </p:sp>
      <p:sp>
        <p:nvSpPr>
          <p:cNvPr id="11" name="footer">
            <a:extLst xmlns:a="http://schemas.openxmlformats.org/drawingml/2006/main">
              <a:ext uri="{FF2B5EF4-FFF2-40B4-BE49-F238E27FC236}">
                <a16:creationId xmlns:a16="http://schemas.microsoft.com/office/drawing/2014/main" id="{74538229-2AC2-4A4F-A5D1-CEB87C36FD2D}"/>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2" name="page">
            <a:extLst xmlns:a="http://schemas.openxmlformats.org/drawingml/2006/main">
              <a:ext uri="{FF2B5EF4-FFF2-40B4-BE49-F238E27FC236}">
                <a16:creationId xmlns:a16="http://schemas.microsoft.com/office/drawing/2014/main" id="{F2754018-869E-458C-8AEC-2E638CA0E44F}"/>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68</a:t>
            </a:r>
          </a:p>
        </p:txBody>
      </p:sp>
    </p:spTree>
    <p:extLst>
      <p:ext uri="{BB962C8B-B14F-4D97-AF65-F5344CB8AC3E}">
        <p14:creationId xmlns:p14="http://schemas.microsoft.com/office/powerpoint/2010/main" val="31859973"/>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75214514-0D77-46C2-8A01-A042C81D79EE}"/>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2550" b="0" i="0">
                <a:solidFill>
                  <a:srgbClr val="00A6D6"/>
                </a:solidFill>
                <a:latin typeface="Noto Sans JP"/>
                <a:ea typeface="Noto Sans JP"/>
                <a:cs typeface="Noto Sans JP"/>
              </a:defRPr>
            </a:pPr>
            <a:r>
              <a:rPr sz="2550" b="0" i="0">
                <a:solidFill>
                  <a:srgbClr val="00A6D6"/>
                </a:solidFill>
                <a:latin typeface="Noto Sans JP"/>
                <a:ea typeface="Noto Sans JP"/>
                <a:cs typeface="Noto Sans JP"/>
              </a:rPr>
              <a:t>GEC CCP電位</a:t>
            </a:r>
          </a:p>
        </p:txBody>
      </p:sp>
      <p:sp>
        <p:nvSpPr>
          <p:cNvPr id="3" name="subtitle">
            <a:extLst xmlns:a="http://schemas.openxmlformats.org/drawingml/2006/main">
              <a:ext uri="{FF2B5EF4-FFF2-40B4-BE49-F238E27FC236}">
                <a16:creationId xmlns:a16="http://schemas.microsoft.com/office/drawing/2014/main" id="{3A37F7F9-0DC2-483F-9D15-D5A316E7EE7B}"/>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200" b="0" i="0">
                <a:solidFill>
                  <a:srgbClr val="008DB6"/>
                </a:solidFill>
                <a:latin typeface="Noto Sans JP"/>
                <a:ea typeface="Noto Sans JP"/>
                <a:cs typeface="Noto Sans JP"/>
              </a:defRPr>
            </a:pPr>
            <a:r>
              <a:rPr sz="1200" b="0" i="0">
                <a:solidFill>
                  <a:srgbClr val="008DB6"/>
                </a:solidFill>
                <a:latin typeface="Noto Sans JP"/>
                <a:ea typeface="Noto Sans JP"/>
                <a:cs typeface="Noto Sans JP"/>
              </a:rPr>
              <a:t>標準COMSOL / two-term / Monte Carlo、period-average・共通カラースケール</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5415a0a1390407e"/>
          <a:stretch xmlns:a="http://schemas.openxmlformats.org/drawingml/2006/main"/>
        </p:blipFill>
        <p:spPr>
          <a:xfrm xmlns:a="http://schemas.openxmlformats.org/drawingml/2006/main">
            <a:off x="428625" y="1381180"/>
            <a:ext cx="11334750" cy="356223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7622B62-02D1-4822-B7F6-7F294676BB77}"/>
              </a:ext>
            </a:extLst>
          </p:cNvPr>
          <p:cNvSpPr>
            <a:spLocks xmlns:a="http://schemas.openxmlformats.org/drawingml/2006/main" noGrp="1"/>
          </p:cNvSpPr>
          <p:nvPr/>
        </p:nvSpPr>
        <p:spPr>
          <a:xfrm xmlns:a="http://schemas.openxmlformats.org/drawingml/2006/main">
            <a:off x="666750" y="5067300"/>
            <a:ext cx="5286375" cy="47625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1" i="0">
                <a:solidFill>
                  <a:srgbClr val="241646"/>
                </a:solidFill>
                <a:latin typeface="Noto Sans JP"/>
                <a:ea typeface="Noto Sans JP"/>
                <a:cs typeface="Noto Sans JP"/>
              </a:defRPr>
            </a:pPr>
            <a:r>
              <a:rPr sz="1275" b="1" i="0">
                <a:solidFill>
                  <a:srgbClr val="241646"/>
                </a:solidFill>
                <a:latin typeface="Noto Sans JP"/>
                <a:ea typeface="Noto Sans JP"/>
                <a:cs typeface="Noto Sans JP"/>
              </a:rPr>
              <a:t>標準COMSOL比 relative L₂：two-term 0.319 / Monte Carlo 0.317</a:t>
            </a:r>
          </a:p>
        </p:txBody>
      </p:sp>
      <p:sp>
        <p:nvSpPr>
          <p:cNvPr id="6" name="">
            <a:extLst xmlns:a="http://schemas.openxmlformats.org/drawingml/2006/main">
              <a:ext uri="{FF2B5EF4-FFF2-40B4-BE49-F238E27FC236}">
                <a16:creationId xmlns:a16="http://schemas.microsoft.com/office/drawing/2014/main" id="{26AC685A-8429-4B0B-8BC8-5A35DD25ECFE}"/>
              </a:ext>
            </a:extLst>
          </p:cNvPr>
          <p:cNvSpPr>
            <a:spLocks xmlns:a="http://schemas.openxmlformats.org/drawingml/2006/main" noGrp="1"/>
          </p:cNvSpPr>
          <p:nvPr/>
        </p:nvSpPr>
        <p:spPr>
          <a:xfrm xmlns:a="http://schemas.openxmlformats.org/drawingml/2006/main">
            <a:off x="6238875" y="5067300"/>
            <a:ext cx="5286375" cy="47625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電位範囲 [V]：−75.85…27.33 → 約−52.4…35.4</a:t>
            </a:r>
          </a:p>
        </p:txBody>
      </p:sp>
      <p:sp>
        <p:nvSpPr>
          <p:cNvPr id="7" name="takeaway-bullet">
            <a:extLst xmlns:a="http://schemas.openxmlformats.org/drawingml/2006/main">
              <a:ext uri="{FF2B5EF4-FFF2-40B4-BE49-F238E27FC236}">
                <a16:creationId xmlns:a16="http://schemas.microsoft.com/office/drawing/2014/main" id="{A737E72A-6E94-4C0D-8AE5-913FAFFE39E4}"/>
              </a:ext>
            </a:extLst>
          </p:cNvPr>
          <p:cNvSpPr>
            <a:spLocks xmlns:a="http://schemas.openxmlformats.org/drawingml/2006/main" noGrp="1"/>
          </p:cNvSpPr>
          <p:nvPr/>
        </p:nvSpPr>
        <p:spPr>
          <a:xfrm xmlns:a="http://schemas.openxmlformats.org/drawingml/2006/main">
            <a:off x="457200" y="591502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8" name="takeaway">
            <a:extLst xmlns:a="http://schemas.openxmlformats.org/drawingml/2006/main">
              <a:ext uri="{FF2B5EF4-FFF2-40B4-BE49-F238E27FC236}">
                <a16:creationId xmlns:a16="http://schemas.microsoft.com/office/drawing/2014/main" id="{2684E187-8DBD-4680-87C2-2CBD3D744BDA}"/>
              </a:ext>
            </a:extLst>
          </p:cNvPr>
          <p:cNvSpPr>
            <a:spLocks xmlns:a="http://schemas.openxmlformats.org/drawingml/2006/main" noGrp="1"/>
          </p:cNvSpPr>
          <p:nvPr/>
        </p:nvSpPr>
        <p:spPr>
          <a:xfrm xmlns:a="http://schemas.openxmlformats.org/drawingml/2006/main">
            <a:off x="647700" y="5791200"/>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EEDF・輸送係数の変更は生成率だけでなく、空間電荷を介して電位構造まで変える。</a:t>
            </a:r>
          </a:p>
        </p:txBody>
      </p:sp>
      <p:sp>
        <p:nvSpPr>
          <p:cNvPr id="9" name="source">
            <a:extLst xmlns:a="http://schemas.openxmlformats.org/drawingml/2006/main">
              <a:ext uri="{FF2B5EF4-FFF2-40B4-BE49-F238E27FC236}">
                <a16:creationId xmlns:a16="http://schemas.microsoft.com/office/drawing/2014/main" id="{70102F56-0C84-499E-BC8B-D31C0AC39A85}"/>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Source figure (non-editable): comsol_style_electric_potential_comparison.png; solver_comparison_manifest.json; commit 84afdbc</a:t>
            </a:r>
          </a:p>
        </p:txBody>
      </p:sp>
      <p:sp>
        <p:nvSpPr>
          <p:cNvPr id="10" name="section">
            <a:extLst xmlns:a="http://schemas.openxmlformats.org/drawingml/2006/main">
              <a:ext uri="{FF2B5EF4-FFF2-40B4-BE49-F238E27FC236}">
                <a16:creationId xmlns:a16="http://schemas.microsoft.com/office/drawing/2014/main" id="{1EA1E98C-8C47-4C95-9F1E-0126EBBBD111}"/>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VII. GEC CCP</a:t>
            </a:r>
          </a:p>
        </p:txBody>
      </p:sp>
      <p:sp>
        <p:nvSpPr>
          <p:cNvPr id="11" name="footer">
            <a:extLst xmlns:a="http://schemas.openxmlformats.org/drawingml/2006/main">
              <a:ext uri="{FF2B5EF4-FFF2-40B4-BE49-F238E27FC236}">
                <a16:creationId xmlns:a16="http://schemas.microsoft.com/office/drawing/2014/main" id="{F69B9A6D-5A72-4E5A-83A5-6B724401E3D5}"/>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2" name="page">
            <a:extLst xmlns:a="http://schemas.openxmlformats.org/drawingml/2006/main">
              <a:ext uri="{FF2B5EF4-FFF2-40B4-BE49-F238E27FC236}">
                <a16:creationId xmlns:a16="http://schemas.microsoft.com/office/drawing/2014/main" id="{83DE9F20-286D-4BF0-82AF-7620920FEAE3}"/>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69</a:t>
            </a:r>
          </a:p>
        </p:txBody>
      </p:sp>
    </p:spTree>
    <p:extLst>
      <p:ext uri="{BB962C8B-B14F-4D97-AF65-F5344CB8AC3E}">
        <p14:creationId xmlns:p14="http://schemas.microsoft.com/office/powerpoint/2010/main" val="947270244"/>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B256F16D-7DE8-4BB3-AE01-70AF65EDE80F}"/>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CCP定量評価：手法差よりEEDFモデル差が大きい</a:t>
            </a:r>
          </a:p>
        </p:txBody>
      </p:sp>
      <p:graphicFrame>
        <p:nvGraphicFramePr>
          <p:cNvPr id="14" name=""/>
          <p:cNvGraphicFramePr/>
          <p:nvPr/>
        </p:nvGraphicFramePr>
        <p:xfrm>
          <a:off xmlns:a="http://schemas.openxmlformats.org/drawingml/2006/main" x="333375" y="1333500"/>
          <a:ext xmlns:a="http://schemas.openxmlformats.org/drawingml/2006/main" cx="11525250" cy="4143375"/>
        </p:xfrm>
        <a:graphic xmlns:a="http://schemas.openxmlformats.org/drawingml/2006/main">
          <a:graphicData uri="http://schemas.openxmlformats.org/drawingml/2006/table">
            <a:tbl>
              <a:tblPr/>
              <a:tblGrid>
                <a:gridCol w="1681796"/>
                <a:gridCol w="1978584"/>
                <a:gridCol w="2324836"/>
                <a:gridCol w="2324836"/>
                <a:gridCol w="3215198"/>
              </a:tblGrid>
              <a:tr h="591911">
                <a:tc>
                  <a:txBody>
                    <a:bodyPr lIns="57150" tIns="47625" rIns="57150" bIns="47625">
                      <a:normAutofit/>
                    </a:bodyPr>
                    <a:lstStyle/>
                    <a:p>
                      <a:pPr algn="l">
                        <a:buNone/>
                      </a:pPr>
                      <a:r>
                        <a:rPr sz="1013" b="1">
                          <a:solidFill>
                            <a:srgbClr val="FFFFFF"/>
                          </a:solidFill>
                          <a:latin typeface="Noto Sans JP"/>
                          <a:ea typeface="Noto Sans JP"/>
                          <a:cs typeface="Noto Sans JP"/>
                        </a:rPr>
                        <a:t>評価量</a:t>
                      </a:r>
                    </a:p>
                  </a:txBody>
                  <a:tcPr marL="91440" marR="91440" marT="45720" marB="45720" anchor="ctr">
                    <a:solidFill>
                      <a:srgbClr val="00A6D6"/>
                    </a:solidFill>
                  </a:tcPr>
                </a:tc>
                <a:tc>
                  <a:txBody>
                    <a:bodyPr lIns="57150" tIns="47625" rIns="57150" bIns="47625">
                      <a:normAutofit/>
                    </a:bodyPr>
                    <a:lstStyle/>
                    <a:p>
                      <a:pPr algn="ctr">
                        <a:buNone/>
                      </a:pPr>
                      <a:r>
                        <a:rPr sz="1013" b="1">
                          <a:solidFill>
                            <a:srgbClr val="FFFFFF"/>
                          </a:solidFill>
                          <a:latin typeface="Noto Sans JP"/>
                          <a:ea typeface="Noto Sans JP"/>
                          <a:cs typeface="Noto Sans JP"/>
                        </a:rPr>
                        <a:t>標準COMSOL</a:t>
                      </a:r>
                    </a:p>
                  </a:txBody>
                  <a:tcPr marL="91440" marR="91440" marT="45720" marB="45720" anchor="ctr">
                    <a:solidFill>
                      <a:srgbClr val="00A6D6"/>
                    </a:solidFill>
                  </a:tcPr>
                </a:tc>
                <a:tc>
                  <a:txBody>
                    <a:bodyPr lIns="57150" tIns="47625" rIns="57150" bIns="47625">
                      <a:normAutofit/>
                    </a:bodyPr>
                    <a:lstStyle/>
                    <a:p>
                      <a:pPr algn="ctr">
                        <a:buNone/>
                      </a:pPr>
                      <a:r>
                        <a:rPr sz="1013" b="1">
                          <a:solidFill>
                            <a:srgbClr val="FFFFFF"/>
                          </a:solidFill>
                          <a:latin typeface="Noto Sans JP"/>
                          <a:ea typeface="Noto Sans JP"/>
                          <a:cs typeface="Noto Sans JP"/>
                        </a:rPr>
                        <a:t>two-term</a:t>
                      </a:r>
                    </a:p>
                  </a:txBody>
                  <a:tcPr marL="91440" marR="91440" marT="45720" marB="45720" anchor="ctr">
                    <a:solidFill>
                      <a:srgbClr val="00A6D6"/>
                    </a:solidFill>
                  </a:tcPr>
                </a:tc>
                <a:tc>
                  <a:txBody>
                    <a:bodyPr lIns="57150" tIns="47625" rIns="57150" bIns="47625">
                      <a:normAutofit/>
                    </a:bodyPr>
                    <a:lstStyle/>
                    <a:p>
                      <a:pPr algn="ctr">
                        <a:buNone/>
                      </a:pPr>
                      <a:r>
                        <a:rPr sz="1013" b="1">
                          <a:solidFill>
                            <a:srgbClr val="FFFFFF"/>
                          </a:solidFill>
                          <a:latin typeface="Noto Sans JP"/>
                          <a:ea typeface="Noto Sans JP"/>
                          <a:cs typeface="Noto Sans JP"/>
                        </a:rPr>
                        <a:t>Monte Carlo</a:t>
                      </a:r>
                    </a:p>
                  </a:txBody>
                  <a:tcPr marL="91440" marR="91440" marT="45720" marB="45720" anchor="ctr">
                    <a:solidFill>
                      <a:srgbClr val="00A6D6"/>
                    </a:solidFill>
                  </a:tcPr>
                </a:tc>
                <a:tc>
                  <a:txBody>
                    <a:bodyPr lIns="57150" tIns="47625" rIns="57150" bIns="47625">
                      <a:normAutofit/>
                    </a:bodyPr>
                    <a:lstStyle/>
                    <a:p>
                      <a:pPr algn="ctr">
                        <a:buNone/>
                      </a:pPr>
                      <a:r>
                        <a:rPr sz="1013" b="1">
                          <a:solidFill>
                            <a:srgbClr val="FFFFFF"/>
                          </a:solidFill>
                          <a:latin typeface="Noto Sans JP"/>
                          <a:ea typeface="Noto Sans JP"/>
                          <a:cs typeface="Noto Sans JP"/>
                        </a:rPr>
                        <a:t>読取り</a:t>
                      </a:r>
                    </a:p>
                  </a:txBody>
                  <a:tcPr marL="91440" marR="91440" marT="45720" marB="45720" anchor="ctr">
                    <a:solidFill>
                      <a:srgbClr val="00A6D6"/>
                    </a:solidFill>
                  </a:tcPr>
                </a:tc>
              </a:tr>
              <a:tr h="591911">
                <a:tc>
                  <a:txBody>
                    <a:bodyPr lIns="57150" tIns="47625" rIns="57150" bIns="47625">
                      <a:normAutofit/>
                    </a:bodyPr>
                    <a:lstStyle/>
                    <a:p>
                      <a:pPr algn="l">
                        <a:buNone/>
                      </a:pPr>
                      <a:r>
                        <a:rPr sz="938" b="1">
                          <a:solidFill>
                            <a:srgbClr val="333333"/>
                          </a:solidFill>
                          <a:latin typeface="Noto Sans JP"/>
                          <a:ea typeface="Noto Sans JP"/>
                          <a:cs typeface="Noto Sans JP"/>
                        </a:rPr>
                        <a:t>EEDF 100 Tdの〈ε〉</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解析分布</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6.931 eV</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6.919 eV</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2手法は0.2%差。解析形状との差を別に評価</a:t>
                      </a:r>
                    </a:p>
                  </a:txBody>
                  <a:tcPr marL="91440" marR="91440" marT="45720" marB="45720" anchor="ctr">
                    <a:solidFill>
                      <a:srgbClr val="FFFFFF"/>
                    </a:solidFill>
                  </a:tcPr>
                </a:tc>
              </a:tr>
              <a:tr h="591911">
                <a:tc>
                  <a:txBody>
                    <a:bodyPr lIns="57150" tIns="47625" rIns="57150" bIns="47625">
                      <a:normAutofit/>
                    </a:bodyPr>
                    <a:lstStyle/>
                    <a:p>
                      <a:pPr algn="l">
                        <a:buNone/>
                      </a:pPr>
                      <a:r>
                        <a:rPr sz="938" b="1">
                          <a:solidFill>
                            <a:srgbClr val="333333"/>
                          </a:solidFill>
                          <a:latin typeface="Noto Sans JP"/>
                          <a:ea typeface="Noto Sans JP"/>
                          <a:cs typeface="Noto Sans JP"/>
                        </a:rPr>
                        <a:t>電子密度 nₑ</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max 2.23×10¹⁵</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L₂ 0.418 / max 1.46×10¹⁵</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L₂ 0.404 / max 1.50×10¹⁵</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密度絶対値が約33%低下</a:t>
                      </a:r>
                    </a:p>
                  </a:txBody>
                  <a:tcPr marL="91440" marR="91440" marT="45720" marB="45720" anchor="ctr">
                    <a:solidFill>
                      <a:srgbClr val="F2F3F4"/>
                    </a:solidFill>
                  </a:tcPr>
                </a:tc>
              </a:tr>
              <a:tr h="591911">
                <a:tc>
                  <a:txBody>
                    <a:bodyPr lIns="57150" tIns="47625" rIns="57150" bIns="47625">
                      <a:normAutofit/>
                    </a:bodyPr>
                    <a:lstStyle/>
                    <a:p>
                      <a:pPr algn="l">
                        <a:buNone/>
                      </a:pPr>
                      <a:r>
                        <a:rPr sz="938" b="1">
                          <a:solidFill>
                            <a:srgbClr val="333333"/>
                          </a:solidFill>
                          <a:latin typeface="Noto Sans JP"/>
                          <a:ea typeface="Noto Sans JP"/>
                          <a:cs typeface="Noto Sans JP"/>
                        </a:rPr>
                        <a:t>電子温度</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max 18.97 eV</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L₂ 0.239 / max 15.16</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L₂ 0.237 / max 15.21</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2手法間は小、標準との差は残る</a:t>
                      </a:r>
                    </a:p>
                  </a:txBody>
                  <a:tcPr marL="91440" marR="91440" marT="45720" marB="45720" anchor="ctr">
                    <a:solidFill>
                      <a:srgbClr val="FFFFFF"/>
                    </a:solidFill>
                  </a:tcPr>
                </a:tc>
              </a:tr>
              <a:tr h="591911">
                <a:tc>
                  <a:txBody>
                    <a:bodyPr lIns="57150" tIns="47625" rIns="57150" bIns="47625">
                      <a:normAutofit/>
                    </a:bodyPr>
                    <a:lstStyle/>
                    <a:p>
                      <a:pPr algn="l">
                        <a:buNone/>
                      </a:pPr>
                      <a:r>
                        <a:rPr sz="938" b="1">
                          <a:solidFill>
                            <a:srgbClr val="333333"/>
                          </a:solidFill>
                          <a:latin typeface="Noto Sans JP"/>
                          <a:ea typeface="Noto Sans JP"/>
                          <a:cs typeface="Noto Sans JP"/>
                        </a:rPr>
                        <a:t>電位</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−75.85…27.33 V</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L₂ 0.319</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L₂ 0.317</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空間電荷を介して電位へ波及</a:t>
                      </a:r>
                    </a:p>
                  </a:txBody>
                  <a:tcPr marL="91440" marR="91440" marT="45720" marB="45720" anchor="ctr">
                    <a:solidFill>
                      <a:srgbClr val="F2F3F4"/>
                    </a:solidFill>
                  </a:tcPr>
                </a:tc>
              </a:tr>
              <a:tr h="591911">
                <a:tc>
                  <a:txBody>
                    <a:bodyPr lIns="57150" tIns="47625" rIns="57150" bIns="47625">
                      <a:normAutofit/>
                    </a:bodyPr>
                    <a:lstStyle/>
                    <a:p>
                      <a:pPr algn="l">
                        <a:buNone/>
                      </a:pPr>
                      <a:r>
                        <a:rPr sz="938" b="1">
                          <a:solidFill>
                            <a:srgbClr val="333333"/>
                          </a:solidFill>
                          <a:latin typeface="Noto Sans JP"/>
                          <a:ea typeface="Noto Sans JP"/>
                          <a:cs typeface="Noto Sans JP"/>
                        </a:rPr>
                        <a:t>再現性・受入れ</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baseline repeat L₂≤4.2×10⁻¹³</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physical target accepted</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physical target accepted</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同一1520節点・period-average</a:t>
                      </a:r>
                    </a:p>
                  </a:txBody>
                  <a:tcPr marL="91440" marR="91440" marT="45720" marB="45720" anchor="ctr">
                    <a:solidFill>
                      <a:srgbClr val="FFFFFF"/>
                    </a:solidFill>
                  </a:tcPr>
                </a:tc>
              </a:tr>
              <a:tr h="591911">
                <a:tc>
                  <a:txBody>
                    <a:bodyPr lIns="57150" tIns="47625" rIns="57150" bIns="47625">
                      <a:normAutofit/>
                    </a:bodyPr>
                    <a:lstStyle/>
                    <a:p>
                      <a:pPr algn="l">
                        <a:buNone/>
                      </a:pPr>
                      <a:r>
                        <a:rPr sz="938" b="1">
                          <a:solidFill>
                            <a:srgbClr val="333333"/>
                          </a:solidFill>
                          <a:latin typeface="Noto Sans JP"/>
                          <a:ea typeface="Noto Sans JP"/>
                          <a:cs typeface="Noto Sans JP"/>
                        </a:rPr>
                        <a:t>propagator P1</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表は存在するが、当時のCCP空間solve結果には未収録</a:t>
                      </a:r>
                    </a:p>
                  </a:txBody>
                  <a:tcPr marL="91440" marR="91440" marT="45720" marB="45720" anchor="ctr">
                    <a:solidFill>
                      <a:srgbClr val="F2F3F4"/>
                    </a:solidFill>
                  </a:tcPr>
                </a:tc>
              </a:tr>
            </a:tbl>
          </a:graphicData>
        </a:graphic>
      </p:graphicFrame>
      <p:sp>
        <p:nvSpPr>
          <p:cNvPr id="4" name="">
            <a:extLst xmlns:a="http://schemas.openxmlformats.org/drawingml/2006/main">
              <a:ext uri="{FF2B5EF4-FFF2-40B4-BE49-F238E27FC236}">
                <a16:creationId xmlns:a16="http://schemas.microsoft.com/office/drawing/2014/main" id="{12EAB070-A990-4DA8-B370-DA764B5213FC}"/>
              </a:ext>
            </a:extLst>
          </p:cNvPr>
          <p:cNvSpPr>
            <a:spLocks xmlns:a="http://schemas.openxmlformats.org/drawingml/2006/main" noGrp="1"/>
          </p:cNvSpPr>
          <p:nvPr/>
        </p:nvSpPr>
        <p:spPr>
          <a:xfrm xmlns:a="http://schemas.openxmlformats.org/drawingml/2006/main">
            <a:off x="857250" y="558165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次の検証</a:t>
            </a:r>
          </a:p>
        </p:txBody>
      </p:sp>
      <p:sp>
        <p:nvSpPr>
          <p:cNvPr id="5" name="">
            <a:extLst xmlns:a="http://schemas.openxmlformats.org/drawingml/2006/main">
              <a:ext uri="{FF2B5EF4-FFF2-40B4-BE49-F238E27FC236}">
                <a16:creationId xmlns:a16="http://schemas.microsoft.com/office/drawing/2014/main" id="{53A50F04-CE02-4ABB-BAD1-E931B427671A}"/>
              </a:ext>
            </a:extLst>
          </p:cNvPr>
          <p:cNvSpPr>
            <a:spLocks xmlns:a="http://schemas.openxmlformats.org/drawingml/2006/main" noGrp="1"/>
          </p:cNvSpPr>
          <p:nvPr/>
        </p:nvSpPr>
        <p:spPr>
          <a:xfrm xmlns:a="http://schemas.openxmlformats.org/drawingml/2006/main">
            <a:off x="2333625" y="5486400"/>
            <a:ext cx="885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propagator P1のlicensed solveを同一MPH・同一周期平均条件で追加し、位相分解と周期定常性も保存する。</a:t>
            </a:r>
          </a:p>
        </p:txBody>
      </p:sp>
      <p:sp>
        <p:nvSpPr>
          <p:cNvPr id="6" name="takeaway-bullet">
            <a:extLst xmlns:a="http://schemas.openxmlformats.org/drawingml/2006/main">
              <a:ext uri="{FF2B5EF4-FFF2-40B4-BE49-F238E27FC236}">
                <a16:creationId xmlns:a16="http://schemas.microsoft.com/office/drawing/2014/main" id="{6127D06D-0A96-4929-817B-37535F388697}"/>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7" name="takeaway">
            <a:extLst xmlns:a="http://schemas.openxmlformats.org/drawingml/2006/main">
              <a:ext uri="{FF2B5EF4-FFF2-40B4-BE49-F238E27FC236}">
                <a16:creationId xmlns:a16="http://schemas.microsoft.com/office/drawing/2014/main" id="{8E295116-3E6A-4FEF-A51D-1C164E4AC172}"/>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保存済み証拠ではtwo-termとMonte Carloは近い。標準COMSOL解析EEDFとの差がCCP空間解を支配する。</a:t>
            </a:r>
          </a:p>
        </p:txBody>
      </p:sp>
      <p:sp>
        <p:nvSpPr>
          <p:cNvPr id="8" name="source">
            <a:extLst xmlns:a="http://schemas.openxmlformats.org/drawingml/2006/main">
              <a:ext uri="{FF2B5EF4-FFF2-40B4-BE49-F238E27FC236}">
                <a16:creationId xmlns:a16="http://schemas.microsoft.com/office/drawing/2014/main" id="{B0992052-EA3C-485F-B4A4-651CB4E1AAC7}"/>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solver_comparison_manifest.json; eedf_comparison_summary.csv; recovered from commit 84afdbc</a:t>
            </a:r>
          </a:p>
        </p:txBody>
      </p:sp>
      <p:sp>
        <p:nvSpPr>
          <p:cNvPr id="9" name="section">
            <a:extLst xmlns:a="http://schemas.openxmlformats.org/drawingml/2006/main">
              <a:ext uri="{FF2B5EF4-FFF2-40B4-BE49-F238E27FC236}">
                <a16:creationId xmlns:a16="http://schemas.microsoft.com/office/drawing/2014/main" id="{44D46178-60E3-406A-8E50-5D98F64E5701}"/>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VII. GEC CCP</a:t>
            </a:r>
          </a:p>
        </p:txBody>
      </p:sp>
      <p:sp>
        <p:nvSpPr>
          <p:cNvPr id="10" name="footer">
            <a:extLst xmlns:a="http://schemas.openxmlformats.org/drawingml/2006/main">
              <a:ext uri="{FF2B5EF4-FFF2-40B4-BE49-F238E27FC236}">
                <a16:creationId xmlns:a16="http://schemas.microsoft.com/office/drawing/2014/main" id="{2509D9D7-77B1-465E-8B1E-7A01CB4D3BFD}"/>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1" name="page">
            <a:extLst xmlns:a="http://schemas.openxmlformats.org/drawingml/2006/main">
              <a:ext uri="{FF2B5EF4-FFF2-40B4-BE49-F238E27FC236}">
                <a16:creationId xmlns:a16="http://schemas.microsoft.com/office/drawing/2014/main" id="{6A40F133-4EA1-4289-AE4F-415C1AFBE825}"/>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70</a:t>
            </a:r>
          </a:p>
        </p:txBody>
      </p:sp>
    </p:spTree>
    <p:extLst>
      <p:ext uri="{BB962C8B-B14F-4D97-AF65-F5344CB8AC3E}">
        <p14:creationId xmlns:p14="http://schemas.microsoft.com/office/powerpoint/2010/main" val="385164894"/>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58740B88-7B94-48C7-939A-F2FF64B209F9}"/>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半導体装置開発でSwarm計算が支える判断</a:t>
            </a:r>
          </a:p>
        </p:txBody>
      </p:sp>
      <p:graphicFrame>
        <p:nvGraphicFramePr>
          <p:cNvPr id="13" name=""/>
          <p:cNvGraphicFramePr/>
          <p:nvPr/>
        </p:nvGraphicFramePr>
        <p:xfrm>
          <a:off xmlns:a="http://schemas.openxmlformats.org/drawingml/2006/main" x="333375" y="1333500"/>
          <a:ext xmlns:a="http://schemas.openxmlformats.org/drawingml/2006/main" cx="11525250" cy="4000500"/>
        </p:xfrm>
        <a:graphic xmlns:a="http://schemas.openxmlformats.org/drawingml/2006/main">
          <a:graphicData uri="http://schemas.openxmlformats.org/drawingml/2006/table">
            <a:tbl>
              <a:tblPr/>
              <a:tblGrid>
                <a:gridCol w="1893036"/>
                <a:gridCol w="2505489"/>
                <a:gridCol w="2449812"/>
                <a:gridCol w="2171424"/>
                <a:gridCol w="2505489"/>
              </a:tblGrid>
              <a:tr h="666750">
                <a:tc>
                  <a:txBody>
                    <a:bodyPr lIns="57150" tIns="47625" rIns="57150" bIns="47625">
                      <a:normAutofit/>
                    </a:bodyPr>
                    <a:lstStyle/>
                    <a:p>
                      <a:pPr algn="l">
                        <a:buNone/>
                      </a:pPr>
                      <a:r>
                        <a:rPr sz="1013" b="1">
                          <a:solidFill>
                            <a:srgbClr val="FFFFFF"/>
                          </a:solidFill>
                          <a:latin typeface="Noto Sans JP"/>
                          <a:ea typeface="Noto Sans JP"/>
                          <a:cs typeface="Noto Sans JP"/>
                        </a:rPr>
                        <a:t>開発課題</a:t>
                      </a:r>
                    </a:p>
                  </a:txBody>
                  <a:tcPr marL="91440" marR="91440" marT="45720" marB="45720" anchor="ctr">
                    <a:solidFill>
                      <a:srgbClr val="00A6D6"/>
                    </a:solidFill>
                  </a:tcPr>
                </a:tc>
                <a:tc>
                  <a:txBody>
                    <a:bodyPr lIns="57150" tIns="47625" rIns="57150" bIns="47625">
                      <a:normAutofit/>
                    </a:bodyPr>
                    <a:lstStyle/>
                    <a:p>
                      <a:pPr algn="ctr">
                        <a:buNone/>
                      </a:pPr>
                      <a:r>
                        <a:rPr sz="1013" b="1">
                          <a:solidFill>
                            <a:srgbClr val="FFFFFF"/>
                          </a:solidFill>
                          <a:latin typeface="Noto Sans JP"/>
                          <a:ea typeface="Noto Sans JP"/>
                          <a:cs typeface="Noto Sans JP"/>
                        </a:rPr>
                        <a:t>感度が高い電子物理</a:t>
                      </a:r>
                    </a:p>
                  </a:txBody>
                  <a:tcPr marL="91440" marR="91440" marT="45720" marB="45720" anchor="ctr">
                    <a:solidFill>
                      <a:srgbClr val="00A6D6"/>
                    </a:solidFill>
                  </a:tcPr>
                </a:tc>
                <a:tc>
                  <a:txBody>
                    <a:bodyPr lIns="57150" tIns="47625" rIns="57150" bIns="47625">
                      <a:normAutofit/>
                    </a:bodyPr>
                    <a:lstStyle/>
                    <a:p>
                      <a:pPr algn="ctr">
                        <a:buNone/>
                      </a:pPr>
                      <a:r>
                        <a:rPr sz="1013" b="1">
                          <a:solidFill>
                            <a:srgbClr val="FFFFFF"/>
                          </a:solidFill>
                          <a:latin typeface="Noto Sans JP"/>
                          <a:ea typeface="Noto Sans JP"/>
                          <a:cs typeface="Noto Sans JP"/>
                        </a:rPr>
                        <a:t>COMSOLで見る分布</a:t>
                      </a:r>
                    </a:p>
                  </a:txBody>
                  <a:tcPr marL="91440" marR="91440" marT="45720" marB="45720" anchor="ctr">
                    <a:solidFill>
                      <a:srgbClr val="00A6D6"/>
                    </a:solidFill>
                  </a:tcPr>
                </a:tc>
                <a:tc>
                  <a:txBody>
                    <a:bodyPr lIns="57150" tIns="47625" rIns="57150" bIns="47625">
                      <a:normAutofit/>
                    </a:bodyPr>
                    <a:lstStyle/>
                    <a:p>
                      <a:pPr algn="ctr">
                        <a:buNone/>
                      </a:pPr>
                      <a:r>
                        <a:rPr sz="1013" b="1">
                          <a:solidFill>
                            <a:srgbClr val="FFFFFF"/>
                          </a:solidFill>
                          <a:latin typeface="Noto Sans JP"/>
                          <a:ea typeface="Noto Sans JP"/>
                          <a:cs typeface="Noto Sans JP"/>
                        </a:rPr>
                        <a:t>支える判断</a:t>
                      </a:r>
                    </a:p>
                  </a:txBody>
                  <a:tcPr marL="91440" marR="91440" marT="45720" marB="45720" anchor="ctr">
                    <a:solidFill>
                      <a:srgbClr val="00A6D6"/>
                    </a:solidFill>
                  </a:tcPr>
                </a:tc>
                <a:tc>
                  <a:txBody>
                    <a:bodyPr lIns="57150" tIns="47625" rIns="57150" bIns="47625">
                      <a:normAutofit/>
                    </a:bodyPr>
                    <a:lstStyle/>
                    <a:p>
                      <a:pPr algn="ctr">
                        <a:buNone/>
                      </a:pPr>
                      <a:r>
                        <a:rPr sz="1013" b="1">
                          <a:solidFill>
                            <a:srgbClr val="FFFFFF"/>
                          </a:solidFill>
                          <a:latin typeface="Noto Sans JP"/>
                          <a:ea typeface="Noto Sans JP"/>
                          <a:cs typeface="Noto Sans JP"/>
                        </a:rPr>
                        <a:t>単独では言えないこと</a:t>
                      </a:r>
                    </a:p>
                  </a:txBody>
                  <a:tcPr marL="91440" marR="91440" marT="45720" marB="45720" anchor="ctr">
                    <a:solidFill>
                      <a:srgbClr val="00A6D6"/>
                    </a:solidFill>
                  </a:tcPr>
                </a:tc>
              </a:tr>
              <a:tr h="666750">
                <a:tc>
                  <a:txBody>
                    <a:bodyPr lIns="57150" tIns="47625" rIns="57150" bIns="47625">
                      <a:normAutofit/>
                    </a:bodyPr>
                    <a:lstStyle/>
                    <a:p>
                      <a:pPr algn="l">
                        <a:buNone/>
                      </a:pPr>
                      <a:r>
                        <a:rPr sz="938" b="1">
                          <a:solidFill>
                            <a:srgbClr val="333333"/>
                          </a:solidFill>
                          <a:latin typeface="Noto Sans JP"/>
                          <a:ea typeface="Noto Sans JP"/>
                          <a:cs typeface="Noto Sans JP"/>
                        </a:rPr>
                        <a:t>誘電体エッチ</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電離・励起の高エネルギー尾部</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nₑ、Ar*、RF吸収</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電力・圧力の条件窓</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エッチ速度・形状</a:t>
                      </a:r>
                    </a:p>
                  </a:txBody>
                  <a:tcPr marL="91440" marR="91440" marT="45720" marB="45720" anchor="ctr">
                    <a:solidFill>
                      <a:srgbClr val="FFFFFF"/>
                    </a:solidFill>
                  </a:tcPr>
                </a:tc>
              </a:tr>
              <a:tr h="666750">
                <a:tc>
                  <a:txBody>
                    <a:bodyPr lIns="57150" tIns="47625" rIns="57150" bIns="47625">
                      <a:normAutofit/>
                    </a:bodyPr>
                    <a:lstStyle/>
                    <a:p>
                      <a:pPr algn="l">
                        <a:buNone/>
                      </a:pPr>
                      <a:r>
                        <a:rPr sz="938" b="1">
                          <a:solidFill>
                            <a:srgbClr val="333333"/>
                          </a:solidFill>
                          <a:latin typeface="Noto Sans JP"/>
                          <a:ea typeface="Noto Sans JP"/>
                          <a:cs typeface="Noto Sans JP"/>
                        </a:rPr>
                        <a:t>ラジカルエッチ／洗浄</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解離・付着</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ラジカル生成源、電気陰性度</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ガス比・滞留時間</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表面反応を含む清浄化速度</a:t>
                      </a:r>
                    </a:p>
                  </a:txBody>
                  <a:tcPr marL="91440" marR="91440" marT="45720" marB="45720" anchor="ctr">
                    <a:solidFill>
                      <a:srgbClr val="F2F3F4"/>
                    </a:solidFill>
                  </a:tcPr>
                </a:tc>
              </a:tr>
              <a:tr h="666750">
                <a:tc>
                  <a:txBody>
                    <a:bodyPr lIns="57150" tIns="47625" rIns="57150" bIns="47625">
                      <a:normAutofit/>
                    </a:bodyPr>
                    <a:lstStyle/>
                    <a:p>
                      <a:pPr algn="l">
                        <a:buNone/>
                      </a:pPr>
                      <a:r>
                        <a:rPr sz="938" b="1">
                          <a:solidFill>
                            <a:srgbClr val="333333"/>
                          </a:solidFill>
                          <a:latin typeface="Noto Sans JP"/>
                          <a:ea typeface="Noto Sans JP"/>
                          <a:cs typeface="Noto Sans JP"/>
                        </a:rPr>
                        <a:t>PECVD / ALD</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振動・電子励起、前駆体活性化</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活性種生成源</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投入量・プラズマ時間</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膜質・組成</a:t>
                      </a:r>
                    </a:p>
                  </a:txBody>
                  <a:tcPr marL="91440" marR="91440" marT="45720" marB="45720" anchor="ctr">
                    <a:solidFill>
                      <a:srgbClr val="FFFFFF"/>
                    </a:solidFill>
                  </a:tcPr>
                </a:tc>
              </a:tr>
              <a:tr h="666750">
                <a:tc>
                  <a:txBody>
                    <a:bodyPr lIns="57150" tIns="47625" rIns="57150" bIns="47625">
                      <a:normAutofit/>
                    </a:bodyPr>
                    <a:lstStyle/>
                    <a:p>
                      <a:pPr algn="l">
                        <a:buNone/>
                      </a:pPr>
                      <a:r>
                        <a:rPr sz="938" b="1">
                          <a:solidFill>
                            <a:srgbClr val="333333"/>
                          </a:solidFill>
                          <a:latin typeface="Noto Sans JP"/>
                          <a:ea typeface="Noto Sans JP"/>
                          <a:cs typeface="Noto Sans JP"/>
                        </a:rPr>
                        <a:t>均一性調整</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移動度、拡散、局所反応速度</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径方向・高さ方向勾配</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コイル・電極・圧力設計</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非局所性が強い場合の精度</a:t>
                      </a:r>
                    </a:p>
                  </a:txBody>
                  <a:tcPr marL="91440" marR="91440" marT="45720" marB="45720" anchor="ctr">
                    <a:solidFill>
                      <a:srgbClr val="F2F3F4"/>
                    </a:solidFill>
                  </a:tcPr>
                </a:tc>
              </a:tr>
              <a:tr h="666750">
                <a:tc>
                  <a:txBody>
                    <a:bodyPr lIns="57150" tIns="47625" rIns="57150" bIns="47625">
                      <a:normAutofit/>
                    </a:bodyPr>
                    <a:lstStyle/>
                    <a:p>
                      <a:pPr algn="l">
                        <a:buNone/>
                      </a:pPr>
                      <a:r>
                        <a:rPr sz="938" b="1">
                          <a:solidFill>
                            <a:srgbClr val="333333"/>
                          </a:solidFill>
                          <a:latin typeface="Noto Sans JP"/>
                          <a:ea typeface="Noto Sans JP"/>
                          <a:cs typeface="Noto Sans JP"/>
                        </a:rPr>
                        <a:t>損傷抑制</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高エネルギー電子、電離源</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シース結合の代理指標、種粒子束</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バイアス・パルス条件</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イオンエネルギー分布・損傷量</a:t>
                      </a:r>
                    </a:p>
                  </a:txBody>
                  <a:tcPr marL="91440" marR="91440" marT="45720" marB="45720" anchor="ctr">
                    <a:solidFill>
                      <a:srgbClr val="FFFFFF"/>
                    </a:solidFill>
                  </a:tcPr>
                </a:tc>
              </a:tr>
            </a:tbl>
          </a:graphicData>
        </a:graphic>
      </p:graphicFrame>
      <p:sp>
        <p:nvSpPr>
          <p:cNvPr id="4" name="takeaway-bullet">
            <a:extLst xmlns:a="http://schemas.openxmlformats.org/drawingml/2006/main">
              <a:ext uri="{FF2B5EF4-FFF2-40B4-BE49-F238E27FC236}">
                <a16:creationId xmlns:a16="http://schemas.microsoft.com/office/drawing/2014/main" id="{83D1A2F1-231B-4212-8BED-96F6AE6FB7B5}"/>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5" name="takeaway">
            <a:extLst xmlns:a="http://schemas.openxmlformats.org/drawingml/2006/main">
              <a:ext uri="{FF2B5EF4-FFF2-40B4-BE49-F238E27FC236}">
                <a16:creationId xmlns:a16="http://schemas.microsoft.com/office/drawing/2014/main" id="{6551CD80-1FE6-49AA-BEFF-53FAA0F2E0DB}"/>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EEDF差を良い／悪いで評価せず、対象反応と空間KPIへ写像して</a:t>
            </a:r>
            <a:r>
              <a:rPr sz="1350" b="1" i="0">
                <a:solidFill>
                  <a:srgbClr val="6DBB20"/>
                </a:solidFill>
                <a:latin typeface="Noto Sans JP"/>
                <a:ea typeface="Noto Sans JP"/>
                <a:cs typeface="Noto Sans JP"/>
              </a:rPr>
              <a:t>プロセス条件判断</a:t>
            </a:r>
            <a:r>
              <a:rPr sz="1350" b="1" i="0">
                <a:solidFill>
                  <a:srgbClr val="6DBB20"/>
                </a:solidFill>
                <a:latin typeface="Noto Sans JP"/>
                <a:ea typeface="Noto Sans JP"/>
                <a:cs typeface="Noto Sans JP"/>
              </a:rPr>
              <a:t>に使う。</a:t>
            </a:r>
          </a:p>
        </p:txBody>
      </p:sp>
      <p:sp>
        <p:nvSpPr>
          <p:cNvPr id="7" name="footer">
            <a:extLst xmlns:a="http://schemas.openxmlformats.org/drawingml/2006/main">
              <a:ext uri="{FF2B5EF4-FFF2-40B4-BE49-F238E27FC236}">
                <a16:creationId xmlns:a16="http://schemas.microsoft.com/office/drawing/2014/main" id="{4A912811-F72C-4F30-BFF6-F98E7746B66A}"/>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8" name="page">
            <a:extLst xmlns:a="http://schemas.openxmlformats.org/drawingml/2006/main">
              <a:ext uri="{FF2B5EF4-FFF2-40B4-BE49-F238E27FC236}">
                <a16:creationId xmlns:a16="http://schemas.microsoft.com/office/drawing/2014/main" id="{4EADED02-9625-4ABC-8B15-E773F90D6C60}"/>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71</a:t>
            </a:r>
          </a:p>
        </p:txBody>
      </p:sp>
      <p:sp>
        <p:nvSpPr>
          <p:cNvPr id="10" name="section">
            <a:extLst xmlns:a="http://schemas.openxmlformats.org/drawingml/2006/main">
              <a:ext uri="{FF2B5EF4-FFF2-40B4-BE49-F238E27FC236}">
                <a16:creationId xmlns:a16="http://schemas.microsoft.com/office/drawing/2014/main" id="{8FFFEFBE-F10E-4A06-93D7-D22BC5397EB1}"/>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VIII. 装置開発への適用</a:t>
            </a:r>
          </a:p>
        </p:txBody>
      </p:sp>
    </p:spTree>
    <p:extLst>
      <p:ext uri="{BB962C8B-B14F-4D97-AF65-F5344CB8AC3E}">
        <p14:creationId xmlns:p14="http://schemas.microsoft.com/office/powerpoint/2010/main" val="1291024060"/>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364D8130-FC99-46B6-A381-623D4CE6F3C6}"/>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適用限界を先に判定する</a:t>
            </a:r>
          </a:p>
        </p:txBody>
      </p:sp>
      <p:sp>
        <p:nvSpPr>
          <p:cNvPr id="3" name="subtitle">
            <a:extLst xmlns:a="http://schemas.openxmlformats.org/drawingml/2006/main">
              <a:ext uri="{FF2B5EF4-FFF2-40B4-BE49-F238E27FC236}">
                <a16:creationId xmlns:a16="http://schemas.microsoft.com/office/drawing/2014/main" id="{04F9515C-E0EE-41ED-A769-A0D385CEE705}"/>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局所Swarm表を使う前に、空間・時間・磁場・角度・</a:t>
            </a:r>
            <a:r>
              <a:rPr sz="1275" b="0" i="0">
                <a:solidFill>
                  <a:srgbClr val="008DB6"/>
                </a:solidFill>
                <a:latin typeface="Noto Sans JP"/>
                <a:ea typeface="Noto Sans JP"/>
                <a:cs typeface="Noto Sans JP"/>
              </a:rPr>
              <a:t>高エネルギー尾部の尺度</a:t>
            </a:r>
            <a:r>
              <a:rPr sz="1275" b="0" i="0">
                <a:solidFill>
                  <a:srgbClr val="008DB6"/>
                </a:solidFill>
                <a:latin typeface="Noto Sans JP"/>
                <a:ea typeface="Noto Sans JP"/>
                <a:cs typeface="Noto Sans JP"/>
              </a:rPr>
              <a:t>を確認</a:t>
            </a:r>
          </a:p>
        </p:txBody>
      </p:sp>
      <p:graphicFrame>
        <p:nvGraphicFramePr>
          <p:cNvPr id="15" name=""/>
          <p:cNvGraphicFramePr/>
          <p:nvPr/>
        </p:nvGraphicFramePr>
        <p:xfrm>
          <a:off xmlns:a="http://schemas.openxmlformats.org/drawingml/2006/main" x="381000" y="1381125"/>
          <a:ext xmlns:a="http://schemas.openxmlformats.org/drawingml/2006/main" cx="11430000" cy="3905250"/>
        </p:xfrm>
        <a:graphic xmlns:a="http://schemas.openxmlformats.org/drawingml/2006/main">
          <a:graphicData uri="http://schemas.openxmlformats.org/drawingml/2006/table">
            <a:tbl>
              <a:tblPr/>
              <a:tblGrid>
                <a:gridCol w="1154545"/>
                <a:gridCol w="1905000"/>
                <a:gridCol w="2597727"/>
                <a:gridCol w="2713182"/>
                <a:gridCol w="3059545"/>
              </a:tblGrid>
              <a:tr h="650875">
                <a:tc>
                  <a:txBody>
                    <a:bodyPr lIns="57150" tIns="47625" rIns="57150" bIns="47625">
                      <a:normAutofit/>
                    </a:bodyPr>
                    <a:lstStyle/>
                    <a:p>
                      <a:pPr algn="l">
                        <a:buNone/>
                      </a:pPr>
                      <a:r>
                        <a:rPr sz="1050" b="1">
                          <a:solidFill>
                            <a:srgbClr val="FFFFFF"/>
                          </a:solidFill>
                          <a:latin typeface="Noto Sans JP"/>
                          <a:ea typeface="Noto Sans JP"/>
                          <a:cs typeface="Noto Sans JP"/>
                        </a:rPr>
                        <a:t>指標</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定義</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≪1なら</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大きい場合のリスク</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推奨する対応</a:t>
                      </a:r>
                    </a:p>
                  </a:txBody>
                  <a:tcPr marL="91440" marR="91440" marT="45720" marB="45720" anchor="ctr">
                    <a:solidFill>
                      <a:srgbClr val="00A6D6"/>
                    </a:solidFill>
                  </a:tcPr>
                </a:tc>
              </a:tr>
              <a:tr h="650875">
                <a:tc>
                  <a:txBody>
                    <a:bodyPr lIns="57150" tIns="47625" rIns="57150" bIns="47625">
                      <a:normAutofit/>
                    </a:bodyPr>
                    <a:lstStyle/>
                    <a:p>
                      <a:pPr algn="l">
                        <a:buNone/>
                      </a:pPr>
                      <a:r>
                        <a:rPr sz="975" b="1">
                          <a:solidFill>
                            <a:srgbClr val="333333"/>
                          </a:solidFill>
                          <a:latin typeface="Noto Sans JP"/>
                          <a:ea typeface="Noto Sans JP"/>
                          <a:cs typeface="Noto Sans JP"/>
                        </a:rPr>
                        <a:t>Knₑ</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λₑ / L</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局所場・局所平均エネルギーが妥当</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非局所電子輸送</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非局所電子輸送モデル／実験診断</a:t>
                      </a:r>
                    </a:p>
                  </a:txBody>
                  <a:tcPr marL="91440" marR="91440" marT="45720" marB="45720" anchor="ctr">
                    <a:solidFill>
                      <a:srgbClr val="FFFFFF"/>
                    </a:solidFill>
                  </a:tcPr>
                </a:tc>
              </a:tr>
              <a:tr h="650875">
                <a:tc>
                  <a:txBody>
                    <a:bodyPr lIns="57150" tIns="47625" rIns="57150" bIns="47625">
                      <a:normAutofit/>
                    </a:bodyPr>
                    <a:lstStyle/>
                    <a:p>
                      <a:pPr algn="l">
                        <a:buNone/>
                      </a:pPr>
                      <a:r>
                        <a:rPr sz="975" b="1">
                          <a:solidFill>
                            <a:srgbClr val="333333"/>
                          </a:solidFill>
                          <a:latin typeface="Noto Sans JP"/>
                          <a:ea typeface="Noto Sans JP"/>
                          <a:cs typeface="Noto Sans JP"/>
                        </a:rPr>
                        <a:t>Ω</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ω_RF / ν_m</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電子緩和がRFより速い</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位相依存EEDF</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周期BoltzmannまたはMonte Carlo</a:t>
                      </a:r>
                    </a:p>
                  </a:txBody>
                  <a:tcPr marL="91440" marR="91440" marT="45720" marB="45720" anchor="ctr">
                    <a:solidFill>
                      <a:srgbClr val="F2F3F4"/>
                    </a:solidFill>
                  </a:tcPr>
                </a:tc>
              </a:tr>
              <a:tr h="650875">
                <a:tc>
                  <a:txBody>
                    <a:bodyPr lIns="57150" tIns="47625" rIns="57150" bIns="47625">
                      <a:normAutofit/>
                    </a:bodyPr>
                    <a:lstStyle/>
                    <a:p>
                      <a:pPr algn="l">
                        <a:buNone/>
                      </a:pPr>
                      <a:r>
                        <a:rPr sz="975" b="1">
                          <a:solidFill>
                            <a:srgbClr val="333333"/>
                          </a:solidFill>
                          <a:latin typeface="Noto Sans JP"/>
                          <a:ea typeface="Noto Sans JP"/>
                          <a:cs typeface="Noto Sans JP"/>
                        </a:rPr>
                        <a:t>β</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ω_ce / ν_m</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磁化が弱い</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交差E–B異方性</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全Yℓm展開または軌道Monte Carlo</a:t>
                      </a:r>
                    </a:p>
                  </a:txBody>
                  <a:tcPr marL="91440" marR="91440" marT="45720" marB="45720" anchor="ctr">
                    <a:solidFill>
                      <a:srgbClr val="FFFFFF"/>
                    </a:solidFill>
                  </a:tcPr>
                </a:tc>
              </a:tr>
              <a:tr h="650875">
                <a:tc>
                  <a:txBody>
                    <a:bodyPr lIns="57150" tIns="47625" rIns="57150" bIns="47625">
                      <a:normAutofit/>
                    </a:bodyPr>
                    <a:lstStyle/>
                    <a:p>
                      <a:pPr algn="l">
                        <a:buNone/>
                      </a:pPr>
                      <a:r>
                        <a:rPr sz="975" b="1">
                          <a:solidFill>
                            <a:srgbClr val="333333"/>
                          </a:solidFill>
                          <a:latin typeface="Noto Sans JP"/>
                          <a:ea typeface="Noto Sans JP"/>
                          <a:cs typeface="Noto Sans JP"/>
                        </a:rPr>
                        <a:t>A</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|F₂/F₀|</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two-term切断が小さい</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高次角度成分</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multi-termのLmax収束</a:t>
                      </a:r>
                    </a:p>
                  </a:txBody>
                  <a:tcPr marL="91440" marR="91440" marT="45720" marB="45720" anchor="ctr">
                    <a:solidFill>
                      <a:srgbClr val="F2F3F4"/>
                    </a:solidFill>
                  </a:tcPr>
                </a:tc>
              </a:tr>
              <a:tr h="650875">
                <a:tc>
                  <a:txBody>
                    <a:bodyPr lIns="57150" tIns="47625" rIns="57150" bIns="47625">
                      <a:normAutofit/>
                    </a:bodyPr>
                    <a:lstStyle/>
                    <a:p>
                      <a:pPr algn="l">
                        <a:buNone/>
                      </a:pPr>
                      <a:r>
                        <a:rPr sz="975" b="1">
                          <a:solidFill>
                            <a:srgbClr val="333333"/>
                          </a:solidFill>
                          <a:latin typeface="Noto Sans JP"/>
                          <a:ea typeface="Noto Sans JP"/>
                          <a:cs typeface="Noto Sans JP"/>
                        </a:rPr>
                        <a:t>高エネルギー範囲</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ε_max / 反応閾値</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必要な高エネルギー尾部を含む</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閾値反応の過小評価</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エネルギー上限延長・希少反応の標本確認</a:t>
                      </a:r>
                    </a:p>
                  </a:txBody>
                  <a:tcPr marL="91440" marR="91440" marT="45720" marB="45720" anchor="ctr">
                    <a:solidFill>
                      <a:srgbClr val="FFFFFF"/>
                    </a:solidFill>
                  </a:tcPr>
                </a:tc>
              </a:tr>
            </a:tbl>
          </a:graphicData>
        </a:graphic>
      </p:graphicFrame>
      <p:sp>
        <p:nvSpPr>
          <p:cNvPr id="5" name="takeaway-bullet">
            <a:extLst xmlns:a="http://schemas.openxmlformats.org/drawingml/2006/main">
              <a:ext uri="{FF2B5EF4-FFF2-40B4-BE49-F238E27FC236}">
                <a16:creationId xmlns:a16="http://schemas.microsoft.com/office/drawing/2014/main" id="{9A4DE031-01EB-44C2-B814-EFFAF5B4ED22}"/>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6" name="takeaway">
            <a:extLst xmlns:a="http://schemas.openxmlformats.org/drawingml/2006/main">
              <a:ext uri="{FF2B5EF4-FFF2-40B4-BE49-F238E27FC236}">
                <a16:creationId xmlns:a16="http://schemas.microsoft.com/office/drawing/2014/main" id="{A76B716A-9CCE-4745-8F97-27F6B9F89B7F}"/>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KnₑやΩが大きい領域では、局所EEDF表そのものが主要誤差源になる。計算法を高級化するだけでは解決しない。</a:t>
            </a:r>
          </a:p>
        </p:txBody>
      </p:sp>
      <p:sp>
        <p:nvSpPr>
          <p:cNvPr id="8" name="footer">
            <a:extLst xmlns:a="http://schemas.openxmlformats.org/drawingml/2006/main">
              <a:ext uri="{FF2B5EF4-FFF2-40B4-BE49-F238E27FC236}">
                <a16:creationId xmlns:a16="http://schemas.microsoft.com/office/drawing/2014/main" id="{E13D57EF-803A-4467-92EB-434EFFD20C0A}"/>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9" name="page">
            <a:extLst xmlns:a="http://schemas.openxmlformats.org/drawingml/2006/main">
              <a:ext uri="{FF2B5EF4-FFF2-40B4-BE49-F238E27FC236}">
                <a16:creationId xmlns:a16="http://schemas.microsoft.com/office/drawing/2014/main" id="{ADF209AF-C656-4C22-8528-EBD62C087B67}"/>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72</a:t>
            </a:r>
          </a:p>
        </p:txBody>
      </p:sp>
      <p:sp>
        <p:nvSpPr>
          <p:cNvPr id="11" name="section">
            <a:extLst xmlns:a="http://schemas.openxmlformats.org/drawingml/2006/main">
              <a:ext uri="{FF2B5EF4-FFF2-40B4-BE49-F238E27FC236}">
                <a16:creationId xmlns:a16="http://schemas.microsoft.com/office/drawing/2014/main" id="{45BC7F60-29DC-4CD5-8920-A2E51ABEB981}"/>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VIII. 装置開発への適用</a:t>
            </a:r>
          </a:p>
        </p:txBody>
      </p:sp>
    </p:spTree>
    <p:extLst>
      <p:ext uri="{BB962C8B-B14F-4D97-AF65-F5344CB8AC3E}">
        <p14:creationId xmlns:p14="http://schemas.microsoft.com/office/powerpoint/2010/main" val="8422902"/>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B30341A5-030A-4214-8A6A-5E90116CB65F}"/>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推奨ワークフロー：探索から重点検証へ</a:t>
            </a:r>
          </a:p>
        </p:txBody>
      </p:sp>
      <p:sp>
        <p:nvSpPr>
          <p:cNvPr id="3" name="">
            <a:extLst xmlns:a="http://schemas.openxmlformats.org/drawingml/2006/main">
              <a:ext uri="{FF2B5EF4-FFF2-40B4-BE49-F238E27FC236}">
                <a16:creationId xmlns:a16="http://schemas.microsoft.com/office/drawing/2014/main" id="{FF5BCDD6-0F06-4E46-A5A9-D31268493432}"/>
              </a:ext>
            </a:extLst>
          </p:cNvPr>
          <p:cNvSpPr>
            <a:spLocks xmlns:a="http://schemas.openxmlformats.org/drawingml/2006/main" noGrp="1"/>
          </p:cNvSpPr>
          <p:nvPr/>
        </p:nvSpPr>
        <p:spPr>
          <a:xfrm xmlns:a="http://schemas.openxmlformats.org/drawingml/2006/main">
            <a:off x="590550" y="128587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01</a:t>
            </a:r>
          </a:p>
        </p:txBody>
      </p:sp>
      <p:sp>
        <p:nvSpPr>
          <p:cNvPr id="4" name="">
            <a:extLst xmlns:a="http://schemas.openxmlformats.org/drawingml/2006/main">
              <a:ext uri="{FF2B5EF4-FFF2-40B4-BE49-F238E27FC236}">
                <a16:creationId xmlns:a16="http://schemas.microsoft.com/office/drawing/2014/main" id="{68B0C0CC-8A5D-4976-9E9C-38667EFADF99}"/>
              </a:ext>
            </a:extLst>
          </p:cNvPr>
          <p:cNvSpPr>
            <a:spLocks xmlns:a="http://schemas.openxmlformats.org/drawingml/2006/main" noGrp="1"/>
          </p:cNvSpPr>
          <p:nvPr/>
        </p:nvSpPr>
        <p:spPr>
          <a:xfrm xmlns:a="http://schemas.openxmlformats.org/drawingml/2006/main">
            <a:off x="1238250" y="1266825"/>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反応とKPIを決める</a:t>
            </a:r>
          </a:p>
        </p:txBody>
      </p:sp>
      <p:sp>
        <p:nvSpPr>
          <p:cNvPr id="5" name="">
            <a:extLst xmlns:a="http://schemas.openxmlformats.org/drawingml/2006/main">
              <a:ext uri="{FF2B5EF4-FFF2-40B4-BE49-F238E27FC236}">
                <a16:creationId xmlns:a16="http://schemas.microsoft.com/office/drawing/2014/main" id="{B27B0536-33C8-4C00-B1FC-3C96374DCA76}"/>
              </a:ext>
            </a:extLst>
          </p:cNvPr>
          <p:cNvSpPr>
            <a:spLocks xmlns:a="http://schemas.openxmlformats.org/drawingml/2006/main" noGrp="1"/>
          </p:cNvSpPr>
          <p:nvPr/>
        </p:nvSpPr>
        <p:spPr>
          <a:xfrm xmlns:a="http://schemas.openxmlformats.org/drawingml/2006/main">
            <a:off x="4524375" y="1266825"/>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対象反応の閾値と、見る空間量・ウエハ指標を先に定義する。</a:t>
            </a:r>
          </a:p>
        </p:txBody>
      </p:sp>
      <p:sp>
        <p:nvSpPr>
          <p:cNvPr id="6" name="">
            <a:extLst xmlns:a="http://schemas.openxmlformats.org/drawingml/2006/main">
              <a:ext uri="{FF2B5EF4-FFF2-40B4-BE49-F238E27FC236}">
                <a16:creationId xmlns:a16="http://schemas.microsoft.com/office/drawing/2014/main" id="{C781D6A8-750A-449A-90FD-D8E84F10875A}"/>
              </a:ext>
            </a:extLst>
          </p:cNvPr>
          <p:cNvSpPr>
            <a:spLocks xmlns:a="http://schemas.openxmlformats.org/drawingml/2006/main" noGrp="1"/>
          </p:cNvSpPr>
          <p:nvPr/>
        </p:nvSpPr>
        <p:spPr>
          <a:xfrm xmlns:a="http://schemas.openxmlformats.org/drawingml/2006/main">
            <a:off x="1238250" y="1790700"/>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7" name="">
            <a:extLst xmlns:a="http://schemas.openxmlformats.org/drawingml/2006/main">
              <a:ext uri="{FF2B5EF4-FFF2-40B4-BE49-F238E27FC236}">
                <a16:creationId xmlns:a16="http://schemas.microsoft.com/office/drawing/2014/main" id="{61759EBE-1B81-4375-A3D8-1027F8AB79DF}"/>
              </a:ext>
            </a:extLst>
          </p:cNvPr>
          <p:cNvSpPr>
            <a:spLocks xmlns:a="http://schemas.openxmlformats.org/drawingml/2006/main" noGrp="1"/>
          </p:cNvSpPr>
          <p:nvPr/>
        </p:nvSpPr>
        <p:spPr>
          <a:xfrm xmlns:a="http://schemas.openxmlformats.org/drawingml/2006/main">
            <a:off x="590550" y="198120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02</a:t>
            </a:r>
          </a:p>
        </p:txBody>
      </p:sp>
      <p:sp>
        <p:nvSpPr>
          <p:cNvPr id="8" name="">
            <a:extLst xmlns:a="http://schemas.openxmlformats.org/drawingml/2006/main">
              <a:ext uri="{FF2B5EF4-FFF2-40B4-BE49-F238E27FC236}">
                <a16:creationId xmlns:a16="http://schemas.microsoft.com/office/drawing/2014/main" id="{34B0BC3D-8A8F-4C25-B50F-D7CCB2F38819}"/>
              </a:ext>
            </a:extLst>
          </p:cNvPr>
          <p:cNvSpPr>
            <a:spLocks xmlns:a="http://schemas.openxmlformats.org/drawingml/2006/main" noGrp="1"/>
          </p:cNvSpPr>
          <p:nvPr/>
        </p:nvSpPr>
        <p:spPr>
          <a:xfrm xmlns:a="http://schemas.openxmlformats.org/drawingml/2006/main">
            <a:off x="1238250" y="1962150"/>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断面積を監査</a:t>
            </a:r>
          </a:p>
        </p:txBody>
      </p:sp>
      <p:sp>
        <p:nvSpPr>
          <p:cNvPr id="9" name="">
            <a:extLst xmlns:a="http://schemas.openxmlformats.org/drawingml/2006/main">
              <a:ext uri="{FF2B5EF4-FFF2-40B4-BE49-F238E27FC236}">
                <a16:creationId xmlns:a16="http://schemas.microsoft.com/office/drawing/2014/main" id="{9C69B431-A7E8-4CB3-A4B6-79610699542F}"/>
              </a:ext>
            </a:extLst>
          </p:cNvPr>
          <p:cNvSpPr>
            <a:spLocks xmlns:a="http://schemas.openxmlformats.org/drawingml/2006/main" noGrp="1"/>
          </p:cNvSpPr>
          <p:nvPr/>
        </p:nvSpPr>
        <p:spPr>
          <a:xfrm xmlns:a="http://schemas.openxmlformats.org/drawingml/2006/main">
            <a:off x="4524375" y="1962150"/>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過程、閾値、角度情報、付着・超弾性・状態分解の有無を確認する。</a:t>
            </a:r>
          </a:p>
        </p:txBody>
      </p:sp>
      <p:sp>
        <p:nvSpPr>
          <p:cNvPr id="10" name="">
            <a:extLst xmlns:a="http://schemas.openxmlformats.org/drawingml/2006/main">
              <a:ext uri="{FF2B5EF4-FFF2-40B4-BE49-F238E27FC236}">
                <a16:creationId xmlns:a16="http://schemas.microsoft.com/office/drawing/2014/main" id="{305D79BC-E84C-4FAB-8D7C-DF889A5FF85B}"/>
              </a:ext>
            </a:extLst>
          </p:cNvPr>
          <p:cNvSpPr>
            <a:spLocks xmlns:a="http://schemas.openxmlformats.org/drawingml/2006/main" noGrp="1"/>
          </p:cNvSpPr>
          <p:nvPr/>
        </p:nvSpPr>
        <p:spPr>
          <a:xfrm xmlns:a="http://schemas.openxmlformats.org/drawingml/2006/main">
            <a:off x="1238250" y="2486025"/>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1" name="">
            <a:extLst xmlns:a="http://schemas.openxmlformats.org/drawingml/2006/main">
              <a:ext uri="{FF2B5EF4-FFF2-40B4-BE49-F238E27FC236}">
                <a16:creationId xmlns:a16="http://schemas.microsoft.com/office/drawing/2014/main" id="{A0C99C11-8E0D-46E0-BAD3-50EB4F7D06FC}"/>
              </a:ext>
            </a:extLst>
          </p:cNvPr>
          <p:cNvSpPr>
            <a:spLocks xmlns:a="http://schemas.openxmlformats.org/drawingml/2006/main" noGrp="1"/>
          </p:cNvSpPr>
          <p:nvPr/>
        </p:nvSpPr>
        <p:spPr>
          <a:xfrm xmlns:a="http://schemas.openxmlformats.org/drawingml/2006/main">
            <a:off x="590550" y="267652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03</a:t>
            </a:r>
          </a:p>
        </p:txBody>
      </p:sp>
      <p:sp>
        <p:nvSpPr>
          <p:cNvPr id="12" name="">
            <a:extLst xmlns:a="http://schemas.openxmlformats.org/drawingml/2006/main">
              <a:ext uri="{FF2B5EF4-FFF2-40B4-BE49-F238E27FC236}">
                <a16:creationId xmlns:a16="http://schemas.microsoft.com/office/drawing/2014/main" id="{BC1312AA-4E28-4F90-8C1E-D7F659F66E48}"/>
              </a:ext>
            </a:extLst>
          </p:cNvPr>
          <p:cNvSpPr>
            <a:spLocks xmlns:a="http://schemas.openxmlformats.org/drawingml/2006/main" noGrp="1"/>
          </p:cNvSpPr>
          <p:nvPr/>
        </p:nvSpPr>
        <p:spPr>
          <a:xfrm xmlns:a="http://schemas.openxmlformats.org/drawingml/2006/main">
            <a:off x="1238250" y="2657475"/>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two-termで広く掃引</a:t>
            </a:r>
          </a:p>
        </p:txBody>
      </p:sp>
      <p:sp>
        <p:nvSpPr>
          <p:cNvPr id="13" name="">
            <a:extLst xmlns:a="http://schemas.openxmlformats.org/drawingml/2006/main">
              <a:ext uri="{FF2B5EF4-FFF2-40B4-BE49-F238E27FC236}">
                <a16:creationId xmlns:a16="http://schemas.microsoft.com/office/drawing/2014/main" id="{87F45140-3308-4C40-8E79-AA3809A76FFA}"/>
              </a:ext>
            </a:extLst>
          </p:cNvPr>
          <p:cNvSpPr>
            <a:spLocks xmlns:a="http://schemas.openxmlformats.org/drawingml/2006/main" noGrp="1"/>
          </p:cNvSpPr>
          <p:nvPr/>
        </p:nvSpPr>
        <p:spPr>
          <a:xfrm xmlns:a="http://schemas.openxmlformats.org/drawingml/2006/main">
            <a:off x="4524375" y="2657475"/>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E/N・混合比・温度を広く走査し、感度の高い領域を特定する。</a:t>
            </a:r>
          </a:p>
        </p:txBody>
      </p:sp>
      <p:sp>
        <p:nvSpPr>
          <p:cNvPr id="14" name="">
            <a:extLst xmlns:a="http://schemas.openxmlformats.org/drawingml/2006/main">
              <a:ext uri="{FF2B5EF4-FFF2-40B4-BE49-F238E27FC236}">
                <a16:creationId xmlns:a16="http://schemas.microsoft.com/office/drawing/2014/main" id="{DD25685A-4E38-47C5-B7F3-F2302FF5D730}"/>
              </a:ext>
            </a:extLst>
          </p:cNvPr>
          <p:cNvSpPr>
            <a:spLocks xmlns:a="http://schemas.openxmlformats.org/drawingml/2006/main" noGrp="1"/>
          </p:cNvSpPr>
          <p:nvPr/>
        </p:nvSpPr>
        <p:spPr>
          <a:xfrm xmlns:a="http://schemas.openxmlformats.org/drawingml/2006/main">
            <a:off x="1238250" y="3181350"/>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5" name="">
            <a:extLst xmlns:a="http://schemas.openxmlformats.org/drawingml/2006/main">
              <a:ext uri="{FF2B5EF4-FFF2-40B4-BE49-F238E27FC236}">
                <a16:creationId xmlns:a16="http://schemas.microsoft.com/office/drawing/2014/main" id="{F03F62B3-4C56-4976-BBA1-EDE87B5CC77A}"/>
              </a:ext>
            </a:extLst>
          </p:cNvPr>
          <p:cNvSpPr>
            <a:spLocks xmlns:a="http://schemas.openxmlformats.org/drawingml/2006/main" noGrp="1"/>
          </p:cNvSpPr>
          <p:nvPr/>
        </p:nvSpPr>
        <p:spPr>
          <a:xfrm xmlns:a="http://schemas.openxmlformats.org/drawingml/2006/main">
            <a:off x="590550" y="337185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04</a:t>
            </a:r>
          </a:p>
        </p:txBody>
      </p:sp>
      <p:sp>
        <p:nvSpPr>
          <p:cNvPr id="16" name="">
            <a:extLst xmlns:a="http://schemas.openxmlformats.org/drawingml/2006/main">
              <a:ext uri="{FF2B5EF4-FFF2-40B4-BE49-F238E27FC236}">
                <a16:creationId xmlns:a16="http://schemas.microsoft.com/office/drawing/2014/main" id="{64388A97-4DFE-4F5D-9A1E-3ED18A4F7080}"/>
              </a:ext>
            </a:extLst>
          </p:cNvPr>
          <p:cNvSpPr>
            <a:spLocks xmlns:a="http://schemas.openxmlformats.org/drawingml/2006/main" noGrp="1"/>
          </p:cNvSpPr>
          <p:nvPr/>
        </p:nvSpPr>
        <p:spPr>
          <a:xfrm xmlns:a="http://schemas.openxmlformats.org/drawingml/2006/main">
            <a:off x="1238250" y="3352800"/>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PN・P1で差を分解</a:t>
            </a:r>
          </a:p>
        </p:txBody>
      </p:sp>
      <p:sp>
        <p:nvSpPr>
          <p:cNvPr id="17" name="">
            <a:extLst xmlns:a="http://schemas.openxmlformats.org/drawingml/2006/main">
              <a:ext uri="{FF2B5EF4-FFF2-40B4-BE49-F238E27FC236}">
                <a16:creationId xmlns:a16="http://schemas.microsoft.com/office/drawing/2014/main" id="{624A0D16-951E-4B16-A7EB-9B1434210282}"/>
              </a:ext>
            </a:extLst>
          </p:cNvPr>
          <p:cNvSpPr>
            <a:spLocks xmlns:a="http://schemas.openxmlformats.org/drawingml/2006/main" noGrp="1"/>
          </p:cNvSpPr>
          <p:nvPr/>
        </p:nvSpPr>
        <p:spPr>
          <a:xfrm xmlns:a="http://schemas.openxmlformats.org/drawingml/2006/main">
            <a:off x="4524375" y="3352800"/>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角度切断と離散化に対する独立な収束確認を行う。</a:t>
            </a:r>
          </a:p>
        </p:txBody>
      </p:sp>
      <p:sp>
        <p:nvSpPr>
          <p:cNvPr id="18" name="">
            <a:extLst xmlns:a="http://schemas.openxmlformats.org/drawingml/2006/main">
              <a:ext uri="{FF2B5EF4-FFF2-40B4-BE49-F238E27FC236}">
                <a16:creationId xmlns:a16="http://schemas.microsoft.com/office/drawing/2014/main" id="{BEB4C897-94C7-46C0-89A0-7A2D0F742A63}"/>
              </a:ext>
            </a:extLst>
          </p:cNvPr>
          <p:cNvSpPr>
            <a:spLocks xmlns:a="http://schemas.openxmlformats.org/drawingml/2006/main" noGrp="1"/>
          </p:cNvSpPr>
          <p:nvPr/>
        </p:nvSpPr>
        <p:spPr>
          <a:xfrm xmlns:a="http://schemas.openxmlformats.org/drawingml/2006/main">
            <a:off x="1238250" y="3876675"/>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9" name="">
            <a:extLst xmlns:a="http://schemas.openxmlformats.org/drawingml/2006/main">
              <a:ext uri="{FF2B5EF4-FFF2-40B4-BE49-F238E27FC236}">
                <a16:creationId xmlns:a16="http://schemas.microsoft.com/office/drawing/2014/main" id="{2F99C06C-7E84-4BD4-A890-0EA1AA6C6629}"/>
              </a:ext>
            </a:extLst>
          </p:cNvPr>
          <p:cNvSpPr>
            <a:spLocks xmlns:a="http://schemas.openxmlformats.org/drawingml/2006/main" noGrp="1"/>
          </p:cNvSpPr>
          <p:nvPr/>
        </p:nvSpPr>
        <p:spPr>
          <a:xfrm xmlns:a="http://schemas.openxmlformats.org/drawingml/2006/main">
            <a:off x="590550" y="406717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05</a:t>
            </a:r>
          </a:p>
        </p:txBody>
      </p:sp>
      <p:sp>
        <p:nvSpPr>
          <p:cNvPr id="20" name="">
            <a:extLst xmlns:a="http://schemas.openxmlformats.org/drawingml/2006/main">
              <a:ext uri="{FF2B5EF4-FFF2-40B4-BE49-F238E27FC236}">
                <a16:creationId xmlns:a16="http://schemas.microsoft.com/office/drawing/2014/main" id="{0932F3B6-EFCF-48F3-8488-759CB8C08DC3}"/>
              </a:ext>
            </a:extLst>
          </p:cNvPr>
          <p:cNvSpPr>
            <a:spLocks xmlns:a="http://schemas.openxmlformats.org/drawingml/2006/main" noGrp="1"/>
          </p:cNvSpPr>
          <p:nvPr/>
        </p:nvSpPr>
        <p:spPr>
          <a:xfrm xmlns:a="http://schemas.openxmlformats.org/drawingml/2006/main">
            <a:off x="1238250" y="4048125"/>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Monte Carloで選択点を検算</a:t>
            </a:r>
          </a:p>
        </p:txBody>
      </p:sp>
      <p:sp>
        <p:nvSpPr>
          <p:cNvPr id="21" name="">
            <a:extLst xmlns:a="http://schemas.openxmlformats.org/drawingml/2006/main">
              <a:ext uri="{FF2B5EF4-FFF2-40B4-BE49-F238E27FC236}">
                <a16:creationId xmlns:a16="http://schemas.microsoft.com/office/drawing/2014/main" id="{7E9D7E4E-E102-44A8-B433-CE30681D7CD9}"/>
              </a:ext>
            </a:extLst>
          </p:cNvPr>
          <p:cNvSpPr>
            <a:spLocks xmlns:a="http://schemas.openxmlformats.org/drawingml/2006/main" noGrp="1"/>
          </p:cNvSpPr>
          <p:nvPr/>
        </p:nvSpPr>
        <p:spPr>
          <a:xfrm xmlns:a="http://schemas.openxmlformats.org/drawingml/2006/main">
            <a:off x="4524375" y="4048125"/>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統計誤差を定量化し、軌道・B場・</a:t>
            </a:r>
            <a:r>
              <a:rPr sz="1275" b="0" i="0">
                <a:solidFill>
                  <a:srgbClr val="333333"/>
                </a:solidFill>
                <a:latin typeface="Noto Sans JP"/>
                <a:ea typeface="Noto Sans JP"/>
                <a:cs typeface="Noto Sans JP"/>
              </a:rPr>
              <a:t>高エネルギー尾部が重要</a:t>
            </a:r>
            <a:r>
              <a:rPr sz="1275" b="0" i="0">
                <a:solidFill>
                  <a:srgbClr val="333333"/>
                </a:solidFill>
                <a:latin typeface="Noto Sans JP"/>
                <a:ea typeface="Noto Sans JP"/>
                <a:cs typeface="Noto Sans JP"/>
              </a:rPr>
              <a:t>な点を確認する。</a:t>
            </a:r>
          </a:p>
        </p:txBody>
      </p:sp>
      <p:sp>
        <p:nvSpPr>
          <p:cNvPr id="22" name="">
            <a:extLst xmlns:a="http://schemas.openxmlformats.org/drawingml/2006/main">
              <a:ext uri="{FF2B5EF4-FFF2-40B4-BE49-F238E27FC236}">
                <a16:creationId xmlns:a16="http://schemas.microsoft.com/office/drawing/2014/main" id="{BD53A416-AB29-4388-AA91-6A781601C4C9}"/>
              </a:ext>
            </a:extLst>
          </p:cNvPr>
          <p:cNvSpPr>
            <a:spLocks xmlns:a="http://schemas.openxmlformats.org/drawingml/2006/main" noGrp="1"/>
          </p:cNvSpPr>
          <p:nvPr/>
        </p:nvSpPr>
        <p:spPr>
          <a:xfrm xmlns:a="http://schemas.openxmlformats.org/drawingml/2006/main">
            <a:off x="1238250" y="4572000"/>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23" name="">
            <a:extLst xmlns:a="http://schemas.openxmlformats.org/drawingml/2006/main">
              <a:ext uri="{FF2B5EF4-FFF2-40B4-BE49-F238E27FC236}">
                <a16:creationId xmlns:a16="http://schemas.microsoft.com/office/drawing/2014/main" id="{8267A43C-8369-47E1-81C4-4FE817A66A6E}"/>
              </a:ext>
            </a:extLst>
          </p:cNvPr>
          <p:cNvSpPr>
            <a:spLocks xmlns:a="http://schemas.openxmlformats.org/drawingml/2006/main" noGrp="1"/>
          </p:cNvSpPr>
          <p:nvPr/>
        </p:nvSpPr>
        <p:spPr>
          <a:xfrm xmlns:a="http://schemas.openxmlformats.org/drawingml/2006/main">
            <a:off x="590550" y="476250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06</a:t>
            </a:r>
          </a:p>
        </p:txBody>
      </p:sp>
      <p:sp>
        <p:nvSpPr>
          <p:cNvPr id="24" name="">
            <a:extLst xmlns:a="http://schemas.openxmlformats.org/drawingml/2006/main">
              <a:ext uri="{FF2B5EF4-FFF2-40B4-BE49-F238E27FC236}">
                <a16:creationId xmlns:a16="http://schemas.microsoft.com/office/drawing/2014/main" id="{E2A8CAF5-DEAF-4088-AD36-3F8115B21765}"/>
              </a:ext>
            </a:extLst>
          </p:cNvPr>
          <p:cNvSpPr>
            <a:spLocks xmlns:a="http://schemas.openxmlformats.org/drawingml/2006/main" noGrp="1"/>
          </p:cNvSpPr>
          <p:nvPr/>
        </p:nvSpPr>
        <p:spPr>
          <a:xfrm xmlns:a="http://schemas.openxmlformats.org/drawingml/2006/main">
            <a:off x="1238250" y="4743450"/>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COMSOLと実験へ接続</a:t>
            </a:r>
          </a:p>
        </p:txBody>
      </p:sp>
      <p:sp>
        <p:nvSpPr>
          <p:cNvPr id="25" name="">
            <a:extLst xmlns:a="http://schemas.openxmlformats.org/drawingml/2006/main">
              <a:ext uri="{FF2B5EF4-FFF2-40B4-BE49-F238E27FC236}">
                <a16:creationId xmlns:a16="http://schemas.microsoft.com/office/drawing/2014/main" id="{6AFC9D02-2233-4A3F-A65D-7B0EC7CA48E8}"/>
              </a:ext>
            </a:extLst>
          </p:cNvPr>
          <p:cNvSpPr>
            <a:spLocks xmlns:a="http://schemas.openxmlformats.org/drawingml/2006/main" noGrp="1"/>
          </p:cNvSpPr>
          <p:nvPr/>
        </p:nvSpPr>
        <p:spPr>
          <a:xfrm xmlns:a="http://schemas.openxmlformats.org/drawingml/2006/main">
            <a:off x="4524375" y="4743450"/>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同一MPHで空間分布を比較し、診断・ウエハKPIとの差から仮定を更新する。</a:t>
            </a:r>
          </a:p>
        </p:txBody>
      </p:sp>
      <p:sp>
        <p:nvSpPr>
          <p:cNvPr id="26" name="takeaway-bullet">
            <a:extLst xmlns:a="http://schemas.openxmlformats.org/drawingml/2006/main">
              <a:ext uri="{FF2B5EF4-FFF2-40B4-BE49-F238E27FC236}">
                <a16:creationId xmlns:a16="http://schemas.microsoft.com/office/drawing/2014/main" id="{B50E2C95-7945-4CF5-9E30-CD10F4721802}"/>
              </a:ext>
            </a:extLst>
          </p:cNvPr>
          <p:cNvSpPr>
            <a:spLocks xmlns:a="http://schemas.openxmlformats.org/drawingml/2006/main" noGrp="1"/>
          </p:cNvSpPr>
          <p:nvPr/>
        </p:nvSpPr>
        <p:spPr>
          <a:xfrm xmlns:a="http://schemas.openxmlformats.org/drawingml/2006/main">
            <a:off x="457200" y="60864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7" name="takeaway">
            <a:extLst xmlns:a="http://schemas.openxmlformats.org/drawingml/2006/main">
              <a:ext uri="{FF2B5EF4-FFF2-40B4-BE49-F238E27FC236}">
                <a16:creationId xmlns:a16="http://schemas.microsoft.com/office/drawing/2014/main" id="{9CE5679D-AFC9-44ED-B488-386070F2CA59}"/>
              </a:ext>
            </a:extLst>
          </p:cNvPr>
          <p:cNvSpPr>
            <a:spLocks xmlns:a="http://schemas.openxmlformats.org/drawingml/2006/main" noGrp="1"/>
          </p:cNvSpPr>
          <p:nvPr/>
        </p:nvSpPr>
        <p:spPr>
          <a:xfrm xmlns:a="http://schemas.openxmlformats.org/drawingml/2006/main">
            <a:off x="647700" y="5962650"/>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全条件を高コスト手法で解かず、KPI感度と証拠不足に応じて計算資源を配分する。</a:t>
            </a:r>
          </a:p>
        </p:txBody>
      </p:sp>
      <p:sp>
        <p:nvSpPr>
          <p:cNvPr id="29" name="footer">
            <a:extLst xmlns:a="http://schemas.openxmlformats.org/drawingml/2006/main">
              <a:ext uri="{FF2B5EF4-FFF2-40B4-BE49-F238E27FC236}">
                <a16:creationId xmlns:a16="http://schemas.microsoft.com/office/drawing/2014/main" id="{E500AA74-C71D-4F9A-8A0C-12D5EB352178}"/>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30" name="page">
            <a:extLst xmlns:a="http://schemas.openxmlformats.org/drawingml/2006/main">
              <a:ext uri="{FF2B5EF4-FFF2-40B4-BE49-F238E27FC236}">
                <a16:creationId xmlns:a16="http://schemas.microsoft.com/office/drawing/2014/main" id="{5CC3C795-46A0-4304-9EAC-33E32A65E559}"/>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73</a:t>
            </a:r>
          </a:p>
        </p:txBody>
      </p:sp>
      <p:sp>
        <p:nvSpPr>
          <p:cNvPr id="31" name="section">
            <a:extLst xmlns:a="http://schemas.openxmlformats.org/drawingml/2006/main">
              <a:ext uri="{FF2B5EF4-FFF2-40B4-BE49-F238E27FC236}">
                <a16:creationId xmlns:a16="http://schemas.microsoft.com/office/drawing/2014/main" id="{7C0B78B1-15CA-4ADD-9E62-A85647C2E019}"/>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VIII. 装置開発への適用</a:t>
            </a:r>
          </a:p>
        </p:txBody>
      </p:sp>
    </p:spTree>
    <p:extLst>
      <p:ext uri="{BB962C8B-B14F-4D97-AF65-F5344CB8AC3E}">
        <p14:creationId xmlns:p14="http://schemas.microsoft.com/office/powerpoint/2010/main" val="1571796258"/>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D14B2068-B8EC-49A1-B66C-873508C73614}"/>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Swarm結果を装置設計に使うための結論</a:t>
            </a:r>
          </a:p>
        </p:txBody>
      </p:sp>
      <p:graphicFrame>
        <p:nvGraphicFramePr>
          <p:cNvPr id="13" name=""/>
          <p:cNvGraphicFramePr/>
          <p:nvPr/>
        </p:nvGraphicFramePr>
        <p:xfrm>
          <a:off xmlns:a="http://schemas.openxmlformats.org/drawingml/2006/main" x="428625" y="1333500"/>
          <a:ext xmlns:a="http://schemas.openxmlformats.org/drawingml/2006/main" cx="11334750" cy="4048125"/>
        </p:xfrm>
        <a:graphic xmlns:a="http://schemas.openxmlformats.org/drawingml/2006/main">
          <a:graphicData uri="http://schemas.openxmlformats.org/drawingml/2006/table">
            <a:tbl>
              <a:tblPr/>
              <a:tblGrid>
                <a:gridCol w="2785110"/>
                <a:gridCol w="4210050"/>
                <a:gridCol w="4339590"/>
              </a:tblGrid>
              <a:tr h="578304">
                <a:tc>
                  <a:txBody>
                    <a:bodyPr lIns="57150" tIns="47625" rIns="57150" bIns="47625">
                      <a:normAutofit/>
                    </a:bodyPr>
                    <a:lstStyle/>
                    <a:p>
                      <a:pPr algn="l">
                        <a:buNone/>
                      </a:pPr>
                      <a:r>
                        <a:rPr sz="1125" b="1">
                          <a:solidFill>
                            <a:srgbClr val="FFFFFF"/>
                          </a:solidFill>
                          <a:latin typeface="Noto Sans JP"/>
                          <a:ea typeface="Noto Sans JP"/>
                          <a:cs typeface="Noto Sans JP"/>
                        </a:rPr>
                        <a:t>確認できたこと</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本データの定量結果</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装置開発での意味</a:t>
                      </a:r>
                    </a:p>
                  </a:txBody>
                  <a:tcPr marL="91440" marR="91440" marT="45720" marB="45720" anchor="ctr">
                    <a:solidFill>
                      <a:srgbClr val="00A6D6"/>
                    </a:solidFill>
                  </a:tcPr>
                </a:tc>
              </a:tr>
              <a:tr h="578304">
                <a:tc>
                  <a:txBody>
                    <a:bodyPr lIns="57150" tIns="47625" rIns="57150" bIns="47625">
                      <a:normAutofit/>
                    </a:bodyPr>
                    <a:lstStyle/>
                    <a:p>
                      <a:pPr algn="l">
                        <a:buNone/>
                      </a:pPr>
                      <a:r>
                        <a:rPr sz="1013" b="1">
                          <a:solidFill>
                            <a:srgbClr val="333333"/>
                          </a:solidFill>
                          <a:latin typeface="Noto Sans JP"/>
                          <a:ea typeface="Noto Sans JP"/>
                          <a:cs typeface="Noto Sans JP"/>
                        </a:rPr>
                        <a:t>4手法の役割</a:t>
                      </a:r>
                    </a:p>
                  </a:txBody>
                  <a:tcPr marL="91440" marR="91440" marT="45720" marB="45720" anchor="ctr">
                    <a:solidFill>
                      <a:srgbClr val="FFFFFF"/>
                    </a:solidFill>
                  </a:tcPr>
                </a:tc>
                <a:tc>
                  <a:txBody>
                    <a:bodyPr lIns="57150" tIns="47625" rIns="57150" bIns="47625">
                      <a:normAutofit/>
                    </a:bodyPr>
                    <a:lstStyle/>
                    <a:p>
                      <a:pPr algn="ctr">
                        <a:buNone/>
                      </a:pPr>
                      <a:r>
                        <a:rPr sz="1013" b="0">
                          <a:solidFill>
                            <a:srgbClr val="333333"/>
                          </a:solidFill>
                          <a:latin typeface="Noto Sans JP"/>
                          <a:ea typeface="Noto Sans JP"/>
                          <a:cs typeface="Noto Sans JP"/>
                        </a:rPr>
                        <a:t>決定論3手法＋粒子Monte Carlo</a:t>
                      </a:r>
                    </a:p>
                  </a:txBody>
                  <a:tcPr marL="91440" marR="91440" marT="45720" marB="45720" anchor="ctr">
                    <a:solidFill>
                      <a:srgbClr val="FFFFFF"/>
                    </a:solidFill>
                  </a:tcPr>
                </a:tc>
                <a:tc>
                  <a:txBody>
                    <a:bodyPr lIns="57150" tIns="47625" rIns="57150" bIns="47625">
                      <a:normAutofit/>
                    </a:bodyPr>
                    <a:lstStyle/>
                    <a:p>
                      <a:pPr algn="ctr">
                        <a:buNone/>
                      </a:pPr>
                      <a:r>
                        <a:rPr sz="1013" b="0">
                          <a:solidFill>
                            <a:srgbClr val="333333"/>
                          </a:solidFill>
                          <a:latin typeface="Noto Sans JP"/>
                          <a:ea typeface="Noto Sans JP"/>
                          <a:cs typeface="Noto Sans JP"/>
                        </a:rPr>
                        <a:t>近似・離散化・統計を別方向から検算</a:t>
                      </a:r>
                    </a:p>
                  </a:txBody>
                  <a:tcPr marL="91440" marR="91440" marT="45720" marB="45720" anchor="ctr">
                    <a:solidFill>
                      <a:srgbClr val="FFFFFF"/>
                    </a:solidFill>
                  </a:tcPr>
                </a:tc>
              </a:tr>
              <a:tr h="578304">
                <a:tc>
                  <a:txBody>
                    <a:bodyPr lIns="57150" tIns="47625" rIns="57150" bIns="47625">
                      <a:normAutofit/>
                    </a:bodyPr>
                    <a:lstStyle/>
                    <a:p>
                      <a:pPr algn="l">
                        <a:buNone/>
                      </a:pPr>
                      <a:r>
                        <a:rPr sz="1013" b="1">
                          <a:solidFill>
                            <a:srgbClr val="333333"/>
                          </a:solidFill>
                          <a:latin typeface="Noto Sans JP"/>
                          <a:ea typeface="Noto Sans JP"/>
                          <a:cs typeface="Noto Sans JP"/>
                        </a:rPr>
                        <a:t>EEDF比較</a:t>
                      </a:r>
                    </a:p>
                  </a:txBody>
                  <a:tcPr marL="91440" marR="91440" marT="45720" marB="45720" anchor="ctr">
                    <a:solidFill>
                      <a:srgbClr val="F2F3F4"/>
                    </a:solidFill>
                  </a:tcPr>
                </a:tc>
                <a:tc>
                  <a:txBody>
                    <a:bodyPr lIns="57150" tIns="47625" rIns="57150" bIns="47625">
                      <a:normAutofit/>
                    </a:bodyPr>
                    <a:lstStyle/>
                    <a:p>
                      <a:pPr algn="ctr">
                        <a:buNone/>
                      </a:pPr>
                      <a:r>
                        <a:rPr sz="1013" b="0">
                          <a:solidFill>
                            <a:srgbClr val="333333"/>
                          </a:solidFill>
                          <a:latin typeface="Noto Sans JP"/>
                          <a:ea typeface="Noto Sans JP"/>
                          <a:cs typeface="Noto Sans JP"/>
                        </a:rPr>
                        <a:t>横軸を線形化し、Maxwellian / Druyvesteynを同一〈ε〉で比較</a:t>
                      </a:r>
                    </a:p>
                  </a:txBody>
                  <a:tcPr marL="91440" marR="91440" marT="45720" marB="45720" anchor="ctr">
                    <a:solidFill>
                      <a:srgbClr val="F2F3F4"/>
                    </a:solidFill>
                  </a:tcPr>
                </a:tc>
                <a:tc>
                  <a:txBody>
                    <a:bodyPr lIns="57150" tIns="47625" rIns="57150" bIns="47625">
                      <a:normAutofit/>
                    </a:bodyPr>
                    <a:lstStyle/>
                    <a:p>
                      <a:pPr algn="ctr">
                        <a:buNone/>
                      </a:pPr>
                      <a:r>
                        <a:rPr sz="1013" b="0">
                          <a:solidFill>
                            <a:srgbClr val="333333"/>
                          </a:solidFill>
                          <a:latin typeface="Noto Sans JP"/>
                          <a:ea typeface="Noto Sans JP"/>
                          <a:cs typeface="Noto Sans JP"/>
                        </a:rPr>
                        <a:t>反応閾値とtailの絶対エネルギーを直接読む</a:t>
                      </a:r>
                    </a:p>
                  </a:txBody>
                  <a:tcPr marL="91440" marR="91440" marT="45720" marB="45720" anchor="ctr">
                    <a:solidFill>
                      <a:srgbClr val="F2F3F4"/>
                    </a:solidFill>
                  </a:tcPr>
                </a:tc>
              </a:tr>
              <a:tr h="578304">
                <a:tc>
                  <a:txBody>
                    <a:bodyPr lIns="57150" tIns="47625" rIns="57150" bIns="47625">
                      <a:normAutofit/>
                    </a:bodyPr>
                    <a:lstStyle/>
                    <a:p>
                      <a:pPr algn="l">
                        <a:buNone/>
                      </a:pPr>
                      <a:r>
                        <a:rPr sz="1013" b="1">
                          <a:solidFill>
                            <a:srgbClr val="333333"/>
                          </a:solidFill>
                          <a:latin typeface="Noto Sans JP"/>
                          <a:ea typeface="Noto Sans JP"/>
                          <a:cs typeface="Noto Sans JP"/>
                        </a:rPr>
                        <a:t>純ArのEEDF</a:t>
                      </a:r>
                    </a:p>
                  </a:txBody>
                  <a:tcPr marL="91440" marR="91440" marT="45720" marB="45720" anchor="ctr">
                    <a:solidFill>
                      <a:srgbClr val="FFFFFF"/>
                    </a:solidFill>
                  </a:tcPr>
                </a:tc>
                <a:tc>
                  <a:txBody>
                    <a:bodyPr lIns="57150" tIns="47625" rIns="57150" bIns="47625">
                      <a:normAutofit/>
                    </a:bodyPr>
                    <a:lstStyle/>
                    <a:p>
                      <a:pPr algn="ctr">
                        <a:buNone/>
                      </a:pPr>
                      <a:r>
                        <a:rPr sz="1013" b="0">
                          <a:solidFill>
                            <a:srgbClr val="333333"/>
                          </a:solidFill>
                          <a:latin typeface="Noto Sans JP"/>
                          <a:ea typeface="Noto Sans JP"/>
                          <a:cs typeface="Noto Sans JP"/>
                        </a:rPr>
                        <a:t>Swarm 3手法は広い条件で同じ物理枝</a:t>
                      </a:r>
                    </a:p>
                  </a:txBody>
                  <a:tcPr marL="91440" marR="91440" marT="45720" marB="45720" anchor="ctr">
                    <a:solidFill>
                      <a:srgbClr val="FFFFFF"/>
                    </a:solidFill>
                  </a:tcPr>
                </a:tc>
                <a:tc>
                  <a:txBody>
                    <a:bodyPr lIns="57150" tIns="47625" rIns="57150" bIns="47625">
                      <a:normAutofit/>
                    </a:bodyPr>
                    <a:lstStyle/>
                    <a:p>
                      <a:pPr algn="ctr">
                        <a:buNone/>
                      </a:pPr>
                      <a:r>
                        <a:rPr sz="1013" b="0">
                          <a:solidFill>
                            <a:srgbClr val="333333"/>
                          </a:solidFill>
                          <a:latin typeface="Noto Sans JP"/>
                          <a:ea typeface="Noto Sans JP"/>
                          <a:cs typeface="Noto Sans JP"/>
                        </a:rPr>
                        <a:t>広域探索には高速手法、選択点は独立検算</a:t>
                      </a:r>
                    </a:p>
                  </a:txBody>
                  <a:tcPr marL="91440" marR="91440" marT="45720" marB="45720" anchor="ctr">
                    <a:solidFill>
                      <a:srgbClr val="FFFFFF"/>
                    </a:solidFill>
                  </a:tcPr>
                </a:tc>
              </a:tr>
              <a:tr h="578304">
                <a:tc>
                  <a:txBody>
                    <a:bodyPr lIns="57150" tIns="47625" rIns="57150" bIns="47625">
                      <a:normAutofit/>
                    </a:bodyPr>
                    <a:lstStyle/>
                    <a:p>
                      <a:pPr algn="l">
                        <a:buNone/>
                      </a:pPr>
                      <a:r>
                        <a:rPr sz="1013" b="1">
                          <a:solidFill>
                            <a:srgbClr val="333333"/>
                          </a:solidFill>
                          <a:latin typeface="Noto Sans JP"/>
                          <a:ea typeface="Noto Sans JP"/>
                          <a:cs typeface="Noto Sans JP"/>
                        </a:rPr>
                        <a:t>ICPのSwarm 3入力</a:t>
                      </a:r>
                    </a:p>
                  </a:txBody>
                  <a:tcPr marL="91440" marR="91440" marT="45720" marB="45720" anchor="ctr">
                    <a:solidFill>
                      <a:srgbClr val="F2F3F4"/>
                    </a:solidFill>
                  </a:tcPr>
                </a:tc>
                <a:tc>
                  <a:txBody>
                    <a:bodyPr lIns="57150" tIns="47625" rIns="57150" bIns="47625">
                      <a:normAutofit/>
                    </a:bodyPr>
                    <a:lstStyle/>
                    <a:p>
                      <a:pPr algn="ctr">
                        <a:buNone/>
                      </a:pPr>
                      <a:r>
                        <a:rPr sz="1013" b="0">
                          <a:solidFill>
                            <a:srgbClr val="333333"/>
                          </a:solidFill>
                          <a:latin typeface="Noto Sans JP"/>
                          <a:ea typeface="Noto Sans JP"/>
                          <a:cs typeface="Noto Sans JP"/>
                        </a:rPr>
                        <a:t>積分量の手法間差は概ね1.1%以下</a:t>
                      </a:r>
                    </a:p>
                  </a:txBody>
                  <a:tcPr marL="91440" marR="91440" marT="45720" marB="45720" anchor="ctr">
                    <a:solidFill>
                      <a:srgbClr val="F2F3F4"/>
                    </a:solidFill>
                  </a:tcPr>
                </a:tc>
                <a:tc>
                  <a:txBody>
                    <a:bodyPr lIns="57150" tIns="47625" rIns="57150" bIns="47625">
                      <a:normAutofit/>
                    </a:bodyPr>
                    <a:lstStyle/>
                    <a:p>
                      <a:pPr algn="ctr">
                        <a:buNone/>
                      </a:pPr>
                      <a:r>
                        <a:rPr sz="1013" b="0">
                          <a:solidFill>
                            <a:srgbClr val="333333"/>
                          </a:solidFill>
                          <a:latin typeface="Noto Sans JP"/>
                          <a:ea typeface="Noto Sans JP"/>
                          <a:cs typeface="Noto Sans JP"/>
                        </a:rPr>
                        <a:t>標準COMSOLのEEDF表現との差が支配的</a:t>
                      </a:r>
                    </a:p>
                  </a:txBody>
                  <a:tcPr marL="91440" marR="91440" marT="45720" marB="45720" anchor="ctr">
                    <a:solidFill>
                      <a:srgbClr val="F2F3F4"/>
                    </a:solidFill>
                  </a:tcPr>
                </a:tc>
              </a:tr>
              <a:tr h="578304">
                <a:tc>
                  <a:txBody>
                    <a:bodyPr lIns="57150" tIns="47625" rIns="57150" bIns="47625">
                      <a:normAutofit/>
                    </a:bodyPr>
                    <a:lstStyle/>
                    <a:p>
                      <a:pPr algn="l">
                        <a:buNone/>
                      </a:pPr>
                      <a:r>
                        <a:rPr sz="1013" b="1">
                          <a:solidFill>
                            <a:srgbClr val="333333"/>
                          </a:solidFill>
                          <a:latin typeface="Noto Sans JP"/>
                          <a:ea typeface="Noto Sans JP"/>
                          <a:cs typeface="Noto Sans JP"/>
                        </a:rPr>
                        <a:t>CCPの2入力</a:t>
                      </a:r>
                    </a:p>
                  </a:txBody>
                  <a:tcPr marL="91440" marR="91440" marT="45720" marB="45720" anchor="ctr">
                    <a:solidFill>
                      <a:srgbClr val="FFFFFF"/>
                    </a:solidFill>
                  </a:tcPr>
                </a:tc>
                <a:tc>
                  <a:txBody>
                    <a:bodyPr lIns="57150" tIns="47625" rIns="57150" bIns="47625">
                      <a:normAutofit/>
                    </a:bodyPr>
                    <a:lstStyle/>
                    <a:p>
                      <a:pPr algn="ctr">
                        <a:buNone/>
                      </a:pPr>
                      <a:r>
                        <a:rPr sz="1013" b="0">
                          <a:solidFill>
                            <a:srgbClr val="333333"/>
                          </a:solidFill>
                          <a:latin typeface="Noto Sans JP"/>
                          <a:ea typeface="Noto Sans JP"/>
                          <a:cs typeface="Noto Sans JP"/>
                        </a:rPr>
                        <a:t>nₑ L₂ 0.40–0.42、電子温度L₂ 0.237–0.239</a:t>
                      </a:r>
                    </a:p>
                  </a:txBody>
                  <a:tcPr marL="91440" marR="91440" marT="45720" marB="45720" anchor="ctr">
                    <a:solidFill>
                      <a:srgbClr val="FFFFFF"/>
                    </a:solidFill>
                  </a:tcPr>
                </a:tc>
                <a:tc>
                  <a:txBody>
                    <a:bodyPr lIns="57150" tIns="47625" rIns="57150" bIns="47625">
                      <a:normAutofit/>
                    </a:bodyPr>
                    <a:lstStyle/>
                    <a:p>
                      <a:pPr algn="ctr">
                        <a:buNone/>
                      </a:pPr>
                      <a:r>
                        <a:rPr sz="1013" b="0">
                          <a:solidFill>
                            <a:srgbClr val="333333"/>
                          </a:solidFill>
                          <a:latin typeface="Noto Sans JP"/>
                          <a:ea typeface="Noto Sans JP"/>
                          <a:cs typeface="Noto Sans JP"/>
                        </a:rPr>
                        <a:t>two-termとMCは近いが標準COMSOLとの差は大きい</a:t>
                      </a:r>
                    </a:p>
                  </a:txBody>
                  <a:tcPr marL="91440" marR="91440" marT="45720" marB="45720" anchor="ctr">
                    <a:solidFill>
                      <a:srgbClr val="FFFFFF"/>
                    </a:solidFill>
                  </a:tcPr>
                </a:tc>
              </a:tr>
              <a:tr h="578304">
                <a:tc>
                  <a:txBody>
                    <a:bodyPr lIns="57150" tIns="47625" rIns="57150" bIns="47625">
                      <a:normAutofit/>
                    </a:bodyPr>
                    <a:lstStyle/>
                    <a:p>
                      <a:pPr algn="l">
                        <a:buNone/>
                      </a:pPr>
                      <a:r>
                        <a:rPr sz="1013" b="1">
                          <a:solidFill>
                            <a:srgbClr val="333333"/>
                          </a:solidFill>
                          <a:latin typeface="Noto Sans JP"/>
                          <a:ea typeface="Noto Sans JP"/>
                          <a:cs typeface="Noto Sans JP"/>
                        </a:rPr>
                        <a:t>CCPの証拠範囲</a:t>
                      </a:r>
                    </a:p>
                  </a:txBody>
                  <a:tcPr marL="91440" marR="91440" marT="45720" marB="45720" anchor="ctr">
                    <a:solidFill>
                      <a:srgbClr val="F2F3F4"/>
                    </a:solidFill>
                  </a:tcPr>
                </a:tc>
                <a:tc>
                  <a:txBody>
                    <a:bodyPr lIns="57150" tIns="47625" rIns="57150" bIns="47625">
                      <a:normAutofit/>
                    </a:bodyPr>
                    <a:lstStyle/>
                    <a:p>
                      <a:pPr algn="ctr">
                        <a:buNone/>
                      </a:pPr>
                      <a:r>
                        <a:rPr sz="1013" b="0">
                          <a:solidFill>
                            <a:srgbClr val="333333"/>
                          </a:solidFill>
                          <a:latin typeface="Noto Sans JP"/>
                          <a:ea typeface="Noto Sans JP"/>
                          <a:cs typeface="Noto Sans JP"/>
                        </a:rPr>
                        <a:t>標準COMSOL＋two-term＋MCの周期平均2D結果</a:t>
                      </a:r>
                    </a:p>
                  </a:txBody>
                  <a:tcPr marL="91440" marR="91440" marT="45720" marB="45720" anchor="ctr">
                    <a:solidFill>
                      <a:srgbClr val="F2F3F4"/>
                    </a:solidFill>
                  </a:tcPr>
                </a:tc>
                <a:tc>
                  <a:txBody>
                    <a:bodyPr lIns="57150" tIns="47625" rIns="57150" bIns="47625">
                      <a:normAutofit/>
                    </a:bodyPr>
                    <a:lstStyle/>
                    <a:p>
                      <a:pPr algn="ctr">
                        <a:buNone/>
                      </a:pPr>
                      <a:r>
                        <a:rPr sz="1013" b="0">
                          <a:solidFill>
                            <a:srgbClr val="333333"/>
                          </a:solidFill>
                          <a:latin typeface="Noto Sans JP"/>
                          <a:ea typeface="Noto Sans JP"/>
                          <a:cs typeface="Noto Sans JP"/>
                        </a:rPr>
                        <a:t>P1空間結果は追加solveが必要</a:t>
                      </a:r>
                    </a:p>
                  </a:txBody>
                  <a:tcPr marL="91440" marR="91440" marT="45720" marB="45720" anchor="ctr">
                    <a:solidFill>
                      <a:srgbClr val="F2F3F4"/>
                    </a:solidFill>
                  </a:tcPr>
                </a:tc>
              </a:tr>
            </a:tbl>
          </a:graphicData>
        </a:graphic>
      </p:graphicFrame>
      <p:sp>
        <p:nvSpPr>
          <p:cNvPr id="4" name="">
            <a:extLst xmlns:a="http://schemas.openxmlformats.org/drawingml/2006/main">
              <a:ext uri="{FF2B5EF4-FFF2-40B4-BE49-F238E27FC236}">
                <a16:creationId xmlns:a16="http://schemas.microsoft.com/office/drawing/2014/main" id="{2DDF7CDB-FFCD-4D0A-992C-7A6551F1EFA5}"/>
              </a:ext>
            </a:extLst>
          </p:cNvPr>
          <p:cNvSpPr>
            <a:spLocks xmlns:a="http://schemas.openxmlformats.org/drawingml/2006/main" noGrp="1"/>
          </p:cNvSpPr>
          <p:nvPr/>
        </p:nvSpPr>
        <p:spPr>
          <a:xfrm xmlns:a="http://schemas.openxmlformats.org/drawingml/2006/main">
            <a:off x="857250" y="55245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425" b="1" i="0">
                <a:solidFill>
                  <a:srgbClr val="241646"/>
                </a:solidFill>
                <a:latin typeface="Noto Sans JP"/>
                <a:ea typeface="Noto Sans JP"/>
                <a:cs typeface="Noto Sans JP"/>
              </a:defRPr>
            </a:pPr>
            <a:r>
              <a:rPr sz="1425" b="1" i="0">
                <a:solidFill>
                  <a:srgbClr val="241646"/>
                </a:solidFill>
                <a:latin typeface="Noto Sans JP"/>
                <a:ea typeface="Noto Sans JP"/>
                <a:cs typeface="Noto Sans JP"/>
              </a:rPr>
              <a:t>次の決定的検証</a:t>
            </a:r>
          </a:p>
        </p:txBody>
      </p:sp>
      <p:sp>
        <p:nvSpPr>
          <p:cNvPr id="5" name="">
            <a:extLst xmlns:a="http://schemas.openxmlformats.org/drawingml/2006/main">
              <a:ext uri="{FF2B5EF4-FFF2-40B4-BE49-F238E27FC236}">
                <a16:creationId xmlns:a16="http://schemas.microsoft.com/office/drawing/2014/main" id="{C4E2FC08-2B86-4E9E-8369-5EBA920250A4}"/>
              </a:ext>
            </a:extLst>
          </p:cNvPr>
          <p:cNvSpPr>
            <a:spLocks xmlns:a="http://schemas.openxmlformats.org/drawingml/2006/main" noGrp="1"/>
          </p:cNvSpPr>
          <p:nvPr/>
        </p:nvSpPr>
        <p:spPr>
          <a:xfrm xmlns:a="http://schemas.openxmlformats.org/drawingml/2006/main">
            <a:off x="2857500" y="5400675"/>
            <a:ext cx="828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CCPのpropagator P1を同一MPH・同一周期平均で追加し、RF位相分解・周期間差・共通メッシュ出力を揃える。</a:t>
            </a:r>
          </a:p>
        </p:txBody>
      </p:sp>
      <p:sp>
        <p:nvSpPr>
          <p:cNvPr id="6" name="takeaway-bullet">
            <a:extLst xmlns:a="http://schemas.openxmlformats.org/drawingml/2006/main">
              <a:ext uri="{FF2B5EF4-FFF2-40B4-BE49-F238E27FC236}">
                <a16:creationId xmlns:a16="http://schemas.microsoft.com/office/drawing/2014/main" id="{085FDB65-4E6A-446B-8A61-B4DF781A89C8}"/>
              </a:ext>
            </a:extLst>
          </p:cNvPr>
          <p:cNvSpPr>
            <a:spLocks xmlns:a="http://schemas.openxmlformats.org/drawingml/2006/main" noGrp="1"/>
          </p:cNvSpPr>
          <p:nvPr/>
        </p:nvSpPr>
        <p:spPr>
          <a:xfrm xmlns:a="http://schemas.openxmlformats.org/drawingml/2006/main">
            <a:off x="457200" y="60769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7" name="takeaway">
            <a:extLst xmlns:a="http://schemas.openxmlformats.org/drawingml/2006/main">
              <a:ext uri="{FF2B5EF4-FFF2-40B4-BE49-F238E27FC236}">
                <a16:creationId xmlns:a16="http://schemas.microsoft.com/office/drawing/2014/main" id="{F42C9E56-8777-4E8B-AFC4-3013DC251ADF}"/>
              </a:ext>
            </a:extLst>
          </p:cNvPr>
          <p:cNvSpPr>
            <a:spLocks xmlns:a="http://schemas.openxmlformats.org/drawingml/2006/main" noGrp="1"/>
          </p:cNvSpPr>
          <p:nvPr/>
        </p:nvSpPr>
        <p:spPr>
          <a:xfrm xmlns:a="http://schemas.openxmlformats.org/drawingml/2006/main">
            <a:off x="647700" y="59531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仮定 → 数値収束 → 採用判定 → COMSOL入力 → 空間KPIの因果鎖を切らない。</a:t>
            </a:r>
          </a:p>
        </p:txBody>
      </p:sp>
      <p:sp>
        <p:nvSpPr>
          <p:cNvPr id="8" name="section">
            <a:extLst xmlns:a="http://schemas.openxmlformats.org/drawingml/2006/main">
              <a:ext uri="{FF2B5EF4-FFF2-40B4-BE49-F238E27FC236}">
                <a16:creationId xmlns:a16="http://schemas.microsoft.com/office/drawing/2014/main" id="{7633E1E3-BA2D-49E8-A8BF-C8861DEEABBD}"/>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IX. 結論</a:t>
            </a:r>
          </a:p>
        </p:txBody>
      </p:sp>
      <p:sp>
        <p:nvSpPr>
          <p:cNvPr id="9" name="footer">
            <a:extLst xmlns:a="http://schemas.openxmlformats.org/drawingml/2006/main">
              <a:ext uri="{FF2B5EF4-FFF2-40B4-BE49-F238E27FC236}">
                <a16:creationId xmlns:a16="http://schemas.microsoft.com/office/drawing/2014/main" id="{1CE15108-6B1D-48FC-9717-3BDCED946F65}"/>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10" name="page">
            <a:extLst xmlns:a="http://schemas.openxmlformats.org/drawingml/2006/main">
              <a:ext uri="{FF2B5EF4-FFF2-40B4-BE49-F238E27FC236}">
                <a16:creationId xmlns:a16="http://schemas.microsoft.com/office/drawing/2014/main" id="{8D2CECAE-6310-40DC-AB19-6D044E19778C}"/>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74</a:t>
            </a:r>
          </a:p>
        </p:txBody>
      </p:sp>
    </p:spTree>
    <p:extLst>
      <p:ext uri="{BB962C8B-B14F-4D97-AF65-F5344CB8AC3E}">
        <p14:creationId xmlns:p14="http://schemas.microsoft.com/office/powerpoint/2010/main" val="31062713"/>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8C29C0D-EAEC-4E24-8BDE-81C019C6C88E}"/>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7" name="">
            <a:extLst xmlns:a="http://schemas.openxmlformats.org/drawingml/2006/main">
              <a:ext uri="{FF2B5EF4-FFF2-40B4-BE49-F238E27FC236}">
                <a16:creationId xmlns:a16="http://schemas.microsoft.com/office/drawing/2014/main" id="{7C33BCA2-7A20-4306-9C9B-EA1AB3019C24}"/>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75</a:t>
            </a:r>
          </a:p>
        </p:txBody>
      </p:sp>
      <p:sp>
        <p:nvSpPr>
          <p:cNvPr id="8" name="">
            <a:extLst xmlns:a="http://schemas.openxmlformats.org/drawingml/2006/main">
              <a:ext uri="{FF2B5EF4-FFF2-40B4-BE49-F238E27FC236}">
                <a16:creationId xmlns:a16="http://schemas.microsoft.com/office/drawing/2014/main" id="{3E5BD455-D444-45A9-9F89-60E245FD8755}"/>
              </a:ext>
            </a:extLst>
          </p:cNvPr>
          <p:cNvSpPr>
            <a:spLocks xmlns:a="http://schemas.openxmlformats.org/drawingml/2006/main" noGrp="1"/>
          </p:cNvSpPr>
          <p:nvPr/>
        </p:nvSpPr>
        <p:spPr>
          <a:xfrm xmlns:a="http://schemas.openxmlformats.org/drawingml/2006/main">
            <a:off x="523875" y="13811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125" b="1" i="0">
                <a:solidFill>
                  <a:srgbClr val="007FAE"/>
                </a:solidFill>
                <a:latin typeface="Noto Sans JP"/>
                <a:ea typeface="Noto Sans JP"/>
                <a:cs typeface="Noto Sans JP"/>
              </a:defRPr>
            </a:pPr>
            <a:r>
              <a:rPr sz="1125" b="1" i="0">
                <a:solidFill>
                  <a:srgbClr val="007FAE"/>
                </a:solidFill>
                <a:latin typeface="Noto Sans JP"/>
                <a:ea typeface="Noto Sans JP"/>
                <a:cs typeface="Noto Sans JP"/>
              </a:rPr>
              <a:t>[R1]</a:t>
            </a:r>
          </a:p>
        </p:txBody>
      </p:sp>
      <p:sp>
        <p:nvSpPr>
          <p:cNvPr id="9" name="">
            <a:extLst xmlns:a="http://schemas.openxmlformats.org/drawingml/2006/main">
              <a:ext uri="{FF2B5EF4-FFF2-40B4-BE49-F238E27FC236}">
                <a16:creationId xmlns:a16="http://schemas.microsoft.com/office/drawing/2014/main" id="{3C3E1078-54FB-4911-8CEE-858946BC7191}"/>
              </a:ext>
            </a:extLst>
          </p:cNvPr>
          <p:cNvSpPr>
            <a:spLocks xmlns:a="http://schemas.openxmlformats.org/drawingml/2006/main" noGrp="1"/>
          </p:cNvSpPr>
          <p:nvPr/>
        </p:nvSpPr>
        <p:spPr>
          <a:xfrm xmlns:a="http://schemas.openxmlformats.org/drawingml/2006/main">
            <a:off x="1095375" y="13430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63" b="0" i="0">
                <a:solidFill>
                  <a:srgbClr val="2F2F2F"/>
                </a:solidFill>
                <a:latin typeface="Noto Sans JP"/>
                <a:ea typeface="Noto Sans JP"/>
                <a:cs typeface="Noto Sans JP"/>
              </a:defRPr>
            </a:pPr>
            <a:r>
              <a:rPr sz="1163" b="0" i="0">
                <a:solidFill>
                  <a:srgbClr val="2F2F2F"/>
                </a:solidFill>
                <a:latin typeface="Noto Sans JP"/>
                <a:ea typeface="Noto Sans JP"/>
                <a:cs typeface="Noto Sans JP"/>
              </a:rPr>
              <a:t>Hagelaar &amp; Pitchford, Plasma Sources Sci. Technol. 14 (2005) 722–733. DOI:10.1088/0963-0252/14/4/011</a:t>
            </a:r>
          </a:p>
        </p:txBody>
      </p:sp>
      <p:sp>
        <p:nvSpPr>
          <p:cNvPr id="10" name="">
            <a:extLst xmlns:a="http://schemas.openxmlformats.org/drawingml/2006/main">
              <a:ext uri="{FF2B5EF4-FFF2-40B4-BE49-F238E27FC236}">
                <a16:creationId xmlns:a16="http://schemas.microsoft.com/office/drawing/2014/main" id="{F528BC2C-9B74-4D70-8D0B-3F1642A1C664}"/>
              </a:ext>
            </a:extLst>
          </p:cNvPr>
          <p:cNvSpPr>
            <a:spLocks xmlns:a="http://schemas.openxmlformats.org/drawingml/2006/main" noGrp="1"/>
          </p:cNvSpPr>
          <p:nvPr/>
        </p:nvSpPr>
        <p:spPr>
          <a:xfrm xmlns:a="http://schemas.openxmlformats.org/drawingml/2006/main">
            <a:off x="1095375" y="1885950"/>
            <a:ext cx="10191750" cy="0"/>
          </a:xfrm>
          <a:prstGeom xmlns:a="http://schemas.openxmlformats.org/drawingml/2006/main" prst="line">
            <a:avLst/>
          </a:prstGeom>
          <a:noFill xmlns:a="http://schemas.openxmlformats.org/drawingml/2006/main"/>
          <a:ln xmlns:a="http://schemas.openxmlformats.org/drawingml/2006/main" w="9525">
            <a:solidFill>
              <a:srgbClr val="E8E8E8"/>
            </a:solidFill>
            <a:prstDash val="solid"/>
          </a:ln>
        </p:spPr>
      </p:sp>
      <p:sp>
        <p:nvSpPr>
          <p:cNvPr id="11" name="">
            <a:extLst xmlns:a="http://schemas.openxmlformats.org/drawingml/2006/main">
              <a:ext uri="{FF2B5EF4-FFF2-40B4-BE49-F238E27FC236}">
                <a16:creationId xmlns:a16="http://schemas.microsoft.com/office/drawing/2014/main" id="{CA934A21-BE48-4B35-ABD1-605C32685212}"/>
              </a:ext>
            </a:extLst>
          </p:cNvPr>
          <p:cNvSpPr>
            <a:spLocks xmlns:a="http://schemas.openxmlformats.org/drawingml/2006/main" noGrp="1"/>
          </p:cNvSpPr>
          <p:nvPr/>
        </p:nvSpPr>
        <p:spPr>
          <a:xfrm xmlns:a="http://schemas.openxmlformats.org/drawingml/2006/main">
            <a:off x="523875" y="200977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125" b="1" i="0">
                <a:solidFill>
                  <a:srgbClr val="007FAE"/>
                </a:solidFill>
                <a:latin typeface="Noto Sans JP"/>
                <a:ea typeface="Noto Sans JP"/>
                <a:cs typeface="Noto Sans JP"/>
              </a:defRPr>
            </a:pPr>
            <a:r>
              <a:rPr sz="1125" b="1" i="0">
                <a:solidFill>
                  <a:srgbClr val="007FAE"/>
                </a:solidFill>
                <a:latin typeface="Noto Sans JP"/>
                <a:ea typeface="Noto Sans JP"/>
                <a:cs typeface="Noto Sans JP"/>
              </a:rPr>
              <a:t>[R2]</a:t>
            </a:r>
          </a:p>
        </p:txBody>
      </p:sp>
      <p:sp>
        <p:nvSpPr>
          <p:cNvPr id="12" name="">
            <a:extLst xmlns:a="http://schemas.openxmlformats.org/drawingml/2006/main">
              <a:ext uri="{FF2B5EF4-FFF2-40B4-BE49-F238E27FC236}">
                <a16:creationId xmlns:a16="http://schemas.microsoft.com/office/drawing/2014/main" id="{8DE1DA1C-5948-41DA-97E3-91D2B8D79490}"/>
              </a:ext>
            </a:extLst>
          </p:cNvPr>
          <p:cNvSpPr>
            <a:spLocks xmlns:a="http://schemas.openxmlformats.org/drawingml/2006/main" noGrp="1"/>
          </p:cNvSpPr>
          <p:nvPr/>
        </p:nvSpPr>
        <p:spPr>
          <a:xfrm xmlns:a="http://schemas.openxmlformats.org/drawingml/2006/main">
            <a:off x="1095375" y="197167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63" b="0" i="0">
                <a:solidFill>
                  <a:srgbClr val="2F2F2F"/>
                </a:solidFill>
                <a:latin typeface="Noto Sans JP"/>
                <a:ea typeface="Noto Sans JP"/>
                <a:cs typeface="Noto Sans JP"/>
              </a:defRPr>
            </a:pPr>
            <a:r>
              <a:rPr sz="1163" b="0" i="0">
                <a:solidFill>
                  <a:srgbClr val="2F2F2F"/>
                </a:solidFill>
                <a:latin typeface="Noto Sans JP"/>
                <a:ea typeface="Noto Sans JP"/>
                <a:cs typeface="Noto Sans JP"/>
              </a:rPr>
              <a:t>Pitchford et al., Plasma Process. Polym. 14 (2017) 1600098. DOI:10.1002/ppap.201600098</a:t>
            </a:r>
          </a:p>
        </p:txBody>
      </p:sp>
      <p:sp>
        <p:nvSpPr>
          <p:cNvPr id="13" name="">
            <a:extLst xmlns:a="http://schemas.openxmlformats.org/drawingml/2006/main">
              <a:ext uri="{FF2B5EF4-FFF2-40B4-BE49-F238E27FC236}">
                <a16:creationId xmlns:a16="http://schemas.microsoft.com/office/drawing/2014/main" id="{1C33245A-9DA4-4815-B56C-ACCA4CC84BA3}"/>
              </a:ext>
            </a:extLst>
          </p:cNvPr>
          <p:cNvSpPr>
            <a:spLocks xmlns:a="http://schemas.openxmlformats.org/drawingml/2006/main" noGrp="1"/>
          </p:cNvSpPr>
          <p:nvPr/>
        </p:nvSpPr>
        <p:spPr>
          <a:xfrm xmlns:a="http://schemas.openxmlformats.org/drawingml/2006/main">
            <a:off x="1095375" y="2514600"/>
            <a:ext cx="10191750" cy="0"/>
          </a:xfrm>
          <a:prstGeom xmlns:a="http://schemas.openxmlformats.org/drawingml/2006/main" prst="line">
            <a:avLst/>
          </a:prstGeom>
          <a:noFill xmlns:a="http://schemas.openxmlformats.org/drawingml/2006/main"/>
          <a:ln xmlns:a="http://schemas.openxmlformats.org/drawingml/2006/main" w="9525">
            <a:solidFill>
              <a:srgbClr val="E8E8E8"/>
            </a:solidFill>
            <a:prstDash val="solid"/>
          </a:ln>
        </p:spPr>
      </p:sp>
      <p:sp>
        <p:nvSpPr>
          <p:cNvPr id="14" name="">
            <a:extLst xmlns:a="http://schemas.openxmlformats.org/drawingml/2006/main">
              <a:ext uri="{FF2B5EF4-FFF2-40B4-BE49-F238E27FC236}">
                <a16:creationId xmlns:a16="http://schemas.microsoft.com/office/drawing/2014/main" id="{E09731DF-32DF-4355-A623-56AA689E41DB}"/>
              </a:ext>
            </a:extLst>
          </p:cNvPr>
          <p:cNvSpPr>
            <a:spLocks xmlns:a="http://schemas.openxmlformats.org/drawingml/2006/main" noGrp="1"/>
          </p:cNvSpPr>
          <p:nvPr/>
        </p:nvSpPr>
        <p:spPr>
          <a:xfrm xmlns:a="http://schemas.openxmlformats.org/drawingml/2006/main">
            <a:off x="523875" y="26384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125" b="1" i="0">
                <a:solidFill>
                  <a:srgbClr val="007FAE"/>
                </a:solidFill>
                <a:latin typeface="Noto Sans JP"/>
                <a:ea typeface="Noto Sans JP"/>
                <a:cs typeface="Noto Sans JP"/>
              </a:defRPr>
            </a:pPr>
            <a:r>
              <a:rPr sz="1125" b="1" i="0">
                <a:solidFill>
                  <a:srgbClr val="007FAE"/>
                </a:solidFill>
                <a:latin typeface="Noto Sans JP"/>
                <a:ea typeface="Noto Sans JP"/>
                <a:cs typeface="Noto Sans JP"/>
              </a:rPr>
              <a:t>[R3]</a:t>
            </a:r>
          </a:p>
        </p:txBody>
      </p:sp>
      <p:sp>
        <p:nvSpPr>
          <p:cNvPr id="15" name="">
            <a:extLst xmlns:a="http://schemas.openxmlformats.org/drawingml/2006/main">
              <a:ext uri="{FF2B5EF4-FFF2-40B4-BE49-F238E27FC236}">
                <a16:creationId xmlns:a16="http://schemas.microsoft.com/office/drawing/2014/main" id="{9D09507F-1F94-4D51-9774-8913F434D81B}"/>
              </a:ext>
            </a:extLst>
          </p:cNvPr>
          <p:cNvSpPr>
            <a:spLocks xmlns:a="http://schemas.openxmlformats.org/drawingml/2006/main" noGrp="1"/>
          </p:cNvSpPr>
          <p:nvPr/>
        </p:nvSpPr>
        <p:spPr>
          <a:xfrm xmlns:a="http://schemas.openxmlformats.org/drawingml/2006/main">
            <a:off x="1095375" y="26003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63" b="0" i="0">
                <a:solidFill>
                  <a:srgbClr val="2F2F2F"/>
                </a:solidFill>
                <a:latin typeface="Noto Sans JP"/>
                <a:ea typeface="Noto Sans JP"/>
                <a:cs typeface="Noto Sans JP"/>
              </a:defRPr>
            </a:pPr>
            <a:r>
              <a:rPr sz="1163" b="0" i="0">
                <a:solidFill>
                  <a:srgbClr val="2F2F2F"/>
                </a:solidFill>
                <a:latin typeface="Noto Sans JP"/>
                <a:ea typeface="Noto Sans JP"/>
                <a:cs typeface="Noto Sans JP"/>
              </a:rPr>
              <a:t>Leyh, Loffhagen &amp; Winkler, Comput. Phys. Commun. 113 (1998) 33–48. DOI:10.1016/S0010-4655(98)00062-9</a:t>
            </a:r>
          </a:p>
        </p:txBody>
      </p:sp>
      <p:sp>
        <p:nvSpPr>
          <p:cNvPr id="16" name="">
            <a:extLst xmlns:a="http://schemas.openxmlformats.org/drawingml/2006/main">
              <a:ext uri="{FF2B5EF4-FFF2-40B4-BE49-F238E27FC236}">
                <a16:creationId xmlns:a16="http://schemas.microsoft.com/office/drawing/2014/main" id="{1F2985FB-5F85-4DD9-8453-4E7E16039C86}"/>
              </a:ext>
            </a:extLst>
          </p:cNvPr>
          <p:cNvSpPr>
            <a:spLocks xmlns:a="http://schemas.openxmlformats.org/drawingml/2006/main" noGrp="1"/>
          </p:cNvSpPr>
          <p:nvPr/>
        </p:nvSpPr>
        <p:spPr>
          <a:xfrm xmlns:a="http://schemas.openxmlformats.org/drawingml/2006/main">
            <a:off x="1095375" y="3143250"/>
            <a:ext cx="10191750" cy="0"/>
          </a:xfrm>
          <a:prstGeom xmlns:a="http://schemas.openxmlformats.org/drawingml/2006/main" prst="line">
            <a:avLst/>
          </a:prstGeom>
          <a:noFill xmlns:a="http://schemas.openxmlformats.org/drawingml/2006/main"/>
          <a:ln xmlns:a="http://schemas.openxmlformats.org/drawingml/2006/main" w="9525">
            <a:solidFill>
              <a:srgbClr val="E8E8E8"/>
            </a:solidFill>
            <a:prstDash val="solid"/>
          </a:ln>
        </p:spPr>
      </p:sp>
      <p:sp>
        <p:nvSpPr>
          <p:cNvPr id="17" name="">
            <a:extLst xmlns:a="http://schemas.openxmlformats.org/drawingml/2006/main">
              <a:ext uri="{FF2B5EF4-FFF2-40B4-BE49-F238E27FC236}">
                <a16:creationId xmlns:a16="http://schemas.microsoft.com/office/drawing/2014/main" id="{9E70B3E5-FC7F-4D2C-8288-782A3AB7D10E}"/>
              </a:ext>
            </a:extLst>
          </p:cNvPr>
          <p:cNvSpPr>
            <a:spLocks xmlns:a="http://schemas.openxmlformats.org/drawingml/2006/main" noGrp="1"/>
          </p:cNvSpPr>
          <p:nvPr/>
        </p:nvSpPr>
        <p:spPr>
          <a:xfrm xmlns:a="http://schemas.openxmlformats.org/drawingml/2006/main">
            <a:off x="523875" y="326707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125" b="1" i="0">
                <a:solidFill>
                  <a:srgbClr val="007FAE"/>
                </a:solidFill>
                <a:latin typeface="Noto Sans JP"/>
                <a:ea typeface="Noto Sans JP"/>
                <a:cs typeface="Noto Sans JP"/>
              </a:defRPr>
            </a:pPr>
            <a:r>
              <a:rPr sz="1125" b="1" i="0">
                <a:solidFill>
                  <a:srgbClr val="007FAE"/>
                </a:solidFill>
                <a:latin typeface="Noto Sans JP"/>
                <a:ea typeface="Noto Sans JP"/>
                <a:cs typeface="Noto Sans JP"/>
              </a:rPr>
              <a:t>[R4]</a:t>
            </a:r>
          </a:p>
        </p:txBody>
      </p:sp>
      <p:sp>
        <p:nvSpPr>
          <p:cNvPr id="18" name="">
            <a:extLst xmlns:a="http://schemas.openxmlformats.org/drawingml/2006/main">
              <a:ext uri="{FF2B5EF4-FFF2-40B4-BE49-F238E27FC236}">
                <a16:creationId xmlns:a16="http://schemas.microsoft.com/office/drawing/2014/main" id="{3BB9977A-2046-41C2-A568-40494A76095F}"/>
              </a:ext>
            </a:extLst>
          </p:cNvPr>
          <p:cNvSpPr>
            <a:spLocks xmlns:a="http://schemas.openxmlformats.org/drawingml/2006/main" noGrp="1"/>
          </p:cNvSpPr>
          <p:nvPr/>
        </p:nvSpPr>
        <p:spPr>
          <a:xfrm xmlns:a="http://schemas.openxmlformats.org/drawingml/2006/main">
            <a:off x="1095375" y="322897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63" b="0" i="0">
                <a:solidFill>
                  <a:srgbClr val="2F2F2F"/>
                </a:solidFill>
                <a:latin typeface="Noto Sans JP"/>
                <a:ea typeface="Noto Sans JP"/>
                <a:cs typeface="Noto Sans JP"/>
              </a:defRPr>
            </a:pPr>
            <a:r>
              <a:rPr sz="1163" b="0" i="0">
                <a:solidFill>
                  <a:srgbClr val="2F2F2F"/>
                </a:solidFill>
                <a:latin typeface="Noto Sans JP"/>
                <a:ea typeface="Noto Sans JP"/>
                <a:cs typeface="Noto Sans JP"/>
              </a:rPr>
              <a:t>White, Robson &amp; Ness, Phys. Rev. E 60 (1999) 7457. DOI:10.1103/PhysRevE.60.7457</a:t>
            </a:r>
          </a:p>
        </p:txBody>
      </p:sp>
      <p:sp>
        <p:nvSpPr>
          <p:cNvPr id="19" name="">
            <a:extLst xmlns:a="http://schemas.openxmlformats.org/drawingml/2006/main">
              <a:ext uri="{FF2B5EF4-FFF2-40B4-BE49-F238E27FC236}">
                <a16:creationId xmlns:a16="http://schemas.microsoft.com/office/drawing/2014/main" id="{D1458B18-DC36-4AD1-806D-2D8D61E6B1CC}"/>
              </a:ext>
            </a:extLst>
          </p:cNvPr>
          <p:cNvSpPr>
            <a:spLocks xmlns:a="http://schemas.openxmlformats.org/drawingml/2006/main" noGrp="1"/>
          </p:cNvSpPr>
          <p:nvPr/>
        </p:nvSpPr>
        <p:spPr>
          <a:xfrm xmlns:a="http://schemas.openxmlformats.org/drawingml/2006/main">
            <a:off x="1095375" y="3771900"/>
            <a:ext cx="10191750" cy="0"/>
          </a:xfrm>
          <a:prstGeom xmlns:a="http://schemas.openxmlformats.org/drawingml/2006/main" prst="line">
            <a:avLst/>
          </a:prstGeom>
          <a:noFill xmlns:a="http://schemas.openxmlformats.org/drawingml/2006/main"/>
          <a:ln xmlns:a="http://schemas.openxmlformats.org/drawingml/2006/main" w="9525">
            <a:solidFill>
              <a:srgbClr val="E8E8E8"/>
            </a:solidFill>
            <a:prstDash val="solid"/>
          </a:ln>
        </p:spPr>
      </p:sp>
      <p:sp>
        <p:nvSpPr>
          <p:cNvPr id="20" name="">
            <a:extLst xmlns:a="http://schemas.openxmlformats.org/drawingml/2006/main">
              <a:ext uri="{FF2B5EF4-FFF2-40B4-BE49-F238E27FC236}">
                <a16:creationId xmlns:a16="http://schemas.microsoft.com/office/drawing/2014/main" id="{67B78BE1-FFE1-40D1-AE2A-BC39160B6329}"/>
              </a:ext>
            </a:extLst>
          </p:cNvPr>
          <p:cNvSpPr>
            <a:spLocks xmlns:a="http://schemas.openxmlformats.org/drawingml/2006/main" noGrp="1"/>
          </p:cNvSpPr>
          <p:nvPr/>
        </p:nvSpPr>
        <p:spPr>
          <a:xfrm xmlns:a="http://schemas.openxmlformats.org/drawingml/2006/main">
            <a:off x="523875" y="38957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125" b="1" i="0">
                <a:solidFill>
                  <a:srgbClr val="007FAE"/>
                </a:solidFill>
                <a:latin typeface="Noto Sans JP"/>
                <a:ea typeface="Noto Sans JP"/>
                <a:cs typeface="Noto Sans JP"/>
              </a:defRPr>
            </a:pPr>
            <a:r>
              <a:rPr sz="1125" b="1" i="0">
                <a:solidFill>
                  <a:srgbClr val="007FAE"/>
                </a:solidFill>
                <a:latin typeface="Noto Sans JP"/>
                <a:ea typeface="Noto Sans JP"/>
                <a:cs typeface="Noto Sans JP"/>
              </a:rPr>
              <a:t>[R5]</a:t>
            </a:r>
          </a:p>
        </p:txBody>
      </p:sp>
      <p:sp>
        <p:nvSpPr>
          <p:cNvPr id="21" name="">
            <a:extLst xmlns:a="http://schemas.openxmlformats.org/drawingml/2006/main">
              <a:ext uri="{FF2B5EF4-FFF2-40B4-BE49-F238E27FC236}">
                <a16:creationId xmlns:a16="http://schemas.microsoft.com/office/drawing/2014/main" id="{01112EF7-78FC-4D5B-B9EE-9890B619524A}"/>
              </a:ext>
            </a:extLst>
          </p:cNvPr>
          <p:cNvSpPr>
            <a:spLocks xmlns:a="http://schemas.openxmlformats.org/drawingml/2006/main" noGrp="1"/>
          </p:cNvSpPr>
          <p:nvPr/>
        </p:nvSpPr>
        <p:spPr>
          <a:xfrm xmlns:a="http://schemas.openxmlformats.org/drawingml/2006/main">
            <a:off x="1095375" y="38576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63" b="0" i="0">
                <a:solidFill>
                  <a:srgbClr val="2F2F2F"/>
                </a:solidFill>
                <a:latin typeface="Noto Sans JP"/>
                <a:ea typeface="Noto Sans JP"/>
                <a:cs typeface="Noto Sans JP"/>
              </a:defRPr>
            </a:pPr>
            <a:r>
              <a:rPr sz="1163" b="0" i="0">
                <a:solidFill>
                  <a:srgbClr val="2F2F2F"/>
                </a:solidFill>
                <a:latin typeface="Noto Sans JP"/>
                <a:ea typeface="Noto Sans JP"/>
                <a:cs typeface="Noto Sans JP"/>
              </a:rPr>
              <a:t>Longo, Plasma Sources Sci. Technol. 15 (2006) S181–S188. DOI:10.1088/0963-0252/15/4/S04</a:t>
            </a:r>
          </a:p>
        </p:txBody>
      </p:sp>
      <p:sp>
        <p:nvSpPr>
          <p:cNvPr id="22" name="">
            <a:extLst xmlns:a="http://schemas.openxmlformats.org/drawingml/2006/main">
              <a:ext uri="{FF2B5EF4-FFF2-40B4-BE49-F238E27FC236}">
                <a16:creationId xmlns:a16="http://schemas.microsoft.com/office/drawing/2014/main" id="{C8E9C1FC-6270-45C5-90C0-C3F1196C5821}"/>
              </a:ext>
            </a:extLst>
          </p:cNvPr>
          <p:cNvSpPr>
            <a:spLocks xmlns:a="http://schemas.openxmlformats.org/drawingml/2006/main" noGrp="1"/>
          </p:cNvSpPr>
          <p:nvPr/>
        </p:nvSpPr>
        <p:spPr>
          <a:xfrm xmlns:a="http://schemas.openxmlformats.org/drawingml/2006/main">
            <a:off x="1095375" y="4400550"/>
            <a:ext cx="10191750" cy="0"/>
          </a:xfrm>
          <a:prstGeom xmlns:a="http://schemas.openxmlformats.org/drawingml/2006/main" prst="line">
            <a:avLst/>
          </a:prstGeom>
          <a:noFill xmlns:a="http://schemas.openxmlformats.org/drawingml/2006/main"/>
          <a:ln xmlns:a="http://schemas.openxmlformats.org/drawingml/2006/main" w="9525">
            <a:solidFill>
              <a:srgbClr val="E8E8E8"/>
            </a:solidFill>
            <a:prstDash val="solid"/>
          </a:ln>
        </p:spPr>
      </p:sp>
      <p:sp>
        <p:nvSpPr>
          <p:cNvPr id="23" name="">
            <a:extLst xmlns:a="http://schemas.openxmlformats.org/drawingml/2006/main">
              <a:ext uri="{FF2B5EF4-FFF2-40B4-BE49-F238E27FC236}">
                <a16:creationId xmlns:a16="http://schemas.microsoft.com/office/drawing/2014/main" id="{A0A2B19E-2543-4400-A2CE-5391C2D4C66D}"/>
              </a:ext>
            </a:extLst>
          </p:cNvPr>
          <p:cNvSpPr>
            <a:spLocks xmlns:a="http://schemas.openxmlformats.org/drawingml/2006/main" noGrp="1"/>
          </p:cNvSpPr>
          <p:nvPr/>
        </p:nvSpPr>
        <p:spPr>
          <a:xfrm xmlns:a="http://schemas.openxmlformats.org/drawingml/2006/main">
            <a:off x="523875" y="452437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125" b="1" i="0">
                <a:solidFill>
                  <a:srgbClr val="007FAE"/>
                </a:solidFill>
                <a:latin typeface="Noto Sans JP"/>
                <a:ea typeface="Noto Sans JP"/>
                <a:cs typeface="Noto Sans JP"/>
              </a:defRPr>
            </a:pPr>
            <a:r>
              <a:rPr sz="1125" b="1" i="0">
                <a:solidFill>
                  <a:srgbClr val="007FAE"/>
                </a:solidFill>
                <a:latin typeface="Noto Sans JP"/>
                <a:ea typeface="Noto Sans JP"/>
                <a:cs typeface="Noto Sans JP"/>
              </a:rPr>
              <a:t>[R6]</a:t>
            </a:r>
          </a:p>
        </p:txBody>
      </p:sp>
      <p:sp>
        <p:nvSpPr>
          <p:cNvPr id="24" name="">
            <a:extLst xmlns:a="http://schemas.openxmlformats.org/drawingml/2006/main">
              <a:ext uri="{FF2B5EF4-FFF2-40B4-BE49-F238E27FC236}">
                <a16:creationId xmlns:a16="http://schemas.microsoft.com/office/drawing/2014/main" id="{90CF01FE-D2B1-4980-9EA5-BBCD52579FF7}"/>
              </a:ext>
            </a:extLst>
          </p:cNvPr>
          <p:cNvSpPr>
            <a:spLocks xmlns:a="http://schemas.openxmlformats.org/drawingml/2006/main" noGrp="1"/>
          </p:cNvSpPr>
          <p:nvPr/>
        </p:nvSpPr>
        <p:spPr>
          <a:xfrm xmlns:a="http://schemas.openxmlformats.org/drawingml/2006/main">
            <a:off x="1095375" y="448627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63" b="0" i="0">
                <a:solidFill>
                  <a:srgbClr val="2F2F2F"/>
                </a:solidFill>
                <a:latin typeface="Noto Sans JP"/>
                <a:ea typeface="Noto Sans JP"/>
                <a:cs typeface="Noto Sans JP"/>
              </a:defRPr>
            </a:pPr>
            <a:r>
              <a:rPr sz="1163" b="0" i="0">
                <a:solidFill>
                  <a:srgbClr val="2F2F2F"/>
                </a:solidFill>
                <a:latin typeface="Noto Sans JP"/>
                <a:ea typeface="Noto Sans JP"/>
                <a:cs typeface="Noto Sans JP"/>
              </a:rPr>
              <a:t>Longo &amp; Diomede, Eur. Phys. J. Appl. Phys. 26 (2004). DOI:10.1051/epjap:2004030</a:t>
            </a:r>
          </a:p>
        </p:txBody>
      </p:sp>
      <p:sp>
        <p:nvSpPr>
          <p:cNvPr id="25" name="">
            <a:extLst xmlns:a="http://schemas.openxmlformats.org/drawingml/2006/main">
              <a:ext uri="{FF2B5EF4-FFF2-40B4-BE49-F238E27FC236}">
                <a16:creationId xmlns:a16="http://schemas.microsoft.com/office/drawing/2014/main" id="{A7116A08-4BD6-473E-AAA9-B119CFF428A0}"/>
              </a:ext>
            </a:extLst>
          </p:cNvPr>
          <p:cNvSpPr>
            <a:spLocks xmlns:a="http://schemas.openxmlformats.org/drawingml/2006/main" noGrp="1"/>
          </p:cNvSpPr>
          <p:nvPr/>
        </p:nvSpPr>
        <p:spPr>
          <a:xfrm xmlns:a="http://schemas.openxmlformats.org/drawingml/2006/main">
            <a:off x="1095375" y="5029200"/>
            <a:ext cx="10191750" cy="0"/>
          </a:xfrm>
          <a:prstGeom xmlns:a="http://schemas.openxmlformats.org/drawingml/2006/main" prst="line">
            <a:avLst/>
          </a:prstGeom>
          <a:noFill xmlns:a="http://schemas.openxmlformats.org/drawingml/2006/main"/>
          <a:ln xmlns:a="http://schemas.openxmlformats.org/drawingml/2006/main" w="9525">
            <a:solidFill>
              <a:srgbClr val="E8E8E8"/>
            </a:solidFill>
            <a:prstDash val="solid"/>
          </a:ln>
        </p:spPr>
      </p:sp>
      <p:sp>
        <p:nvSpPr>
          <p:cNvPr id="26" name="">
            <a:extLst xmlns:a="http://schemas.openxmlformats.org/drawingml/2006/main">
              <a:ext uri="{FF2B5EF4-FFF2-40B4-BE49-F238E27FC236}">
                <a16:creationId xmlns:a16="http://schemas.microsoft.com/office/drawing/2014/main" id="{7F7C17CA-24F8-4E3F-A74A-BAC4A4E5B578}"/>
              </a:ext>
            </a:extLst>
          </p:cNvPr>
          <p:cNvSpPr>
            <a:spLocks xmlns:a="http://schemas.openxmlformats.org/drawingml/2006/main" noGrp="1"/>
          </p:cNvSpPr>
          <p:nvPr/>
        </p:nvSpPr>
        <p:spPr>
          <a:xfrm xmlns:a="http://schemas.openxmlformats.org/drawingml/2006/main">
            <a:off x="523875" y="51530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125" b="1" i="0">
                <a:solidFill>
                  <a:srgbClr val="007FAE"/>
                </a:solidFill>
                <a:latin typeface="Noto Sans JP"/>
                <a:ea typeface="Noto Sans JP"/>
                <a:cs typeface="Noto Sans JP"/>
              </a:defRPr>
            </a:pPr>
            <a:r>
              <a:rPr sz="1125" b="1" i="0">
                <a:solidFill>
                  <a:srgbClr val="007FAE"/>
                </a:solidFill>
                <a:latin typeface="Noto Sans JP"/>
                <a:ea typeface="Noto Sans JP"/>
                <a:cs typeface="Noto Sans JP"/>
              </a:rPr>
              <a:t>[R7]</a:t>
            </a:r>
          </a:p>
        </p:txBody>
      </p:sp>
      <p:sp>
        <p:nvSpPr>
          <p:cNvPr id="27" name="">
            <a:extLst xmlns:a="http://schemas.openxmlformats.org/drawingml/2006/main">
              <a:ext uri="{FF2B5EF4-FFF2-40B4-BE49-F238E27FC236}">
                <a16:creationId xmlns:a16="http://schemas.microsoft.com/office/drawing/2014/main" id="{274D3AD0-7EB7-4664-B444-1B9167A71FEC}"/>
              </a:ext>
            </a:extLst>
          </p:cNvPr>
          <p:cNvSpPr>
            <a:spLocks xmlns:a="http://schemas.openxmlformats.org/drawingml/2006/main" noGrp="1"/>
          </p:cNvSpPr>
          <p:nvPr/>
        </p:nvSpPr>
        <p:spPr>
          <a:xfrm xmlns:a="http://schemas.openxmlformats.org/drawingml/2006/main">
            <a:off x="1095375" y="51149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63" b="0" i="0">
                <a:solidFill>
                  <a:srgbClr val="2F2F2F"/>
                </a:solidFill>
                <a:latin typeface="Noto Sans JP"/>
                <a:ea typeface="Noto Sans JP"/>
                <a:cs typeface="Noto Sans JP"/>
              </a:defRPr>
            </a:pPr>
            <a:r>
              <a:rPr sz="1163" b="0" i="0">
                <a:solidFill>
                  <a:srgbClr val="2F2F2F"/>
                </a:solidFill>
                <a:latin typeface="Noto Sans JP"/>
                <a:ea typeface="Noto Sans JP"/>
                <a:cs typeface="Noto Sans JP"/>
              </a:rPr>
              <a:t>Scharfetter &amp; Gummel, IEEE Trans. Electron Devices 16 (1969) 64–77. DOI:10.1109/T-ED.1969.16566</a:t>
            </a:r>
          </a:p>
        </p:txBody>
      </p:sp>
      <p:sp>
        <p:nvSpPr>
          <p:cNvPr id="28" name="">
            <a:extLst xmlns:a="http://schemas.openxmlformats.org/drawingml/2006/main">
              <a:ext uri="{FF2B5EF4-FFF2-40B4-BE49-F238E27FC236}">
                <a16:creationId xmlns:a16="http://schemas.microsoft.com/office/drawing/2014/main" id="{BBB41381-447F-4564-AFB9-88FCAB2D5967}"/>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DOIs are included for direct retrieval.</a:t>
            </a:r>
          </a:p>
        </p:txBody>
      </p:sp>
      <p:sp>
        <p:nvSpPr>
          <p:cNvPr id="30" name="title">
            <a:extLst xmlns:a="http://schemas.openxmlformats.org/drawingml/2006/main">
              <a:ext uri="{FF2B5EF4-FFF2-40B4-BE49-F238E27FC236}">
                <a16:creationId xmlns:a16="http://schemas.microsoft.com/office/drawing/2014/main" id="{66453372-91ED-4846-A784-56ACE7F31625}"/>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参考文献 I：電子Boltzmann・Swarm数値法</a:t>
            </a:r>
          </a:p>
        </p:txBody>
      </p:sp>
      <p:sp>
        <p:nvSpPr>
          <p:cNvPr id="31" name="section">
            <a:extLst xmlns:a="http://schemas.openxmlformats.org/drawingml/2006/main">
              <a:ext uri="{FF2B5EF4-FFF2-40B4-BE49-F238E27FC236}">
                <a16:creationId xmlns:a16="http://schemas.microsoft.com/office/drawing/2014/main" id="{9B24E7AE-8DD8-4BF2-A44C-3CA255ED8848}"/>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REFERENCES</a:t>
            </a:r>
          </a:p>
        </p:txBody>
      </p:sp>
    </p:spTree>
    <p:extLst>
      <p:ext uri="{BB962C8B-B14F-4D97-AF65-F5344CB8AC3E}">
        <p14:creationId xmlns:p14="http://schemas.microsoft.com/office/powerpoint/2010/main" val="1540649486"/>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0729046-D4DD-4EF9-A242-57094C13FC80}"/>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2026-10-01</a:t>
            </a:r>
          </a:p>
        </p:txBody>
      </p:sp>
      <p:sp>
        <p:nvSpPr>
          <p:cNvPr id="7" name="">
            <a:extLst xmlns:a="http://schemas.openxmlformats.org/drawingml/2006/main">
              <a:ext uri="{FF2B5EF4-FFF2-40B4-BE49-F238E27FC236}">
                <a16:creationId xmlns:a16="http://schemas.microsoft.com/office/drawing/2014/main" id="{B79CBBDD-50F1-437D-B0C7-665C09BD1BB3}"/>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76</a:t>
            </a:r>
          </a:p>
        </p:txBody>
      </p:sp>
      <p:sp>
        <p:nvSpPr>
          <p:cNvPr id="8" name="">
            <a:extLst xmlns:a="http://schemas.openxmlformats.org/drawingml/2006/main">
              <a:ext uri="{FF2B5EF4-FFF2-40B4-BE49-F238E27FC236}">
                <a16:creationId xmlns:a16="http://schemas.microsoft.com/office/drawing/2014/main" id="{51BF4DDA-FF06-410B-BC01-B57E4E93470E}"/>
              </a:ext>
            </a:extLst>
          </p:cNvPr>
          <p:cNvSpPr>
            <a:spLocks xmlns:a="http://schemas.openxmlformats.org/drawingml/2006/main" noGrp="1"/>
          </p:cNvSpPr>
          <p:nvPr/>
        </p:nvSpPr>
        <p:spPr>
          <a:xfrm xmlns:a="http://schemas.openxmlformats.org/drawingml/2006/main">
            <a:off x="523875" y="1333500"/>
            <a:ext cx="590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[R8]</a:t>
            </a:r>
          </a:p>
        </p:txBody>
      </p:sp>
      <p:sp>
        <p:nvSpPr>
          <p:cNvPr id="9" name="">
            <a:extLst xmlns:a="http://schemas.openxmlformats.org/drawingml/2006/main">
              <a:ext uri="{FF2B5EF4-FFF2-40B4-BE49-F238E27FC236}">
                <a16:creationId xmlns:a16="http://schemas.microsoft.com/office/drawing/2014/main" id="{2B561BC0-A5B6-406E-AEF4-62A4DCF7E170}"/>
              </a:ext>
            </a:extLst>
          </p:cNvPr>
          <p:cNvSpPr>
            <a:spLocks xmlns:a="http://schemas.openxmlformats.org/drawingml/2006/main" noGrp="1"/>
          </p:cNvSpPr>
          <p:nvPr/>
        </p:nvSpPr>
        <p:spPr>
          <a:xfrm xmlns:a="http://schemas.openxmlformats.org/drawingml/2006/main">
            <a:off x="1190625" y="1304925"/>
            <a:ext cx="1014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25" b="0" i="0">
                <a:solidFill>
                  <a:srgbClr val="2F2F2F"/>
                </a:solidFill>
                <a:latin typeface="Noto Sans JP"/>
                <a:ea typeface="Noto Sans JP"/>
                <a:cs typeface="Noto Sans JP"/>
              </a:defRPr>
            </a:pPr>
            <a:r>
              <a:rPr sz="1125" b="0" i="0">
                <a:solidFill>
                  <a:srgbClr val="2F2F2F"/>
                </a:solidFill>
                <a:latin typeface="Noto Sans JP"/>
                <a:ea typeface="Noto Sans JP"/>
                <a:cs typeface="Noto Sans JP"/>
              </a:rPr>
              <a:t>Hargis et al., Rev. Sci. Instrum. 65 (1994) 140–154. DOI:10.1063/1.1144770</a:t>
            </a:r>
          </a:p>
        </p:txBody>
      </p:sp>
      <p:sp>
        <p:nvSpPr>
          <p:cNvPr id="10" name="">
            <a:extLst xmlns:a="http://schemas.openxmlformats.org/drawingml/2006/main">
              <a:ext uri="{FF2B5EF4-FFF2-40B4-BE49-F238E27FC236}">
                <a16:creationId xmlns:a16="http://schemas.microsoft.com/office/drawing/2014/main" id="{ED4F9A0A-C2AB-4226-8006-8565FE932BFC}"/>
              </a:ext>
            </a:extLst>
          </p:cNvPr>
          <p:cNvSpPr>
            <a:spLocks xmlns:a="http://schemas.openxmlformats.org/drawingml/2006/main" noGrp="1"/>
          </p:cNvSpPr>
          <p:nvPr/>
        </p:nvSpPr>
        <p:spPr>
          <a:xfrm xmlns:a="http://schemas.openxmlformats.org/drawingml/2006/main">
            <a:off x="523875" y="1914525"/>
            <a:ext cx="590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[R9]</a:t>
            </a:r>
          </a:p>
        </p:txBody>
      </p:sp>
      <p:sp>
        <p:nvSpPr>
          <p:cNvPr id="11" name="">
            <a:extLst xmlns:a="http://schemas.openxmlformats.org/drawingml/2006/main">
              <a:ext uri="{FF2B5EF4-FFF2-40B4-BE49-F238E27FC236}">
                <a16:creationId xmlns:a16="http://schemas.microsoft.com/office/drawing/2014/main" id="{023C96A5-3287-43BE-AA3A-0A5993960D8C}"/>
              </a:ext>
            </a:extLst>
          </p:cNvPr>
          <p:cNvSpPr>
            <a:spLocks xmlns:a="http://schemas.openxmlformats.org/drawingml/2006/main" noGrp="1"/>
          </p:cNvSpPr>
          <p:nvPr/>
        </p:nvSpPr>
        <p:spPr>
          <a:xfrm xmlns:a="http://schemas.openxmlformats.org/drawingml/2006/main">
            <a:off x="1190625" y="1885950"/>
            <a:ext cx="1014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25" b="0" i="0">
                <a:solidFill>
                  <a:srgbClr val="2F2F2F"/>
                </a:solidFill>
                <a:latin typeface="Noto Sans JP"/>
                <a:ea typeface="Noto Sans JP"/>
                <a:cs typeface="Noto Sans JP"/>
              </a:defRPr>
            </a:pPr>
            <a:r>
              <a:rPr sz="1125" b="0" i="0">
                <a:solidFill>
                  <a:srgbClr val="2F2F2F"/>
                </a:solidFill>
                <a:latin typeface="Noto Sans JP"/>
                <a:ea typeface="Noto Sans JP"/>
                <a:cs typeface="Noto Sans JP"/>
              </a:rPr>
              <a:t>Miller et al., J. Res. NIST 100 (1995) 427–439. DOI:10.6028/jres.100.032</a:t>
            </a:r>
          </a:p>
        </p:txBody>
      </p:sp>
      <p:sp>
        <p:nvSpPr>
          <p:cNvPr id="12" name="">
            <a:extLst xmlns:a="http://schemas.openxmlformats.org/drawingml/2006/main">
              <a:ext uri="{FF2B5EF4-FFF2-40B4-BE49-F238E27FC236}">
                <a16:creationId xmlns:a16="http://schemas.microsoft.com/office/drawing/2014/main" id="{C77833AE-4615-43EF-8F0D-9E6AE1D5A53E}"/>
              </a:ext>
            </a:extLst>
          </p:cNvPr>
          <p:cNvSpPr>
            <a:spLocks xmlns:a="http://schemas.openxmlformats.org/drawingml/2006/main" noGrp="1"/>
          </p:cNvSpPr>
          <p:nvPr/>
        </p:nvSpPr>
        <p:spPr>
          <a:xfrm xmlns:a="http://schemas.openxmlformats.org/drawingml/2006/main">
            <a:off x="523875" y="2495550"/>
            <a:ext cx="590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[R10]</a:t>
            </a:r>
          </a:p>
        </p:txBody>
      </p:sp>
      <p:sp>
        <p:nvSpPr>
          <p:cNvPr id="13" name="">
            <a:extLst xmlns:a="http://schemas.openxmlformats.org/drawingml/2006/main">
              <a:ext uri="{FF2B5EF4-FFF2-40B4-BE49-F238E27FC236}">
                <a16:creationId xmlns:a16="http://schemas.microsoft.com/office/drawing/2014/main" id="{CED5D925-E569-4396-9D61-6F91FB5B79E3}"/>
              </a:ext>
            </a:extLst>
          </p:cNvPr>
          <p:cNvSpPr>
            <a:spLocks xmlns:a="http://schemas.openxmlformats.org/drawingml/2006/main" noGrp="1"/>
          </p:cNvSpPr>
          <p:nvPr/>
        </p:nvSpPr>
        <p:spPr>
          <a:xfrm xmlns:a="http://schemas.openxmlformats.org/drawingml/2006/main">
            <a:off x="1190625" y="2466975"/>
            <a:ext cx="1014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25" b="0" i="0">
                <a:solidFill>
                  <a:srgbClr val="2F2F2F"/>
                </a:solidFill>
                <a:latin typeface="Noto Sans JP"/>
                <a:ea typeface="Noto Sans JP"/>
                <a:cs typeface="Noto Sans JP"/>
              </a:defRPr>
            </a:pPr>
            <a:r>
              <a:rPr sz="1125" b="0" i="0">
                <a:solidFill>
                  <a:srgbClr val="2F2F2F"/>
                </a:solidFill>
                <a:latin typeface="Noto Sans JP"/>
                <a:ea typeface="Noto Sans JP"/>
                <a:cs typeface="Noto Sans JP"/>
              </a:rPr>
              <a:t>Godyak, Piejak &amp; Alexandrovich, Plasma Sources Sci. Technol. 11 (2002) 525–543. DOI:10.1088/0963-0252/11/4/320</a:t>
            </a:r>
          </a:p>
        </p:txBody>
      </p:sp>
      <p:sp>
        <p:nvSpPr>
          <p:cNvPr id="14" name="">
            <a:extLst xmlns:a="http://schemas.openxmlformats.org/drawingml/2006/main">
              <a:ext uri="{FF2B5EF4-FFF2-40B4-BE49-F238E27FC236}">
                <a16:creationId xmlns:a16="http://schemas.microsoft.com/office/drawing/2014/main" id="{9345C60C-BBDE-4418-A366-07FFA958D505}"/>
              </a:ext>
            </a:extLst>
          </p:cNvPr>
          <p:cNvSpPr>
            <a:spLocks xmlns:a="http://schemas.openxmlformats.org/drawingml/2006/main" noGrp="1"/>
          </p:cNvSpPr>
          <p:nvPr/>
        </p:nvSpPr>
        <p:spPr>
          <a:xfrm xmlns:a="http://schemas.openxmlformats.org/drawingml/2006/main">
            <a:off x="523875" y="3076575"/>
            <a:ext cx="590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[R11]</a:t>
            </a:r>
          </a:p>
        </p:txBody>
      </p:sp>
      <p:sp>
        <p:nvSpPr>
          <p:cNvPr id="15" name="">
            <a:extLst xmlns:a="http://schemas.openxmlformats.org/drawingml/2006/main">
              <a:ext uri="{FF2B5EF4-FFF2-40B4-BE49-F238E27FC236}">
                <a16:creationId xmlns:a16="http://schemas.microsoft.com/office/drawing/2014/main" id="{A7824158-1869-4369-8FA2-38428EFE07CE}"/>
              </a:ext>
            </a:extLst>
          </p:cNvPr>
          <p:cNvSpPr>
            <a:spLocks xmlns:a="http://schemas.openxmlformats.org/drawingml/2006/main" noGrp="1"/>
          </p:cNvSpPr>
          <p:nvPr/>
        </p:nvSpPr>
        <p:spPr>
          <a:xfrm xmlns:a="http://schemas.openxmlformats.org/drawingml/2006/main">
            <a:off x="1190625" y="3048000"/>
            <a:ext cx="1014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25" b="0" i="0">
                <a:solidFill>
                  <a:srgbClr val="2F2F2F"/>
                </a:solidFill>
                <a:latin typeface="Noto Sans JP"/>
                <a:ea typeface="Noto Sans JP"/>
                <a:cs typeface="Noto Sans JP"/>
              </a:defRPr>
            </a:pPr>
            <a:r>
              <a:rPr sz="1125" b="0" i="0">
                <a:solidFill>
                  <a:srgbClr val="2F2F2F"/>
                </a:solidFill>
                <a:latin typeface="Noto Sans JP"/>
                <a:ea typeface="Noto Sans JP"/>
                <a:cs typeface="Noto Sans JP"/>
              </a:rPr>
              <a:t>Godyak &amp; Kolobov, Phys. Rev. Lett. 81 (1998) 369. DOI:10.1103/PhysRevLett.81.369</a:t>
            </a:r>
          </a:p>
        </p:txBody>
      </p:sp>
      <p:sp>
        <p:nvSpPr>
          <p:cNvPr id="16" name="">
            <a:extLst xmlns:a="http://schemas.openxmlformats.org/drawingml/2006/main">
              <a:ext uri="{FF2B5EF4-FFF2-40B4-BE49-F238E27FC236}">
                <a16:creationId xmlns:a16="http://schemas.microsoft.com/office/drawing/2014/main" id="{D88DB595-0448-4D62-B48F-97CB90CE6934}"/>
              </a:ext>
            </a:extLst>
          </p:cNvPr>
          <p:cNvSpPr>
            <a:spLocks xmlns:a="http://schemas.openxmlformats.org/drawingml/2006/main" noGrp="1"/>
          </p:cNvSpPr>
          <p:nvPr/>
        </p:nvSpPr>
        <p:spPr>
          <a:xfrm xmlns:a="http://schemas.openxmlformats.org/drawingml/2006/main">
            <a:off x="523875" y="3657600"/>
            <a:ext cx="590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[R12]</a:t>
            </a:r>
          </a:p>
        </p:txBody>
      </p:sp>
      <p:sp>
        <p:nvSpPr>
          <p:cNvPr id="17" name="">
            <a:extLst xmlns:a="http://schemas.openxmlformats.org/drawingml/2006/main">
              <a:ext uri="{FF2B5EF4-FFF2-40B4-BE49-F238E27FC236}">
                <a16:creationId xmlns:a16="http://schemas.microsoft.com/office/drawing/2014/main" id="{780B271D-7279-47AF-8ADF-27CA0FD7C415}"/>
              </a:ext>
            </a:extLst>
          </p:cNvPr>
          <p:cNvSpPr>
            <a:spLocks xmlns:a="http://schemas.openxmlformats.org/drawingml/2006/main" noGrp="1"/>
          </p:cNvSpPr>
          <p:nvPr/>
        </p:nvSpPr>
        <p:spPr>
          <a:xfrm xmlns:a="http://schemas.openxmlformats.org/drawingml/2006/main">
            <a:off x="1190625" y="3629025"/>
            <a:ext cx="1014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25" b="0" i="0">
                <a:solidFill>
                  <a:srgbClr val="2F2F2F"/>
                </a:solidFill>
                <a:latin typeface="Noto Sans JP"/>
                <a:ea typeface="Noto Sans JP"/>
                <a:cs typeface="Noto Sans JP"/>
              </a:defRPr>
            </a:pPr>
            <a:r>
              <a:rPr sz="1125" b="0" i="0">
                <a:solidFill>
                  <a:srgbClr val="2F2F2F"/>
                </a:solidFill>
                <a:latin typeface="Noto Sans JP"/>
                <a:ea typeface="Noto Sans JP"/>
                <a:cs typeface="Noto Sans JP"/>
              </a:rPr>
              <a:t>Godyak et al., Phys. Rev. E 64 (2001) 026406. DOI:10.1103/PhysRevE.64.026406</a:t>
            </a:r>
          </a:p>
        </p:txBody>
      </p:sp>
      <p:sp>
        <p:nvSpPr>
          <p:cNvPr id="18" name="">
            <a:extLst xmlns:a="http://schemas.openxmlformats.org/drawingml/2006/main">
              <a:ext uri="{FF2B5EF4-FFF2-40B4-BE49-F238E27FC236}">
                <a16:creationId xmlns:a16="http://schemas.microsoft.com/office/drawing/2014/main" id="{F7D1706F-AEDC-42B9-A3F8-3CACF517DC4C}"/>
              </a:ext>
            </a:extLst>
          </p:cNvPr>
          <p:cNvSpPr>
            <a:spLocks xmlns:a="http://schemas.openxmlformats.org/drawingml/2006/main" noGrp="1"/>
          </p:cNvSpPr>
          <p:nvPr/>
        </p:nvSpPr>
        <p:spPr>
          <a:xfrm xmlns:a="http://schemas.openxmlformats.org/drawingml/2006/main">
            <a:off x="523875" y="4238625"/>
            <a:ext cx="590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[R13]</a:t>
            </a:r>
          </a:p>
        </p:txBody>
      </p:sp>
      <p:sp>
        <p:nvSpPr>
          <p:cNvPr id="19" name="">
            <a:extLst xmlns:a="http://schemas.openxmlformats.org/drawingml/2006/main">
              <a:ext uri="{FF2B5EF4-FFF2-40B4-BE49-F238E27FC236}">
                <a16:creationId xmlns:a16="http://schemas.microsoft.com/office/drawing/2014/main" id="{3AE72F61-0390-49F4-ABD6-B136B0093D16}"/>
              </a:ext>
            </a:extLst>
          </p:cNvPr>
          <p:cNvSpPr>
            <a:spLocks xmlns:a="http://schemas.openxmlformats.org/drawingml/2006/main" noGrp="1"/>
          </p:cNvSpPr>
          <p:nvPr/>
        </p:nvSpPr>
        <p:spPr>
          <a:xfrm xmlns:a="http://schemas.openxmlformats.org/drawingml/2006/main">
            <a:off x="1190625" y="4210050"/>
            <a:ext cx="1014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25" b="0" i="0">
                <a:solidFill>
                  <a:srgbClr val="2F2F2F"/>
                </a:solidFill>
                <a:latin typeface="Noto Sans JP"/>
                <a:ea typeface="Noto Sans JP"/>
                <a:cs typeface="Noto Sans JP"/>
              </a:defRPr>
            </a:pPr>
            <a:r>
              <a:rPr sz="1125" b="0" i="0">
                <a:solidFill>
                  <a:srgbClr val="2F2F2F"/>
                </a:solidFill>
                <a:latin typeface="Noto Sans JP"/>
                <a:ea typeface="Noto Sans JP"/>
                <a:cs typeface="Noto Sans JP"/>
              </a:rPr>
              <a:t>COMSOL 6.4 Application Library: Argon GEC ICP, argon_gec_icp.html</a:t>
            </a:r>
          </a:p>
        </p:txBody>
      </p:sp>
      <p:sp>
        <p:nvSpPr>
          <p:cNvPr id="20" name="">
            <a:extLst xmlns:a="http://schemas.openxmlformats.org/drawingml/2006/main">
              <a:ext uri="{FF2B5EF4-FFF2-40B4-BE49-F238E27FC236}">
                <a16:creationId xmlns:a16="http://schemas.microsoft.com/office/drawing/2014/main" id="{AF6505D7-C6F1-421F-B581-25E38F00C0E0}"/>
              </a:ext>
            </a:extLst>
          </p:cNvPr>
          <p:cNvSpPr>
            <a:spLocks xmlns:a="http://schemas.openxmlformats.org/drawingml/2006/main" noGrp="1"/>
          </p:cNvSpPr>
          <p:nvPr/>
        </p:nvSpPr>
        <p:spPr>
          <a:xfrm xmlns:a="http://schemas.openxmlformats.org/drawingml/2006/main">
            <a:off x="523875" y="4819650"/>
            <a:ext cx="590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[R14]</a:t>
            </a:r>
          </a:p>
        </p:txBody>
      </p:sp>
      <p:sp>
        <p:nvSpPr>
          <p:cNvPr id="21" name="">
            <a:extLst xmlns:a="http://schemas.openxmlformats.org/drawingml/2006/main">
              <a:ext uri="{FF2B5EF4-FFF2-40B4-BE49-F238E27FC236}">
                <a16:creationId xmlns:a16="http://schemas.microsoft.com/office/drawing/2014/main" id="{F618CAAB-3E8D-465B-B679-22F40237EA8C}"/>
              </a:ext>
            </a:extLst>
          </p:cNvPr>
          <p:cNvSpPr>
            <a:spLocks xmlns:a="http://schemas.openxmlformats.org/drawingml/2006/main" noGrp="1"/>
          </p:cNvSpPr>
          <p:nvPr/>
        </p:nvSpPr>
        <p:spPr>
          <a:xfrm xmlns:a="http://schemas.openxmlformats.org/drawingml/2006/main">
            <a:off x="1190625" y="4791075"/>
            <a:ext cx="1014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25" b="0" i="0">
                <a:solidFill>
                  <a:srgbClr val="2F2F2F"/>
                </a:solidFill>
                <a:latin typeface="Noto Sans JP"/>
                <a:ea typeface="Noto Sans JP"/>
                <a:cs typeface="Noto Sans JP"/>
              </a:defRPr>
            </a:pPr>
            <a:r>
              <a:rPr sz="1125" b="0" i="0">
                <a:solidFill>
                  <a:srgbClr val="2F2F2F"/>
                </a:solidFill>
                <a:latin typeface="Noto Sans JP"/>
                <a:ea typeface="Noto Sans JP"/>
                <a:cs typeface="Noto Sans JP"/>
              </a:rPr>
              <a:t>COMSOL 6.4 Application Library: GEC CCP Reactor, argon_gec_ccp.html</a:t>
            </a:r>
          </a:p>
        </p:txBody>
      </p:sp>
      <p:sp>
        <p:nvSpPr>
          <p:cNvPr id="22" name="">
            <a:extLst xmlns:a="http://schemas.openxmlformats.org/drawingml/2006/main">
              <a:ext uri="{FF2B5EF4-FFF2-40B4-BE49-F238E27FC236}">
                <a16:creationId xmlns:a16="http://schemas.microsoft.com/office/drawing/2014/main" id="{87F77CC7-9554-4C56-AFA1-6BB45C598DE9}"/>
              </a:ext>
            </a:extLst>
          </p:cNvPr>
          <p:cNvSpPr>
            <a:spLocks xmlns:a="http://schemas.openxmlformats.org/drawingml/2006/main" noGrp="1"/>
          </p:cNvSpPr>
          <p:nvPr/>
        </p:nvSpPr>
        <p:spPr>
          <a:xfrm xmlns:a="http://schemas.openxmlformats.org/drawingml/2006/main">
            <a:off x="523875" y="5476875"/>
            <a:ext cx="10763250" cy="0"/>
          </a:xfrm>
          <a:prstGeom xmlns:a="http://schemas.openxmlformats.org/drawingml/2006/main" prst="line">
            <a:avLst/>
          </a:prstGeom>
          <a:noFill xmlns:a="http://schemas.openxmlformats.org/drawingml/2006/main"/>
          <a:ln xmlns:a="http://schemas.openxmlformats.org/drawingml/2006/main" w="9525">
            <a:solidFill>
              <a:srgbClr val="D5D5D5"/>
            </a:solidFill>
            <a:prstDash val="solid"/>
          </a:ln>
        </p:spPr>
      </p:sp>
      <p:sp>
        <p:nvSpPr>
          <p:cNvPr id="23" name="">
            <a:extLst xmlns:a="http://schemas.openxmlformats.org/drawingml/2006/main">
              <a:ext uri="{FF2B5EF4-FFF2-40B4-BE49-F238E27FC236}">
                <a16:creationId xmlns:a16="http://schemas.microsoft.com/office/drawing/2014/main" id="{16E2205A-8CFC-46FF-995F-703F74FEE9D8}"/>
              </a:ext>
            </a:extLst>
          </p:cNvPr>
          <p:cNvSpPr>
            <a:spLocks xmlns:a="http://schemas.openxmlformats.org/drawingml/2006/main" noGrp="1"/>
          </p:cNvSpPr>
          <p:nvPr/>
        </p:nvSpPr>
        <p:spPr>
          <a:xfrm xmlns:a="http://schemas.openxmlformats.org/drawingml/2006/main">
            <a:off x="523875" y="5619750"/>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00" b="1" i="0">
                <a:solidFill>
                  <a:srgbClr val="211441"/>
                </a:solidFill>
                <a:latin typeface="Noto Sans JP"/>
                <a:ea typeface="Noto Sans JP"/>
                <a:cs typeface="Noto Sans JP"/>
              </a:defRPr>
            </a:pPr>
            <a:r>
              <a:rPr sz="1200" b="1" i="0">
                <a:solidFill>
                  <a:srgbClr val="211441"/>
                </a:solidFill>
                <a:latin typeface="Noto Sans JP"/>
                <a:ea typeface="Noto Sans JP"/>
                <a:cs typeface="Noto Sans JP"/>
              </a:rPr>
              <a:t>Repository sources</a:t>
            </a:r>
          </a:p>
        </p:txBody>
      </p:sp>
      <p:sp>
        <p:nvSpPr>
          <p:cNvPr id="24" name="">
            <a:extLst xmlns:a="http://schemas.openxmlformats.org/drawingml/2006/main">
              <a:ext uri="{FF2B5EF4-FFF2-40B4-BE49-F238E27FC236}">
                <a16:creationId xmlns:a16="http://schemas.microsoft.com/office/drawing/2014/main" id="{6CDF1CB3-6F36-4299-978B-52C67F7702E0}"/>
              </a:ext>
            </a:extLst>
          </p:cNvPr>
          <p:cNvSpPr>
            <a:spLocks xmlns:a="http://schemas.openxmlformats.org/drawingml/2006/main" noGrp="1"/>
          </p:cNvSpPr>
          <p:nvPr/>
        </p:nvSpPr>
        <p:spPr>
          <a:xfrm xmlns:a="http://schemas.openxmlformats.org/drawingml/2006/main">
            <a:off x="2381250" y="5553075"/>
            <a:ext cx="885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333333"/>
                </a:solidFill>
                <a:latin typeface="Noto Sans JP"/>
                <a:ea typeface="Noto Sans JP"/>
                <a:cs typeface="Noto Sans JP"/>
              </a:defRPr>
            </a:pPr>
            <a:r>
              <a:rPr sz="750" b="0" i="0">
                <a:solidFill>
                  <a:srgbClr val="333333"/>
                </a:solidFill>
                <a:latin typeface="Noto Sans JP"/>
                <a:ea typeface="Noto Sans JP"/>
                <a:cs typeface="Noto Sans JP"/>
              </a:rPr>
              <a:t>docs/{product_schema_v2,physics_limitations,comsol_workflow,comsol_gec_icp,comsol_gec_ccp}.md</a:t>
            </a:r>
          </a:p>
          <a:p xmlns:a="http://schemas.openxmlformats.org/drawingml/2006/main">
            <a:pPr algn="l">
              <a:lnSpc>
                <a:spcPct val="105000"/>
              </a:lnSpc>
              <a:buNone/>
              <a:defRPr sz="750" b="0" i="0">
                <a:solidFill>
                  <a:srgbClr val="333333"/>
                </a:solidFill>
                <a:latin typeface="Noto Sans JP"/>
                <a:ea typeface="Noto Sans JP"/>
                <a:cs typeface="Noto Sans JP"/>
              </a:defRPr>
            </a:pPr>
            <a:r>
              <a:rPr sz="750" b="0" i="0">
                <a:solidFill>
                  <a:srgbClr val="333333"/>
                </a:solidFill>
                <a:latin typeface="Noto Sans JP"/>
                <a:ea typeface="Noto Sans JP"/>
                <a:cs typeface="Noto Sans JP"/>
              </a:rPr>
              <a:t>outputs/argon_gec_icp/* · lxcat_swarm_validation/{mc_refinement_v7,mc_core_v8} · electron_swarm/solvers/*</a:t>
            </a:r>
          </a:p>
        </p:txBody>
      </p:sp>
      <p:sp>
        <p:nvSpPr>
          <p:cNvPr id="25" name="">
            <a:extLst xmlns:a="http://schemas.openxmlformats.org/drawingml/2006/main">
              <a:ext uri="{FF2B5EF4-FFF2-40B4-BE49-F238E27FC236}">
                <a16:creationId xmlns:a16="http://schemas.microsoft.com/office/drawing/2014/main" id="{667448B4-D439-4470-ACB7-667686B76134}"/>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Official COMSOL pages: doc.comsol.com/6.4/.../argon_gec_{icp,ccp}.html</a:t>
            </a:r>
          </a:p>
        </p:txBody>
      </p:sp>
      <p:sp>
        <p:nvSpPr>
          <p:cNvPr id="27" name="title">
            <a:extLst xmlns:a="http://schemas.openxmlformats.org/drawingml/2006/main">
              <a:ext uri="{FF2B5EF4-FFF2-40B4-BE49-F238E27FC236}">
                <a16:creationId xmlns:a16="http://schemas.microsoft.com/office/drawing/2014/main" id="{3FC68337-0737-4EC8-AAAE-9A5D59D5DBAE}"/>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参考文献 II：GEC装置・非局所動力学・実装資料</a:t>
            </a:r>
          </a:p>
        </p:txBody>
      </p:sp>
      <p:sp>
        <p:nvSpPr>
          <p:cNvPr id="28" name="section">
            <a:extLst xmlns:a="http://schemas.openxmlformats.org/drawingml/2006/main">
              <a:ext uri="{FF2B5EF4-FFF2-40B4-BE49-F238E27FC236}">
                <a16:creationId xmlns:a16="http://schemas.microsoft.com/office/drawing/2014/main" id="{EA0353FA-9052-478B-90C1-31B8B9D5A056}"/>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REFERENCES</a:t>
            </a:r>
          </a:p>
        </p:txBody>
      </p:sp>
    </p:spTree>
    <p:extLst>
      <p:ext uri="{BB962C8B-B14F-4D97-AF65-F5344CB8AC3E}">
        <p14:creationId xmlns:p14="http://schemas.microsoft.com/office/powerpoint/2010/main" val="14945456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2026-09-30T21:18:48.4580000Z</dcterms:created>
  <dcterms:modified xsi:type="dcterms:W3CDTF">2026-09-30T21:18:48.4580000Z</dcterms:modified>
</coreProperties>
</file>