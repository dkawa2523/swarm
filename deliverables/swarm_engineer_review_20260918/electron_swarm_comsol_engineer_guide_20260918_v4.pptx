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6.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slides/charts/chart19.xml" ContentType="application/vnd.openxmlformats-officedocument.drawingml.chart+xml"/>
  <Override PartName="/ppt/slides/charts/chart20.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21.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22.xml" ContentType="application/vnd.openxmlformats-officedocument.drawingml.chart+xml"/>
  <Override PartName="/ppt/slides/charts/chart23.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24.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slides/charts/chart25.xml" ContentType="application/vnd.openxmlformats-officedocument.drawingml.chart+xml"/>
  <Override PartName="/ppt/slides/charts/chart26.xml" ContentType="application/vnd.openxmlformats-officedocument.drawingml.chart+xml"/>
  <Override PartName="/ppt/slides/charts/chart27.xml" ContentType="application/vnd.openxmlformats-officedocument.drawingml.chart+xml"/>
  <Override PartName="/ppt/notesSlides/notesSlide54.xml" ContentType="application/vnd.openxmlformats-officedocument.presentationml.notesSlide+xml"/>
  <Override PartName="/ppt/slides/slide55.xml" ContentType="application/vnd.openxmlformats-officedocument.presentationml.slide+xml"/>
  <Override PartName="/ppt/slides/charts/chart28.xml" ContentType="application/vnd.openxmlformats-officedocument.drawingml.chart+xml"/>
  <Override PartName="/ppt/slides/charts/chart29.xml" ContentType="application/vnd.openxmlformats-officedocument.drawingml.chart+xml"/>
  <Override PartName="/ppt/slides/charts/chart30.xml" ContentType="application/vnd.openxmlformats-officedocument.drawingml.chart+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slides/charts/chart31.xml" ContentType="application/vnd.openxmlformats-officedocument.drawingml.chart+xml"/>
  <Override PartName="/ppt/notesSlides/notesSlide62.xml" ContentType="application/vnd.openxmlformats-officedocument.presentationml.notesSlide+xml"/>
  <Override PartName="/ppt/slides/slide63.xml" ContentType="application/vnd.openxmlformats-officedocument.presentationml.slide+xml"/>
  <Override PartName="/ppt/slides/charts/chart32.xml" ContentType="application/vnd.openxmlformats-officedocument.drawingml.chart+xml"/>
  <Override PartName="/ppt/slides/charts/chart33.xml" ContentType="application/vnd.openxmlformats-officedocument.drawingml.chart+xml"/>
  <Override PartName="/ppt/notesSlides/notesSlide63.xml" ContentType="application/vnd.openxmlformats-officedocument.presentationml.notesSlide+xml"/>
  <Override PartName="/ppt/slides/slide64.xml" ContentType="application/vnd.openxmlformats-officedocument.presentationml.slide+xml"/>
  <Override PartName="/ppt/slides/charts/chart34.xml" ContentType="application/vnd.openxmlformats-officedocument.drawingml.chart+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1f7413cc754cae" /><Relationship Type="http://schemas.openxmlformats.org/officeDocument/2006/relationships/extended-properties" Target="/docProps/app.xml" Id="R5ccc5b383b3741e3" /><Relationship Type="http://schemas.openxmlformats.org/officeDocument/2006/relationships/officeDocument" Target="/ppt/presentation.xml" Id="Ra0aa7138a932418e" /></Relationships>
</file>

<file path=ppt/presentation.xml><?xml version="1.0" encoding="utf-8"?>
<p:presentation xmlns:p="http://schemas.openxmlformats.org/presentationml/2006/main">
  <p:sldMasterIdLst>
    <p:sldMasterId xmlns:r="http://schemas.openxmlformats.org/officeDocument/2006/relationships" id="2147483648" r:id="R7b88d7b320b74a41"/>
  </p:sldMasterIdLst>
  <p:notesMasterIdLst>
    <p:notesMasterId xmlns:r="http://schemas.openxmlformats.org/officeDocument/2006/relationships" r:id="Ra8897d82368c4c53"/>
  </p:notesMasterIdLst>
  <p:sldIdLst>
    <p:sldId xmlns:r="http://schemas.openxmlformats.org/officeDocument/2006/relationships" id="256" r:id="Re3bea479b6c94fc7"/>
    <p:sldId xmlns:r="http://schemas.openxmlformats.org/officeDocument/2006/relationships" id="257" r:id="Re3d39fc050494aeb"/>
    <p:sldId xmlns:r="http://schemas.openxmlformats.org/officeDocument/2006/relationships" id="258" r:id="R5beae4f1d5e54dc4"/>
    <p:sldId xmlns:r="http://schemas.openxmlformats.org/officeDocument/2006/relationships" id="259" r:id="Rc039620f47b64943"/>
    <p:sldId xmlns:r="http://schemas.openxmlformats.org/officeDocument/2006/relationships" id="260" r:id="Rcc085ed390034f48"/>
    <p:sldId xmlns:r="http://schemas.openxmlformats.org/officeDocument/2006/relationships" id="261" r:id="R7834784e3b6d4cd6"/>
    <p:sldId xmlns:r="http://schemas.openxmlformats.org/officeDocument/2006/relationships" id="262" r:id="Rc0b8ff02e8e54b4a"/>
    <p:sldId xmlns:r="http://schemas.openxmlformats.org/officeDocument/2006/relationships" id="263" r:id="R04247d6614eb4cdc"/>
    <p:sldId xmlns:r="http://schemas.openxmlformats.org/officeDocument/2006/relationships" id="264" r:id="R3a8232a4aa2a4f47"/>
    <p:sldId xmlns:r="http://schemas.openxmlformats.org/officeDocument/2006/relationships" id="265" r:id="R8a1ef535ee244146"/>
    <p:sldId xmlns:r="http://schemas.openxmlformats.org/officeDocument/2006/relationships" id="266" r:id="Rfcc4626d9c4646eb"/>
    <p:sldId xmlns:r="http://schemas.openxmlformats.org/officeDocument/2006/relationships" id="267" r:id="R6751e4fa0702434f"/>
    <p:sldId xmlns:r="http://schemas.openxmlformats.org/officeDocument/2006/relationships" id="268" r:id="R5852e635a1bd4874"/>
    <p:sldId xmlns:r="http://schemas.openxmlformats.org/officeDocument/2006/relationships" id="269" r:id="Rb1fa4e0d766746b0"/>
    <p:sldId xmlns:r="http://schemas.openxmlformats.org/officeDocument/2006/relationships" id="270" r:id="Rc63d34f6f61c4f08"/>
    <p:sldId xmlns:r="http://schemas.openxmlformats.org/officeDocument/2006/relationships" id="271" r:id="Rb64d7e2a838e4a60"/>
    <p:sldId xmlns:r="http://schemas.openxmlformats.org/officeDocument/2006/relationships" id="272" r:id="Rafe3345d11334683"/>
    <p:sldId xmlns:r="http://schemas.openxmlformats.org/officeDocument/2006/relationships" id="273" r:id="R8e1b6d19393648f4"/>
    <p:sldId xmlns:r="http://schemas.openxmlformats.org/officeDocument/2006/relationships" id="274" r:id="R5e83ffe9b7674a1d"/>
    <p:sldId xmlns:r="http://schemas.openxmlformats.org/officeDocument/2006/relationships" id="275" r:id="Rf50a6e6794cd49b1"/>
    <p:sldId xmlns:r="http://schemas.openxmlformats.org/officeDocument/2006/relationships" id="276" r:id="R775129095ef546b1"/>
    <p:sldId xmlns:r="http://schemas.openxmlformats.org/officeDocument/2006/relationships" id="277" r:id="R5ef9841f3ca54ab2"/>
    <p:sldId xmlns:r="http://schemas.openxmlformats.org/officeDocument/2006/relationships" id="278" r:id="R3311e15feb2648eb"/>
    <p:sldId xmlns:r="http://schemas.openxmlformats.org/officeDocument/2006/relationships" id="279" r:id="R18328363eadd4800"/>
    <p:sldId xmlns:r="http://schemas.openxmlformats.org/officeDocument/2006/relationships" id="280" r:id="R3df5a736beb24719"/>
    <p:sldId xmlns:r="http://schemas.openxmlformats.org/officeDocument/2006/relationships" id="281" r:id="R3088eed464904057"/>
    <p:sldId xmlns:r="http://schemas.openxmlformats.org/officeDocument/2006/relationships" id="282" r:id="Rd0c42edaeab54db4"/>
    <p:sldId xmlns:r="http://schemas.openxmlformats.org/officeDocument/2006/relationships" id="283" r:id="Ra7f2f52b07df431f"/>
    <p:sldId xmlns:r="http://schemas.openxmlformats.org/officeDocument/2006/relationships" id="284" r:id="R6cf9f9d5d5cf4b0f"/>
    <p:sldId xmlns:r="http://schemas.openxmlformats.org/officeDocument/2006/relationships" id="285" r:id="R0f03373eccbe4521"/>
    <p:sldId xmlns:r="http://schemas.openxmlformats.org/officeDocument/2006/relationships" id="286" r:id="R389f9b851027433b"/>
    <p:sldId xmlns:r="http://schemas.openxmlformats.org/officeDocument/2006/relationships" id="287" r:id="Rc6eca846eb3f4551"/>
    <p:sldId xmlns:r="http://schemas.openxmlformats.org/officeDocument/2006/relationships" id="288" r:id="Rc0ffaa77bdfd46da"/>
    <p:sldId xmlns:r="http://schemas.openxmlformats.org/officeDocument/2006/relationships" id="289" r:id="R1f5ba723871c471f"/>
    <p:sldId xmlns:r="http://schemas.openxmlformats.org/officeDocument/2006/relationships" id="290" r:id="R7c56b7f391594d14"/>
    <p:sldId xmlns:r="http://schemas.openxmlformats.org/officeDocument/2006/relationships" id="291" r:id="R56d21868ba604782"/>
    <p:sldId xmlns:r="http://schemas.openxmlformats.org/officeDocument/2006/relationships" id="292" r:id="R2cc7a142c53649ed"/>
    <p:sldId xmlns:r="http://schemas.openxmlformats.org/officeDocument/2006/relationships" id="293" r:id="Ra8aa5f3f55804e8a"/>
    <p:sldId xmlns:r="http://schemas.openxmlformats.org/officeDocument/2006/relationships" id="294" r:id="R8b0d48510b164f02"/>
    <p:sldId xmlns:r="http://schemas.openxmlformats.org/officeDocument/2006/relationships" id="295" r:id="R45cf681d3dfe4c01"/>
    <p:sldId xmlns:r="http://schemas.openxmlformats.org/officeDocument/2006/relationships" id="296" r:id="Rd311062eaf2c450b"/>
    <p:sldId xmlns:r="http://schemas.openxmlformats.org/officeDocument/2006/relationships" id="297" r:id="Rcf758c6d2c28473d"/>
    <p:sldId xmlns:r="http://schemas.openxmlformats.org/officeDocument/2006/relationships" id="298" r:id="Rc439580a090d453a"/>
    <p:sldId xmlns:r="http://schemas.openxmlformats.org/officeDocument/2006/relationships" id="299" r:id="R19deb564c1884bf3"/>
    <p:sldId xmlns:r="http://schemas.openxmlformats.org/officeDocument/2006/relationships" id="300" r:id="Rbdca03af66c94827"/>
    <p:sldId xmlns:r="http://schemas.openxmlformats.org/officeDocument/2006/relationships" id="301" r:id="Raa33d35c7df54069"/>
    <p:sldId xmlns:r="http://schemas.openxmlformats.org/officeDocument/2006/relationships" id="302" r:id="R6a87296d23b94708"/>
    <p:sldId xmlns:r="http://schemas.openxmlformats.org/officeDocument/2006/relationships" id="303" r:id="R585b4164646146cd"/>
    <p:sldId xmlns:r="http://schemas.openxmlformats.org/officeDocument/2006/relationships" id="304" r:id="Rab510e15fdf842b4"/>
    <p:sldId xmlns:r="http://schemas.openxmlformats.org/officeDocument/2006/relationships" id="305" r:id="Rd9efc957491d43cc"/>
    <p:sldId xmlns:r="http://schemas.openxmlformats.org/officeDocument/2006/relationships" id="306" r:id="R8f8ad34536f6459f"/>
    <p:sldId xmlns:r="http://schemas.openxmlformats.org/officeDocument/2006/relationships" id="307" r:id="R8901db13cc6f4552"/>
    <p:sldId xmlns:r="http://schemas.openxmlformats.org/officeDocument/2006/relationships" id="308" r:id="R881d3239923f4382"/>
    <p:sldId xmlns:r="http://schemas.openxmlformats.org/officeDocument/2006/relationships" id="309" r:id="Rc907a55c83b74e03"/>
    <p:sldId xmlns:r="http://schemas.openxmlformats.org/officeDocument/2006/relationships" id="310" r:id="Rc54d29f458274075"/>
    <p:sldId xmlns:r="http://schemas.openxmlformats.org/officeDocument/2006/relationships" id="311" r:id="R9780e0de7ec4447a"/>
    <p:sldId xmlns:r="http://schemas.openxmlformats.org/officeDocument/2006/relationships" id="312" r:id="R5edcb699d87a4fbc"/>
    <p:sldId xmlns:r="http://schemas.openxmlformats.org/officeDocument/2006/relationships" id="313" r:id="R0a24b144a2a04713"/>
    <p:sldId xmlns:r="http://schemas.openxmlformats.org/officeDocument/2006/relationships" id="314" r:id="R0dc87bf0c5cc49fa"/>
    <p:sldId xmlns:r="http://schemas.openxmlformats.org/officeDocument/2006/relationships" id="315" r:id="R2b8dd9a4edfb4f73"/>
    <p:sldId xmlns:r="http://schemas.openxmlformats.org/officeDocument/2006/relationships" id="316" r:id="Rb902e29116e44a89"/>
    <p:sldId xmlns:r="http://schemas.openxmlformats.org/officeDocument/2006/relationships" id="317" r:id="Rb4739848af22422c"/>
    <p:sldId xmlns:r="http://schemas.openxmlformats.org/officeDocument/2006/relationships" id="318" r:id="R8402d107e5f84888"/>
    <p:sldId xmlns:r="http://schemas.openxmlformats.org/officeDocument/2006/relationships" id="319" r:id="Rd579e441989d4d78"/>
    <p:sldId xmlns:r="http://schemas.openxmlformats.org/officeDocument/2006/relationships" id="320" r:id="Ra30ceb3e9dce4ea9"/>
    <p:sldId xmlns:r="http://schemas.openxmlformats.org/officeDocument/2006/relationships" id="321" r:id="R1fce6adb3f834f47"/>
    <p:sldId xmlns:r="http://schemas.openxmlformats.org/officeDocument/2006/relationships" id="322" r:id="Ree8685347ac745ee"/>
    <p:sldId xmlns:r="http://schemas.openxmlformats.org/officeDocument/2006/relationships" id="323" r:id="Ra6bfc2fba4994e1a"/>
    <p:sldId xmlns:r="http://schemas.openxmlformats.org/officeDocument/2006/relationships" id="324" r:id="R17f685eb913e49b0"/>
    <p:sldId xmlns:r="http://schemas.openxmlformats.org/officeDocument/2006/relationships" id="325" r:id="Rdd5189db57824f79"/>
    <p:sldId xmlns:r="http://schemas.openxmlformats.org/officeDocument/2006/relationships" id="326" r:id="Rb98b0d979aee4460"/>
    <p:sldId xmlns:r="http://schemas.openxmlformats.org/officeDocument/2006/relationships" id="327" r:id="Ra6d65dc50d294492"/>
    <p:sldId xmlns:r="http://schemas.openxmlformats.org/officeDocument/2006/relationships" id="328" r:id="Rb61cb78f439e4189"/>
    <p:sldId xmlns:r="http://schemas.openxmlformats.org/officeDocument/2006/relationships" id="329" r:id="R7668a32544394dde"/>
    <p:sldId xmlns:r="http://schemas.openxmlformats.org/officeDocument/2006/relationships" id="330" r:id="R2f7051a126de444b"/>
    <p:sldId xmlns:r="http://schemas.openxmlformats.org/officeDocument/2006/relationships" id="331" r:id="R979b8e775de045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54e62dd4334d77" /><Relationship Type="http://schemas.openxmlformats.org/officeDocument/2006/relationships/slideMaster" Target="/ppt/slideMasters/slideMaster1.xml" Id="R7b88d7b320b74a41" /><Relationship Type="http://schemas.openxmlformats.org/officeDocument/2006/relationships/notesMaster" Target="/ppt/notesMasters/notesMaster1.xml" Id="Ra8897d82368c4c53" /><Relationship Type="http://schemas.openxmlformats.org/officeDocument/2006/relationships/presProps" Target="/ppt/presProps.xml" Id="R8700cad80dbe49b5" /><Relationship Type="http://schemas.openxmlformats.org/officeDocument/2006/relationships/tableStyles" Target="/ppt/tableStyles.xml" Id="R4115fd74fd8148fe" /><Relationship Type="http://schemas.openxmlformats.org/officeDocument/2006/relationships/slide" Target="/ppt/slides/slide1.xml" Id="Re3bea479b6c94fc7" /><Relationship Type="http://schemas.openxmlformats.org/officeDocument/2006/relationships/slide" Target="/ppt/slides/slide2.xml" Id="Re3d39fc050494aeb" /><Relationship Type="http://schemas.openxmlformats.org/officeDocument/2006/relationships/slide" Target="/ppt/slides/slide3.xml" Id="R5beae4f1d5e54dc4" /><Relationship Type="http://schemas.openxmlformats.org/officeDocument/2006/relationships/slide" Target="/ppt/slides/slide4.xml" Id="Rc039620f47b64943" /><Relationship Type="http://schemas.openxmlformats.org/officeDocument/2006/relationships/slide" Target="/ppt/slides/slide5.xml" Id="Rcc085ed390034f48" /><Relationship Type="http://schemas.openxmlformats.org/officeDocument/2006/relationships/slide" Target="/ppt/slides/slide6.xml" Id="R7834784e3b6d4cd6" /><Relationship Type="http://schemas.openxmlformats.org/officeDocument/2006/relationships/slide" Target="/ppt/slides/slide7.xml" Id="Rc0b8ff02e8e54b4a" /><Relationship Type="http://schemas.openxmlformats.org/officeDocument/2006/relationships/slide" Target="/ppt/slides/slide8.xml" Id="R04247d6614eb4cdc" /><Relationship Type="http://schemas.openxmlformats.org/officeDocument/2006/relationships/slide" Target="/ppt/slides/slide9.xml" Id="R3a8232a4aa2a4f47" /><Relationship Type="http://schemas.openxmlformats.org/officeDocument/2006/relationships/slide" Target="/ppt/slides/slide10.xml" Id="R8a1ef535ee244146" /><Relationship Type="http://schemas.openxmlformats.org/officeDocument/2006/relationships/slide" Target="/ppt/slides/slide11.xml" Id="Rfcc4626d9c4646eb" /><Relationship Type="http://schemas.openxmlformats.org/officeDocument/2006/relationships/slide" Target="/ppt/slides/slide12.xml" Id="R6751e4fa0702434f" /><Relationship Type="http://schemas.openxmlformats.org/officeDocument/2006/relationships/slide" Target="/ppt/slides/slide13.xml" Id="R5852e635a1bd4874" /><Relationship Type="http://schemas.openxmlformats.org/officeDocument/2006/relationships/slide" Target="/ppt/slides/slide14.xml" Id="Rb1fa4e0d766746b0" /><Relationship Type="http://schemas.openxmlformats.org/officeDocument/2006/relationships/slide" Target="/ppt/slides/slide15.xml" Id="Rc63d34f6f61c4f08" /><Relationship Type="http://schemas.openxmlformats.org/officeDocument/2006/relationships/slide" Target="/ppt/slides/slide16.xml" Id="Rb64d7e2a838e4a60" /><Relationship Type="http://schemas.openxmlformats.org/officeDocument/2006/relationships/slide" Target="/ppt/slides/slide17.xml" Id="Rafe3345d11334683" /><Relationship Type="http://schemas.openxmlformats.org/officeDocument/2006/relationships/slide" Target="/ppt/slides/slide18.xml" Id="R8e1b6d19393648f4" /><Relationship Type="http://schemas.openxmlformats.org/officeDocument/2006/relationships/slide" Target="/ppt/slides/slide19.xml" Id="R5e83ffe9b7674a1d" /><Relationship Type="http://schemas.openxmlformats.org/officeDocument/2006/relationships/slide" Target="/ppt/slides/slide20.xml" Id="Rf50a6e6794cd49b1" /><Relationship Type="http://schemas.openxmlformats.org/officeDocument/2006/relationships/slide" Target="/ppt/slides/slide21.xml" Id="R775129095ef546b1" /><Relationship Type="http://schemas.openxmlformats.org/officeDocument/2006/relationships/slide" Target="/ppt/slides/slide22.xml" Id="R5ef9841f3ca54ab2" /><Relationship Type="http://schemas.openxmlformats.org/officeDocument/2006/relationships/slide" Target="/ppt/slides/slide23.xml" Id="R3311e15feb2648eb" /><Relationship Type="http://schemas.openxmlformats.org/officeDocument/2006/relationships/slide" Target="/ppt/slides/slide24.xml" Id="R18328363eadd4800" /><Relationship Type="http://schemas.openxmlformats.org/officeDocument/2006/relationships/slide" Target="/ppt/slides/slide25.xml" Id="R3df5a736beb24719" /><Relationship Type="http://schemas.openxmlformats.org/officeDocument/2006/relationships/slide" Target="/ppt/slides/slide26.xml" Id="R3088eed464904057" /><Relationship Type="http://schemas.openxmlformats.org/officeDocument/2006/relationships/slide" Target="/ppt/slides/slide27.xml" Id="Rd0c42edaeab54db4" /><Relationship Type="http://schemas.openxmlformats.org/officeDocument/2006/relationships/slide" Target="/ppt/slides/slide28.xml" Id="Ra7f2f52b07df431f" /><Relationship Type="http://schemas.openxmlformats.org/officeDocument/2006/relationships/slide" Target="/ppt/slides/slide29.xml" Id="R6cf9f9d5d5cf4b0f" /><Relationship Type="http://schemas.openxmlformats.org/officeDocument/2006/relationships/slide" Target="/ppt/slides/slide30.xml" Id="R0f03373eccbe4521" /><Relationship Type="http://schemas.openxmlformats.org/officeDocument/2006/relationships/slide" Target="/ppt/slides/slide31.xml" Id="R389f9b851027433b" /><Relationship Type="http://schemas.openxmlformats.org/officeDocument/2006/relationships/slide" Target="/ppt/slides/slide32.xml" Id="Rc6eca846eb3f4551" /><Relationship Type="http://schemas.openxmlformats.org/officeDocument/2006/relationships/slide" Target="/ppt/slides/slide33.xml" Id="Rc0ffaa77bdfd46da" /><Relationship Type="http://schemas.openxmlformats.org/officeDocument/2006/relationships/slide" Target="/ppt/slides/slide34.xml" Id="R1f5ba723871c471f" /><Relationship Type="http://schemas.openxmlformats.org/officeDocument/2006/relationships/slide" Target="/ppt/slides/slide35.xml" Id="R7c56b7f391594d14" /><Relationship Type="http://schemas.openxmlformats.org/officeDocument/2006/relationships/slide" Target="/ppt/slides/slide36.xml" Id="R56d21868ba604782" /><Relationship Type="http://schemas.openxmlformats.org/officeDocument/2006/relationships/slide" Target="/ppt/slides/slide37.xml" Id="R2cc7a142c53649ed" /><Relationship Type="http://schemas.openxmlformats.org/officeDocument/2006/relationships/slide" Target="/ppt/slides/slide38.xml" Id="Ra8aa5f3f55804e8a" /><Relationship Type="http://schemas.openxmlformats.org/officeDocument/2006/relationships/slide" Target="/ppt/slides/slide39.xml" Id="R8b0d48510b164f02" /><Relationship Type="http://schemas.openxmlformats.org/officeDocument/2006/relationships/slide" Target="/ppt/slides/slide40.xml" Id="R45cf681d3dfe4c01" /><Relationship Type="http://schemas.openxmlformats.org/officeDocument/2006/relationships/slide" Target="/ppt/slides/slide41.xml" Id="Rd311062eaf2c450b" /><Relationship Type="http://schemas.openxmlformats.org/officeDocument/2006/relationships/slide" Target="/ppt/slides/slide42.xml" Id="Rcf758c6d2c28473d" /><Relationship Type="http://schemas.openxmlformats.org/officeDocument/2006/relationships/slide" Target="/ppt/slides/slide43.xml" Id="Rc439580a090d453a" /><Relationship Type="http://schemas.openxmlformats.org/officeDocument/2006/relationships/slide" Target="/ppt/slides/slide44.xml" Id="R19deb564c1884bf3" /><Relationship Type="http://schemas.openxmlformats.org/officeDocument/2006/relationships/slide" Target="/ppt/slides/slide45.xml" Id="Rbdca03af66c94827" /><Relationship Type="http://schemas.openxmlformats.org/officeDocument/2006/relationships/slide" Target="/ppt/slides/slide46.xml" Id="Raa33d35c7df54069" /><Relationship Type="http://schemas.openxmlformats.org/officeDocument/2006/relationships/slide" Target="/ppt/slides/slide47.xml" Id="R6a87296d23b94708" /><Relationship Type="http://schemas.openxmlformats.org/officeDocument/2006/relationships/slide" Target="/ppt/slides/slide48.xml" Id="R585b4164646146cd" /><Relationship Type="http://schemas.openxmlformats.org/officeDocument/2006/relationships/slide" Target="/ppt/slides/slide49.xml" Id="Rab510e15fdf842b4" /><Relationship Type="http://schemas.openxmlformats.org/officeDocument/2006/relationships/slide" Target="/ppt/slides/slide50.xml" Id="Rd9efc957491d43cc" /><Relationship Type="http://schemas.openxmlformats.org/officeDocument/2006/relationships/slide" Target="/ppt/slides/slide51.xml" Id="R8f8ad34536f6459f" /><Relationship Type="http://schemas.openxmlformats.org/officeDocument/2006/relationships/slide" Target="/ppt/slides/slide52.xml" Id="R8901db13cc6f4552" /><Relationship Type="http://schemas.openxmlformats.org/officeDocument/2006/relationships/slide" Target="/ppt/slides/slide53.xml" Id="R881d3239923f4382" /><Relationship Type="http://schemas.openxmlformats.org/officeDocument/2006/relationships/slide" Target="/ppt/slides/slide54.xml" Id="Rc907a55c83b74e03" /><Relationship Type="http://schemas.openxmlformats.org/officeDocument/2006/relationships/slide" Target="/ppt/slides/slide55.xml" Id="Rc54d29f458274075" /><Relationship Type="http://schemas.openxmlformats.org/officeDocument/2006/relationships/slide" Target="/ppt/slides/slide56.xml" Id="R9780e0de7ec4447a" /><Relationship Type="http://schemas.openxmlformats.org/officeDocument/2006/relationships/slide" Target="/ppt/slides/slide57.xml" Id="R5edcb699d87a4fbc" /><Relationship Type="http://schemas.openxmlformats.org/officeDocument/2006/relationships/slide" Target="/ppt/slides/slide58.xml" Id="R0a24b144a2a04713" /><Relationship Type="http://schemas.openxmlformats.org/officeDocument/2006/relationships/slide" Target="/ppt/slides/slide59.xml" Id="R0dc87bf0c5cc49fa" /><Relationship Type="http://schemas.openxmlformats.org/officeDocument/2006/relationships/slide" Target="/ppt/slides/slide60.xml" Id="R2b8dd9a4edfb4f73" /><Relationship Type="http://schemas.openxmlformats.org/officeDocument/2006/relationships/slide" Target="/ppt/slides/slide61.xml" Id="Rb902e29116e44a89" /><Relationship Type="http://schemas.openxmlformats.org/officeDocument/2006/relationships/slide" Target="/ppt/slides/slide62.xml" Id="Rb4739848af22422c" /><Relationship Type="http://schemas.openxmlformats.org/officeDocument/2006/relationships/slide" Target="/ppt/slides/slide63.xml" Id="R8402d107e5f84888" /><Relationship Type="http://schemas.openxmlformats.org/officeDocument/2006/relationships/slide" Target="/ppt/slides/slide64.xml" Id="Rd579e441989d4d78" /><Relationship Type="http://schemas.openxmlformats.org/officeDocument/2006/relationships/slide" Target="/ppt/slides/slide65.xml" Id="Ra30ceb3e9dce4ea9" /><Relationship Type="http://schemas.openxmlformats.org/officeDocument/2006/relationships/slide" Target="/ppt/slides/slide66.xml" Id="R1fce6adb3f834f47" /><Relationship Type="http://schemas.openxmlformats.org/officeDocument/2006/relationships/slide" Target="/ppt/slides/slide67.xml" Id="Ree8685347ac745ee" /><Relationship Type="http://schemas.openxmlformats.org/officeDocument/2006/relationships/slide" Target="/ppt/slides/slide68.xml" Id="Ra6bfc2fba4994e1a" /><Relationship Type="http://schemas.openxmlformats.org/officeDocument/2006/relationships/slide" Target="/ppt/slides/slide69.xml" Id="R17f685eb913e49b0" /><Relationship Type="http://schemas.openxmlformats.org/officeDocument/2006/relationships/slide" Target="/ppt/slides/slide70.xml" Id="Rdd5189db57824f79" /><Relationship Type="http://schemas.openxmlformats.org/officeDocument/2006/relationships/slide" Target="/ppt/slides/slide71.xml" Id="Rb98b0d979aee4460" /><Relationship Type="http://schemas.openxmlformats.org/officeDocument/2006/relationships/slide" Target="/ppt/slides/slide72.xml" Id="Ra6d65dc50d294492" /><Relationship Type="http://schemas.openxmlformats.org/officeDocument/2006/relationships/slide" Target="/ppt/slides/slide73.xml" Id="Rb61cb78f439e4189" /><Relationship Type="http://schemas.openxmlformats.org/officeDocument/2006/relationships/slide" Target="/ppt/slides/slide74.xml" Id="R7668a32544394dde" /><Relationship Type="http://schemas.openxmlformats.org/officeDocument/2006/relationships/slide" Target="/ppt/slides/slide75.xml" Id="R2f7051a126de444b" /><Relationship Type="http://schemas.openxmlformats.org/officeDocument/2006/relationships/slide" Target="/ppt/slides/slide76.xml" Id="R979b8e775de045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eef77c395f41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0cb998bc2042b3" /><Relationship Type="http://schemas.openxmlformats.org/officeDocument/2006/relationships/notesMaster" Target="/ppt/notesMasters/notesMaster1.xml" Id="Rd7858ecadc6941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24cd67bfcf47b8" /><Relationship Type="http://schemas.openxmlformats.org/officeDocument/2006/relationships/notesMaster" Target="/ppt/notesMasters/notesMaster1.xml" Id="R4c83e9d0e9534a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19663dc8804f44" /><Relationship Type="http://schemas.openxmlformats.org/officeDocument/2006/relationships/notesMaster" Target="/ppt/notesMasters/notesMaster1.xml" Id="R725a0aaff57044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f5ec2f177a4b7b" /><Relationship Type="http://schemas.openxmlformats.org/officeDocument/2006/relationships/notesMaster" Target="/ppt/notesMasters/notesMaster1.xml" Id="Rdc8e781040cb40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b6bf7e86164d5b" /><Relationship Type="http://schemas.openxmlformats.org/officeDocument/2006/relationships/notesMaster" Target="/ppt/notesMasters/notesMaster1.xml" Id="Rc22a352ed79e4a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95e38532cb4af3" /><Relationship Type="http://schemas.openxmlformats.org/officeDocument/2006/relationships/notesMaster" Target="/ppt/notesMasters/notesMaster1.xml" Id="R87ccef1078874c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213ed3e8e34b9a" /><Relationship Type="http://schemas.openxmlformats.org/officeDocument/2006/relationships/notesMaster" Target="/ppt/notesMasters/notesMaster1.xml" Id="R18f57e4a2ce64a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b52c4d981d4e78" /><Relationship Type="http://schemas.openxmlformats.org/officeDocument/2006/relationships/notesMaster" Target="/ppt/notesMasters/notesMaster1.xml" Id="R23693d9174dd4e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5582f9ba7043ca" /><Relationship Type="http://schemas.openxmlformats.org/officeDocument/2006/relationships/notesMaster" Target="/ppt/notesMasters/notesMaster1.xml" Id="R088ce3753b6940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c4666067684b82" /><Relationship Type="http://schemas.openxmlformats.org/officeDocument/2006/relationships/notesMaster" Target="/ppt/notesMasters/notesMaster1.xml" Id="R9f52600a08644b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5255355ab545f6" /><Relationship Type="http://schemas.openxmlformats.org/officeDocument/2006/relationships/notesMaster" Target="/ppt/notesMasters/notesMaster1.xml" Id="R1131a9b2b0e742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e938b30dd8463b" /><Relationship Type="http://schemas.openxmlformats.org/officeDocument/2006/relationships/notesMaster" Target="/ppt/notesMasters/notesMaster1.xml" Id="Rccee6d2bf29042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6adf10a4544dd0" /><Relationship Type="http://schemas.openxmlformats.org/officeDocument/2006/relationships/notesMaster" Target="/ppt/notesMasters/notesMaster1.xml" Id="Rf200918f73a448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cfe892ba7441af" /><Relationship Type="http://schemas.openxmlformats.org/officeDocument/2006/relationships/notesMaster" Target="/ppt/notesMasters/notesMaster1.xml" Id="Rb87cfeb426014a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b0eeaecc994c4b" /><Relationship Type="http://schemas.openxmlformats.org/officeDocument/2006/relationships/notesMaster" Target="/ppt/notesMasters/notesMaster1.xml" Id="R2a85d4b02d7d4a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08114e25eb493c" /><Relationship Type="http://schemas.openxmlformats.org/officeDocument/2006/relationships/notesMaster" Target="/ppt/notesMasters/notesMaster1.xml" Id="Rd460cc41850244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05df27d94634918" /><Relationship Type="http://schemas.openxmlformats.org/officeDocument/2006/relationships/notesMaster" Target="/ppt/notesMasters/notesMaster1.xml" Id="R8eb59fbdd47c449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e31bb093ff4853" /><Relationship Type="http://schemas.openxmlformats.org/officeDocument/2006/relationships/notesMaster" Target="/ppt/notesMasters/notesMaster1.xml" Id="Raaaf274ffc6948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f47144fbe748b1" /><Relationship Type="http://schemas.openxmlformats.org/officeDocument/2006/relationships/notesMaster" Target="/ppt/notesMasters/notesMaster1.xml" Id="R2f06fed9dee44b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ce7345207f44642" /><Relationship Type="http://schemas.openxmlformats.org/officeDocument/2006/relationships/notesMaster" Target="/ppt/notesMasters/notesMaster1.xml" Id="R01431c5bbdf54c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eed3912569741be" /><Relationship Type="http://schemas.openxmlformats.org/officeDocument/2006/relationships/notesMaster" Target="/ppt/notesMasters/notesMaster1.xml" Id="R2eda6ad73b4a45d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418f56d0934325" /><Relationship Type="http://schemas.openxmlformats.org/officeDocument/2006/relationships/notesMaster" Target="/ppt/notesMasters/notesMaster1.xml" Id="R4a2538d3c3e542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014a543a6784447" /><Relationship Type="http://schemas.openxmlformats.org/officeDocument/2006/relationships/notesMaster" Target="/ppt/notesMasters/notesMaster1.xml" Id="Rffacd74c729b462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eb04812bcb48ee" /><Relationship Type="http://schemas.openxmlformats.org/officeDocument/2006/relationships/notesMaster" Target="/ppt/notesMasters/notesMaster1.xml" Id="R9ba66fc6144944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f1ed5fe5d2e427e" /><Relationship Type="http://schemas.openxmlformats.org/officeDocument/2006/relationships/notesMaster" Target="/ppt/notesMasters/notesMaster1.xml" Id="R848844419cd4466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68fef0ed08f404c" /><Relationship Type="http://schemas.openxmlformats.org/officeDocument/2006/relationships/notesMaster" Target="/ppt/notesMasters/notesMaster1.xml" Id="R2a215489fd96458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a66345785c0483b" /><Relationship Type="http://schemas.openxmlformats.org/officeDocument/2006/relationships/notesMaster" Target="/ppt/notesMasters/notesMaster1.xml" Id="Rebd98ab0a51e42d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0996e1478d94aa9" /><Relationship Type="http://schemas.openxmlformats.org/officeDocument/2006/relationships/notesMaster" Target="/ppt/notesMasters/notesMaster1.xml" Id="R84c71332187949b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7e38aa84ca34b0d" /><Relationship Type="http://schemas.openxmlformats.org/officeDocument/2006/relationships/notesMaster" Target="/ppt/notesMasters/notesMaster1.xml" Id="R9d89f680c100493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a199e4859054885" /><Relationship Type="http://schemas.openxmlformats.org/officeDocument/2006/relationships/notesMaster" Target="/ppt/notesMasters/notesMaster1.xml" Id="R2b26d9098e20421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98c514b2d4a49f0" /><Relationship Type="http://schemas.openxmlformats.org/officeDocument/2006/relationships/notesMaster" Target="/ppt/notesMasters/notesMaster1.xml" Id="R310f5417acd54db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2be55d370d041ba" /><Relationship Type="http://schemas.openxmlformats.org/officeDocument/2006/relationships/notesMaster" Target="/ppt/notesMasters/notesMaster1.xml" Id="Rc1c7228c7022413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7196e50c4b747ad" /><Relationship Type="http://schemas.openxmlformats.org/officeDocument/2006/relationships/notesMaster" Target="/ppt/notesMasters/notesMaster1.xml" Id="R69d219c955be4a0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3338ede03f24e01" /><Relationship Type="http://schemas.openxmlformats.org/officeDocument/2006/relationships/notesMaster" Target="/ppt/notesMasters/notesMaster1.xml" Id="R427911c0a61947e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ec836becd104c63" /><Relationship Type="http://schemas.openxmlformats.org/officeDocument/2006/relationships/notesMaster" Target="/ppt/notesMasters/notesMaster1.xml" Id="R34cda079b4f14ad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2f4b5c77f284629" /><Relationship Type="http://schemas.openxmlformats.org/officeDocument/2006/relationships/notesMaster" Target="/ppt/notesMasters/notesMaster1.xml" Id="R9a8dd31e53e547c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f034006d1dc437f" /><Relationship Type="http://schemas.openxmlformats.org/officeDocument/2006/relationships/notesMaster" Target="/ppt/notesMasters/notesMaster1.xml" Id="R1983b2c0ba45479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e1d26f850034cb2" /><Relationship Type="http://schemas.openxmlformats.org/officeDocument/2006/relationships/notesMaster" Target="/ppt/notesMasters/notesMaster1.xml" Id="Rb41076a9d346428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294172f3ba8422b" /><Relationship Type="http://schemas.openxmlformats.org/officeDocument/2006/relationships/notesMaster" Target="/ppt/notesMasters/notesMaster1.xml" Id="R90c50df3b1c14d0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35e62de9458423c" /><Relationship Type="http://schemas.openxmlformats.org/officeDocument/2006/relationships/notesMaster" Target="/ppt/notesMasters/notesMaster1.xml" Id="Rb2cc960e8695471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f7991e381d54906" /><Relationship Type="http://schemas.openxmlformats.org/officeDocument/2006/relationships/notesMaster" Target="/ppt/notesMasters/notesMaster1.xml" Id="R75623ddc1e1343f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f1ebce5c81d4a14" /><Relationship Type="http://schemas.openxmlformats.org/officeDocument/2006/relationships/notesMaster" Target="/ppt/notesMasters/notesMaster1.xml" Id="R5ce9fd4c1c0d444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5a31cd4a6cb4dac" /><Relationship Type="http://schemas.openxmlformats.org/officeDocument/2006/relationships/notesMaster" Target="/ppt/notesMasters/notesMaster1.xml" Id="Rc55c99053dc34a6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a58aaed31304427" /><Relationship Type="http://schemas.openxmlformats.org/officeDocument/2006/relationships/notesMaster" Target="/ppt/notesMasters/notesMaster1.xml" Id="Re819690cf0e5479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1027973d9904ce4" /><Relationship Type="http://schemas.openxmlformats.org/officeDocument/2006/relationships/notesMaster" Target="/ppt/notesMasters/notesMaster1.xml" Id="Rdfee01aecff1444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da34c1f9d3e4a53" /><Relationship Type="http://schemas.openxmlformats.org/officeDocument/2006/relationships/notesMaster" Target="/ppt/notesMasters/notesMaster1.xml" Id="R0574ab9e1b1646c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d3a618079614e8d" /><Relationship Type="http://schemas.openxmlformats.org/officeDocument/2006/relationships/notesMaster" Target="/ppt/notesMasters/notesMaster1.xml" Id="Rb2d15b2c0826406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f75bcc4727d4acc" /><Relationship Type="http://schemas.openxmlformats.org/officeDocument/2006/relationships/notesMaster" Target="/ppt/notesMasters/notesMaster1.xml" Id="Rc85b71429f36407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87bdf91e4d14123" /><Relationship Type="http://schemas.openxmlformats.org/officeDocument/2006/relationships/notesMaster" Target="/ppt/notesMasters/notesMaster1.xml" Id="R8a7ec9a337ab4a5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e208bb5b39f4aea" /><Relationship Type="http://schemas.openxmlformats.org/officeDocument/2006/relationships/notesMaster" Target="/ppt/notesMasters/notesMaster1.xml" Id="R8f91d7ac9c274f6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3e1f19cd3064fcb" /><Relationship Type="http://schemas.openxmlformats.org/officeDocument/2006/relationships/notesMaster" Target="/ppt/notesMasters/notesMaster1.xml" Id="Rcf9378d8ef98474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3acfc9566d54eee" /><Relationship Type="http://schemas.openxmlformats.org/officeDocument/2006/relationships/notesMaster" Target="/ppt/notesMasters/notesMaster1.xml" Id="Rae1d5a3d2402419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e8ada2ca59b4273" /><Relationship Type="http://schemas.openxmlformats.org/officeDocument/2006/relationships/notesMaster" Target="/ppt/notesMasters/notesMaster1.xml" Id="Rb79781957d2c460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239f64b9fea4684" /><Relationship Type="http://schemas.openxmlformats.org/officeDocument/2006/relationships/notesMaster" Target="/ppt/notesMasters/notesMaster1.xml" Id="Raef535b1346344e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065382d41ca4435" /><Relationship Type="http://schemas.openxmlformats.org/officeDocument/2006/relationships/notesMaster" Target="/ppt/notesMasters/notesMaster1.xml" Id="Rbd19e67019e848f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16bbe0973bb4dfd" /><Relationship Type="http://schemas.openxmlformats.org/officeDocument/2006/relationships/notesMaster" Target="/ppt/notesMasters/notesMaster1.xml" Id="R6d3c60eca63744a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1c4c85bee394e85" /><Relationship Type="http://schemas.openxmlformats.org/officeDocument/2006/relationships/notesMaster" Target="/ppt/notesMasters/notesMaster1.xml" Id="R1a3251d89ce44ef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e6e2f1e03ab4f16" /><Relationship Type="http://schemas.openxmlformats.org/officeDocument/2006/relationships/notesMaster" Target="/ppt/notesMasters/notesMaster1.xml" Id="R283ef1d30246492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cdb36f215c848ee" /><Relationship Type="http://schemas.openxmlformats.org/officeDocument/2006/relationships/notesMaster" Target="/ppt/notesMasters/notesMaster1.xml" Id="R7f0f3c9b2ff84d3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459bf4e3b32349ad" /><Relationship Type="http://schemas.openxmlformats.org/officeDocument/2006/relationships/notesMaster" Target="/ppt/notesMasters/notesMaster1.xml" Id="Rc75cf769de61482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1df1a79924641e1" /><Relationship Type="http://schemas.openxmlformats.org/officeDocument/2006/relationships/notesMaster" Target="/ppt/notesMasters/notesMaster1.xml" Id="Re4dbfdea336043c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aa9cd946ccb4ad4" /><Relationship Type="http://schemas.openxmlformats.org/officeDocument/2006/relationships/notesMaster" Target="/ppt/notesMasters/notesMaster1.xml" Id="Ra92e93094fd14d4c"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4cc4ec7abf0742ae" /><Relationship Type="http://schemas.openxmlformats.org/officeDocument/2006/relationships/notesMaster" Target="/ppt/notesMasters/notesMaster1.xml" Id="R01627f055a074e0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6f59f49ae9c4893" /><Relationship Type="http://schemas.openxmlformats.org/officeDocument/2006/relationships/notesMaster" Target="/ppt/notesMasters/notesMaster1.xml" Id="Rbca65f168a6c413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c5acac526d9423a" /><Relationship Type="http://schemas.openxmlformats.org/officeDocument/2006/relationships/notesMaster" Target="/ppt/notesMasters/notesMaster1.xml" Id="R2bc73787406a4863"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4bcb343b0004453c" /><Relationship Type="http://schemas.openxmlformats.org/officeDocument/2006/relationships/notesMaster" Target="/ppt/notesMasters/notesMaster1.xml" Id="R84c6a383744b4873"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7b513ef004304ccc" /><Relationship Type="http://schemas.openxmlformats.org/officeDocument/2006/relationships/notesMaster" Target="/ppt/notesMasters/notesMaster1.xml" Id="R473dac8fb6fd4ba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1a48ec52d034f08" /><Relationship Type="http://schemas.openxmlformats.org/officeDocument/2006/relationships/notesMaster" Target="/ppt/notesMasters/notesMaster1.xml" Id="Reee1ad91cbc34bb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67bb229ef364f40" /><Relationship Type="http://schemas.openxmlformats.org/officeDocument/2006/relationships/notesMaster" Target="/ppt/notesMasters/notesMaster1.xml" Id="Ra13c755a9f12469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59cf7945c9b4fe1" /><Relationship Type="http://schemas.openxmlformats.org/officeDocument/2006/relationships/notesMaster" Target="/ppt/notesMasters/notesMaster1.xml" Id="R99716a576a934af9"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43484c21383448c1" /><Relationship Type="http://schemas.openxmlformats.org/officeDocument/2006/relationships/notesMaster" Target="/ppt/notesMasters/notesMaster1.xml" Id="R8e85aa94cd87427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3f7befab2514592" /><Relationship Type="http://schemas.openxmlformats.org/officeDocument/2006/relationships/notesMaster" Target="/ppt/notesMasters/notesMaster1.xml" Id="R12340db7333b4b47"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9943dabfce24f6d" /><Relationship Type="http://schemas.openxmlformats.org/officeDocument/2006/relationships/notesMaster" Target="/ppt/notesMasters/notesMaster1.xml" Id="Rb8c885c126744fd4"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d60270471dc4dca" /><Relationship Type="http://schemas.openxmlformats.org/officeDocument/2006/relationships/notesMaster" Target="/ppt/notesMasters/notesMaster1.xml" Id="R963be4208a124f34"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476dfa019ad24d3c" /><Relationship Type="http://schemas.openxmlformats.org/officeDocument/2006/relationships/notesMaster" Target="/ppt/notesMasters/notesMaster1.xml" Id="Rdff1c88c34064bb8"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271ab8798af7475b" /><Relationship Type="http://schemas.openxmlformats.org/officeDocument/2006/relationships/notesMaster" Target="/ppt/notesMasters/notesMaster1.xml" Id="R7277f9911af143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右図は保存済みGEC CCPの周期平均2次元比較。上段は電子密度、下段は電子温度。</a:t>
            </a:r>
          </a:p>
          <a:p xmlns:a="http://schemas.openxmlformats.org/drawingml/2006/main">
            <a:r>
              <a:t>標準COMSOLの組込みDruyvesteyn、two-term Swarm、Monte Carlo Swarmを同一カラースケールで比較する。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導入ではコード名を出さず、まず物理的な問いを共有する。</a:t>
            </a:r>
          </a:p>
          <a:p xmlns:a="http://schemas.openxmlformats.org/drawingml/2006/main">
            <a:r>
              <a:t>この資料の後半では、各問いに対して実データ、COMSOL空間分布、数値品質の証拠を示す。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この流れで重要なのは、Swarm計算と装置計算の責任範囲を分けることである。</a:t>
            </a:r>
          </a:p>
          <a:p xmlns:a="http://schemas.openxmlformats.org/drawingml/2006/main">
            <a:r>
              <a:t>Swarmは一様気体中の電子速度空間を解き、COMSOLはその物性を用いて実空間の保存則を解く。</a:t>
            </a:r>
          </a:p>
          <a:p xmlns:a="http://schemas.openxmlformats.org/drawingml/2006/main">
            <a:r>
              <a:t>表面反応、イオンエネルギー分布、形状変化まで予測するには別モデルが必要である。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Swarm近似では電子密度が十分小さく、空間電荷と電子間衝突を第一近似で無視する。</a:t>
            </a:r>
          </a:p>
          <a:p xmlns:a="http://schemas.openxmlformats.org/drawingml/2006/main">
            <a:r>
              <a:t>速度分布関数 f(v) は電場加熱と各衝突演算子のバランスで決まる。EEDFは f の角度積分から得る。</a:t>
            </a:r>
          </a:p>
          <a:p xmlns:a="http://schemas.openxmlformats.org/drawingml/2006/main">
            <a:r>
              <a:t>プラズマ装置内ではこの局所応答を、E/Nまたは平均エネルギーの関数として参照する。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図は概念図であり、実ガスの定量EEDFではない。後半に純Ar、Ar/N2、Ar/O2の実計算を示す。</a:t>
            </a:r>
          </a:p>
          <a:p xmlns:a="http://schemas.openxmlformats.org/drawingml/2006/main">
            <a:r>
              <a:t>反応速度係数はEEDFと断面積の重み付き積分であるため、閾値より上の小さな確率質量に敏感である。</a:t>
            </a:r>
          </a:p>
          <a:p xmlns:a="http://schemas.openxmlformats.org/drawingml/2006/main">
            <a:r>
              <a:t>同じ平均エネルギーをもつ分布でも、bi-Maxwellian型やDruyvesteyn型では尾部が異なる。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換算電界E/Nは、電子が平均自由時間中に得るエネルギーと衝突による損失の相対尺度である。</a:t>
            </a:r>
          </a:p>
          <a:p xmlns:a="http://schemas.openxmlformats.org/drawingml/2006/main">
            <a:r>
              <a:t>数密度は理想気体近似 N=p/(kBT) で評価した。13.3 Pa、300 Kでは約3.21×10^21 m^-3。</a:t>
            </a:r>
          </a:p>
          <a:p xmlns:a="http://schemas.openxmlformats.org/drawingml/2006/main">
            <a:r>
              <a:t>混合ガスでは同じE/Nでも断面積集合が変わるためEEDFは変化する。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EEDFとEEPFは定義が異なるため混同しない。資料内ではp(ε)をエネルギー確率密度として正規化する。</a:t>
            </a:r>
          </a:p>
          <a:p xmlns:a="http://schemas.openxmlformats.org/drawingml/2006/main">
            <a:r>
              <a:t>flux driftとbulk drift、flux diffusionとbulk diffusionも区別する。COMSOL入力側でどの定義を使うか固定する。</a:t>
            </a:r>
          </a:p>
          <a:p xmlns:a="http://schemas.openxmlformats.org/drawingml/2006/main">
            <a:r>
              <a:t>反応速度係数は断面積、相対速度、EEDFの積分である。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コードは電子Swarmの速度空間閉包を供給する。空間場はCOMSOLが解く。</a:t>
            </a:r>
          </a:p>
          <a:p xmlns:a="http://schemas.openxmlformats.org/drawingml/2006/main">
            <a:r>
              <a:t>表面反応やイオンエネルギー分布まで結論づけるには、表面化学・シース・実験診断との連携が必要である。</a:t>
            </a:r>
          </a:p>
          <a:p xmlns:a="http://schemas.openxmlformats.org/drawingml/2006/main">
            <a:r>
              <a:t>各計算法で未実装の物理機能は、結果メタデータでfail、skip、明示的近似のいずれかとして記録する。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相対コストは同じ問題設定での定性的な目安であり、実測時間は後半の計算速度スライドで示す。</a:t>
            </a:r>
          </a:p>
          <a:p xmlns:a="http://schemas.openxmlformats.org/drawingml/2006/main">
            <a:r>
              <a:t>全手法が同じ衝突物理を解くとは限らない。特にmulti-termの角度散乱入力、Monte Carloの粒子数と付着処理、propagatorの輸送出力範囲を確認する。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計算法の選択は、対象KPIがEEDFのどの領域を読むかで決める。</a:t>
            </a:r>
          </a:p>
          <a:p xmlns:a="http://schemas.openxmlformats.org/drawingml/2006/main">
            <a:r>
              <a:t>平均エネルギーや移動度が支配的ならtwo-termで十分な場合が多い。閾値反応、高E/N、強い角度異方性、B場では独立検算を優先する。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μ=cosθは速度と電場のなす角の余弦。PℓはLegendre多項式である。</a:t>
            </a:r>
          </a:p>
          <a:p xmlns:a="http://schemas.openxmlformats.org/drawingml/2006/main">
            <a:r>
              <a:t>F0は角度平均、F1は電場方向の非対称性を表し、two-term法ではℓ≥2を捨てる。</a:t>
            </a:r>
          </a:p>
          <a:p xmlns:a="http://schemas.openxmlformats.org/drawingml/2006/main">
            <a:r>
              <a:t>この近似誤差はエネルギー格子の細かさとは別物である。格子収束しても角度切断誤差は残る。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A(ε)はエネルギー空間のドリフト、D(ε)はエネルギー拡散を表す。</a:t>
            </a:r>
          </a:p>
          <a:p xmlns:a="http://schemas.openxmlformats.org/drawingml/2006/main">
            <a:r>
              <a:t>有限体積離散化は確率質量を保存する。コードではScharfetter-Gummel型の指数適合流束を使い、tailでの負値と振動を抑える。</a:t>
            </a:r>
          </a:p>
          <a:p xmlns:a="http://schemas.openxmlformats.org/drawingml/2006/main">
            <a:r>
              <a:t>衝突閾値は格子節点またはセル面へ挿入し、反応速度の補間誤差を抑える。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two-term法は開発初期の広域探索に最も実用的である。</a:t>
            </a:r>
          </a:p>
          <a:p xmlns:a="http://schemas.openxmlformats.org/drawingml/2006/main">
            <a:r>
              <a:t>ただしF2以上の角度成分を捨てる近似を含むため、数値収束と物理近似の妥当性を分けて確認する。</a:t>
            </a:r>
          </a:p>
          <a:p xmlns:a="http://schemas.openxmlformats.org/drawingml/2006/main">
            <a:r>
              <a:t>後半の純Ar結果では平均量の一致が良くても、電離のようなtail反応で差が増幅される例を示す。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multi-term PN法はLegendre次数Lまでの連立方程式をエネルギー空間で解く。</a:t>
            </a:r>
          </a:p>
          <a:p xmlns:a="http://schemas.openxmlformats.org/drawingml/2006/main">
            <a:r>
              <a:t>電場項はFℓとFℓ±1を結合し、衝突項は角度モーメントごとに減衰を与える。</a:t>
            </a:r>
          </a:p>
          <a:p xmlns:a="http://schemas.openxmlformats.org/drawingml/2006/main">
            <a:r>
              <a:t>任意の交差E-B場をm=0の軸対称PNだけで表現することはできない。完全な磁場対応にはYℓmまたは粒子軌道が必要である。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普通のtotal cross sectionとmomentum-transfer cross sectionは、散乱角分布の全情報を持たない。</a:t>
            </a:r>
          </a:p>
          <a:p xmlns:a="http://schemas.openxmlformats.org/drawingml/2006/main">
            <a:r>
              <a:t>そのため本リポジトリのordinary integral cross sectionを用いるmulti-termは、角度閉包を仮定したdirect PN solverとして扱う。</a:t>
            </a:r>
          </a:p>
          <a:p xmlns:a="http://schemas.openxmlformats.org/drawingml/2006/main">
            <a:r>
              <a:t>比較ではangular_model、source hash、Lmax、moment order、再構成仮定を記録する。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数値はリポジトリのAr 50 Td回帰基準から引用した。</a:t>
            </a:r>
          </a:p>
          <a:p xmlns:a="http://schemas.openxmlformats.org/drawingml/2006/main">
            <a:r>
              <a:t>平均エネルギーとドリフト速度はよく一致する一方、電離はEEDF tailを読むため差が大きい。</a:t>
            </a:r>
          </a:p>
          <a:p xmlns:a="http://schemas.openxmlformats.org/drawingml/2006/main">
            <a:r>
              <a:t>これはmulti-termが常に正しいことを示すのではなく、角度切断がtail反応に与える感度を示す。角度散乱入力の妥当性は別に確認する。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null-collision法では最大衝突周波数を用いて候補時刻を発生し、実衝突かnullかを受理棄却する。</a:t>
            </a:r>
          </a:p>
          <a:p xmlns:a="http://schemas.openxmlformats.org/drawingml/2006/main">
            <a:r>
              <a:t>磁場を含む場合はBoris型積分で速度を更新できるが、対象ケースでBが要求・実装されたかをメタデータで確認する。</a:t>
            </a:r>
          </a:p>
          <a:p xmlns:a="http://schemas.openxmlformats.org/drawingml/2006/main">
            <a:r>
              <a:t>粒子軌道を直接標本化するため角度展開の切断はないが、有限粒子数と衝突モデルの不確かさをもつ。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EEDFはenergy-bin residence timeで推定する。反応速度は同じ軌道上のhazard integralまたはイベント数から推定する。</a:t>
            </a:r>
          </a:p>
          <a:p xmlns:a="http://schemas.openxmlformats.org/drawingml/2006/main">
            <a:r>
              <a:t>両者から得た速度係数が一致するかを内部整合性として確認する。</a:t>
            </a:r>
          </a:p>
          <a:p xmlns:a="http://schemas.openxmlformats.org/drawingml/2006/main">
            <a:r>
              <a:t>電離分岐や重み付き粒子制御では系譜の退化が有効標本数を減らすため、単純な粒子数だけでは精度を判断できない。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RSEはrelative standard error、ESSはeffective sample size。</a:t>
            </a:r>
          </a:p>
          <a:p xmlns:a="http://schemas.openxmlformats.org/drawingml/2006/main">
            <a:r>
              <a:t>多数の重み付き粒子が同じ祖先から派生すると、見かけの粒子数より独立情報が少ない。</a:t>
            </a:r>
          </a:p>
          <a:p xmlns:a="http://schemas.openxmlformats.org/drawingml/2006/main">
            <a:r>
              <a:t>本データでは混合ガス12条件のうちEEDF・反応速度として採用可能な条件と、輸送係数まで収束した条件を分けて示す。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propagator法では位相空間セルの確率質量を未知量とし、短時間の遷移作用素を構成する。</a:t>
            </a:r>
          </a:p>
          <a:p xmlns:a="http://schemas.openxmlformats.org/drawingml/2006/main">
            <a:r>
              <a:t>電場加速はcharacteristicに沿ったセル間移送、衝突は角度・エネルギーの遷移として表現する。</a:t>
            </a:r>
          </a:p>
          <a:p xmlns:a="http://schemas.openxmlformats.org/drawingml/2006/main">
            <a:r>
              <a:t>現行実装はP1衝突閉包であり、two-termと独立な離散化だが、完全な高次角度散乱ではない。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非負遷移行列の主固有ベクトルが定常な確率分布を与える。成長・減衰がある場合はgを調整し、正規化されたモードを求める。</a:t>
            </a:r>
          </a:p>
          <a:p xmlns:a="http://schemas.openxmlformats.org/drawingml/2006/main">
            <a:r>
              <a:t>Cayley近似や作用素の積は内部実装名であり、説明の中心は定常確率分布と保存性である。</a:t>
            </a:r>
          </a:p>
          <a:p xmlns:a="http://schemas.openxmlformats.org/drawingml/2006/main">
            <a:r>
              <a:t>Monte Carloの標本化ノイズとは独立だが、格子と時間刻みの離散化誤差をもつ。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表はリポジトリのgrid-refinement qualification結果。δはmediumとfine格子の相対差。</a:t>
            </a:r>
          </a:p>
          <a:p xmlns:a="http://schemas.openxmlformats.org/drawingml/2006/main">
            <a:r>
              <a:t>propagatorはEEDFとflux driftの独立検算に有用だが、未提供・未検証のbulk diffusionやenergy transportを補間や推定で埋めてはならない。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手法間差を一つの数値へまとめず、入力・物理モデル・離散化・統計に分ける。</a:t>
            </a:r>
          </a:p>
          <a:p xmlns:a="http://schemas.openxmlformats.org/drawingml/2006/main">
            <a:r>
              <a:t>最終的な開発優先度は、物性qαの不確かさをCOMSOLのKPI感度へ伝播して決める。</a:t>
            </a:r>
          </a:p>
          <a:p xmlns:a="http://schemas.openxmlformats.org/drawingml/2006/main">
            <a:r>
              <a:t>同じ誤った断面積を全手法で使えば、全手法が一致する可能性がある。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コード内部ではschema v2、solve plan、canonical result、COMSOL input bundleなどの名称を使う。次ページで対応を示す。</a:t>
            </a:r>
          </a:p>
          <a:p xmlns:a="http://schemas.openxmlformats.org/drawingml/2006/main">
            <a:r>
              <a:t>重要なのは、未対応物理を暗黙に無視せず、fail・skip・明示的近似として記録することである。</a:t>
            </a:r>
          </a:p>
          <a:p xmlns:a="http://schemas.openxmlformats.org/drawingml/2006/main">
            <a:r>
              <a:t>結果には各計算法が各物理機能をどう扱ったかをメタデータとして残す。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この対応表は、実装レビューと物理レビューの言葉を合わせるためのもの。</a:t>
            </a:r>
          </a:p>
          <a:p xmlns:a="http://schemas.openxmlformats.org/drawingml/2006/main">
            <a:r>
              <a:t>以降のスライドでは、コード固有名を必要最小限にし、平易な物理用語を優先する。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断面積の出所と比較条件。O2の主比較はattachmentを落とした共通閉包であり、電気陰性プラズマの完全モデルではない。</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outputs/lxcat_swarm_validation/evaluation/README_ja.md</a:t>
            </a:r>
          </a:p>
          <a:p xmlns:a="http://schemas.openxmlformats.org/drawingml/2006/main">
            <a:r>
              <a:t>- outputs/lxcat_swarm_validation/raw_lxcat/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COMSOL解析分布は f0(ε)=g φ^(-3/2) β1 exp[-(εβ2/φ)^g]、p(ε)=√ε f0(ε) とした。</a:t>
            </a:r>
          </a:p>
          <a:p xmlns:a="http://schemas.openxmlformats.org/drawingml/2006/main">
            <a:r>
              <a:t>Maxwellianは g=1、β1=2.0729648968、β2=1.5。Druyvesteynは g=2、β1=0.5191252304、β2=0.7396687798。</a:t>
            </a:r>
          </a:p>
          <a:p xmlns:a="http://schemas.openxmlformats.org/drawingml/2006/main">
            <a:r>
              <a:t>φは各条件のtwo-term、Monte Carlo、propagator P1の平均エネルギーの算術平均。平均値を一致させ、分布形状だけを比較する。</a:t>
            </a:r>
          </a:p>
          <a:p xmlns:a="http://schemas.openxmlformats.org/drawingml/2006/main">
            <a:r>
              <a:t>解析分布に用いたφ: 10 Td: 5.354 eV / 100 Td: 6.922 eV / 1000 Td: 15.160 eV / 2500 Td: 35.333 eV</a:t>
            </a:r>
          </a:p>
          <a:p xmlns:a="http://schemas.openxmlformats.org/drawingml/2006/main">
            <a:r>
              <a:t>横軸は実エネルギー[eV]の線形目盛。縦軸は高エネルギー尾部を読めるようlog10確率密度とした。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純ArのEEDF距離。selected closureはqualified MCがある点ではMCを使用する。</a:t>
            </a:r>
          </a:p>
          <a:p xmlns:a="http://schemas.openxmlformats.org/drawingml/2006/main">
            <a:r>
              <a:t/>
            </a:r>
          </a:p>
          <a:p xmlns:a="http://schemas.openxmlformats.org/drawingml/2006/main">
            <a:r>
              <a:t>Sources:</a:t>
            </a:r>
          </a:p>
          <a:p xmlns:a="http://schemas.openxmlformats.org/drawingml/2006/main">
            <a:r>
              <a:t>- outputs/argon_gec_icp/eedf_comparison/eedf_comparison_metrics.csv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純Arの輸送比較。横軸はcampaign anchorであり、category spacingは対数間隔ではない。数値は元表のflux definitions。</a:t>
            </a:r>
          </a:p>
          <a:p xmlns:a="http://schemas.openxmlformats.org/drawingml/2006/main">
            <a:r>
              <a:t/>
            </a:r>
          </a:p>
          <a:p xmlns:a="http://schemas.openxmlformats.org/drawingml/2006/main">
            <a:r>
              <a:t>Sources:</a:t>
            </a:r>
          </a:p>
          <a:p xmlns:a="http://schemas.openxmlformats.org/drawingml/2006/main">
            <a:r>
              <a:t>- outputs/argon_gec_icp/two_term_tables_tail_converged/mixture_0000/transport_vs_en.csv</a:t>
            </a:r>
          </a:p>
          <a:p xmlns:a="http://schemas.openxmlformats.org/drawingml/2006/main">
            <a:r>
              <a:t>- outputs/argon_gec_icp/monte_carlo_tables/mixture_0000/transport_vs_en.csv</a:t>
            </a:r>
          </a:p>
          <a:p xmlns:a="http://schemas.openxmlformats.org/drawingml/2006/main">
            <a:r>
              <a:t>- outputs/argon_gec_icp/propagator_tables/mixture_0000/transport_vs_en.csv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Ar励起・電離rate。縦軸はlog10。rateの大きな変化はtail確率の増加と断面積kernelの重なりによる。</a:t>
            </a:r>
          </a:p>
          <a:p xmlns:a="http://schemas.openxmlformats.org/drawingml/2006/main">
            <a:r>
              <a:t/>
            </a:r>
          </a:p>
          <a:p xmlns:a="http://schemas.openxmlformats.org/drawingml/2006/main">
            <a:r>
              <a:t>Sources:</a:t>
            </a:r>
          </a:p>
          <a:p xmlns:a="http://schemas.openxmlformats.org/drawingml/2006/main">
            <a:r>
              <a:t>- outputs/argon_gec_icp/two_term_tables_tail_converged/mixture_0000/rates_vs_en.csv</a:t>
            </a:r>
          </a:p>
          <a:p xmlns:a="http://schemas.openxmlformats.org/drawingml/2006/main">
            <a:r>
              <a:t>- outputs/argon_gec_icp/monte_carlo_tables/mixture_0000/rates_vs_en.csv</a:t>
            </a:r>
          </a:p>
          <a:p xmlns:a="http://schemas.openxmlformats.org/drawingml/2006/main">
            <a:r>
              <a:t>- outputs/argon_gec_icp/propagator_tables/mixture_0000/rates_vs_en.csv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 campaignのquality。MC active-closure profileはCOMSOLで必要なEEDF/rate/transport subsetに対する適格性。</a:t>
            </a:r>
          </a:p>
          <a:p xmlns:a="http://schemas.openxmlformats.org/drawingml/2006/main">
            <a:r>
              <a:t/>
            </a:r>
          </a:p>
          <a:p xmlns:a="http://schemas.openxmlformats.org/drawingml/2006/main">
            <a:r>
              <a:t>Sources:</a:t>
            </a:r>
          </a:p>
          <a:p xmlns:a="http://schemas.openxmlformats.org/drawingml/2006/main">
            <a:r>
              <a:t>- outputs/argon_gec_icp/monte_carlo_tables/mixture_0000/quality.csv</a:t>
            </a:r>
          </a:p>
          <a:p xmlns:a="http://schemas.openxmlformats.org/drawingml/2006/main">
            <a:r>
              <a:t>- outputs/argon_gec_icp/propagator_tables/mixture_0000/quality.csv</a:t>
            </a:r>
          </a:p>
          <a:p xmlns:a="http://schemas.openxmlformats.org/drawingml/2006/main">
            <a:r>
              <a:t>- outputs/argon_gec_icp/comsol_monte_carlo_function_eedf/run_status.json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混合条件と物理的期待。O2 attachment sensitivityはtwo-termとpropagatorで別途評価する。</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outputs/lxcat_swarm_validation/evaluation/README_ja.md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COMSOL解析分布は f0(ε)=g φ^(-3/2) β1 exp[-(εβ2/φ)^g]、p(ε)=√ε f0(ε) とした。</a:t>
            </a:r>
          </a:p>
          <a:p xmlns:a="http://schemas.openxmlformats.org/drawingml/2006/main">
            <a:r>
              <a:t>Maxwellianは g=1、β1=2.0729648968、β2=1.5。Druyvesteynは g=2、β1=0.5191252304、β2=0.7396687798。</a:t>
            </a:r>
          </a:p>
          <a:p xmlns:a="http://schemas.openxmlformats.org/drawingml/2006/main">
            <a:r>
              <a:t>φは各条件のtwo-term、Monte Carlo、propagator P1の平均エネルギーの算術平均。平均値を一致させ、分布形状だけを比較する。</a:t>
            </a:r>
          </a:p>
          <a:p xmlns:a="http://schemas.openxmlformats.org/drawingml/2006/main">
            <a:r>
              <a:t>解析分布に用いたφ: 1 Td: 0.899 eV / 10 Td: 1.311 eV / 100 Td: 6.155 eV / 1000 Td: 14.900 eV</a:t>
            </a:r>
          </a:p>
          <a:p xmlns:a="http://schemas.openxmlformats.org/drawingml/2006/main">
            <a:r>
              <a:t>横軸は実エネルギー[eV]の線形目盛。縦軸は高エネルギー尾部を読めるようlog10確率密度とした。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Ar/N2のmean energy、TV、MC qualification。100 Tdはv8のexact-bin residence / piecewise-linear rate積分でactive closureを通過した。full transport failureはtime-horizonで、EEDF/rate閉包の不合格ではない。</a:t>
            </a:r>
          </a:p>
          <a:p xmlns:a="http://schemas.openxmlformats.org/drawingml/2006/main">
            <a:r>
              <a:t/>
            </a:r>
          </a:p>
          <a:p xmlns:a="http://schemas.openxmlformats.org/drawingml/2006/main">
            <a:r>
              <a:t>Sources:</a:t>
            </a:r>
          </a:p>
          <a:p xmlns:a="http://schemas.openxmlformats.org/drawingml/2006/main">
            <a:r>
              <a:t>- outputs/lxcat_swarm_validation/mc_refinement_v7/evaluation/ar_n2/eedf_comparison/eedf_comparison_metrics.csv</a:t>
            </a:r>
          </a:p>
          <a:p xmlns:a="http://schemas.openxmlformats.org/drawingml/2006/main">
            <a:r>
              <a:t>- outputs/lxcat_swarm_validation/mc_core_v8/evaluation/README_ja.md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COMSOL解析分布は f0(ε)=g φ^(-3/2) β1 exp[-(εβ2/φ)^g]、p(ε)=√ε f0(ε) とした。</a:t>
            </a:r>
          </a:p>
          <a:p xmlns:a="http://schemas.openxmlformats.org/drawingml/2006/main">
            <a:r>
              <a:t>Maxwellianは g=1、β1=2.0729648968、β2=1.5。Druyvesteynは g=2、β1=0.5191252304、β2=0.7396687798。</a:t>
            </a:r>
          </a:p>
          <a:p xmlns:a="http://schemas.openxmlformats.org/drawingml/2006/main">
            <a:r>
              <a:t>φは各条件のtwo-term、Monte Carlo、propagator P1の平均エネルギーの算術平均。平均値を一致させ、分布形状だけを比較する。</a:t>
            </a:r>
          </a:p>
          <a:p xmlns:a="http://schemas.openxmlformats.org/drawingml/2006/main">
            <a:r>
              <a:t>解析分布に用いたφ: 1 Td: 0.881 eV / 10 Td: 3.172 eV / 100 Td: 6.189 eV / 1000 Td: 15.216 eV</a:t>
            </a:r>
          </a:p>
          <a:p xmlns:a="http://schemas.openxmlformats.org/drawingml/2006/main">
            <a:r>
              <a:t>横軸は実エネルギー[eV]の線形目盛。縦軸は高エネルギー尾部を読めるようlog10確率密度とした。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O2のbinary dissociative attachment感度。three-body attachmentは誤用していない。MC attachment trajectory lossは未実装。</a:t>
            </a:r>
          </a:p>
          <a:p xmlns:a="http://schemas.openxmlformats.org/drawingml/2006/main">
            <a:r>
              <a:t/>
            </a:r>
          </a:p>
          <a:p xmlns:a="http://schemas.openxmlformats.org/drawingml/2006/main">
            <a:r>
              <a:t>Sources:</a:t>
            </a:r>
          </a:p>
          <a:p xmlns:a="http://schemas.openxmlformats.org/drawingml/2006/main">
            <a:r>
              <a:t>- outputs/lxcat_swarm_validation/evaluation/attachment_sensitivity.csv</a:t>
            </a:r>
          </a:p>
          <a:p xmlns:a="http://schemas.openxmlformats.org/drawingml/2006/main">
            <a:r>
              <a:t>- docs/physics_limitations.md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v7最終campaignへv8のAr/N2・Ar/Cl2 100 Td結果を反映した資格表。Ar/N2のactive closureはPASS。Ar/Cl2はgrowth整合にはPASSしたが、高閾値二重電離の未観測によりrare_tail軸が残る。full transportはdiffusion lagのtime_horizonを含む。</a:t>
            </a:r>
          </a:p>
          <a:p xmlns:a="http://schemas.openxmlformats.org/drawingml/2006/main">
            <a:r>
              <a:t/>
            </a:r>
          </a:p>
          <a:p xmlns:a="http://schemas.openxmlformats.org/drawingml/2006/main">
            <a:r>
              <a:t>Sources:</a:t>
            </a:r>
          </a:p>
          <a:p xmlns:a="http://schemas.openxmlformats.org/drawingml/2006/main">
            <a:r>
              <a:t>- outputs/lxcat_swarm_validation/mc_refinement_v7/evaluation/refinement/qualification_status.csv</a:t>
            </a:r>
          </a:p>
          <a:p xmlns:a="http://schemas.openxmlformats.org/drawingml/2006/main">
            <a:r>
              <a:t>- outputs/lxcat_swarm_validation/mc_core_v8/evaluation/metrics.csv</a:t>
            </a:r>
          </a:p>
          <a:p xmlns:a="http://schemas.openxmlformats.org/drawingml/2006/main">
            <a:r>
              <a:t>- outputs/lxcat_swarm_validation/mc_core_v8/evaluation/README_ja.md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Tdのmean energyとflux driftを、同一衝突集合を使う3 solverで比較。Ar/N2 MCはv8、Ar/O2 MCはv7 p2048 DBの100 Td scalar。O2はattachmentを除いた共通物理であり、電気陰性輸送の完全モデルではない。</a:t>
            </a:r>
          </a:p>
          <a:p xmlns:a="http://schemas.openxmlformats.org/drawingml/2006/main">
            <a:r>
              <a:t/>
            </a:r>
          </a:p>
          <a:p xmlns:a="http://schemas.openxmlformats.org/drawingml/2006/main">
            <a:r>
              <a:t>Sources:</a:t>
            </a:r>
          </a:p>
          <a:p xmlns:a="http://schemas.openxmlformats.org/drawingml/2006/main">
            <a:r>
              <a:t>- outputs/argon_gec_icp/*_tables/mixture_0000/transport_vs_en.csv</a:t>
            </a:r>
          </a:p>
          <a:p xmlns:a="http://schemas.openxmlformats.org/drawingml/2006/main">
            <a:r>
              <a:t>- outputs/lxcat_swarm_validation/tables/{two_term,propagator}/mixture_000{0,1}/transport_vs_en.csv</a:t>
            </a:r>
          </a:p>
          <a:p xmlns:a="http://schemas.openxmlformats.org/drawingml/2006/main">
            <a:r>
              <a:t>- outputs/lxcat_swarm_validation/mc_core_v8/ar_n2/aggregate/aggregate_scalars.csv</a:t>
            </a:r>
          </a:p>
          <a:p xmlns:a="http://schemas.openxmlformats.org/drawingml/2006/main">
            <a:r>
              <a:t>- outputs/lxcat_swarm_validation/mc_refinement_v7/ar_o2/p2048/monte_carlo.sqlite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Ar、Ar/N2、Ar/O2の共通E/N 1/10/100/1000 Tdについて、two_term、raw/selected MC、propagatorの全pairから最大TVを抽出した。O2はno-attachment共通物理。</a:t>
            </a:r>
          </a:p>
          <a:p xmlns:a="http://schemas.openxmlformats.org/drawingml/2006/main">
            <a:r>
              <a:t/>
            </a:r>
          </a:p>
          <a:p xmlns:a="http://schemas.openxmlformats.org/drawingml/2006/main">
            <a:r>
              <a:t>Sources:</a:t>
            </a:r>
          </a:p>
          <a:p xmlns:a="http://schemas.openxmlformats.org/drawingml/2006/main">
            <a:r>
              <a:t>- .tmp/swarm_physics_conference_20260914/build/conference_data.json</a:t>
            </a:r>
          </a:p>
          <a:p xmlns:a="http://schemas.openxmlformats.org/drawingml/2006/main">
            <a:r>
              <a:t>- outputs/lxcat_swarm_validation/evaluation/</a:t>
            </a:r>
          </a:p>
          <a:p xmlns:a="http://schemas.openxmlformats.org/drawingml/2006/main">
            <a:r>
              <a:t>- outputs/argon_gec_icp/eedf_comparison/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左のCOMSOL時間は同一モデルで比較可能。右のMC時間はAr/N2とAr/Cl2 campaignを同じホスト上で同時実行した実運用証拠であり、solver速度順位ではない。N2の低throughputは大きなunion-knot表の全process走査が支配する。</a:t>
            </a:r>
          </a:p>
          <a:p xmlns:a="http://schemas.openxmlformats.org/drawingml/2006/main">
            <a:r>
              <a:t/>
            </a:r>
          </a:p>
          <a:p xmlns:a="http://schemas.openxmlformats.org/drawingml/2006/main">
            <a:r>
              <a:t>Sources:</a:t>
            </a:r>
          </a:p>
          <a:p xmlns:a="http://schemas.openxmlformats.org/drawingml/2006/main">
            <a:r>
              <a:t>- outputs/argon_gec_icp/comsol_two_term_function_eedf/run_status.json</a:t>
            </a:r>
          </a:p>
          <a:p xmlns:a="http://schemas.openxmlformats.org/drawingml/2006/main">
            <a:r>
              <a:t>- outputs/argon_gec_icp/comsol_monte_carlo_function_eedf/run_status.json</a:t>
            </a:r>
          </a:p>
          <a:p xmlns:a="http://schemas.openxmlformats.org/drawingml/2006/main">
            <a:r>
              <a:t>- outputs/argon_gec_icp/comsol_propagator_function_eedf/run_status.json</a:t>
            </a:r>
          </a:p>
          <a:p xmlns:a="http://schemas.openxmlformats.org/drawingml/2006/main">
            <a:r>
              <a:t>- outputs/lxcat_swarm_validation/mc_core_v8/evaluation/metrics.csv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誤差予算の分類。最後の式は線形誤差伝播の概念式で、独立性がない場合は共分散項を含める。</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Godyak, Piejak &amp; Alexandrovich, Plasma Sources Sci. Technol. 11 (2002) 525–543. DOI:10.1088/0963-0252/11/4/320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電子数保存式と平均エネルギー保存式の係数として、Swarm由来の移動度、拡散、反応速度、EEDFを使う。</a:t>
            </a:r>
          </a:p>
          <a:p xmlns:a="http://schemas.openxmlformats.org/drawingml/2006/main">
            <a:r>
              <a:t>RF場、壁境界、重粒子化学、装置形状、時間発展はCOMSOL側の責任である。</a:t>
            </a:r>
          </a:p>
          <a:p xmlns:a="http://schemas.openxmlformats.org/drawingml/2006/main">
            <a:r>
              <a:t>比較では同一MPH・同一境界条件・同一反応集合を固定し、Swarm由来の物性入力だけを変える。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旧資料のbundleは、物性表とmanifestをまとめた『COMSOLへ渡す表一式』を意味する。</a:t>
            </a:r>
          </a:p>
          <a:p xmlns:a="http://schemas.openxmlformats.org/drawingml/2006/main">
            <a:r>
              <a:t>装置モデル側の変数tagや反応番号を物性表へ埋め込まず、個別MPHの対応設定に分離する。</a:t>
            </a:r>
          </a:p>
          <a:p xmlns:a="http://schemas.openxmlformats.org/drawingml/2006/main">
            <a:r>
              <a:t>外挿を許さず、E/Nまたは平均エネルギーが表の対応範囲外になった点を検出する。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COMSOLは局所平均エネルギーu-barを状態量としてもつため、E/N表を平均エネルギー軸へ写像して参照する。</a:t>
            </a:r>
          </a:p>
          <a:p xmlns:a="http://schemas.openxmlformats.org/drawingml/2006/main">
            <a:r>
              <a:t>補間後も確率質量1と平均エネルギーu-barを満たすように正規化・補正する。</a:t>
            </a:r>
          </a:p>
          <a:p xmlns:a="http://schemas.openxmlformats.org/drawingml/2006/main">
            <a:r>
              <a:t>TVはtotal variation distance。rate誤差は対象反応速度の補間誤差。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エネルギー軸は0–300 eVの線形目盛。13条件は1、2、3、5、10、20、30、50、100、300、1000、1500、2500 Td。</a:t>
            </a:r>
          </a:p>
          <a:p xmlns:a="http://schemas.openxmlformats.org/drawingml/2006/main">
            <a:r>
              <a:t>E/N上昇に伴い確率質量が高エネルギー側へ連続移動する。</a:t>
            </a:r>
          </a:p>
          <a:p xmlns:a="http://schemas.openxmlformats.org/drawingml/2006/main">
            <a:r>
              <a:t>z軸はlog10 p(ε)で、表示下限は10^-8 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エネルギー軸は0–300 eVの線形目盛。13条件は1、2、3、5、10、20、30、50、100、300、1000、1500、2500 Td。</a:t>
            </a:r>
          </a:p>
          <a:p xmlns:a="http://schemas.openxmlformats.org/drawingml/2006/main">
            <a:r>
              <a:t>各E/N条件を対応する平均エネルギーへ再標識した。COMSOLの平均エネルギー参照表の物理的意味を示す。</a:t>
            </a:r>
          </a:p>
          <a:p xmlns:a="http://schemas.openxmlformats.org/drawingml/2006/main">
            <a:r>
              <a:t>z軸はlog10 p(ε)で、表示下限は10^-8 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GEC ICPの軸対称計算領域と運転条件。Qrhはoriginal COMSOLの1 ms result。originalは保存解が1 msまでで、Swarm閉包ケースは10 msまであるため、空間比較はすべてexact transient interpolationの1 msに統一した。図示には4545節点からmodified Shepard法で補間したが、ピーク値・積分値・差分統計は元節点またはCOMSOL積分演算子から得た。</a:t>
            </a:r>
          </a:p>
          <a:p xmlns:a="http://schemas.openxmlformats.org/drawingml/2006/main">
            <a:r>
              <a:t/>
            </a:r>
          </a:p>
          <a:p xmlns:a="http://schemas.openxmlformats.org/drawingml/2006/main">
            <a:r>
              <a:t>Sources:</a:t>
            </a:r>
          </a:p>
          <a:p xmlns:a="http://schemas.openxmlformats.org/drawingml/2006/main">
            <a:r>
              <a:t>- Hargis et al., Rev. Sci. Instrum. 65 (1994) 140–154. DOI:10.1063/1.1144770</a:t>
            </a:r>
          </a:p>
          <a:p xmlns:a="http://schemas.openxmlformats.org/drawingml/2006/main">
            <a:r>
              <a:t>- Miller et al., J. Res. NIST 100 (1995) 427–439. DOI:10.6028/jres.100.032</a:t>
            </a:r>
          </a:p>
          <a:p xmlns:a="http://schemas.openxmlformats.org/drawingml/2006/main">
            <a:r>
              <a:t>- COMSOL 6.4 Application Library: Argon GEC ICP, argon_gec_icp.html</a:t>
            </a:r>
          </a:p>
          <a:p xmlns:a="http://schemas.openxmlformats.org/drawingml/2006/main">
            <a:r>
              <a:t>- outputs/argon_gec_icp/comparison_exports/original/fields_common_time.csv</a:t>
            </a:r>
          </a:p>
          <a:p xmlns:a="http://schemas.openxmlformats.org/drawingml/2006/main">
            <a:r>
              <a:t>- outputs/argon_gec_icp/comsol_model_comparison/icp_stationarity_summary.csv</a:t>
            </a:r>
          </a:p>
          <a:p xmlns:a="http://schemas.openxmlformats.org/drawingml/2006/main">
            <a:r>
              <a:t>- docs/comsol_gec_icp.md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標準COMSOLケースとSwarm入力ケースの差は、EEDF familyと電子輸送係数の与え方を含む。</a:t>
            </a:r>
          </a:p>
          <a:p xmlns:a="http://schemas.openxmlformats.org/drawingml/2006/main">
            <a:r>
              <a:t>3つのSwarm入力ケース間では同じ反応集合、RF、壁境界、メッシュ、比較時刻を固定する。</a:t>
            </a:r>
          </a:p>
          <a:p xmlns:a="http://schemas.openxmlformats.org/drawingml/2006/main">
            <a:r>
              <a:t>diffusionはEinstein関係を共通に使うため、3 Swarm入力間の独立な拡散係数比較ではない。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電子密度 nₑ：originalは高密度、3つのkinetic閉包は相互に近い。各カラーマップは全4545共通節点をmodified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電子平均エネルギー：kinetic EEDFで高エネルギー領域が拡大。各カラーマップは全4545共通節点をmodified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 metastable：tail積分と過渡蓄積が空間差を増幅。各カラーマップは全4545共通節点をmodified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Ar⁺：電子密度応答を追随し、壁近傍で準中性から外れる。各カラーマップは全4545共通節点をmodified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RF吸収 Qrh：kinetic transportがconductivityと場を自己整合に変更。各カラーマップは全4545共通節点をmodified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2Dカラーマップの読みを定量化するwafer面line-out。z=0の保存節点だけを使用し、画像補間値は使っていない。geometry corner側の最外点r=8.28 cmは除外し、r≤8.0 cmを比較した。densityとAr*はshape comparisonのためcaseごとにr=0値で規格化し、mean energyは絶対値を示す。</a:t>
            </a:r>
          </a:p>
          <a:p xmlns:a="http://schemas.openxmlformats.org/drawingml/2006/main">
            <a:r>
              <a:t/>
            </a:r>
          </a:p>
          <a:p xmlns:a="http://schemas.openxmlformats.org/drawingml/2006/main">
            <a:r>
              <a:t>Sources:</a:t>
            </a:r>
          </a:p>
          <a:p xmlns:a="http://schemas.openxmlformats.org/drawingml/2006/main">
            <a:r>
              <a:t>- .tmp/swarm_physics_conference_20260914/build/conference_data.json</a:t>
            </a:r>
          </a:p>
          <a:p xmlns:a="http://schemas.openxmlformats.org/drawingml/2006/main">
            <a:r>
              <a:t>- outputs/argon_gec_icp/comparison_exports/*/fields_common_time.csv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r=0のaxis line-out。電子密度、Ar*、RF吸収密度を同じz座標で比較する。Qrh=0近傍のみ表示上10^-6 W/m3へfloorし、元データと積分値は変更していない。</a:t>
            </a:r>
          </a:p>
          <a:p xmlns:a="http://schemas.openxmlformats.org/drawingml/2006/main">
            <a:r>
              <a:t/>
            </a:r>
          </a:p>
          <a:p xmlns:a="http://schemas.openxmlformats.org/drawingml/2006/main">
            <a:r>
              <a:t>Sources:</a:t>
            </a:r>
          </a:p>
          <a:p xmlns:a="http://schemas.openxmlformats.org/drawingml/2006/main">
            <a:r>
              <a:t>- .tmp/swarm_physics_conference_20260914/build/conference_data.json</a:t>
            </a:r>
          </a:p>
          <a:p xmlns:a="http://schemas.openxmlformats.org/drawingml/2006/main">
            <a:r>
              <a:t>- outputs/argon_gec_icp/comparison_exports/*/fields_common_time.csv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I：電子密度。差分画像は1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II：電子平均エネルギー。差分画像は1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III：Ar* metastable。差分画像は1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IV：Ar⁺。差分画像は1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V：RF吸収密度。差分画像は1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COMSOL基準の空間差。対称相対差は±100%に有界だが、双方が小さい領域では物理的重要度を表さない。したがってCOMSOL積分演算子によるinventory/Pabsのsigned changeを併記する。</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msの同時刻積分量。3つのFunction EEDF casesは10 ms terminalでstationarity acceptedだが、originalは1 msまでしか保存されず、metastable inventoryがこの時刻でstationarity gate未通過。この表は厳密な同時刻比較であり、全ケース定常比較ではない。</a:t>
            </a:r>
          </a:p>
          <a:p xmlns:a="http://schemas.openxmlformats.org/drawingml/2006/main">
            <a:r>
              <a:t/>
            </a:r>
          </a:p>
          <a:p xmlns:a="http://schemas.openxmlformats.org/drawingml/2006/main">
            <a:r>
              <a:t>Sources:</a:t>
            </a:r>
          </a:p>
          <a:p xmlns:a="http://schemas.openxmlformats.org/drawingml/2006/main">
            <a:r>
              <a:t>- outputs/argon_gec_icp/comsol_model_comparison/icp_comparison_summary.csv</a:t>
            </a:r>
          </a:p>
          <a:p xmlns:a="http://schemas.openxmlformats.org/drawingml/2006/main">
            <a:r>
              <a:t>- outputs/argon_gec_icp/comsol_model_comparison/icp_stationarity_summary.csv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histories。originalは1 msまで、Function EEDF casesは10 msまで。Ar* gate failureによりoriginalをstationary baselineとは扱わない。</a:t>
            </a:r>
          </a:p>
          <a:p xmlns:a="http://schemas.openxmlformats.org/drawingml/2006/main">
            <a:r>
              <a:t/>
            </a:r>
          </a:p>
          <a:p xmlns:a="http://schemas.openxmlformats.org/drawingml/2006/main">
            <a:r>
              <a:t>Sources:</a:t>
            </a:r>
          </a:p>
          <a:p xmlns:a="http://schemas.openxmlformats.org/drawingml/2006/main">
            <a:r>
              <a:t>- outputs/argon_gec_icp/comparison_exports/*/volume_time_series.csv</a:t>
            </a:r>
          </a:p>
          <a:p xmlns:a="http://schemas.openxmlformats.org/drawingml/2006/main">
            <a:r>
              <a:t>- outputs/argon_gec_icp/comsol_model_comparison/icp_stationarity_summary.csv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同時刻1 ms比較。originalはstationarity未達なので、モデルfamily差の瞬時比較としてのみ解釈する。</a:t>
            </a:r>
          </a:p>
          <a:p xmlns:a="http://schemas.openxmlformats.org/drawingml/2006/main">
            <a:r>
              <a:t/>
            </a:r>
          </a:p>
          <a:p xmlns:a="http://schemas.openxmlformats.org/drawingml/2006/main">
            <a:r>
              <a:t>Sources:</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CCPの入力契約。two-term/propagatorとMCではreaction/elastic-loss materializationが異なる。</a:t>
            </a:r>
          </a:p>
          <a:p xmlns:a="http://schemas.openxmlformats.org/drawingml/2006/main">
            <a:r>
              <a:t/>
            </a:r>
          </a:p>
          <a:p xmlns:a="http://schemas.openxmlformats.org/drawingml/2006/main">
            <a:r>
              <a:t>Sources:</a:t>
            </a:r>
          </a:p>
          <a:p xmlns:a="http://schemas.openxmlformats.org/drawingml/2006/main">
            <a:r>
              <a:t>- COMSOL 6.4 Application Library: GEC CCP Reactor, argon_gec_ccp.html</a:t>
            </a:r>
          </a:p>
          <a:p xmlns:a="http://schemas.openxmlformats.org/drawingml/2006/main">
            <a:r>
              <a:t>- docs/comsol_gec_ccp.md</a:t>
            </a:r>
          </a:p>
          <a:p xmlns:a="http://schemas.openxmlformats.org/drawingml/2006/main">
            <a:r>
              <a:t>- config/comsol/argon_gec_ccp_two_term_map.yaml</a:t>
            </a:r>
          </a:p>
          <a:p xmlns:a="http://schemas.openxmlformats.org/drawingml/2006/main">
            <a:r>
              <a:t>- config/comsol/argon_gec_ccp_monte_carlo_map.yaml</a:t>
            </a:r>
          </a:p>
          <a:p xmlns:a="http://schemas.openxmlformats.org/drawingml/2006/main">
            <a:r>
              <a:t>- config/comsol/argon_gec_ccp_propagator_map.yaml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保存済みCCP検証図を再確認した。100 Tdの平均エネルギーはMonte Carlo 6.919 eV、two-term 6.931 eV。</a:t>
            </a:r>
          </a:p>
          <a:p xmlns:a="http://schemas.openxmlformats.org/drawingml/2006/main">
            <a:r>
              <a:t>左は解析分布をMC平均に、右はtwo-term平均に一致させた比較。横軸は0–約83 eVの線形目盛。</a:t>
            </a:r>
          </a:p>
          <a:p xmlns:a="http://schemas.openxmlformats.org/drawingml/2006/main">
            <a:r>
              <a:t>historical CCP licensed spatial runにはpropagator P1が含まれないため、このスライドはtwo-termとMonte Carloを示す。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左からOriginal COMSOL built-in Druyvesteyn、two-term Swarm、Monte Carlo Swarm。</a:t>
            </a:r>
          </a:p>
          <a:p xmlns:a="http://schemas.openxmlformats.org/drawingml/2006/main">
            <a:r>
              <a:t>同一MPH、同一1 W条件、同一period-average、共通1520節点で比較。</a:t>
            </a:r>
          </a:p>
          <a:p xmlns:a="http://schemas.openxmlformats.org/drawingml/2006/main">
            <a:r>
              <a:t>relative L2 differenceは0.4179と0.4044。max n_eは標準2.230e15、two-term 1.462e15、MC 1.501e15 m^-3。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relative L2 differenceは0.2395と0.2373。</a:t>
            </a:r>
          </a:p>
          <a:p xmlns:a="http://schemas.openxmlformats.org/drawingml/2006/main">
            <a:r>
              <a:t>global maxは標準18.9706 eV、two-term 15.1625 eV、MC 15.2088 eV。</a:t>
            </a:r>
          </a:p>
          <a:p xmlns:a="http://schemas.openxmlformats.org/drawingml/2006/main">
            <a:r>
              <a:t>局所的なbulkの増減とglobal maximumの変化は区別して読む。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relative L2 differenceは0.3187と0.3171。</a:t>
            </a:r>
          </a:p>
          <a:p xmlns:a="http://schemas.openxmlformats.org/drawingml/2006/main">
            <a:r>
              <a:t>標準範囲は-75.8465～27.3316 V、two-termは-52.3754～35.4609 V、MCは-52.4906～35.3537 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GEC CCPの保存済み比較結果を定量要約した。</a:t>
            </a:r>
          </a:p>
          <a:p xmlns:a="http://schemas.openxmlformats.org/drawingml/2006/main">
            <a:r>
              <a:t>P1はSwarm表・bundleがあることと、licensed COMSOL空間solve結果があることを区別した。後者はhistorical result setに含まれない。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Swarm計算は電子反応源・輸送係数のモデルリスクを評価するもので、ウェハ結果を直接予測するものではない。</a:t>
            </a:r>
          </a:p>
          <a:p xmlns:a="http://schemas.openxmlformats.org/drawingml/2006/main">
            <a:r>
              <a:t>装置判断にはCOMSOLの空間分布、表面反応、シース、実験診断を組み合わせる。</a:t>
            </a:r>
          </a:p>
          <a:p xmlns:a="http://schemas.openxmlformats.org/drawingml/2006/main">
            <a:r>
              <a:t>有用性が高いのは、反応閾値、付着、輸送、非局所性のどれがKPIを支配するかを絞る場面である。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λeは電子の代表平均自由行程、Lは装置場・密度の勾配長。νmは運動量移行衝突周波数。</a:t>
            </a:r>
          </a:p>
          <a:p xmlns:a="http://schemas.openxmlformats.org/drawingml/2006/main">
            <a:r>
              <a:t>ωRFは駆動角周波数、ωceは電子サイクロトロン周波数。</a:t>
            </a:r>
          </a:p>
          <a:p xmlns:a="http://schemas.openxmlformats.org/drawingml/2006/main">
            <a:r>
              <a:t>Aは二項近似の角度切断を測る一つの指標。実際には対象観測量のLmax収束で確認する。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本スライドは装置開発での推奨運用。旧資料の内部処理名を外し、意思決定に必要な順序へ並べた。</a:t>
            </a:r>
          </a:p>
          <a:p xmlns:a="http://schemas.openxmlformats.org/drawingml/2006/main">
            <a:r>
              <a:t>実験差が残る場合は、solverを変える前に断面積、化学、局所近似、壁境界、診断解釈へ戻る。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純Ar・混合ガス・GEC ICP・保存済みGEC CCPの結果を要約した。</a:t>
            </a:r>
          </a:p>
          <a:p xmlns:a="http://schemas.openxmlformats.org/drawingml/2006/main">
            <a:r>
              <a:t>CCPは標準COMSOL、two-term、Monte Carloのperiod-average結果を確認済み。propagator P1の空間solveは別途必要。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電子Swarm理論・数値法の主要文献。</a:t>
            </a:r>
          </a:p>
          <a:p xmlns:a="http://schemas.openxmlformats.org/drawingml/2006/main">
            <a:r>
              <a:t/>
            </a:r>
          </a:p>
          <a:p xmlns:a="http://schemas.openxmlformats.org/drawingml/2006/main">
            <a:r>
              <a:t>Sources:</a:t>
            </a:r>
          </a:p>
          <a:p xmlns:a="http://schemas.openxmlformats.org/drawingml/2006/main">
            <a:r>
              <a:t>- Hagelaar &amp; Pitchford, Plasma Sources Sci. Technol. 14 (2005) 722–733. DOI:10.1088/0963-0252/14/4/011</a:t>
            </a:r>
          </a:p>
          <a:p xmlns:a="http://schemas.openxmlformats.org/drawingml/2006/main">
            <a:r>
              <a:t>- Pitchford et al., Plasma Process. Polym. 14 (2017) 1600098. DOI:10.1002/ppap.201600098</a:t>
            </a:r>
          </a:p>
          <a:p xmlns:a="http://schemas.openxmlformats.org/drawingml/2006/main">
            <a:r>
              <a:t>- Leyh, Loffhagen &amp; Winkler, Comput. Phys. Commun. 113 (1998) 33–48. DOI:10.1016/S0010-4655(98)00062-9</a:t>
            </a:r>
          </a:p>
          <a:p xmlns:a="http://schemas.openxmlformats.org/drawingml/2006/main">
            <a:r>
              <a:t>- White, Robson &amp; Ness, Phys. Rev. E 60 (1999) 7457. DOI:10.1103/PhysRevE.60.7457</a:t>
            </a:r>
          </a:p>
          <a:p xmlns:a="http://schemas.openxmlformats.org/drawingml/2006/main">
            <a:r>
              <a:t>- Longo, Plasma Sources Sci. Technol. 15 (2006) S181–S188. DOI:10.1088/0963-0252/15/4/S04</a:t>
            </a:r>
          </a:p>
          <a:p xmlns:a="http://schemas.openxmlformats.org/drawingml/2006/main">
            <a:r>
              <a:t>- Longo &amp; Diomede, Eur. Phys. J. Appl. Phys. 26 (2004). DOI:10.1051/epjap:2004030</a:t>
            </a:r>
          </a:p>
          <a:p xmlns:a="http://schemas.openxmlformats.org/drawingml/2006/main">
            <a:r>
              <a:t>- Scharfetter &amp; Gummel, IEEE Trans. Electron Devices 16 (1969) 64–77. DOI:10.1109/T-ED.1969.16566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GEC reactor、nonlocal kinetics、COMSOL公式資料およびリポジトリ内一次データ。</a:t>
            </a:r>
          </a:p>
          <a:p xmlns:a="http://schemas.openxmlformats.org/drawingml/2006/main">
            <a:r>
              <a:t/>
            </a:r>
          </a:p>
          <a:p xmlns:a="http://schemas.openxmlformats.org/drawingml/2006/main">
            <a:r>
              <a:t>Sources:</a:t>
            </a:r>
          </a:p>
          <a:p xmlns:a="http://schemas.openxmlformats.org/drawingml/2006/main">
            <a:r>
              <a:t>- Hargis et al., Rev. Sci. Instrum. 65 (1994) 140–154. DOI:10.1063/1.1144770</a:t>
            </a:r>
          </a:p>
          <a:p xmlns:a="http://schemas.openxmlformats.org/drawingml/2006/main">
            <a:r>
              <a:t>- Miller et al., J. Res. NIST 100 (1995) 427–439. DOI:10.6028/jres.100.032</a:t>
            </a:r>
          </a:p>
          <a:p xmlns:a="http://schemas.openxmlformats.org/drawingml/2006/main">
            <a:r>
              <a:t>- Godyak, Piejak &amp; Alexandrovich, Plasma Sources Sci. Technol. 11 (2002) 525–543. DOI:10.1088/0963-0252/11/4/320</a:t>
            </a:r>
          </a:p>
          <a:p xmlns:a="http://schemas.openxmlformats.org/drawingml/2006/main">
            <a:r>
              <a:t>- Godyak &amp; Kolobov, Phys. Rev. Lett. 81 (1998) 369. DOI:10.1103/PhysRevLett.81.369</a:t>
            </a:r>
          </a:p>
          <a:p xmlns:a="http://schemas.openxmlformats.org/drawingml/2006/main">
            <a:r>
              <a:t>- Godyak et al., Phys. Rev. E 64 (2001) 026406. DOI:10.1103/PhysRevE.64.026406</a:t>
            </a:r>
          </a:p>
          <a:p xmlns:a="http://schemas.openxmlformats.org/drawingml/2006/main">
            <a:r>
              <a:t>- COMSOL 6.4 Application Library: Argon GEC ICP, argon_gec_icp.html</a:t>
            </a:r>
          </a:p>
          <a:p xmlns:a="http://schemas.openxmlformats.org/drawingml/2006/main">
            <a:r>
              <a:t>- COMSOL 6.4 Application Library: GEC CCP Reactor, argon_gec_ccp.html</a:t>
            </a:r>
          </a:p>
          <a:p xmlns:a="http://schemas.openxmlformats.org/drawingml/2006/main">
            <a:r>
              <a:t>- docs/comsol_workflow.md</a:t>
            </a:r>
          </a:p>
          <a:p xmlns:a="http://schemas.openxmlformats.org/drawingml/2006/main">
            <a:r>
              <a:t>- outputs/argon_gec_icp/</a:t>
            </a:r>
          </a:p>
          <a:p xmlns:a="http://schemas.openxmlformats.org/drawingml/2006/main">
            <a:r>
              <a:t>- outputs/lxcat_swarm_validation/evaluation/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3ebf4dfc294e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fd757b7c754c3c" /><Relationship Type="http://schemas.openxmlformats.org/officeDocument/2006/relationships/slideLayout" Target="/ppt/slideLayouts/slideLayout1.xml" Id="R05331a48ae3243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331a48ae3243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030a84b6a741ea" /><Relationship Type="http://schemas.openxmlformats.org/officeDocument/2006/relationships/image" Target="/ppt/media/image.png" Id="R536460d06f9a4391" /><Relationship Type="http://schemas.openxmlformats.org/officeDocument/2006/relationships/image" Target="/ppt/media/image2.png" Id="R686557cc869249ac" /><Relationship Type="http://schemas.openxmlformats.org/officeDocument/2006/relationships/notesSlide" Target="/ppt/notesSlides/notesSlide1.xml" Id="R4ce0c9c596f043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dd9b87901d4343" /><Relationship Type="http://schemas.openxmlformats.org/officeDocument/2006/relationships/notesSlide" Target="/ppt/notesSlides/notesSlide2.xml" Id="R32a55909a3044a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ef1f0bdb9940ff" /><Relationship Type="http://schemas.openxmlformats.org/officeDocument/2006/relationships/notesSlide" Target="/ppt/notesSlides/notesSlide3.xml" Id="R8c2a6f8d727742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4c4f1a5127404f" /><Relationship Type="http://schemas.openxmlformats.org/officeDocument/2006/relationships/notesSlide" Target="/ppt/notesSlides/notesSlide4.xml" Id="R599a41b18c3a42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19c943afd3405e" /><Relationship Type="http://schemas.openxmlformats.org/officeDocument/2006/relationships/chart" Target="/ppt/slides/charts/chart1.xml" Id="Rf27eda1bbb8a4e86" /><Relationship Type="http://schemas.openxmlformats.org/officeDocument/2006/relationships/notesSlide" Target="/ppt/notesSlides/notesSlide5.xml" Id="R9b04c488873340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a8626864d34f0e" /><Relationship Type="http://schemas.openxmlformats.org/officeDocument/2006/relationships/notesSlide" Target="/ppt/notesSlides/notesSlide6.xml" Id="Rfdf6c7ff0b994c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6567bae7624189" /><Relationship Type="http://schemas.openxmlformats.org/officeDocument/2006/relationships/notesSlide" Target="/ppt/notesSlides/notesSlide7.xml" Id="R59ae5121d6b846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d3ed3cd5af4cb4" /><Relationship Type="http://schemas.openxmlformats.org/officeDocument/2006/relationships/notesSlide" Target="/ppt/notesSlides/notesSlide8.xml" Id="Rd129dba402c543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1daa461d4e465d" /><Relationship Type="http://schemas.openxmlformats.org/officeDocument/2006/relationships/notesSlide" Target="/ppt/notesSlides/notesSlide9.xml" Id="R7ad3e08877d543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e5bb607230409b" /><Relationship Type="http://schemas.openxmlformats.org/officeDocument/2006/relationships/notesSlide" Target="/ppt/notesSlides/notesSlide10.xml" Id="R7516748bd87a49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6559d09ab74220" /><Relationship Type="http://schemas.openxmlformats.org/officeDocument/2006/relationships/notesSlide" Target="/ppt/notesSlides/notesSlide11.xml" Id="Rd1f46ef9361d43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e77d05dac44b5e" /><Relationship Type="http://schemas.openxmlformats.org/officeDocument/2006/relationships/notesSlide" Target="/ppt/notesSlides/notesSlide12.xml" Id="Rd460271ef65a47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e04ed19eda4f09" /><Relationship Type="http://schemas.openxmlformats.org/officeDocument/2006/relationships/notesSlide" Target="/ppt/notesSlides/notesSlide13.xml" Id="Rdab410b6c0cc4d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bc0c97e0984f4e" /><Relationship Type="http://schemas.openxmlformats.org/officeDocument/2006/relationships/notesSlide" Target="/ppt/notesSlides/notesSlide14.xml" Id="R90d4987358c748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6fe831eb6804e60" /><Relationship Type="http://schemas.openxmlformats.org/officeDocument/2006/relationships/notesSlide" Target="/ppt/notesSlides/notesSlide15.xml" Id="R2e1344a32ae941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f74b1633a794a76" /><Relationship Type="http://schemas.openxmlformats.org/officeDocument/2006/relationships/notesSlide" Target="/ppt/notesSlides/notesSlide16.xml" Id="Rc84af2757ef94a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4d362ee706470c" /><Relationship Type="http://schemas.openxmlformats.org/officeDocument/2006/relationships/notesSlide" Target="/ppt/notesSlides/notesSlide17.xml" Id="R4d6ed8f042c044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44f8c8c047f4414" /><Relationship Type="http://schemas.openxmlformats.org/officeDocument/2006/relationships/notesSlide" Target="/ppt/notesSlides/notesSlide18.xml" Id="Red49f0a34da143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959b83d944548c6" /><Relationship Type="http://schemas.openxmlformats.org/officeDocument/2006/relationships/notesSlide" Target="/ppt/notesSlides/notesSlide19.xml" Id="R2db7879faf7a4f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b6f084365114b69" /><Relationship Type="http://schemas.openxmlformats.org/officeDocument/2006/relationships/notesSlide" Target="/ppt/notesSlides/notesSlide20.xml" Id="R094c338e2a544be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45dfcc95f9745a9" /><Relationship Type="http://schemas.openxmlformats.org/officeDocument/2006/relationships/notesSlide" Target="/ppt/notesSlides/notesSlide21.xml" Id="R44036a34c94a4ec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37330229a244556" /><Relationship Type="http://schemas.openxmlformats.org/officeDocument/2006/relationships/notesSlide" Target="/ppt/notesSlides/notesSlide22.xml" Id="Rfb5e3f0df62d427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a2b6a98c52b4a2e" /><Relationship Type="http://schemas.openxmlformats.org/officeDocument/2006/relationships/notesSlide" Target="/ppt/notesSlides/notesSlide23.xml" Id="R7c9d6c715dc94cc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fd30bf994b94bff" /><Relationship Type="http://schemas.openxmlformats.org/officeDocument/2006/relationships/notesSlide" Target="/ppt/notesSlides/notesSlide24.xml" Id="R86ace98ad61b41a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f3a6a5e5feb4d02" /><Relationship Type="http://schemas.openxmlformats.org/officeDocument/2006/relationships/notesSlide" Target="/ppt/notesSlides/notesSlide25.xml" Id="R3cd0bb8089e2467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357ec8ed3c747d9" /><Relationship Type="http://schemas.openxmlformats.org/officeDocument/2006/relationships/notesSlide" Target="/ppt/notesSlides/notesSlide26.xml" Id="Rd51bc44c261c4a7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df10a5be15e44d4" /><Relationship Type="http://schemas.openxmlformats.org/officeDocument/2006/relationships/chart" Target="/ppt/slides/charts/chart2.xml" Id="Rfc7be994546b4cb8" /><Relationship Type="http://schemas.openxmlformats.org/officeDocument/2006/relationships/chart" Target="/ppt/slides/charts/chart3.xml" Id="Raa1f3873d5da401a" /><Relationship Type="http://schemas.openxmlformats.org/officeDocument/2006/relationships/chart" Target="/ppt/slides/charts/chart4.xml" Id="R2590f096a9c84e0b" /><Relationship Type="http://schemas.openxmlformats.org/officeDocument/2006/relationships/chart" Target="/ppt/slides/charts/chart5.xml" Id="R5a6bea01073b4bb7" /><Relationship Type="http://schemas.openxmlformats.org/officeDocument/2006/relationships/notesSlide" Target="/ppt/notesSlides/notesSlide27.xml" Id="R1434346e08b4489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40a1ea5c74b44d7" /><Relationship Type="http://schemas.openxmlformats.org/officeDocument/2006/relationships/chart" Target="/ppt/slides/charts/chart6.xml" Id="Rcda5afaafca54964" /><Relationship Type="http://schemas.openxmlformats.org/officeDocument/2006/relationships/notesSlide" Target="/ppt/notesSlides/notesSlide28.xml" Id="R5982debc2fea434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0f7ef42aa2945e8" /><Relationship Type="http://schemas.openxmlformats.org/officeDocument/2006/relationships/chart" Target="/ppt/slides/charts/chart7.xml" Id="Re06e4dda9ea04677" /><Relationship Type="http://schemas.openxmlformats.org/officeDocument/2006/relationships/chart" Target="/ppt/slides/charts/chart8.xml" Id="R553ef6646895407f" /><Relationship Type="http://schemas.openxmlformats.org/officeDocument/2006/relationships/notesSlide" Target="/ppt/notesSlides/notesSlide29.xml" Id="R89189a09a8604fc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379ae2f543e4c00" /><Relationship Type="http://schemas.openxmlformats.org/officeDocument/2006/relationships/chart" Target="/ppt/slides/charts/chart9.xml" Id="R9590d28508c54ff7" /><Relationship Type="http://schemas.openxmlformats.org/officeDocument/2006/relationships/chart" Target="/ppt/slides/charts/chart10.xml" Id="R8545eed1cfca4090" /><Relationship Type="http://schemas.openxmlformats.org/officeDocument/2006/relationships/notesSlide" Target="/ppt/notesSlides/notesSlide30.xml" Id="Rb3e9b1f8fddd4d7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c2095bececa49b0" /><Relationship Type="http://schemas.openxmlformats.org/officeDocument/2006/relationships/notesSlide" Target="/ppt/notesSlides/notesSlide31.xml" Id="Ra76be6d7f8f746f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71444187f004d2f" /><Relationship Type="http://schemas.openxmlformats.org/officeDocument/2006/relationships/notesSlide" Target="/ppt/notesSlides/notesSlide32.xml" Id="Rd8ff2d2d94ec46b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756c41c384a4c0d" /><Relationship Type="http://schemas.openxmlformats.org/officeDocument/2006/relationships/chart" Target="/ppt/slides/charts/chart11.xml" Id="R43a73b989a2e4008" /><Relationship Type="http://schemas.openxmlformats.org/officeDocument/2006/relationships/chart" Target="/ppt/slides/charts/chart12.xml" Id="Rf30b3470f0c14fb0" /><Relationship Type="http://schemas.openxmlformats.org/officeDocument/2006/relationships/chart" Target="/ppt/slides/charts/chart13.xml" Id="R42b8ce3ec3ad4255" /><Relationship Type="http://schemas.openxmlformats.org/officeDocument/2006/relationships/chart" Target="/ppt/slides/charts/chart14.xml" Id="R1fe5b69b18084f9d" /><Relationship Type="http://schemas.openxmlformats.org/officeDocument/2006/relationships/notesSlide" Target="/ppt/notesSlides/notesSlide33.xml" Id="Ra60e67f6065d4ae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de1f1d7aa7448c0" /><Relationship Type="http://schemas.openxmlformats.org/officeDocument/2006/relationships/chart" Target="/ppt/slides/charts/chart15.xml" Id="R132adfedf3714746" /><Relationship Type="http://schemas.openxmlformats.org/officeDocument/2006/relationships/chart" Target="/ppt/slides/charts/chart16.xml" Id="Rc921115613844eba" /><Relationship Type="http://schemas.openxmlformats.org/officeDocument/2006/relationships/notesSlide" Target="/ppt/notesSlides/notesSlide34.xml" Id="R56a1006452a5484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17a4c1f04944e6e" /><Relationship Type="http://schemas.openxmlformats.org/officeDocument/2006/relationships/chart" Target="/ppt/slides/charts/chart17.xml" Id="R9e722166180d4a97" /><Relationship Type="http://schemas.openxmlformats.org/officeDocument/2006/relationships/chart" Target="/ppt/slides/charts/chart18.xml" Id="R9551f537139b4b13" /><Relationship Type="http://schemas.openxmlformats.org/officeDocument/2006/relationships/chart" Target="/ppt/slides/charts/chart19.xml" Id="Rbdf1d45c5261497b" /><Relationship Type="http://schemas.openxmlformats.org/officeDocument/2006/relationships/chart" Target="/ppt/slides/charts/chart20.xml" Id="R1e8b959202224541" /><Relationship Type="http://schemas.openxmlformats.org/officeDocument/2006/relationships/notesSlide" Target="/ppt/notesSlides/notesSlide35.xml" Id="R630d9c2eaedb43e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1b21e88fa914a15" /><Relationship Type="http://schemas.openxmlformats.org/officeDocument/2006/relationships/chart" Target="/ppt/slides/charts/chart21.xml" Id="Re9caa846d70649cd" /><Relationship Type="http://schemas.openxmlformats.org/officeDocument/2006/relationships/notesSlide" Target="/ppt/notesSlides/notesSlide36.xml" Id="R00fe51f0fb2e415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b09507d7f9a42fc" /><Relationship Type="http://schemas.openxmlformats.org/officeDocument/2006/relationships/notesSlide" Target="/ppt/notesSlides/notesSlide37.xml" Id="R38a11bb3a27c47b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249b75b3ff44eae" /><Relationship Type="http://schemas.openxmlformats.org/officeDocument/2006/relationships/chart" Target="/ppt/slides/charts/chart22.xml" Id="Re8a983c15d78489b" /><Relationship Type="http://schemas.openxmlformats.org/officeDocument/2006/relationships/chart" Target="/ppt/slides/charts/chart23.xml" Id="R2aeaf3cf745f4468" /><Relationship Type="http://schemas.openxmlformats.org/officeDocument/2006/relationships/notesSlide" Target="/ppt/notesSlides/notesSlide38.xml" Id="R00908c8a6b6449e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ec6e50c699b4869" /><Relationship Type="http://schemas.openxmlformats.org/officeDocument/2006/relationships/notesSlide" Target="/ppt/notesSlides/notesSlide39.xml" Id="R8a47983d11384d5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8f6ebb3a3ab4c47" /><Relationship Type="http://schemas.openxmlformats.org/officeDocument/2006/relationships/chart" Target="/ppt/slides/charts/chart24.xml" Id="Rebee566e0daf48d6" /><Relationship Type="http://schemas.openxmlformats.org/officeDocument/2006/relationships/notesSlide" Target="/ppt/notesSlides/notesSlide40.xml" Id="Rf7514afcc61a481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7572db5dbbc4409" /><Relationship Type="http://schemas.openxmlformats.org/officeDocument/2006/relationships/notesSlide" Target="/ppt/notesSlides/notesSlide41.xml" Id="Red4a7f1b046f4de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cd57b603de64e3d" /><Relationship Type="http://schemas.openxmlformats.org/officeDocument/2006/relationships/notesSlide" Target="/ppt/notesSlides/notesSlide42.xml" Id="Ra2827c7341754ea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2ce99e39cf447ce" /><Relationship Type="http://schemas.openxmlformats.org/officeDocument/2006/relationships/notesSlide" Target="/ppt/notesSlides/notesSlide43.xml" Id="R126d4604da7d441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156088cd3ec4d4c" /><Relationship Type="http://schemas.openxmlformats.org/officeDocument/2006/relationships/notesSlide" Target="/ppt/notesSlides/notesSlide44.xml" Id="Re987c78384ac47f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060195bb7144517" /><Relationship Type="http://schemas.openxmlformats.org/officeDocument/2006/relationships/image" Target="/ppt/media/image3.png" Id="R352ba5379fde4830" /><Relationship Type="http://schemas.openxmlformats.org/officeDocument/2006/relationships/notesSlide" Target="/ppt/notesSlides/notesSlide45.xml" Id="Rd50a56878e4d421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30e4271b7cc4ecf" /><Relationship Type="http://schemas.openxmlformats.org/officeDocument/2006/relationships/image" Target="/ppt/media/image4.png" Id="R4af2a5989cf540d3" /><Relationship Type="http://schemas.openxmlformats.org/officeDocument/2006/relationships/notesSlide" Target="/ppt/notesSlides/notesSlide46.xml" Id="R587e1191105d4f6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4e3cbead25544ce9" /><Relationship Type="http://schemas.openxmlformats.org/officeDocument/2006/relationships/image" Target="/ppt/media/image5.png" Id="R2fa4a9c07cfa4b53" /><Relationship Type="http://schemas.openxmlformats.org/officeDocument/2006/relationships/notesSlide" Target="/ppt/notesSlides/notesSlide47.xml" Id="R642ecbb7015c4d4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753373f2c6984d93" /><Relationship Type="http://schemas.openxmlformats.org/officeDocument/2006/relationships/notesSlide" Target="/ppt/notesSlides/notesSlide48.xml" Id="R096a5a1f9b87453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b820258b93243b8" /><Relationship Type="http://schemas.openxmlformats.org/officeDocument/2006/relationships/image" Target="/ppt/media/image6.png" Id="R37b8f17b59054aa8" /><Relationship Type="http://schemas.openxmlformats.org/officeDocument/2006/relationships/image" Target="/ppt/media/image7.png" Id="Ra6581455008146aa" /><Relationship Type="http://schemas.openxmlformats.org/officeDocument/2006/relationships/image" Target="/ppt/media/image8.png" Id="Rbec9ba6b4a99406e" /><Relationship Type="http://schemas.openxmlformats.org/officeDocument/2006/relationships/image" Target="/ppt/media/image9.png" Id="Re7fdb48f068149eb" /><Relationship Type="http://schemas.openxmlformats.org/officeDocument/2006/relationships/notesSlide" Target="/ppt/notesSlides/notesSlide49.xml" Id="R378c1c589a3042c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0f2c8483b1c4977" /><Relationship Type="http://schemas.openxmlformats.org/officeDocument/2006/relationships/image" Target="/ppt/media/image10.png" Id="R028cda914c3541ce" /><Relationship Type="http://schemas.openxmlformats.org/officeDocument/2006/relationships/image" Target="/ppt/media/image11.png" Id="R4dda22a3ceed4efa" /><Relationship Type="http://schemas.openxmlformats.org/officeDocument/2006/relationships/image" Target="/ppt/media/image12.png" Id="R6e14100564034948" /><Relationship Type="http://schemas.openxmlformats.org/officeDocument/2006/relationships/image" Target="/ppt/media/image13.png" Id="Re5471ca4769b43ea" /><Relationship Type="http://schemas.openxmlformats.org/officeDocument/2006/relationships/notesSlide" Target="/ppt/notesSlides/notesSlide50.xml" Id="Rd8b0a1f0dff04ac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575fe2042ca46cb" /><Relationship Type="http://schemas.openxmlformats.org/officeDocument/2006/relationships/image" Target="/ppt/media/image14.png" Id="R58102214d3444613" /><Relationship Type="http://schemas.openxmlformats.org/officeDocument/2006/relationships/image" Target="/ppt/media/image15.png" Id="R7abdbf254ee54260" /><Relationship Type="http://schemas.openxmlformats.org/officeDocument/2006/relationships/image" Target="/ppt/media/image16.png" Id="R7102100261524058" /><Relationship Type="http://schemas.openxmlformats.org/officeDocument/2006/relationships/image" Target="/ppt/media/image17.png" Id="R50905a4b878c42e5" /><Relationship Type="http://schemas.openxmlformats.org/officeDocument/2006/relationships/notesSlide" Target="/ppt/notesSlides/notesSlide51.xml" Id="Rdd798cc5618e494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f4f8e3a41e94677" /><Relationship Type="http://schemas.openxmlformats.org/officeDocument/2006/relationships/image" Target="/ppt/media/image18.png" Id="R4cb2cfb13d634326" /><Relationship Type="http://schemas.openxmlformats.org/officeDocument/2006/relationships/image" Target="/ppt/media/image19.png" Id="R3364d2852b6c4bb4" /><Relationship Type="http://schemas.openxmlformats.org/officeDocument/2006/relationships/image" Target="/ppt/media/image20.png" Id="Rd295a6a392e24282" /><Relationship Type="http://schemas.openxmlformats.org/officeDocument/2006/relationships/image" Target="/ppt/media/image21.png" Id="Rc1fbc09e415b43ce" /><Relationship Type="http://schemas.openxmlformats.org/officeDocument/2006/relationships/notesSlide" Target="/ppt/notesSlides/notesSlide52.xml" Id="Ra7d1ceeffc914c9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6d5c88b224f4b37" /><Relationship Type="http://schemas.openxmlformats.org/officeDocument/2006/relationships/image" Target="/ppt/media/image22.png" Id="Rc513e4d755a74aef" /><Relationship Type="http://schemas.openxmlformats.org/officeDocument/2006/relationships/image" Target="/ppt/media/image23.png" Id="Rc5c1c1748ed84bc6" /><Relationship Type="http://schemas.openxmlformats.org/officeDocument/2006/relationships/image" Target="/ppt/media/image24.png" Id="R0662980d3e304fc7" /><Relationship Type="http://schemas.openxmlformats.org/officeDocument/2006/relationships/image" Target="/ppt/media/image25.png" Id="R8ae43d2755514fdc" /><Relationship Type="http://schemas.openxmlformats.org/officeDocument/2006/relationships/notesSlide" Target="/ppt/notesSlides/notesSlide53.xml" Id="R6d9c2ef56e4248d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06b760f7a4e451c" /><Relationship Type="http://schemas.openxmlformats.org/officeDocument/2006/relationships/chart" Target="/ppt/slides/charts/chart25.xml" Id="R7820ae9ddcd04209" /><Relationship Type="http://schemas.openxmlformats.org/officeDocument/2006/relationships/chart" Target="/ppt/slides/charts/chart26.xml" Id="Re480780c19734b8f" /><Relationship Type="http://schemas.openxmlformats.org/officeDocument/2006/relationships/chart" Target="/ppt/slides/charts/chart27.xml" Id="R758e4750e7dc4be5" /><Relationship Type="http://schemas.openxmlformats.org/officeDocument/2006/relationships/notesSlide" Target="/ppt/notesSlides/notesSlide54.xml" Id="R876a5070d64f4ac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a2a42e4f5704c64" /><Relationship Type="http://schemas.openxmlformats.org/officeDocument/2006/relationships/chart" Target="/ppt/slides/charts/chart28.xml" Id="Ra8a1bf12c4e84481" /><Relationship Type="http://schemas.openxmlformats.org/officeDocument/2006/relationships/chart" Target="/ppt/slides/charts/chart29.xml" Id="R1b3ade9584a04faa" /><Relationship Type="http://schemas.openxmlformats.org/officeDocument/2006/relationships/chart" Target="/ppt/slides/charts/chart30.xml" Id="Re30e44b7226a4672" /><Relationship Type="http://schemas.openxmlformats.org/officeDocument/2006/relationships/notesSlide" Target="/ppt/notesSlides/notesSlide55.xml" Id="R857cd17bf31740e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aac8735449441d9" /><Relationship Type="http://schemas.openxmlformats.org/officeDocument/2006/relationships/image" Target="/ppt/media/image26.png" Id="Re2fbef5b14fe43a1" /><Relationship Type="http://schemas.openxmlformats.org/officeDocument/2006/relationships/image" Target="/ppt/media/image27.png" Id="Rd8f580728bf74a16" /><Relationship Type="http://schemas.openxmlformats.org/officeDocument/2006/relationships/image" Target="/ppt/media/image28.png" Id="R2b6c057e84564056" /><Relationship Type="http://schemas.openxmlformats.org/officeDocument/2006/relationships/notesSlide" Target="/ppt/notesSlides/notesSlide56.xml" Id="R45272ca2d3d84e4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6a421542bc04806" /><Relationship Type="http://schemas.openxmlformats.org/officeDocument/2006/relationships/image" Target="/ppt/media/image29.png" Id="R41134d4ebe0f4eb3" /><Relationship Type="http://schemas.openxmlformats.org/officeDocument/2006/relationships/image" Target="/ppt/media/image30.png" Id="R00a5af5e20d74ec1" /><Relationship Type="http://schemas.openxmlformats.org/officeDocument/2006/relationships/image" Target="/ppt/media/image31.png" Id="Rcb177d21b35b4241" /><Relationship Type="http://schemas.openxmlformats.org/officeDocument/2006/relationships/notesSlide" Target="/ppt/notesSlides/notesSlide57.xml" Id="Rb2569aa5f6154d3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dffc35482e2416b" /><Relationship Type="http://schemas.openxmlformats.org/officeDocument/2006/relationships/image" Target="/ppt/media/image32.png" Id="Raa1f5e3456c84576" /><Relationship Type="http://schemas.openxmlformats.org/officeDocument/2006/relationships/image" Target="/ppt/media/image33.png" Id="Rf030ae3080ea4db5" /><Relationship Type="http://schemas.openxmlformats.org/officeDocument/2006/relationships/image" Target="/ppt/media/image34.png" Id="R2444cde62ae14e03" /><Relationship Type="http://schemas.openxmlformats.org/officeDocument/2006/relationships/notesSlide" Target="/ppt/notesSlides/notesSlide58.xml" Id="R1dbc1b507131430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37b31fe9ab34b9d" /><Relationship Type="http://schemas.openxmlformats.org/officeDocument/2006/relationships/image" Target="/ppt/media/image35.png" Id="R9477ffb64d3848bd" /><Relationship Type="http://schemas.openxmlformats.org/officeDocument/2006/relationships/image" Target="/ppt/media/image36.png" Id="R1b7863f08ee34d57" /><Relationship Type="http://schemas.openxmlformats.org/officeDocument/2006/relationships/image" Target="/ppt/media/image37.png" Id="R05aa1cd85a9b4743" /><Relationship Type="http://schemas.openxmlformats.org/officeDocument/2006/relationships/notesSlide" Target="/ppt/notesSlides/notesSlide59.xml" Id="R0948fe2773434c5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f863d8bb83243a9" /><Relationship Type="http://schemas.openxmlformats.org/officeDocument/2006/relationships/image" Target="/ppt/media/image38.png" Id="R504266f942484bfb" /><Relationship Type="http://schemas.openxmlformats.org/officeDocument/2006/relationships/image" Target="/ppt/media/image39.png" Id="R66a90e60c7a84263" /><Relationship Type="http://schemas.openxmlformats.org/officeDocument/2006/relationships/image" Target="/ppt/media/image40.png" Id="R27be2adc421247f0" /><Relationship Type="http://schemas.openxmlformats.org/officeDocument/2006/relationships/notesSlide" Target="/ppt/notesSlides/notesSlide60.xml" Id="Rf67bedf95001404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50a1d091c7243df" /><Relationship Type="http://schemas.openxmlformats.org/officeDocument/2006/relationships/notesSlide" Target="/ppt/notesSlides/notesSlide61.xml" Id="Re446d35a7bbf440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778f3a836604cf1" /><Relationship Type="http://schemas.openxmlformats.org/officeDocument/2006/relationships/chart" Target="/ppt/slides/charts/chart31.xml" Id="R56a477a695be4bd6" /><Relationship Type="http://schemas.openxmlformats.org/officeDocument/2006/relationships/notesSlide" Target="/ppt/notesSlides/notesSlide62.xml" Id="Rdaa9b8b90bb84b2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c99409a7ba934d87" /><Relationship Type="http://schemas.openxmlformats.org/officeDocument/2006/relationships/chart" Target="/ppt/slides/charts/chart32.xml" Id="R526e89c25add4300" /><Relationship Type="http://schemas.openxmlformats.org/officeDocument/2006/relationships/chart" Target="/ppt/slides/charts/chart33.xml" Id="Rc54ff0608b984882" /><Relationship Type="http://schemas.openxmlformats.org/officeDocument/2006/relationships/notesSlide" Target="/ppt/notesSlides/notesSlide63.xml" Id="Rb2a51a27459f4aa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4e24718d7ce246cb" /><Relationship Type="http://schemas.openxmlformats.org/officeDocument/2006/relationships/chart" Target="/ppt/slides/charts/chart34.xml" Id="R3c172791e9c142ed" /><Relationship Type="http://schemas.openxmlformats.org/officeDocument/2006/relationships/notesSlide" Target="/ppt/notesSlides/notesSlide64.xml" Id="R16f4b606db2e4af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c89d93fe88040bf" /><Relationship Type="http://schemas.openxmlformats.org/officeDocument/2006/relationships/notesSlide" Target="/ppt/notesSlides/notesSlide65.xml" Id="Rf8351213391744df"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bce7bddca0c24675" /><Relationship Type="http://schemas.openxmlformats.org/officeDocument/2006/relationships/image" Target="/ppt/media/image41.png" Id="Rb2d86fc5daf4411e" /><Relationship Type="http://schemas.openxmlformats.org/officeDocument/2006/relationships/notesSlide" Target="/ppt/notesSlides/notesSlide66.xml" Id="Rbb037748cf52470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42a92238c58c4f0c" /><Relationship Type="http://schemas.openxmlformats.org/officeDocument/2006/relationships/image" Target="/ppt/media/image42.png" Id="Rae3ae0daeaea4cf4" /><Relationship Type="http://schemas.openxmlformats.org/officeDocument/2006/relationships/notesSlide" Target="/ppt/notesSlides/notesSlide67.xml" Id="R687bec9035734a3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a51d730982b34528" /><Relationship Type="http://schemas.openxmlformats.org/officeDocument/2006/relationships/image" Target="/ppt/media/image43.png" Id="R6b9686809c464963" /><Relationship Type="http://schemas.openxmlformats.org/officeDocument/2006/relationships/notesSlide" Target="/ppt/notesSlides/notesSlide68.xml" Id="R9a6045e829834902"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cc75cf2cd6cd4959" /><Relationship Type="http://schemas.openxmlformats.org/officeDocument/2006/relationships/image" Target="/ppt/media/image44.png" Id="Rfe1bb82e270e4241" /><Relationship Type="http://schemas.openxmlformats.org/officeDocument/2006/relationships/notesSlide" Target="/ppt/notesSlides/notesSlide69.xml" Id="R0edab7381502406b"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7d8f1d6f698846c6" /><Relationship Type="http://schemas.openxmlformats.org/officeDocument/2006/relationships/notesSlide" Target="/ppt/notesSlides/notesSlide70.xml" Id="Rdbafe77d5e474d3d"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9a457142d350447f" /><Relationship Type="http://schemas.openxmlformats.org/officeDocument/2006/relationships/notesSlide" Target="/ppt/notesSlides/notesSlide71.xml" Id="Rd83b258d93ab435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02fbcf91241746d7" /><Relationship Type="http://schemas.openxmlformats.org/officeDocument/2006/relationships/notesSlide" Target="/ppt/notesSlides/notesSlide72.xml" Id="R4ce3e205145a4bb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8af989a31659438f" /><Relationship Type="http://schemas.openxmlformats.org/officeDocument/2006/relationships/notesSlide" Target="/ppt/notesSlides/notesSlide73.xml" Id="Ra4a329737d1d4e42"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37442a1b1ff74937" /><Relationship Type="http://schemas.openxmlformats.org/officeDocument/2006/relationships/notesSlide" Target="/ppt/notesSlides/notesSlide74.xml" Id="R393cc41546644181"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2bfa371aeb9d4aa0" /><Relationship Type="http://schemas.openxmlformats.org/officeDocument/2006/relationships/notesSlide" Target="/ppt/notesSlides/notesSlide75.xml" Id="R662546060fae45e7"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8c94e68131ed49d0" /><Relationship Type="http://schemas.openxmlformats.org/officeDocument/2006/relationships/notesSlide" Target="/ppt/notesSlides/notesSlide76.xml" Id="R3a75514e8dcd42a2"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75" b="1">
                <a:solidFill>
                  <a:srgbClr val="241646"/>
                </a:solidFill>
                <a:latin typeface="Noto Sans JP"/>
                <a:ea typeface="Noto Sans JP"/>
                <a:cs typeface="Noto Sans JP"/>
              </a:rPr>
              <a:t>概念図：EEDFの尾部が異なる2分布</a:t>
            </a:r>
          </a:p>
        </c:rich>
      </c:tx>
      <c:overlay val="0"/>
      <c:txPr>
        <a:bodyPr xmlns:a="http://schemas.openxmlformats.org/drawingml/2006/main" anchorCtr="1"/>
        <a:lstStyle xmlns:a="http://schemas.openxmlformats.org/drawingml/2006/main"/>
        <a:p xmlns:a="http://schemas.openxmlformats.org/drawingml/2006/main">
          <a:pPr>
            <a:defRPr sz="1275" b="1">
              <a:solidFill>
                <a:srgbClr val="241646"/>
              </a:solidFill>
              <a:latin typeface="Noto Sans JP"/>
              <a:ea typeface="Noto Sans JP"/>
              <a:cs typeface="Noto Sans JP"/>
            </a:defRPr>
          </a:pPr>
        </a:p>
      </c:txPr>
    </c:title>
    <c:plotArea>
      <c:scatterChart>
        <c:scatterStyle val="line"/>
        <c:ser>
          <c:idx val="0"/>
          <c:order val="0"/>
          <c:tx>
            <c:v>分布A：単一温度型</c:v>
          </c:tx>
          <c:spPr>
            <a:ln xmlns:a="http://schemas.openxmlformats.org/drawingml/2006/main" w="28575">
              <a:solidFill>
                <a:srgbClr val="00A6D6"/>
              </a:solidFill>
              <a:prstDash val="solid"/>
            </a:ln>
          </c:spPr>
          <c:marker>
            <c:symbol val="none"/>
          </c:marker>
          <c:xVal>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xVal>
          <c:yVal>
            <c:numLit>
              <c:formatCode>General</c:formatCode>
              <c:ptCount val="31"/>
              <c:pt idx="0">
                <c:v>8.620026464723539E-06</c:v>
              </c:pt>
              <c:pt idx="1">
                <c:v>0.18743534496852857</c:v>
              </c:pt>
              <c:pt idx="2">
                <c:v>0.18226755941131492</c:v>
              </c:pt>
              <c:pt idx="3">
                <c:v>0.1534962954763666</c:v>
              </c:pt>
              <c:pt idx="4">
                <c:v>0.12187374527084982</c:v>
              </c:pt>
              <c:pt idx="5">
                <c:v>0.09369319624572381</c:v>
              </c:pt>
              <c:pt idx="6">
                <c:v>0.07057348572757041</c:v>
              </c:pt>
              <c:pt idx="7">
                <c:v>0.052415273213725175</c:v>
              </c:pt>
              <c:pt idx="8">
                <c:v>0.038529796749754514</c:v>
              </c:pt>
              <c:pt idx="9">
                <c:v>0.028100617919892282</c:v>
              </c:pt>
              <c:pt idx="10">
                <c:v>0.02036748972561595</c:v>
              </c:pt>
              <c:pt idx="11">
                <c:v>0.014688476039487528</c:v>
              </c:pt>
              <c:pt idx="12">
                <c:v>0.010549063589963657</c:v>
              </c:pt>
              <c:pt idx="13">
                <c:v>0.007549841845067623</c:v>
              </c:pt>
              <c:pt idx="14">
                <c:v>0.005387323889863933</c:v>
              </c:pt>
              <c:pt idx="15">
                <c:v>0.003834401525759569</c:v>
              </c:pt>
              <c:pt idx="16">
                <c:v>0.002723045143487801</c:v>
              </c:pt>
              <c:pt idx="17">
                <c:v>0.0019300217414275932</c:v>
              </c:pt>
              <c:pt idx="18">
                <c:v>0.001365579170740744</c:v>
              </c:pt>
              <c:pt idx="19">
                <c:v>0.0009647178681367614</c:v>
              </c:pt>
              <c:pt idx="20">
                <c:v>0.0006805834914903737</c:v>
              </c:pt>
              <c:pt idx="21">
                <c:v>0.00047953349832560884</c:v>
              </c:pt>
              <c:pt idx="22">
                <c:v>0.0003374920402010422</c:v>
              </c:pt>
              <c:pt idx="23">
                <c:v>0.00023727883570187272</c:v>
              </c:pt>
              <c:pt idx="24">
                <c:v>0.00016666468897401837</c:v>
              </c:pt>
              <c:pt idx="25">
                <c:v>0.00011696363863312797</c:v>
              </c:pt>
              <c:pt idx="26">
                <c:v>8.201823716215421E-05</c:v>
              </c:pt>
              <c:pt idx="27">
                <c:v>5.74709702867495E-05</c:v>
              </c:pt>
              <c:pt idx="28">
                <c:v>4.024283367284476E-05</c:v>
              </c:pt>
              <c:pt idx="29">
                <c:v>2.816121755284821E-05</c:v>
              </c:pt>
              <c:pt idx="30">
                <c:v>1.9694998257506013E-05</c:v>
              </c:pt>
            </c:numLit>
          </c:yVal>
        </c:ser>
        <c:ser>
          <c:idx val="1"/>
          <c:order val="1"/>
          <c:tx>
            <c:v>分布B：高エネルギー尾部あり</c:v>
          </c:tx>
          <c:spPr>
            <a:ln xmlns:a="http://schemas.openxmlformats.org/drawingml/2006/main" w="28575">
              <a:solidFill>
                <a:srgbClr val="7B2FA3"/>
              </a:solidFill>
              <a:prstDash val="solid"/>
            </a:ln>
          </c:spPr>
          <c:marker>
            <c:symbol val="none"/>
          </c:marker>
          <c:xVal>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xVal>
          <c:yVal>
            <c:numLit>
              <c:formatCode>General</c:formatCode>
              <c:ptCount val="31"/>
              <c:pt idx="0">
                <c:v>7.406683452631408E-06</c:v>
              </c:pt>
              <c:pt idx="1">
                <c:v>0.14563274442743146</c:v>
              </c:pt>
              <c:pt idx="2">
                <c:v>0.13092368806924595</c:v>
              </c:pt>
              <c:pt idx="3">
                <c:v>0.10493450214586937</c:v>
              </c:pt>
              <c:pt idx="4">
                <c:v>0.0821972540218558</c:v>
              </c:pt>
              <c:pt idx="5">
                <c:v>0.06498142012483818</c:v>
              </c:pt>
              <c:pt idx="6">
                <c:v>0.05260145467783472</c:v>
              </c:pt>
              <c:pt idx="7">
                <c:v>0.04382818066145312</c:v>
              </c:pt>
              <c:pt idx="8">
                <c:v>0.03756302476571141</c:v>
              </c:pt>
              <c:pt idx="9">
                <c:v>0.03297954379371405</c:v>
              </c:pt>
              <c:pt idx="10">
                <c:v>0.029502747902583674</c:v>
              </c:pt>
              <c:pt idx="11">
                <c:v>0.026750178119268466</c:v>
              </c:pt>
              <c:pt idx="12">
                <c:v>0.024474896304933262</c:v>
              </c:pt>
              <c:pt idx="13">
                <c:v>0.022520860450283356</c:v>
              </c:pt>
              <c:pt idx="14">
                <c:v>0.020791051221929178</c:v>
              </c:pt>
              <c:pt idx="15">
                <c:v>0.01922584375087315</c:v>
              </c:pt>
              <c:pt idx="16">
                <c:v>0.017788814693122008</c:v>
              </c:pt>
              <c:pt idx="17">
                <c:v>0.0164576551501067</c:v>
              </c:pt>
              <c:pt idx="18">
                <c:v>0.015218469135465814</c:v>
              </c:pt>
              <c:pt idx="19">
                <c:v>0.014062261885289978</c:v>
              </c:pt>
              <c:pt idx="20">
                <c:v>0.012982817443979841</c:v>
              </c:pt>
              <c:pt idx="21">
                <c:v>0.011975443098218142</c:v>
              </c:pt>
              <c:pt idx="22">
                <c:v>0.011036246224505025</c:v>
              </c:pt>
              <c:pt idx="23">
                <c:v>0.010161732772170504</c:v>
              </c:pt>
              <c:pt idx="24">
                <c:v>0.009348596353260397</c:v>
              </c:pt>
              <c:pt idx="25">
                <c:v>0.008593617559658323</c:v>
              </c:pt>
              <c:pt idx="26">
                <c:v>0.0078936248855567</c:v>
              </c:pt>
              <c:pt idx="27">
                <c:v>0.00724548831834659</c:v>
              </c:pt>
              <c:pt idx="28">
                <c:v>0.006646128727069664</c:v>
              </c:pt>
              <c:pt idx="29">
                <c:v>0.006092533486781163</c:v>
              </c:pt>
              <c:pt idx="30">
                <c:v>0.005581773145191087</c:v>
              </c:pt>
            </c:numLit>
          </c:yVal>
        </c:ser>
        <c:ser>
          <c:idx val="2"/>
          <c:order val="2"/>
          <c:tx>
            <c:v>Ar電離閾値 15.8 eV</c:v>
          </c:tx>
          <c:spPr>
            <a:ln xmlns:a="http://schemas.openxmlformats.org/drawingml/2006/main" w="19050">
              <a:solidFill>
                <a:srgbClr val="D64045"/>
              </a:solidFill>
              <a:prstDash val="dash"/>
            </a:ln>
          </c:spPr>
          <c:marker>
            <c:symbol val="none"/>
          </c:marker>
          <c:xVal>
            <c:numLit>
              <c:formatCode>General</c:formatCode>
              <c:ptCount val="2"/>
              <c:pt idx="0">
                <c:v>15.8</c:v>
              </c:pt>
              <c:pt idx="1">
                <c:v>15.8</c:v>
              </c:pt>
            </c:numLit>
          </c:xVal>
          <c:yVal>
            <c:numLit>
              <c:formatCode>General</c:formatCode>
              <c:ptCount val="2"/>
              <c:pt idx="0">
                <c:v>0</c:v>
              </c:pt>
              <c:pt idx="1">
                <c:v>0.21555064671380783</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21555064671380783"/>
          <c:min val="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333333"/>
                    </a:solidFill>
                    <a:latin typeface="Noto Sans JP"/>
                    <a:ea typeface="Noto Sans JP"/>
                    <a:cs typeface="Noto Sans JP"/>
                  </a:rPr>
                  <a:t>確率密度 p(ε) [eV⁻¹]</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crossAx val="48650112"/>
      </c:valAx>
      <c:valAx>
        <c:axId val="48650112"/>
        <c:scaling>
          <c:orientation val="minMax"/>
          <c:max val="30"/>
          <c:min val="0"/>
        </c:scaling>
        <c:delete val="0"/>
        <c:axPos val="b"/>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333333"/>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crossAx val="48672768"/>
        <c:majorUnit val="5"/>
      </c:valAx>
      <c:spPr>
        <a:solidFill xmlns:a="http://schemas.openxmlformats.org/drawingml/2006/main">
          <a:srgbClr val="FFFFFF"/>
        </a:solidFill>
        <a:ln xmlns:a="http://schemas.openxmlformats.org/drawingml/2006/main" w="7620">
          <a:solidFill>
            <a:srgbClr val="D0D5D8"/>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333333"/>
              </a:solidFill>
              <a:latin typeface="Noto Sans JP"/>
              <a:ea typeface="Noto Sans JP"/>
              <a:cs typeface="Noto Sans JP"/>
            </a:defRPr>
          </a:pPr>
        </a:p>
      </c:txPr>
    </c:legend>
    <c:plotVisOnly val="1"/>
  </c:chart>
  <c:spPr>
    <a:solidFill xmlns:a="http://schemas.openxmlformats.org/drawingml/2006/main">
      <a:srgbClr val="FFFFFF"/>
    </a:solidFill>
    <a:ln xmlns:a="http://schemas.openxmlformats.org/drawingml/2006/main" w="7620">
      <a:solidFill>
        <a:srgbClr val="D0D5D8"/>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numLit>
          </c:xVal>
          <c:yVal>
            <c:numLit>
              <c:formatCode>0</c:formatCode>
              <c:ptCount val="81"/>
              <c:pt idx="0">
                <c:v>-8</c:v>
              </c:pt>
              <c:pt idx="1">
                <c:v>-1.2819625981109914</c:v>
              </c:pt>
              <c:pt idx="2">
                <c:v>-1.136853989715504</c:v>
              </c:pt>
              <c:pt idx="3">
                <c:v>-1.0597184432881859</c:v>
              </c:pt>
              <c:pt idx="4">
                <c:v>-1.0109264950763395</c:v>
              </c:pt>
              <c:pt idx="5">
                <c:v>-0.9777587728937286</c:v>
              </c:pt>
              <c:pt idx="6">
                <c:v>-0.9551065802884836</c:v>
              </c:pt>
              <c:pt idx="7">
                <c:v>-0.9400495383307308</c:v>
              </c:pt>
              <c:pt idx="8">
                <c:v>-0.9307868428947815</c:v>
              </c:pt>
              <c:pt idx="9">
                <c:v>-0.9265396321598848</c:v>
              </c:pt>
              <c:pt idx="10">
                <c:v>-0.9268706303678098</c:v>
              </c:pt>
              <c:pt idx="11">
                <c:v>-0.9316448380649961</c:v>
              </c:pt>
              <c:pt idx="12">
                <c:v>-0.941124408060416</c:v>
              </c:pt>
              <c:pt idx="13">
                <c:v>-0.9557055113498938</c:v>
              </c:pt>
              <c:pt idx="14">
                <c:v>-0.9759803191962014</c:v>
              </c:pt>
              <c:pt idx="15">
                <c:v>-1.003435687943623</c:v>
              </c:pt>
              <c:pt idx="16">
                <c:v>-1.0402587871566271</c:v>
              </c:pt>
              <c:pt idx="17">
                <c:v>-1.0874598860211628</c:v>
              </c:pt>
              <c:pt idx="18">
                <c:v>-1.1465843142347418</c:v>
              </c:pt>
              <c:pt idx="19">
                <c:v>-1.2208282156682744</c:v>
              </c:pt>
              <c:pt idx="20">
                <c:v>-1.3151612704973918</c:v>
              </c:pt>
              <c:pt idx="21">
                <c:v>-1.43242706234042</c:v>
              </c:pt>
              <c:pt idx="22">
                <c:v>-1.5787728199779072</c:v>
              </c:pt>
              <c:pt idx="23">
                <c:v>-1.7733047895521163</c:v>
              </c:pt>
              <c:pt idx="24">
                <c:v>-2.0648314496680036</c:v>
              </c:pt>
              <c:pt idx="25">
                <c:v>-2.4389878133710177</c:v>
              </c:pt>
              <c:pt idx="26">
                <c:v>-2.8895962775900763</c:v>
              </c:pt>
              <c:pt idx="27">
                <c:v>-3.412317180456546</c:v>
              </c:pt>
              <c:pt idx="28">
                <c:v>-4.003156302081669</c:v>
              </c:pt>
              <c:pt idx="29">
                <c:v>-4.661396448868427</c:v>
              </c:pt>
              <c:pt idx="30">
                <c:v>-5.391372774595177</c:v>
              </c:pt>
              <c:pt idx="31">
                <c:v>-6.193839640676406</c:v>
              </c:pt>
              <c:pt idx="32">
                <c:v>-7.040068242911532</c:v>
              </c:pt>
              <c:pt idx="33">
                <c:v>-7.966710503948915</c:v>
              </c:pt>
              <c:pt idx="34">
                <c:v>-8</c:v>
              </c:pt>
              <c:pt idx="35">
                <c:v>-8</c:v>
              </c:pt>
              <c:pt idx="36">
                <c:v>-8</c:v>
              </c:pt>
              <c:pt idx="37">
                <c:v>-8</c:v>
              </c:pt>
              <c:pt idx="38">
                <c:v>-8</c:v>
              </c:pt>
              <c:pt idx="39">
                <c:v>-8</c:v>
              </c:pt>
              <c:pt idx="40">
                <c:v>-8</c:v>
              </c:pt>
              <c:pt idx="41">
                <c:v>-8</c:v>
              </c:pt>
              <c:pt idx="42">
                <c:v>-8</c:v>
              </c:pt>
              <c:pt idx="43">
                <c:v>-8</c:v>
              </c:pt>
              <c:pt idx="44">
                <c:v>-8</c:v>
              </c:pt>
              <c:pt idx="45">
                <c:v>-8</c:v>
              </c:pt>
              <c:pt idx="46">
                <c:v>-8</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numLit>
          </c:xVal>
          <c:yVal>
            <c:numLit>
              <c:formatCode>0</c:formatCode>
              <c:ptCount val="81"/>
              <c:pt idx="0">
                <c:v>-8</c:v>
              </c:pt>
              <c:pt idx="1">
                <c:v>-1.2834106610233311</c:v>
              </c:pt>
              <c:pt idx="2">
                <c:v>-1.1390242726155724</c:v>
              </c:pt>
              <c:pt idx="3">
                <c:v>-1.061074499475564</c:v>
              </c:pt>
              <c:pt idx="4">
                <c:v>-1.0124315949482499</c:v>
              </c:pt>
              <c:pt idx="5">
                <c:v>-0.9792779296575767</c:v>
              </c:pt>
              <c:pt idx="6">
                <c:v>-0.9524488294973961</c:v>
              </c:pt>
              <c:pt idx="7">
                <c:v>-0.9388867680873604</c:v>
              </c:pt>
              <c:pt idx="8">
                <c:v>-0.9350350490652406</c:v>
              </c:pt>
              <c:pt idx="9">
                <c:v>-0.930136732833753</c:v>
              </c:pt>
              <c:pt idx="10">
                <c:v>-0.9239486502875771</c:v>
              </c:pt>
              <c:pt idx="11">
                <c:v>-0.9257520874571551</c:v>
              </c:pt>
              <c:pt idx="12">
                <c:v>-0.9400280648941539</c:v>
              </c:pt>
              <c:pt idx="13">
                <c:v>-0.957295745398681</c:v>
              </c:pt>
              <c:pt idx="14">
                <c:v>-0.9743954375194932</c:v>
              </c:pt>
              <c:pt idx="15">
                <c:v>-1.0001998384417625</c:v>
              </c:pt>
              <c:pt idx="16">
                <c:v>-1.0438827490123794</c:v>
              </c:pt>
              <c:pt idx="17">
                <c:v>-1.0870885905502365</c:v>
              </c:pt>
              <c:pt idx="18">
                <c:v>-1.147633597382788</c:v>
              </c:pt>
              <c:pt idx="19">
                <c:v>-1.2257173771517835</c:v>
              </c:pt>
              <c:pt idx="20">
                <c:v>-1.3184723232905768</c:v>
              </c:pt>
              <c:pt idx="21">
                <c:v>-1.4340753458523179</c:v>
              </c:pt>
              <c:pt idx="22">
                <c:v>-1.5792309774251763</c:v>
              </c:pt>
              <c:pt idx="23">
                <c:v>-1.7799347340143794</c:v>
              </c:pt>
              <c:pt idx="24">
                <c:v>-2.071147252605799</c:v>
              </c:pt>
              <c:pt idx="25">
                <c:v>-2.4475328597331734</c:v>
              </c:pt>
              <c:pt idx="26">
                <c:v>-2.899727613652295</c:v>
              </c:pt>
              <c:pt idx="27">
                <c:v>-3.4352095842949795</c:v>
              </c:pt>
              <c:pt idx="28">
                <c:v>-3.991178274794763</c:v>
              </c:pt>
              <c:pt idx="29">
                <c:v>-4.740622972245025</c:v>
              </c:pt>
              <c:pt idx="30">
                <c:v>-5.704213542876282</c:v>
              </c:pt>
              <c:pt idx="31">
                <c:v>-7.375980305714054</c:v>
              </c:pt>
              <c:pt idx="32">
                <c:v>-8</c:v>
              </c:pt>
              <c:pt idx="33">
                <c:v>-8</c:v>
              </c:pt>
              <c:pt idx="34">
                <c:v>-8</c:v>
              </c:pt>
              <c:pt idx="35">
                <c:v>-8</c:v>
              </c:pt>
              <c:pt idx="36">
                <c:v>-8</c:v>
              </c:pt>
              <c:pt idx="37">
                <c:v>-8</c:v>
              </c:pt>
              <c:pt idx="38">
                <c:v>-8</c:v>
              </c:pt>
              <c:pt idx="39">
                <c:v>-8</c:v>
              </c:pt>
              <c:pt idx="40">
                <c:v>-8</c:v>
              </c:pt>
              <c:pt idx="41">
                <c:v>-8</c:v>
              </c:pt>
              <c:pt idx="42">
                <c:v>-8</c:v>
              </c:pt>
              <c:pt idx="43">
                <c:v>-8</c:v>
              </c:pt>
              <c:pt idx="44">
                <c:v>-8</c:v>
              </c:pt>
              <c:pt idx="45">
                <c:v>-8</c:v>
              </c:pt>
              <c:pt idx="46">
                <c:v>-8</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numLit>
          </c:xVal>
          <c:yVal>
            <c:numLit>
              <c:formatCode>0</c:formatCode>
              <c:ptCount val="81"/>
              <c:pt idx="0">
                <c:v>-8</c:v>
              </c:pt>
              <c:pt idx="1">
                <c:v>-1.2777154602278753</c:v>
              </c:pt>
              <c:pt idx="2">
                <c:v>-1.1340712849826917</c:v>
              </c:pt>
              <c:pt idx="3">
                <c:v>-1.0576284257169803</c:v>
              </c:pt>
              <c:pt idx="4">
                <c:v>-1.009153777050222</c:v>
              </c:pt>
              <c:pt idx="5">
                <c:v>-0.9761582236401437</c:v>
              </c:pt>
              <c:pt idx="6">
                <c:v>-0.9536792290857297</c:v>
              </c:pt>
              <c:pt idx="7">
                <c:v>-0.9388389387474552</c:v>
              </c:pt>
              <c:pt idx="8">
                <c:v>-0.9298253496347456</c:v>
              </c:pt>
              <c:pt idx="9">
                <c:v>-0.9258631133672958</c:v>
              </c:pt>
              <c:pt idx="10">
                <c:v>-0.9264942650800118</c:v>
              </c:pt>
              <c:pt idx="11">
                <c:v>-0.9315905270525101</c:v>
              </c:pt>
              <c:pt idx="12">
                <c:v>-0.941427302793523</c:v>
              </c:pt>
              <c:pt idx="13">
                <c:v>-0.9563936122726291</c:v>
              </c:pt>
              <c:pt idx="14">
                <c:v>-0.9770934102874147</c:v>
              </c:pt>
              <c:pt idx="15">
                <c:v>-1.0049630733351402</c:v>
              </c:pt>
              <c:pt idx="16">
                <c:v>-1.0422714536142264</c:v>
              </c:pt>
              <c:pt idx="17">
                <c:v>-1.0899489507179887</c:v>
              </c:pt>
              <c:pt idx="18">
                <c:v>-1.1495219625127076</c:v>
              </c:pt>
              <c:pt idx="19">
                <c:v>-1.2240895219405614</c:v>
              </c:pt>
              <c:pt idx="20">
                <c:v>-1.3182107083089418</c:v>
              </c:pt>
              <c:pt idx="21">
                <c:v>-1.4359488772940883</c:v>
              </c:pt>
              <c:pt idx="22">
                <c:v>-1.5818658727013368</c:v>
              </c:pt>
              <c:pt idx="23">
                <c:v>-1.7874207882339395</c:v>
              </c:pt>
              <c:pt idx="24">
                <c:v>-2.0670620947847276</c:v>
              </c:pt>
              <c:pt idx="25">
                <c:v>-2.4357812784472332</c:v>
              </c:pt>
              <c:pt idx="26">
                <c:v>-2.882111253530392</c:v>
              </c:pt>
              <c:pt idx="27">
                <c:v>-3.398455635559783</c:v>
              </c:pt>
              <c:pt idx="28">
                <c:v>-3.9814561255804124</c:v>
              </c:pt>
              <c:pt idx="29">
                <c:v>-4.630506977379784</c:v>
              </c:pt>
              <c:pt idx="30">
                <c:v>-5.349111953663203</c:v>
              </c:pt>
              <c:pt idx="31">
                <c:v>-6.140197813453145</c:v>
              </c:pt>
              <c:pt idx="32">
                <c:v>-7.010702141794263</c:v>
              </c:pt>
              <c:pt idx="33">
                <c:v>-7.851340769486028</c:v>
              </c:pt>
              <c:pt idx="34">
                <c:v>-8</c:v>
              </c:pt>
              <c:pt idx="35">
                <c:v>-8</c:v>
              </c:pt>
              <c:pt idx="36">
                <c:v>-8</c:v>
              </c:pt>
              <c:pt idx="37">
                <c:v>-8</c:v>
              </c:pt>
              <c:pt idx="38">
                <c:v>-8</c:v>
              </c:pt>
              <c:pt idx="39">
                <c:v>-8</c:v>
              </c:pt>
              <c:pt idx="40">
                <c:v>-8</c:v>
              </c:pt>
              <c:pt idx="41">
                <c:v>-8</c:v>
              </c:pt>
              <c:pt idx="42">
                <c:v>-8</c:v>
              </c:pt>
              <c:pt idx="43">
                <c:v>-8</c:v>
              </c:pt>
              <c:pt idx="44">
                <c:v>-8</c:v>
              </c:pt>
              <c:pt idx="45">
                <c:v>-8</c:v>
              </c:pt>
              <c:pt idx="46">
                <c:v>-8</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numLit>
          </c:xVal>
          <c:yVal>
            <c:numLit>
              <c:formatCode>0</c:formatCode>
              <c:ptCount val="81"/>
              <c:pt idx="0">
                <c:v>-8</c:v>
              </c:pt>
              <c:pt idx="1">
                <c:v>-0.9877454925971163</c:v>
              </c:pt>
              <c:pt idx="2">
                <c:v>-0.8980707122582731</c:v>
              </c:pt>
              <c:pt idx="3">
                <c:v>-0.8708653002235798</c:v>
              </c:pt>
              <c:pt idx="4">
                <c:v>-0.8692361494125771</c:v>
              </c:pt>
              <c:pt idx="5">
                <c:v>-0.8816213604016963</c:v>
              </c:pt>
              <c:pt idx="6">
                <c:v>-0.9028709548710312</c:v>
              </c:pt>
              <c:pt idx="7">
                <c:v>-0.9302377775488719</c:v>
              </c:pt>
              <c:pt idx="8">
                <c:v>-0.9620820215531759</c:v>
              </c:pt>
              <c:pt idx="9">
                <c:v>-0.9973459778226325</c:v>
              </c:pt>
              <c:pt idx="10">
                <c:v>-1.0353074500354422</c:v>
              </c:pt>
              <c:pt idx="11">
                <c:v>-1.075451324949477</c:v>
              </c:pt>
              <c:pt idx="12">
                <c:v>-1.1173972619979247</c:v>
              </c:pt>
              <c:pt idx="13">
                <c:v>-1.160856426361466</c:v>
              </c:pt>
              <c:pt idx="14">
                <c:v>-1.2056043021689127</c:v>
              </c:pt>
              <c:pt idx="15">
                <c:v>-1.2514629079733384</c:v>
              </c:pt>
              <c:pt idx="16">
                <c:v>-1.298288763666364</c:v>
              </c:pt>
              <c:pt idx="17">
                <c:v>-1.3459645117983365</c:v>
              </c:pt>
              <c:pt idx="18">
                <c:v>-1.3943929374289679</c:v>
              </c:pt>
              <c:pt idx="19">
                <c:v>-1.443492606997354</c:v>
              </c:pt>
              <c:pt idx="20">
                <c:v>-1.493194627134925</c:v>
              </c:pt>
              <c:pt idx="21">
                <c:v>-1.5434401950931032</c:v>
              </c:pt>
              <c:pt idx="22">
                <c:v>-1.594178719542107</c:v>
              </c:pt>
              <c:pt idx="23">
                <c:v>-1.6453663594375612</c:v>
              </c:pt>
              <c:pt idx="24">
                <c:v>-1.696964874083702</c:v>
              </c:pt>
              <c:pt idx="25">
                <c:v>-1.7489407080966335</c:v>
              </c:pt>
              <c:pt idx="26">
                <c:v>-1.8012642559403904</c:v>
              </c:pt>
              <c:pt idx="27">
                <c:v>-1.8539092653394533</c:v>
              </c:pt>
              <c:pt idx="28">
                <c:v>-1.9068523492409846</c:v>
              </c:pt>
              <c:pt idx="29">
                <c:v>-1.9600725834557635</c:v>
              </c:pt>
              <c:pt idx="30">
                <c:v>-2.0135511725385578</c:v>
              </c:pt>
              <c:pt idx="31">
                <c:v>-2.0672711704744002</c:v>
              </c:pt>
              <c:pt idx="32">
                <c:v>-2.121217245724731</c:v>
              </c:pt>
              <c:pt idx="33">
                <c:v>-2.175375482438887</c:v>
              </c:pt>
              <c:pt idx="34">
                <c:v>-2.2297332113498505</c:v>
              </c:pt>
              <c:pt idx="35">
                <c:v>-2.2842788651889876</c:v>
              </c:pt>
              <c:pt idx="36">
                <c:v>-2.3390018544736293</c:v>
              </c:pt>
              <c:pt idx="37">
                <c:v>-2.3938924603169225</c:v>
              </c:pt>
              <c:pt idx="38">
                <c:v>-2.4489417415351626</c:v>
              </c:pt>
              <c:pt idx="39">
                <c:v>-2.504141453823465</c:v>
              </c:pt>
              <c:pt idx="40">
                <c:v>-2.559483979165881</c:v>
              </c:pt>
              <c:pt idx="41">
                <c:v>-2.614962263963142</c:v>
              </c:pt>
              <c:pt idx="42">
                <c:v>-2.6705697646172064</c:v>
              </c:pt>
              <c:pt idx="43">
                <c:v>-2.726300399519511</c:v>
              </c:pt>
              <c:pt idx="44">
                <c:v>-2.782148506559358</c:v>
              </c:pt>
              <c:pt idx="45">
                <c:v>-2.838108805407927</c:v>
              </c:pt>
              <c:pt idx="46">
                <c:v>-2.894176363947959</c:v>
              </c:pt>
              <c:pt idx="47">
                <c:v>-2.9503465683140346</c:v>
              </c:pt>
              <c:pt idx="48">
                <c:v>-3.0066150960872475</c:v>
              </c:pt>
              <c:pt idx="49">
                <c:v>-3.0629778922539317</c:v>
              </c:pt>
              <c:pt idx="50">
                <c:v>-3.119431147593326</c:v>
              </c:pt>
              <c:pt idx="51">
                <c:v>-3.1759712792055144</c:v>
              </c:pt>
              <c:pt idx="52">
                <c:v>-3.2325949129302307</c:v>
              </c:pt>
              <c:pt idx="53">
                <c:v>-3.289298867440383</c:v>
              </c:pt>
              <c:pt idx="54">
                <c:v>-3.3460801398224405</c:v>
              </c:pt>
              <c:pt idx="55">
                <c:v>-3.40293589247995</c:v>
              </c:pt>
              <c:pt idx="56">
                <c:v>-3.459863441217119</c:v>
              </c:pt>
              <c:pt idx="57">
                <c:v>-3.516860244377121</c:v>
              </c:pt>
              <c:pt idx="58">
                <c:v>-3.5739238929250456</c:v>
              </c:pt>
              <c:pt idx="59">
                <c:v>-3.631052101378589</c:v>
              </c:pt>
              <c:pt idx="60">
                <c:v>-3.688242699500987</c:v>
              </c:pt>
              <c:pt idx="61">
                <c:v>-3.7454936246805723</c:v>
              </c:pt>
              <c:pt idx="62">
                <c:v>-3.802802914929977</c:v>
              </c:pt>
              <c:pt idx="63">
                <c:v>-3.86016870244546</c:v>
              </c:pt>
              <c:pt idx="64">
                <c:v>-3.917589207673455</c:v>
              </c:pt>
              <c:pt idx="65">
                <c:v>-3.9750627338371176</c:v>
              </c:pt>
              <c:pt idx="66">
                <c:v>-4.032587661880758</c:v>
              </c:pt>
              <c:pt idx="67">
                <c:v>-4.090162445794427</c:v>
              </c:pt>
              <c:pt idx="68">
                <c:v>-4.1477856082848685</c:v>
              </c:pt>
              <c:pt idx="69">
                <c:v>-4.205455736762508</c:v>
              </c:pt>
              <c:pt idx="70">
                <c:v>-4.263171479617154</c:v>
              </c:pt>
              <c:pt idx="71">
                <c:v>-4.320931542757892</c:v>
              </c:pt>
              <c:pt idx="72">
                <c:v>-4.378734686394942</c:v>
              </c:pt>
              <c:pt idx="73">
                <c:v>-4.436579722043496</c:v>
              </c:pt>
              <c:pt idx="74">
                <c:v>-4.494465509731383</c:v>
              </c:pt>
              <c:pt idx="75">
                <c:v>-4.552390955394168</c:v>
              </c:pt>
              <c:pt idx="76">
                <c:v>-4.61035500844277</c:v>
              </c:pt>
              <c:pt idx="77">
                <c:v>-4.6683566594900725</c:v>
              </c:pt>
              <c:pt idx="78">
                <c:v>-4.726394938224221</c:v>
              </c:pt>
              <c:pt idx="79">
                <c:v>-4.784468911417387</c:v>
              </c:pt>
              <c:pt idx="80">
                <c:v>-4.842577681059784</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numLit>
          </c:xVal>
          <c:yVal>
            <c:numLit>
              <c:formatCode>0</c:formatCode>
              <c:ptCount val="81"/>
              <c:pt idx="0">
                <c:v>-8</c:v>
              </c:pt>
              <c:pt idx="1">
                <c:v>-1.229267565294655</c:v>
              </c:pt>
              <c:pt idx="2">
                <c:v>-1.0849699919252327</c:v>
              </c:pt>
              <c:pt idx="3">
                <c:v>-1.0072867365016727</c:v>
              </c:pt>
              <c:pt idx="4">
                <c:v>-0.9593246919435154</c:v>
              </c:pt>
              <c:pt idx="5">
                <c:v>-0.9295219588271922</c:v>
              </c:pt>
              <c:pt idx="6">
                <c:v>-0.9127285588327972</c:v>
              </c:pt>
              <c:pt idx="7">
                <c:v>-0.90619733668862</c:v>
              </c:pt>
              <c:pt idx="8">
                <c:v>-0.9082884855126184</c:v>
              </c:pt>
              <c:pt idx="9">
                <c:v>-0.9179442962434817</c:v>
              </c:pt>
              <c:pt idx="10">
                <c:v>-0.9344425725594103</c:v>
              </c:pt>
              <c:pt idx="11">
                <c:v>-0.9572682012182762</c:v>
              </c:pt>
              <c:pt idx="12">
                <c:v>-0.986040841653267</c:v>
              </c:pt>
              <c:pt idx="13">
                <c:v>-1.020471659045064</c:v>
              </c:pt>
              <c:pt idx="14">
                <c:v>-1.0603361375224782</c:v>
              </c:pt>
              <c:pt idx="15">
                <c:v>-1.105456295638584</c:v>
              </c:pt>
              <c:pt idx="16">
                <c:v>-1.155688653285002</c:v>
              </c:pt>
              <c:pt idx="17">
                <c:v>-1.2109158530120792</c:v>
              </c:pt>
              <c:pt idx="18">
                <c:v>-1.2710406798795273</c:v>
              </c:pt>
              <c:pt idx="19">
                <c:v>-1.3359817003264416</c:v>
              </c:pt>
              <c:pt idx="20">
                <c:v>-1.4056700209842543</c:v>
              </c:pt>
              <c:pt idx="21">
                <c:v>-1.4800468391043857</c:v>
              </c:pt>
              <c:pt idx="22">
                <c:v>-1.559061563357055</c:v>
              </c:pt>
              <c:pt idx="23">
                <c:v>-1.642670352697887</c:v>
              </c:pt>
              <c:pt idx="24">
                <c:v>-1.730834966431118</c:v>
              </c:pt>
              <c:pt idx="25">
                <c:v>-1.8235218491728518</c:v>
              </c:pt>
              <c:pt idx="26">
                <c:v>-1.9207013953871237</c:v>
              </c:pt>
              <c:pt idx="27">
                <c:v>-2.022347352798413</c:v>
              </c:pt>
              <c:pt idx="28">
                <c:v>-2.128436334353883</c:v>
              </c:pt>
              <c:pt idx="29">
                <c:v>-2.2389474158643132</c:v>
              </c:pt>
              <c:pt idx="30">
                <c:v>-2.3538618018844706</c:v>
              </c:pt>
              <c:pt idx="31">
                <c:v>-2.473162546399389</c:v>
              </c:pt>
              <c:pt idx="32">
                <c:v>-2.5968343178705076</c:v>
              </c:pt>
              <c:pt idx="33">
                <c:v>-2.724863200447164</c:v>
              </c:pt>
              <c:pt idx="34">
                <c:v>-2.8572365248623397</c:v>
              </c:pt>
              <c:pt idx="35">
                <c:v>-2.9939427238474026</c:v>
              </c:pt>
              <c:pt idx="36">
                <c:v>-3.1349712079196808</c:v>
              </c:pt>
              <c:pt idx="37">
                <c:v>-3.280312258192322</c:v>
              </c:pt>
              <c:pt idx="38">
                <c:v>-3.429956933481623</c:v>
              </c:pt>
              <c:pt idx="39">
                <c:v>-3.5838969894827</c:v>
              </c:pt>
              <c:pt idx="40">
                <c:v>-3.7421248081796015</c:v>
              </c:pt>
              <c:pt idx="41">
                <c:v>-3.90463333597306</c:v>
              </c:pt>
              <c:pt idx="42">
                <c:v>-4.071416029265035</c:v>
              </c:pt>
              <c:pt idx="43">
                <c:v>-4.242466806446963</c:v>
              </c:pt>
              <c:pt idx="44">
                <c:v>-4.417780005408143</c:v>
              </c:pt>
              <c:pt idx="45">
                <c:v>-4.59735034581976</c:v>
              </c:pt>
              <c:pt idx="46">
                <c:v>-4.781172895564549</c:v>
              </c:pt>
              <c:pt idx="47">
                <c:v>-4.969243040777098</c:v>
              </c:pt>
              <c:pt idx="48">
                <c:v>-5.1615564590384935</c:v>
              </c:pt>
              <c:pt idx="49">
                <c:v>-5.358109095335073</c:v>
              </c:pt>
              <c:pt idx="50">
                <c:v>-5.558897140446077</c:v>
              </c:pt>
              <c:pt idx="51">
                <c:v>-5.763917011471585</c:v>
              </c:pt>
              <c:pt idx="52">
                <c:v>-5.973165334251334</c:v>
              </c:pt>
              <c:pt idx="53">
                <c:v>-6.1866389274582305</c:v>
              </c:pt>
              <c:pt idx="54">
                <c:v>-6.404334788178746</c:v>
              </c:pt>
              <c:pt idx="55">
                <c:v>-6.626250078816424</c:v>
              </c:pt>
              <c:pt idx="56">
                <c:v>-6.852382115175473</c:v>
              </c:pt>
              <c:pt idx="57">
                <c:v>-7.08272835559907</c:v>
              </c:pt>
              <c:pt idx="58">
                <c:v>-7.317286391052299</c:v>
              </c:pt>
              <c:pt idx="59">
                <c:v>-7.556053936052862</c:v>
              </c:pt>
              <c:pt idx="60">
                <c:v>-7.799028820363989</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40"/>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-1.3588366765176951</c:v>
              </c:pt>
              <c:pt idx="2">
                <c:v>-1.2125810998230595</c:v>
              </c:pt>
              <c:pt idx="3">
                <c:v>-1.1330198878038709</c:v>
              </c:pt>
              <c:pt idx="4">
                <c:v>-1.083172256428152</c:v>
              </c:pt>
              <c:pt idx="5">
                <c:v>-1.0515262612327616</c:v>
              </c:pt>
              <c:pt idx="6">
                <c:v>-1.0327180516413852</c:v>
              </c:pt>
              <c:pt idx="7">
                <c:v>-1.0241496637040048</c:v>
              </c:pt>
              <c:pt idx="8">
                <c:v>-1.0245146195939132</c:v>
              </c:pt>
              <c:pt idx="9">
                <c:v>-1.0331443128412001</c:v>
              </c:pt>
              <c:pt idx="10">
                <c:v>-1.0501317316821883</c:v>
              </c:pt>
              <c:pt idx="11">
                <c:v>-1.0768855286997538</c:v>
              </c:pt>
              <c:pt idx="12">
                <c:v>-1.1132958133959208</c:v>
              </c:pt>
              <c:pt idx="13">
                <c:v>-1.1604733699917653</c:v>
              </c:pt>
              <c:pt idx="14">
                <c:v>-1.2194216374144624</c:v>
              </c:pt>
              <c:pt idx="15">
                <c:v>-1.2880855508518285</c:v>
              </c:pt>
              <c:pt idx="16">
                <c:v>-1.3672283408375865</c:v>
              </c:pt>
              <c:pt idx="17">
                <c:v>-1.4598974253220185</c:v>
              </c:pt>
              <c:pt idx="18">
                <c:v>-1.5663452438308594</c:v>
              </c:pt>
              <c:pt idx="19">
                <c:v>-1.688056771593763</c:v>
              </c:pt>
              <c:pt idx="20">
                <c:v>-1.8279711306224709</c:v>
              </c:pt>
              <c:pt idx="21">
                <c:v>-1.9867088249115017</c:v>
              </c:pt>
              <c:pt idx="22">
                <c:v>-2.1593218766286455</c:v>
              </c:pt>
              <c:pt idx="23">
                <c:v>-2.345607269420474</c:v>
              </c:pt>
              <c:pt idx="24">
                <c:v>-2.5477299108192875</c:v>
              </c:pt>
              <c:pt idx="25">
                <c:v>-2.7659994273142794</c:v>
              </c:pt>
              <c:pt idx="26">
                <c:v>-2.9980439410728765</c:v>
              </c:pt>
              <c:pt idx="27">
                <c:v>-3.241722812209811</c:v>
              </c:pt>
              <c:pt idx="28">
                <c:v>-3.496046322298208</c:v>
              </c:pt>
              <c:pt idx="29">
                <c:v>-3.760220720609259</c:v>
              </c:pt>
              <c:pt idx="30">
                <c:v>-4.032478020478093</c:v>
              </c:pt>
              <c:pt idx="31">
                <c:v>-4.310370077091492</c:v>
              </c:pt>
              <c:pt idx="32">
                <c:v>-4.5929512871048095</c:v>
              </c:pt>
              <c:pt idx="33">
                <c:v>-4.878974196308235</c:v>
              </c:pt>
              <c:pt idx="34">
                <c:v>-5.16702412232657</c:v>
              </c:pt>
              <c:pt idx="35">
                <c:v>-5.458662073369345</c:v>
              </c:pt>
              <c:pt idx="36">
                <c:v>-5.753882109803483</c:v>
              </c:pt>
              <c:pt idx="37">
                <c:v>-6.051705156124267</c:v>
              </c:pt>
              <c:pt idx="38">
                <c:v>-6.351459736321108</c:v>
              </c:pt>
              <c:pt idx="39">
                <c:v>-6.652884421573664</c:v>
              </c:pt>
              <c:pt idx="40">
                <c:v>-6.955268203213692</c:v>
              </c:pt>
              <c:pt idx="41">
                <c:v>-7.258385927535117</c:v>
              </c:pt>
              <c:pt idx="42">
                <c:v>-7.563083600798366</c:v>
              </c:pt>
              <c:pt idx="43">
                <c:v>-7.869309497687603</c:v>
              </c:pt>
              <c:pt idx="44">
                <c:v>-8</c:v>
              </c:pt>
              <c:pt idx="45">
                <c:v>-8</c:v>
              </c:pt>
              <c:pt idx="46">
                <c:v>-8</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-1.3492226011717892</c:v>
              </c:pt>
              <c:pt idx="2">
                <c:v>-1.2072809132834421</c:v>
              </c:pt>
              <c:pt idx="3">
                <c:v>-1.131382601808553</c:v>
              </c:pt>
              <c:pt idx="4">
                <c:v>-1.0829727578598707</c:v>
              </c:pt>
              <c:pt idx="5">
                <c:v>-1.0524204348072392</c:v>
              </c:pt>
              <c:pt idx="6">
                <c:v>-1.0338879367350735</c:v>
              </c:pt>
              <c:pt idx="7">
                <c:v>-1.0256089947014195</c:v>
              </c:pt>
              <c:pt idx="8">
                <c:v>-1.0262432125728085</c:v>
              </c:pt>
              <c:pt idx="9">
                <c:v>-1.0344540186784228</c:v>
              </c:pt>
              <c:pt idx="10">
                <c:v>-1.051164371827824</c:v>
              </c:pt>
              <c:pt idx="11">
                <c:v>-1.0780162731482528</c:v>
              </c:pt>
              <c:pt idx="12">
                <c:v>-1.1134931795729224</c:v>
              </c:pt>
              <c:pt idx="13">
                <c:v>-1.1603043729008737</c:v>
              </c:pt>
              <c:pt idx="14">
                <c:v>-1.2193870205154393</c:v>
              </c:pt>
              <c:pt idx="15">
                <c:v>-1.2872435338126051</c:v>
              </c:pt>
              <c:pt idx="16">
                <c:v>-1.3673413843214166</c:v>
              </c:pt>
              <c:pt idx="17">
                <c:v>-1.460402501849332</c:v>
              </c:pt>
              <c:pt idx="18">
                <c:v>-1.5675775417131252</c:v>
              </c:pt>
              <c:pt idx="19">
                <c:v>-1.6889899339975405</c:v>
              </c:pt>
              <c:pt idx="20">
                <c:v>-1.829591947342479</c:v>
              </c:pt>
              <c:pt idx="21">
                <c:v>-1.988744166463984</c:v>
              </c:pt>
              <c:pt idx="22">
                <c:v>-2.165180697074294</c:v>
              </c:pt>
              <c:pt idx="23">
                <c:v>-2.352652071138174</c:v>
              </c:pt>
              <c:pt idx="24">
                <c:v>-2.5553679646861065</c:v>
              </c:pt>
              <c:pt idx="25">
                <c:v>-2.7700329588450847</c:v>
              </c:pt>
              <c:pt idx="26">
                <c:v>-3.000689550514646</c:v>
              </c:pt>
              <c:pt idx="27">
                <c:v>-3.2367803386833165</c:v>
              </c:pt>
              <c:pt idx="28">
                <c:v>-3.4871640579932452</c:v>
              </c:pt>
              <c:pt idx="29">
                <c:v>-3.7411625592720514</c:v>
              </c:pt>
              <c:pt idx="30">
                <c:v>-3.99611569056177</c:v>
              </c:pt>
              <c:pt idx="31">
                <c:v>-4.2451097538321045</c:v>
              </c:pt>
              <c:pt idx="32">
                <c:v>-4.513264249651809</c:v>
              </c:pt>
              <c:pt idx="33">
                <c:v>-4.7778732964309425</c:v>
              </c:pt>
              <c:pt idx="34">
                <c:v>-5.046635877218371</c:v>
              </c:pt>
              <c:pt idx="35">
                <c:v>-5.324644854332654</c:v>
              </c:pt>
              <c:pt idx="36">
                <c:v>-5.588107828210826</c:v>
              </c:pt>
              <c:pt idx="37">
                <c:v>-5.814265850944378</c:v>
              </c:pt>
              <c:pt idx="38">
                <c:v>-6.097230180636201</c:v>
              </c:pt>
              <c:pt idx="39">
                <c:v>-6.3820303509936425</c:v>
              </c:pt>
              <c:pt idx="40">
                <c:v>-6.583574912425607</c:v>
              </c:pt>
              <c:pt idx="41">
                <c:v>-6.856747567713073</c:v>
              </c:pt>
              <c:pt idx="42">
                <c:v>-7.090301725657638</c:v>
              </c:pt>
              <c:pt idx="43">
                <c:v>-7.387259477572909</c:v>
              </c:pt>
              <c:pt idx="44">
                <c:v>-7.716846779159495</c:v>
              </c:pt>
              <c:pt idx="45">
                <c:v>-7.927482816514292</c:v>
              </c:pt>
              <c:pt idx="46">
                <c:v>-8</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-1.3480553076039874</c:v>
              </c:pt>
              <c:pt idx="2">
                <c:v>-1.2057638102534511</c:v>
              </c:pt>
              <c:pt idx="3">
                <c:v>-1.1299952048011728</c:v>
              </c:pt>
              <c:pt idx="4">
                <c:v>-1.0822510704221013</c:v>
              </c:pt>
              <c:pt idx="5">
                <c:v>-1.051619789779377</c:v>
              </c:pt>
              <c:pt idx="6">
                <c:v>-1.0333750223690015</c:v>
              </c:pt>
              <c:pt idx="7">
                <c:v>-1.025162385830134</c:v>
              </c:pt>
              <c:pt idx="8">
                <c:v>-1.0258254476813249</c:v>
              </c:pt>
              <c:pt idx="9">
                <c:v>-1.0345955423083628</c:v>
              </c:pt>
              <c:pt idx="10">
                <c:v>-1.051562128695157</c:v>
              </c:pt>
              <c:pt idx="11">
                <c:v>-1.078203362812594</c:v>
              </c:pt>
              <c:pt idx="12">
                <c:v>-1.1144811397793015</c:v>
              </c:pt>
              <c:pt idx="13">
                <c:v>-1.1614932932048234</c:v>
              </c:pt>
              <c:pt idx="14">
                <c:v>-1.2202072885792474</c:v>
              </c:pt>
              <c:pt idx="15">
                <c:v>-1.2882673301816656</c:v>
              </c:pt>
              <c:pt idx="16">
                <c:v>-1.3682534808109081</c:v>
              </c:pt>
              <c:pt idx="17">
                <c:v>-1.4615067453690798</c:v>
              </c:pt>
              <c:pt idx="18">
                <c:v>-1.5686719408226457</c:v>
              </c:pt>
              <c:pt idx="19">
                <c:v>-1.6909546429221751</c:v>
              </c:pt>
              <c:pt idx="20">
                <c:v>-1.8312179447455512</c:v>
              </c:pt>
              <c:pt idx="21">
                <c:v>-1.9903862194119055</c:v>
              </c:pt>
              <c:pt idx="22">
                <c:v>-2.16545046745535</c:v>
              </c:pt>
              <c:pt idx="23">
                <c:v>-2.353477282248066</c:v>
              </c:pt>
              <c:pt idx="24">
                <c:v>-2.5556572762366625</c:v>
              </c:pt>
              <c:pt idx="25">
                <c:v>-2.772429006328093</c:v>
              </c:pt>
              <c:pt idx="26">
                <c:v>-3.0006363019478948</c:v>
              </c:pt>
              <c:pt idx="27">
                <c:v>-3.237995979056132</c:v>
              </c:pt>
              <c:pt idx="28">
                <c:v>-3.4831867871524373</c:v>
              </c:pt>
              <c:pt idx="29">
                <c:v>-3.7355523003342794</c:v>
              </c:pt>
              <c:pt idx="30">
                <c:v>-3.9930103679988136</c:v>
              </c:pt>
              <c:pt idx="31">
                <c:v>-4.253340721792576</c:v>
              </c:pt>
              <c:pt idx="32">
                <c:v>-4.515796579186133</c:v>
              </c:pt>
              <c:pt idx="33">
                <c:v>-4.779196273369478</c:v>
              </c:pt>
              <c:pt idx="34">
                <c:v>-5.041838474907615</c:v>
              </c:pt>
              <c:pt idx="35">
                <c:v>-5.305052561387734</c:v>
              </c:pt>
              <c:pt idx="36">
                <c:v>-5.569325649404199</c:v>
              </c:pt>
              <c:pt idx="37">
                <c:v>-5.833974275142967</c:v>
              </c:pt>
              <c:pt idx="38">
                <c:v>-6.0985570461483825</c:v>
              </c:pt>
              <c:pt idx="39">
                <c:v>-6.362862181542936</c:v>
              </c:pt>
              <c:pt idx="40">
                <c:v>-6.626234636580682</c:v>
              </c:pt>
              <c:pt idx="41">
                <c:v>-6.887921129356148</c:v>
              </c:pt>
              <c:pt idx="42">
                <c:v>-7.149186193475624</c:v>
              </c:pt>
              <c:pt idx="43">
                <c:v>-7.4103964840009064</c:v>
              </c:pt>
              <c:pt idx="44">
                <c:v>-7.671462361803979</c:v>
              </c:pt>
              <c:pt idx="45">
                <c:v>-7.932014008684631</c:v>
              </c:pt>
              <c:pt idx="46">
                <c:v>-8</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-1.076776666776199</c:v>
              </c:pt>
              <c:pt idx="2">
                <c:v>-0.996849388067692</c:v>
              </c:pt>
              <c:pt idx="3">
                <c:v>-0.979391477663335</c:v>
              </c:pt>
              <c:pt idx="4">
                <c:v>-0.9875098284826687</c:v>
              </c:pt>
              <c:pt idx="5">
                <c:v>-1.0096425411021241</c:v>
              </c:pt>
              <c:pt idx="6">
                <c:v>-1.0406396372017954</c:v>
              </c:pt>
              <c:pt idx="7">
                <c:v>-1.0777539615099725</c:v>
              </c:pt>
              <c:pt idx="8">
                <c:v>-1.1193457071446127</c:v>
              </c:pt>
              <c:pt idx="9">
                <c:v>-1.1643571650444058</c:v>
              </c:pt>
              <c:pt idx="10">
                <c:v>-1.212066138887552</c:v>
              </c:pt>
              <c:pt idx="11">
                <c:v>-1.2619575154319231</c:v>
              </c:pt>
              <c:pt idx="12">
                <c:v>-1.3136509541107069</c:v>
              </c:pt>
              <c:pt idx="13">
                <c:v>-1.3668576201045846</c:v>
              </c:pt>
              <c:pt idx="14">
                <c:v>-1.4213529975423675</c:v>
              </c:pt>
              <c:pt idx="15">
                <c:v>-1.4769591049771298</c:v>
              </c:pt>
              <c:pt idx="16">
                <c:v>-1.5335324623004916</c:v>
              </c:pt>
              <c:pt idx="17">
                <c:v>-1.5909557120628006</c:v>
              </c:pt>
              <c:pt idx="18">
                <c:v>-1.6491316393237683</c:v>
              </c:pt>
              <c:pt idx="19">
                <c:v>-1.7079788105224905</c:v>
              </c:pt>
              <c:pt idx="20">
                <c:v>-1.7674283322903979</c:v>
              </c:pt>
              <c:pt idx="21">
                <c:v>-1.8274214018789128</c:v>
              </c:pt>
              <c:pt idx="22">
                <c:v>-1.8879074279582528</c:v>
              </c:pt>
              <c:pt idx="23">
                <c:v>-1.948842569484043</c:v>
              </c:pt>
              <c:pt idx="24">
                <c:v>-2.0101885857605204</c:v>
              </c:pt>
              <c:pt idx="25">
                <c:v>-2.071911921403788</c:v>
              </c:pt>
              <c:pt idx="26">
                <c:v>-2.1339829708778817</c:v>
              </c:pt>
              <c:pt idx="27">
                <c:v>-2.1963754819072805</c:v>
              </c:pt>
              <c:pt idx="28">
                <c:v>-2.2590660674391483</c:v>
              </c:pt>
              <c:pt idx="29">
                <c:v>-2.322033803284264</c:v>
              </c:pt>
              <c:pt idx="30">
                <c:v>-2.3852598939973944</c:v>
              </c:pt>
              <c:pt idx="31">
                <c:v>-2.4487273935635723</c:v>
              </c:pt>
              <c:pt idx="32">
                <c:v>-2.5124209704442397</c:v>
              </c:pt>
              <c:pt idx="33">
                <c:v>-2.5763267087887325</c:v>
              </c:pt>
              <c:pt idx="34">
                <c:v>-2.6404319393300324</c:v>
              </c:pt>
              <c:pt idx="35">
                <c:v>-2.704725094799506</c:v>
              </c:pt>
              <c:pt idx="36">
                <c:v>-2.769195585714484</c:v>
              </c:pt>
              <c:pt idx="37">
                <c:v>-2.8338336931881134</c:v>
              </c:pt>
              <c:pt idx="38">
                <c:v>-2.8986304760366894</c:v>
              </c:pt>
              <c:pt idx="39">
                <c:v>-2.9635776899553288</c:v>
              </c:pt>
              <c:pt idx="40">
                <c:v>-3.028667716928081</c:v>
              </c:pt>
              <c:pt idx="41">
                <c:v>-3.093893503355678</c:v>
              </c:pt>
              <c:pt idx="42">
                <c:v>-3.159248505640079</c:v>
              </c:pt>
              <c:pt idx="43">
                <c:v>-3.22472664217272</c:v>
              </c:pt>
              <c:pt idx="44">
                <c:v>-3.290322250842903</c:v>
              </c:pt>
              <c:pt idx="45">
                <c:v>-3.356030051321808</c:v>
              </c:pt>
              <c:pt idx="46">
                <c:v>-3.421845111492177</c:v>
              </c:pt>
              <c:pt idx="47">
                <c:v>-3.487762817488589</c:v>
              </c:pt>
              <c:pt idx="48">
                <c:v>-3.5537788468921376</c:v>
              </c:pt>
              <c:pt idx="49">
                <c:v>-3.619889144689158</c:v>
              </c:pt>
              <c:pt idx="50">
                <c:v>-3.686089901658889</c:v>
              </c:pt>
              <c:pt idx="51">
                <c:v>-3.7523775349014143</c:v>
              </c:pt>
              <c:pt idx="52">
                <c:v>-3.818748670256466</c:v>
              </c:pt>
              <c:pt idx="53">
                <c:v>-3.8852001263969553</c:v>
              </c:pt>
              <c:pt idx="54">
                <c:v>-3.951728900409349</c:v>
              </c:pt>
              <c:pt idx="55">
                <c:v>-4.018332154697195</c:v>
              </c:pt>
              <c:pt idx="56">
                <c:v>-4.0850072050647</c:v>
              </c:pt>
              <c:pt idx="57">
                <c:v>-4.151751509855038</c:v>
              </c:pt>
              <c:pt idx="58">
                <c:v>-4.2185626600332995</c:v>
              </c:pt>
              <c:pt idx="59">
                <c:v>-4.28543837011718</c:v>
              </c:pt>
              <c:pt idx="60">
                <c:v>-4.352376469869914</c:v>
              </c:pt>
              <c:pt idx="61">
                <c:v>-4.419374896679836</c:v>
              </c:pt>
              <c:pt idx="62">
                <c:v>-4.486431688559575</c:v>
              </c:pt>
              <c:pt idx="63">
                <c:v>-4.553544977705395</c:v>
              </c:pt>
              <c:pt idx="64">
                <c:v>-4.620712984563726</c:v>
              </c:pt>
              <c:pt idx="65">
                <c:v>-4.687934012357726</c:v>
              </c:pt>
              <c:pt idx="66">
                <c:v>-4.755206442031703</c:v>
              </c:pt>
              <c:pt idx="67">
                <c:v>-4.822528727575708</c:v>
              </c:pt>
              <c:pt idx="68">
                <c:v>-4.889899391696487</c:v>
              </c:pt>
              <c:pt idx="69">
                <c:v>-4.95731702180446</c:v>
              </c:pt>
              <c:pt idx="70">
                <c:v>-5.024780266289444</c:v>
              </c:pt>
              <c:pt idx="71">
                <c:v>-5.092287831060518</c:v>
              </c:pt>
              <c:pt idx="72">
                <c:v>-5.159838476327906</c:v>
              </c:pt>
              <c:pt idx="73">
                <c:v>-5.227431013606795</c:v>
              </c:pt>
              <c:pt idx="74">
                <c:v>-5.295064302925019</c:v>
              </c:pt>
              <c:pt idx="75">
                <c:v>-5.3627372502181405</c:v>
              </c:pt>
              <c:pt idx="76">
                <c:v>-5.430448804897078</c:v>
              </c:pt>
              <c:pt idx="77">
                <c:v>-5.498197957574717</c:v>
              </c:pt>
              <c:pt idx="78">
                <c:v>-5.5659837379392005</c:v>
              </c:pt>
              <c:pt idx="79">
                <c:v>-5.633805212762704</c:v>
              </c:pt>
              <c:pt idx="80">
                <c:v>-5.701661484035437</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-1.3092685178957162</c:v>
              </c:pt>
              <c:pt idx="2">
                <c:v>-1.1671227846832384</c:v>
              </c:pt>
              <c:pt idx="3">
                <c:v>-1.0930259295212523</c:v>
              </c:pt>
              <c:pt idx="4">
                <c:v>-1.050084845329299</c:v>
              </c:pt>
              <c:pt idx="5">
                <c:v>-1.0267376326838091</c:v>
              </c:pt>
              <c:pt idx="6">
                <c:v>-1.0178343132648773</c:v>
              </c:pt>
              <c:pt idx="7">
                <c:v>-1.0206277318007928</c:v>
              </c:pt>
              <c:pt idx="8">
                <c:v>-1.0334780814095135</c:v>
              </c:pt>
              <c:pt idx="9">
                <c:v>-1.0553276530297289</c:v>
              </c:pt>
              <c:pt idx="10">
                <c:v>-1.0854542503396392</c:v>
              </c:pt>
              <c:pt idx="11">
                <c:v>-1.1233427600971164</c:v>
              </c:pt>
              <c:pt idx="12">
                <c:v>-1.168612841735348</c:v>
              </c:pt>
              <c:pt idx="13">
                <c:v>-1.2209756604350157</c:v>
              </c:pt>
              <c:pt idx="14">
                <c:v>-1.2802067003249302</c:v>
              </c:pt>
              <c:pt idx="15">
                <c:v>-1.346127979958166</c:v>
              </c:pt>
              <c:pt idx="16">
                <c:v>-1.4185960192263432</c:v>
              </c:pt>
              <c:pt idx="17">
                <c:v>-1.4974934606798096</c:v>
              </c:pt>
              <c:pt idx="18">
                <c:v>-1.5827230893782769</c:v>
              </c:pt>
              <c:pt idx="19">
                <c:v>-1.67420347176084</c:v>
              </c:pt>
              <c:pt idx="20">
                <c:v>-1.7718657144589303</c:v>
              </c:pt>
              <c:pt idx="21">
                <c:v>-1.87565101472397</c:v>
              </c:pt>
              <c:pt idx="22">
                <c:v>-1.985508781226177</c:v>
              </c:pt>
              <c:pt idx="23">
                <c:v>-2.1013951729211757</c:v>
              </c:pt>
              <c:pt idx="24">
                <c:v>-2.2232719491132036</c:v>
              </c:pt>
              <c:pt idx="25">
                <c:v>-2.351105554418363</c:v>
              </c:pt>
              <c:pt idx="26">
                <c:v>-2.4848663833006914</c:v>
              </c:pt>
              <c:pt idx="27">
                <c:v>-2.624528183484666</c:v>
              </c:pt>
              <c:pt idx="28">
                <c:v>-2.770067567917452</c:v>
              </c:pt>
              <c:pt idx="29">
                <c:v>-2.921463612409827</c:v>
              </c:pt>
              <c:pt idx="30">
                <c:v>-3.0786975215165597</c:v>
              </c:pt>
              <c:pt idx="31">
                <c:v>-3.2417523492226814</c:v>
              </c:pt>
              <c:pt idx="32">
                <c:v>-3.410612763989634</c:v>
              </c:pt>
              <c:pt idx="33">
                <c:v>-3.5852648499667548</c:v>
              </c:pt>
              <c:pt idx="34">
                <c:v>-3.7656959378870227</c:v>
              </c:pt>
              <c:pt idx="35">
                <c:v>-3.9518944604818076</c:v>
              </c:pt>
              <c:pt idx="36">
                <c:v>-4.14384982826844</c:v>
              </c:pt>
              <c:pt idx="37">
                <c:v>-4.341552322360064</c:v>
              </c:pt>
              <c:pt idx="38">
                <c:v>-4.544993001572977</c:v>
              </c:pt>
              <c:pt idx="39">
                <c:v>-4.754163621602295</c:v>
              </c:pt>
              <c:pt idx="40">
                <c:v>-4.969056564432067</c:v>
              </c:pt>
              <c:pt idx="41">
                <c:v>-5.189664776463027</c:v>
              </c:pt>
              <c:pt idx="42">
                <c:v>-5.415981714097133</c:v>
              </c:pt>
              <c:pt idx="43">
                <c:v>-5.648001295725819</c:v>
              </c:pt>
              <c:pt idx="44">
                <c:v>-5.88571785923839</c:v>
              </c:pt>
              <c:pt idx="45">
                <c:v>-6.129126124306026</c:v>
              </c:pt>
              <c:pt idx="46">
                <c:v>-6.378221158811466</c:v>
              </c:pt>
              <c:pt idx="47">
                <c:v>-6.632998348889291</c:v>
              </c:pt>
              <c:pt idx="48">
                <c:v>-6.893453372120597</c:v>
              </c:pt>
              <c:pt idx="49">
                <c:v>-7.159582173491713</c:v>
              </c:pt>
              <c:pt idx="50">
                <c:v>-7.4313809437818845</c:v>
              </c:pt>
              <c:pt idx="51">
                <c:v>-7.708846100091189</c:v>
              </c:pt>
              <c:pt idx="52">
                <c:v>-7.9919742682593675</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60"/>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1000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numLit>
          </c:xVal>
          <c:yVal>
            <c:numLit>
              <c:formatCode>0</c:formatCode>
              <c:ptCount val="81"/>
              <c:pt idx="0">
                <c:v>-8</c:v>
              </c:pt>
              <c:pt idx="1">
                <c:v>-1.5400079238345983</c:v>
              </c:pt>
              <c:pt idx="2">
                <c:v>-1.3995084775036588</c:v>
              </c:pt>
              <c:pt idx="3">
                <c:v>-1.3338372080851728</c:v>
              </c:pt>
              <c:pt idx="4">
                <c:v>-1.3096080441116915</c:v>
              </c:pt>
              <c:pt idx="5">
                <c:v>-1.3211310515111703</c:v>
              </c:pt>
              <c:pt idx="6">
                <c:v>-1.3584514163024666</c:v>
              </c:pt>
              <c:pt idx="7">
                <c:v>-1.4119092468073144</c:v>
              </c:pt>
              <c:pt idx="8">
                <c:v>-1.4780893822658419</c:v>
              </c:pt>
              <c:pt idx="9">
                <c:v>-1.5484592153792822</c:v>
              </c:pt>
              <c:pt idx="10">
                <c:v>-1.6233721896249558</c:v>
              </c:pt>
              <c:pt idx="11">
                <c:v>-1.7029589516530756</c:v>
              </c:pt>
              <c:pt idx="12">
                <c:v>-1.7851740664577898</c:v>
              </c:pt>
              <c:pt idx="13">
                <c:v>-1.8675776164390447</c:v>
              </c:pt>
              <c:pt idx="14">
                <c:v>-1.9511148619572714</c:v>
              </c:pt>
              <c:pt idx="15">
                <c:v>-2.034816048266629</c:v>
              </c:pt>
              <c:pt idx="16">
                <c:v>-2.1188277042747536</c:v>
              </c:pt>
              <c:pt idx="17">
                <c:v>-2.203791914371947</c:v>
              </c:pt>
              <c:pt idx="18">
                <c:v>-2.289135121190989</c:v>
              </c:pt>
              <c:pt idx="19">
                <c:v>-2.374583068195751</c:v>
              </c:pt>
              <c:pt idx="20">
                <c:v>-2.4596564770255656</c:v>
              </c:pt>
              <c:pt idx="21">
                <c:v>-2.543848343761944</c:v>
              </c:pt>
              <c:pt idx="22">
                <c:v>-2.6268242684128325</c:v>
              </c:pt>
              <c:pt idx="23">
                <c:v>-2.7084349879896923</c:v>
              </c:pt>
              <c:pt idx="24">
                <c:v>-2.788486051322767</c:v>
              </c:pt>
              <c:pt idx="25">
                <c:v>-2.8667406797449386</c:v>
              </c:pt>
              <c:pt idx="26">
                <c:v>-2.943874632205746</c:v>
              </c:pt>
              <c:pt idx="27">
                <c:v>-3.020667820604147</c:v>
              </c:pt>
              <c:pt idx="28">
                <c:v>-3.0971221991374445</c:v>
              </c:pt>
              <c:pt idx="29">
                <c:v>-3.1730665662491537</c:v>
              </c:pt>
              <c:pt idx="30">
                <c:v>-3.248440153406215</c:v>
              </c:pt>
              <c:pt idx="31">
                <c:v>-3.323243431938802</c:v>
              </c:pt>
              <c:pt idx="32">
                <c:v>-3.3974623119662763</c:v>
              </c:pt>
              <c:pt idx="33">
                <c:v>-3.4710781162705837</c:v>
              </c:pt>
              <c:pt idx="34">
                <c:v>-3.5440514107827434</c:v>
              </c:pt>
              <c:pt idx="35">
                <c:v>-3.616405025522812</c:v>
              </c:pt>
              <c:pt idx="36">
                <c:v>-3.6881095932026167</c:v>
              </c:pt>
              <c:pt idx="37">
                <c:v>-3.759161288404123</c:v>
              </c:pt>
              <c:pt idx="38">
                <c:v>-3.829565198601455</c:v>
              </c:pt>
              <c:pt idx="39">
                <c:v>-3.8996444049039423</c:v>
              </c:pt>
              <c:pt idx="40">
                <c:v>-3.969462422106155</c:v>
              </c:pt>
              <c:pt idx="41">
                <c:v>-4.039003796949134</c:v>
              </c:pt>
              <c:pt idx="42">
                <c:v>-4.108260968320796</c:v>
              </c:pt>
              <c:pt idx="43">
                <c:v>-4.177224098528483</c:v>
              </c:pt>
              <c:pt idx="44">
                <c:v>-4.245893067082302</c:v>
              </c:pt>
              <c:pt idx="45">
                <c:v>-4.31424858384354</c:v>
              </c:pt>
              <c:pt idx="46">
                <c:v>-4.382265477623399</c:v>
              </c:pt>
              <c:pt idx="47">
                <c:v>-4.449925976255947</c:v>
              </c:pt>
              <c:pt idx="48">
                <c:v>-4.517206591172649</c:v>
              </c:pt>
              <c:pt idx="49">
                <c:v>-4.584076046143945</c:v>
              </c:pt>
              <c:pt idx="50">
                <c:v>-4.65050580230057</c:v>
              </c:pt>
              <c:pt idx="51">
                <c:v>-4.716482202868676</c:v>
              </c:pt>
              <c:pt idx="52">
                <c:v>-4.782022077946756</c:v>
              </c:pt>
              <c:pt idx="53">
                <c:v>-4.8471158948207975</c:v>
              </c:pt>
              <c:pt idx="54">
                <c:v>-4.911775455697158</c:v>
              </c:pt>
              <c:pt idx="55">
                <c:v>-4.976003249121321</c:v>
              </c:pt>
              <c:pt idx="56">
                <c:v>-5.039798688351735</c:v>
              </c:pt>
              <c:pt idx="57">
                <c:v>-5.103155969279064</c:v>
              </c:pt>
              <c:pt idx="58">
                <c:v>-5.166095039138594</c:v>
              </c:pt>
              <c:pt idx="59">
                <c:v>-5.228603264248427</c:v>
              </c:pt>
              <c:pt idx="60">
                <c:v>-5.290668671369883</c:v>
              </c:pt>
              <c:pt idx="61">
                <c:v>-5.352311367090929</c:v>
              </c:pt>
              <c:pt idx="62">
                <c:v>-5.413511742890649</c:v>
              </c:pt>
              <c:pt idx="63">
                <c:v>-5.474284757939151</c:v>
              </c:pt>
              <c:pt idx="64">
                <c:v>-5.534621385485187</c:v>
              </c:pt>
              <c:pt idx="65">
                <c:v>-5.594524645634391</c:v>
              </c:pt>
              <c:pt idx="66">
                <c:v>-5.653999740504423</c:v>
              </c:pt>
              <c:pt idx="67">
                <c:v>-5.713044367802536</c:v>
              </c:pt>
              <c:pt idx="68">
                <c:v>-5.771644713666471</c:v>
              </c:pt>
              <c:pt idx="69">
                <c:v>-5.829811343429989</c:v>
              </c:pt>
              <c:pt idx="70">
                <c:v>-5.8875178926942695</c:v>
              </c:pt>
              <c:pt idx="71">
                <c:v>-5.9447874419104565</c:v>
              </c:pt>
              <c:pt idx="72">
                <c:v>-6.001595191910701</c:v>
              </c:pt>
              <c:pt idx="73">
                <c:v>-6.057946256780729</c:v>
              </c:pt>
              <c:pt idx="74">
                <c:v>-6.113843164360224</c:v>
              </c:pt>
              <c:pt idx="75">
                <c:v>-6.169255960090727</c:v>
              </c:pt>
              <c:pt idx="76">
                <c:v>-6.224337041545835</c:v>
              </c:pt>
              <c:pt idx="77">
                <c:v>-6.279225629990451</c:v>
              </c:pt>
              <c:pt idx="78">
                <c:v>-6.333914395751696</c:v>
              </c:pt>
              <c:pt idx="79">
                <c:v>-6.388404294556015</c:v>
              </c:pt>
              <c:pt idx="80">
                <c:v>-6.442698916036217</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numLit>
          </c:xVal>
          <c:yVal>
            <c:numLit>
              <c:formatCode>0</c:formatCode>
              <c:ptCount val="81"/>
              <c:pt idx="0">
                <c:v>-8</c:v>
              </c:pt>
              <c:pt idx="1">
                <c:v>-1.5243624783041532</c:v>
              </c:pt>
              <c:pt idx="2">
                <c:v>-1.382820887252701</c:v>
              </c:pt>
              <c:pt idx="3">
                <c:v>-1.3230436712717133</c:v>
              </c:pt>
              <c:pt idx="4">
                <c:v>-1.3031324846419352</c:v>
              </c:pt>
              <c:pt idx="5">
                <c:v>-1.3162404417756544</c:v>
              </c:pt>
              <c:pt idx="6">
                <c:v>-1.3547955878089404</c:v>
              </c:pt>
              <c:pt idx="7">
                <c:v>-1.4097384988922936</c:v>
              </c:pt>
              <c:pt idx="8">
                <c:v>-1.4803353594610906</c:v>
              </c:pt>
              <c:pt idx="9">
                <c:v>-1.5576475083025958</c:v>
              </c:pt>
              <c:pt idx="10">
                <c:v>-1.6406892856106134</c:v>
              </c:pt>
              <c:pt idx="11">
                <c:v>-1.7273146714957313</c:v>
              </c:pt>
              <c:pt idx="12">
                <c:v>-1.81536335242276</c:v>
              </c:pt>
              <c:pt idx="13">
                <c:v>-1.9016516516454727</c:v>
              </c:pt>
              <c:pt idx="14">
                <c:v>-1.9866376172523894</c:v>
              </c:pt>
              <c:pt idx="15">
                <c:v>-2.070282402903732</c:v>
              </c:pt>
              <c:pt idx="16">
                <c:v>-2.1521034854530736</c:v>
              </c:pt>
              <c:pt idx="17">
                <c:v>-2.232926386736586</c:v>
              </c:pt>
              <c:pt idx="18">
                <c:v>-2.3129136325889648</c:v>
              </c:pt>
              <c:pt idx="19">
                <c:v>-2.3918126706817002</c:v>
              </c:pt>
              <c:pt idx="20">
                <c:v>-2.4690425199984296</c:v>
              </c:pt>
              <c:pt idx="21">
                <c:v>-2.5454389502511305</c:v>
              </c:pt>
              <c:pt idx="22">
                <c:v>-2.6199212779162475</c:v>
              </c:pt>
              <c:pt idx="23">
                <c:v>-2.692688444782188</c:v>
              </c:pt>
              <c:pt idx="24">
                <c:v>-2.7639245925528946</c:v>
              </c:pt>
              <c:pt idx="25">
                <c:v>-2.833211901373361</c:v>
              </c:pt>
              <c:pt idx="26">
                <c:v>-2.901097204892975</c:v>
              </c:pt>
              <c:pt idx="27">
                <c:v>-2.9680245436543347</c:v>
              </c:pt>
              <c:pt idx="28">
                <c:v>-3.0335990922525053</c:v>
              </c:pt>
              <c:pt idx="29">
                <c:v>-3.0983398698710984</c:v>
              </c:pt>
              <c:pt idx="30">
                <c:v>-3.1622729719998453</c:v>
              </c:pt>
              <c:pt idx="31">
                <c:v>-3.225257424366447</c:v>
              </c:pt>
              <c:pt idx="32">
                <c:v>-3.287737662030598</c:v>
              </c:pt>
              <c:pt idx="33">
                <c:v>-3.348878699445583</c:v>
              </c:pt>
              <c:pt idx="34">
                <c:v>-3.409500766219403</c:v>
              </c:pt>
              <c:pt idx="35">
                <c:v>-3.4694183705410153</c:v>
              </c:pt>
              <c:pt idx="36">
                <c:v>-3.5289286524668775</c:v>
              </c:pt>
              <c:pt idx="37">
                <c:v>-3.588011797694841</c:v>
              </c:pt>
              <c:pt idx="38">
                <c:v>-3.6464015973138855</c:v>
              </c:pt>
              <c:pt idx="39">
                <c:v>-3.7037390612281915</c:v>
              </c:pt>
              <c:pt idx="40">
                <c:v>-3.7609024617066047</c:v>
              </c:pt>
              <c:pt idx="41">
                <c:v>-3.8169872368992483</c:v>
              </c:pt>
              <c:pt idx="42">
                <c:v>-3.873072012091892</c:v>
              </c:pt>
              <c:pt idx="43">
                <c:v>-3.928219659494522</c:v>
              </c:pt>
              <c:pt idx="44">
                <c:v>-3.98296581076923</c:v>
              </c:pt>
              <c:pt idx="45">
                <c:v>-4.037661883133992</c:v>
              </c:pt>
              <c:pt idx="46">
                <c:v>-4.091650106607682</c:v>
              </c:pt>
              <c:pt idx="47">
                <c:v>-4.145638330081373</c:v>
              </c:pt>
              <c:pt idx="48">
                <c:v>-4.199172991762145</c:v>
              </c:pt>
              <c:pt idx="49">
                <c:v>-4.251112230963551</c:v>
              </c:pt>
              <c:pt idx="50">
                <c:v>-4.303051470164958</c:v>
              </c:pt>
              <c:pt idx="51">
                <c:v>-4.354756523991048</c:v>
              </c:pt>
              <c:pt idx="52">
                <c:v>-4.405124767074515</c:v>
              </c:pt>
              <c:pt idx="53">
                <c:v>-4.455493010157982</c:v>
              </c:pt>
              <c:pt idx="54">
                <c:v>-4.505861253241449</c:v>
              </c:pt>
              <c:pt idx="55">
                <c:v>-4.556071007362517</c:v>
              </c:pt>
              <c:pt idx="56">
                <c:v>-4.6062485281872405</c:v>
              </c:pt>
              <c:pt idx="57">
                <c:v>-4.656426049011964</c:v>
              </c:pt>
              <c:pt idx="58">
                <c:v>-4.7055663869718956</c:v>
              </c:pt>
              <c:pt idx="59">
                <c:v>-4.751552812896975</c:v>
              </c:pt>
              <c:pt idx="60">
                <c:v>-4.797539238822054</c:v>
              </c:pt>
              <c:pt idx="61">
                <c:v>-4.843525664747133</c:v>
              </c:pt>
              <c:pt idx="62">
                <c:v>-4.888927599616406</c:v>
              </c:pt>
              <c:pt idx="63">
                <c:v>-4.933364764429341</c:v>
              </c:pt>
              <c:pt idx="64">
                <c:v>-4.9778019292422755</c:v>
              </c:pt>
              <c:pt idx="65">
                <c:v>-5.02223909405521</c:v>
              </c:pt>
              <c:pt idx="66">
                <c:v>-5.066511304790338</c:v>
              </c:pt>
              <c:pt idx="67">
                <c:v>-5.110113058234661</c:v>
              </c:pt>
              <c:pt idx="68">
                <c:v>-5.1537148116789835</c:v>
              </c:pt>
              <c:pt idx="69">
                <c:v>-5.197316565123307</c:v>
              </c:pt>
              <c:pt idx="70">
                <c:v>-5.24091831856763</c:v>
              </c:pt>
              <c:pt idx="71">
                <c:v>-5.284149319991792</c:v>
              </c:pt>
              <c:pt idx="72">
                <c:v>-5.327208442312255</c:v>
              </c:pt>
              <c:pt idx="73">
                <c:v>-5.370267564632718</c:v>
              </c:pt>
              <c:pt idx="74">
                <c:v>-5.413326686953181</c:v>
              </c:pt>
              <c:pt idx="75">
                <c:v>-5.456385809273644</c:v>
              </c:pt>
              <c:pt idx="76">
                <c:v>-5.497080326345524</c:v>
              </c:pt>
              <c:pt idx="77">
                <c:v>-5.537212626002075</c:v>
              </c:pt>
              <c:pt idx="78">
                <c:v>-5.577344925658626</c:v>
              </c:pt>
              <c:pt idx="79">
                <c:v>-5.617477225315177</c:v>
              </c:pt>
              <c:pt idx="80">
                <c:v>-5.657609524971728</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numLit>
          </c:xVal>
          <c:yVal>
            <c:numLit>
              <c:formatCode>0</c:formatCode>
              <c:ptCount val="81"/>
              <c:pt idx="0">
                <c:v>-8</c:v>
              </c:pt>
              <c:pt idx="1">
                <c:v>-1.5209167763284457</c:v>
              </c:pt>
              <c:pt idx="2">
                <c:v>-1.3797365525454222</c:v>
              </c:pt>
              <c:pt idx="3">
                <c:v>-1.3205942852462083</c:v>
              </c:pt>
              <c:pt idx="4">
                <c:v>-1.3016499005506246</c:v>
              </c:pt>
              <c:pt idx="5">
                <c:v>-1.3154572006186316</c:v>
              </c:pt>
              <c:pt idx="6">
                <c:v>-1.354372316741215</c:v>
              </c:pt>
              <c:pt idx="7">
                <c:v>-1.4099649655886914</c:v>
              </c:pt>
              <c:pt idx="8">
                <c:v>-1.4809735521842111</c:v>
              </c:pt>
              <c:pt idx="9">
                <c:v>-1.558647879513507</c:v>
              </c:pt>
              <c:pt idx="10">
                <c:v>-1.641964512458658</c:v>
              </c:pt>
              <c:pt idx="11">
                <c:v>-1.7290726998349821</c:v>
              </c:pt>
              <c:pt idx="12">
                <c:v>-1.8174197150389262</c:v>
              </c:pt>
              <c:pt idx="13">
                <c:v>-1.9041943099547503</c:v>
              </c:pt>
              <c:pt idx="14">
                <c:v>-1.9897961072893091</c:v>
              </c:pt>
              <c:pt idx="15">
                <c:v>-2.073882664863357</c:v>
              </c:pt>
              <c:pt idx="16">
                <c:v>-2.1559999122770086</c:v>
              </c:pt>
              <c:pt idx="17">
                <c:v>-2.2372728661137047</c:v>
              </c:pt>
              <c:pt idx="18">
                <c:v>-2.317586214648979</c:v>
              </c:pt>
              <c:pt idx="19">
                <c:v>-2.3969819354676853</c:v>
              </c:pt>
              <c:pt idx="20">
                <c:v>-2.475064622247159</c:v>
              </c:pt>
              <c:pt idx="21">
                <c:v>-2.551592523588503</c:v>
              </c:pt>
              <c:pt idx="22">
                <c:v>-2.626554475080098</c:v>
              </c:pt>
              <c:pt idx="23">
                <c:v>-2.6999353791359915</c:v>
              </c:pt>
              <c:pt idx="24">
                <c:v>-2.7715899152332817</c:v>
              </c:pt>
              <c:pt idx="25">
                <c:v>-2.8413068806108575</c:v>
              </c:pt>
              <c:pt idx="26">
                <c:v>-2.909225260374806</c:v>
              </c:pt>
              <c:pt idx="27">
                <c:v>-2.9761042321358917</c:v>
              </c:pt>
              <c:pt idx="28">
                <c:v>-3.0421751260723027</c:v>
              </c:pt>
              <c:pt idx="29">
                <c:v>-3.1073656024888914</c:v>
              </c:pt>
              <c:pt idx="30">
                <c:v>-3.171700354642793</c:v>
              </c:pt>
              <c:pt idx="31">
                <c:v>-3.2352317920020304</c:v>
              </c:pt>
              <c:pt idx="32">
                <c:v>-3.2979789647327182</c:v>
              </c:pt>
              <c:pt idx="33">
                <c:v>-3.3599672143694552</c:v>
              </c:pt>
              <c:pt idx="34">
                <c:v>-3.4212189253610403</c:v>
              </c:pt>
              <c:pt idx="35">
                <c:v>-3.481713518368654</c:v>
              </c:pt>
              <c:pt idx="36">
                <c:v>-3.541495230986875</c:v>
              </c:pt>
              <c:pt idx="37">
                <c:v>-3.6005459219862948</c:v>
              </c:pt>
              <c:pt idx="38">
                <c:v>-3.6587377101413177</c:v>
              </c:pt>
              <c:pt idx="39">
                <c:v>-3.716291465115311</c:v>
              </c:pt>
              <c:pt idx="40">
                <c:v>-3.7733763578843176</c:v>
              </c:pt>
              <c:pt idx="41">
                <c:v>-3.8299736876059898</c:v>
              </c:pt>
              <c:pt idx="42">
                <c:v>-3.8861586208533487</c:v>
              </c:pt>
              <c:pt idx="43">
                <c:v>-3.9418662993841758</c:v>
              </c:pt>
              <c:pt idx="44">
                <c:v>-3.997199403285908</c:v>
              </c:pt>
              <c:pt idx="45">
                <c:v>-4.052008924758889</c:v>
              </c:pt>
              <c:pt idx="46">
                <c:v>-4.106388117256674</c:v>
              </c:pt>
              <c:pt idx="47">
                <c:v>-4.160320064738201</c:v>
              </c:pt>
              <c:pt idx="48">
                <c:v>-4.2137462914347505</c:v>
              </c:pt>
              <c:pt idx="49">
                <c:v>-4.2666695339933405</c:v>
              </c:pt>
              <c:pt idx="50">
                <c:v>-4.318957542915463</c:v>
              </c:pt>
              <c:pt idx="51">
                <c:v>-4.370647490434301</c:v>
              </c:pt>
              <c:pt idx="52">
                <c:v>-4.421729830162237</c:v>
              </c:pt>
              <c:pt idx="53">
                <c:v>-4.472227852433857</c:v>
              </c:pt>
              <c:pt idx="54">
                <c:v>-4.522291494264832</c:v>
              </c:pt>
              <c:pt idx="55">
                <c:v>-4.571943410044919</c:v>
              </c:pt>
              <c:pt idx="56">
                <c:v>-4.621101865504934</c:v>
              </c:pt>
              <c:pt idx="57">
                <c:v>-4.669750747225462</c:v>
              </c:pt>
              <c:pt idx="58">
                <c:v>-4.717970915685877</c:v>
              </c:pt>
              <c:pt idx="59">
                <c:v>-4.765864980575259</c:v>
              </c:pt>
              <c:pt idx="60">
                <c:v>-4.813254773020792</c:v>
              </c:pt>
              <c:pt idx="61">
                <c:v>-4.8602788412114935</c:v>
              </c:pt>
              <c:pt idx="62">
                <c:v>-4.906991805965233</c:v>
              </c:pt>
              <c:pt idx="63">
                <c:v>-4.953105321653538</c:v>
              </c:pt>
              <c:pt idx="64">
                <c:v>-4.999067970089075</c:v>
              </c:pt>
              <c:pt idx="65">
                <c:v>-5.044313833125403</c:v>
              </c:pt>
              <c:pt idx="66">
                <c:v>-5.089495833322687</c:v>
              </c:pt>
              <c:pt idx="67">
                <c:v>-5.133954227429907</c:v>
              </c:pt>
              <c:pt idx="68">
                <c:v>-5.178320435167875</c:v>
              </c:pt>
              <c:pt idx="69">
                <c:v>-5.222057449929182</c:v>
              </c:pt>
              <c:pt idx="70">
                <c:v>-5.265516133850078</c:v>
              </c:pt>
              <c:pt idx="71">
                <c:v>-5.308674979505676</c:v>
              </c:pt>
              <c:pt idx="72">
                <c:v>-5.351208584443087</c:v>
              </c:pt>
              <c:pt idx="73">
                <c:v>-5.3937421893804975</c:v>
              </c:pt>
              <c:pt idx="74">
                <c:v>-5.4354958411235215</c:v>
              </c:pt>
              <c:pt idx="75">
                <c:v>-5.477010434021571</c:v>
              </c:pt>
              <c:pt idx="76">
                <c:v>-5.518523434135089</c:v>
              </c:pt>
              <c:pt idx="77">
                <c:v>-5.559234917442086</c:v>
              </c:pt>
              <c:pt idx="78">
                <c:v>-5.599946400749083</c:v>
              </c:pt>
              <c:pt idx="79">
                <c:v>-5.640647118341379</c:v>
              </c:pt>
              <c:pt idx="80">
                <c:v>-5.680743127557646</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numLit>
          </c:xVal>
          <c:yVal>
            <c:numLit>
              <c:formatCode>0</c:formatCode>
              <c:ptCount val="81"/>
              <c:pt idx="0">
                <c:v>-8</c:v>
              </c:pt>
              <c:pt idx="1">
                <c:v>-1.3898781003132064</c:v>
              </c:pt>
              <c:pt idx="2">
                <c:v>-1.3253061843640703</c:v>
              </c:pt>
              <c:pt idx="3">
                <c:v>-1.3232036367190843</c:v>
              </c:pt>
              <c:pt idx="4">
                <c:v>-1.346677350297789</c:v>
              </c:pt>
              <c:pt idx="5">
                <c:v>-1.3841654256766152</c:v>
              </c:pt>
              <c:pt idx="6">
                <c:v>-1.4305178845356572</c:v>
              </c:pt>
              <c:pt idx="7">
                <c:v>-1.4829875716032053</c:v>
              </c:pt>
              <c:pt idx="8">
                <c:v>-1.5399346799972164</c:v>
              </c:pt>
              <c:pt idx="9">
                <c:v>-1.6003015006563803</c:v>
              </c:pt>
              <c:pt idx="10">
                <c:v>-1.6633658372588973</c:v>
              </c:pt>
              <c:pt idx="11">
                <c:v>-1.7286125765626394</c:v>
              </c:pt>
              <c:pt idx="12">
                <c:v>-1.7956613780007942</c:v>
              </c:pt>
              <c:pt idx="13">
                <c:v>-1.8642234067540426</c:v>
              </c:pt>
              <c:pt idx="14">
                <c:v>-1.9340741469511966</c:v>
              </c:pt>
              <c:pt idx="15">
                <c:v>-2.0050356171453294</c:v>
              </c:pt>
              <c:pt idx="16">
                <c:v>-2.076964337228062</c:v>
              </c:pt>
              <c:pt idx="17">
                <c:v>-2.1497429497497422</c:v>
              </c:pt>
              <c:pt idx="18">
                <c:v>-2.2232742397700807</c:v>
              </c:pt>
              <c:pt idx="19">
                <c:v>-2.297476773728174</c:v>
              </c:pt>
              <c:pt idx="20">
                <c:v>-2.3722816582554525</c:v>
              </c:pt>
              <c:pt idx="21">
                <c:v>-2.447630090603338</c:v>
              </c:pt>
              <c:pt idx="22">
                <c:v>-2.523471479442049</c:v>
              </c:pt>
              <c:pt idx="23">
                <c:v>-2.5997619837272103</c:v>
              </c:pt>
              <c:pt idx="24">
                <c:v>-2.6764633627630583</c:v>
              </c:pt>
              <c:pt idx="25">
                <c:v>-2.753542061165697</c:v>
              </c:pt>
              <c:pt idx="26">
                <c:v>-2.8309684733991616</c:v>
              </c:pt>
              <c:pt idx="27">
                <c:v>-2.9087163471879314</c:v>
              </c:pt>
              <c:pt idx="28">
                <c:v>-2.9867622954791697</c:v>
              </c:pt>
              <c:pt idx="29">
                <c:v>-3.0650853940836558</c:v>
              </c:pt>
              <c:pt idx="30">
                <c:v>-3.1436668475561573</c:v>
              </c:pt>
              <c:pt idx="31">
                <c:v>-3.2224897098817067</c:v>
              </c:pt>
              <c:pt idx="32">
                <c:v>-3.3015386495217447</c:v>
              </c:pt>
              <c:pt idx="33">
                <c:v>-3.3807997506256084</c:v>
              </c:pt>
              <c:pt idx="34">
                <c:v>-3.4602603439262793</c:v>
              </c:pt>
              <c:pt idx="35">
                <c:v>-3.5399088621551233</c:v>
              </c:pt>
              <c:pt idx="36">
                <c:v>-3.6197347158294724</c:v>
              </c:pt>
              <c:pt idx="37">
                <c:v>-3.699728186062473</c:v>
              </c:pt>
              <c:pt idx="38">
                <c:v>-3.77988033167042</c:v>
              </c:pt>
              <c:pt idx="39">
                <c:v>-3.86018290834843</c:v>
              </c:pt>
              <c:pt idx="40">
                <c:v>-3.940628298080553</c:v>
              </c:pt>
              <c:pt idx="41">
                <c:v>-4.0212094472675215</c:v>
              </c:pt>
              <c:pt idx="42">
                <c:v>-4.101919812311293</c:v>
              </c:pt>
              <c:pt idx="43">
                <c:v>-4.182753311603305</c:v>
              </c:pt>
              <c:pt idx="44">
                <c:v>-4.263704283032859</c:v>
              </c:pt>
              <c:pt idx="45">
                <c:v>-4.344767446271136</c:v>
              </c:pt>
              <c:pt idx="46">
                <c:v>-4.425937869200875</c:v>
              </c:pt>
              <c:pt idx="47">
                <c:v>-4.507210937956657</c:v>
              </c:pt>
              <c:pt idx="48">
                <c:v>-4.588582330119578</c:v>
              </c:pt>
              <c:pt idx="49">
                <c:v>-4.670047990675968</c:v>
              </c:pt>
              <c:pt idx="50">
                <c:v>-4.75160411040507</c:v>
              </c:pt>
              <c:pt idx="51">
                <c:v>-4.833247106406966</c:v>
              </c:pt>
              <c:pt idx="52">
                <c:v>-4.914973604521389</c:v>
              </c:pt>
              <c:pt idx="53">
                <c:v>-4.9967804234212485</c:v>
              </c:pt>
              <c:pt idx="54">
                <c:v>-5.078664560193014</c:v>
              </c:pt>
              <c:pt idx="55">
                <c:v>-5.160623177240231</c:v>
              </c:pt>
              <c:pt idx="56">
                <c:v>-5.242653590367107</c:v>
              </c:pt>
              <c:pt idx="57">
                <c:v>-5.324753257916816</c:v>
              </c:pt>
              <c:pt idx="58">
                <c:v>-5.406919770854447</c:v>
              </c:pt>
              <c:pt idx="59">
                <c:v>-5.489150843697699</c:v>
              </c:pt>
              <c:pt idx="60">
                <c:v>-5.571444306209804</c:v>
              </c:pt>
              <c:pt idx="61">
                <c:v>-5.653798095779096</c:v>
              </c:pt>
              <c:pt idx="62">
                <c:v>-5.736210250418208</c:v>
              </c:pt>
              <c:pt idx="63">
                <c:v>-5.8186789023233985</c:v>
              </c:pt>
              <c:pt idx="64">
                <c:v>-5.9012022719410995</c:v>
              </c:pt>
              <c:pt idx="65">
                <c:v>-5.98377866249447</c:v>
              </c:pt>
              <c:pt idx="66">
                <c:v>-6.066406454927818</c:v>
              </c:pt>
              <c:pt idx="67">
                <c:v>-6.149084103231194</c:v>
              </c:pt>
              <c:pt idx="68">
                <c:v>-6.231810130111343</c:v>
              </c:pt>
              <c:pt idx="69">
                <c:v>-6.314583122978688</c:v>
              </c:pt>
              <c:pt idx="70">
                <c:v>-6.397401730223042</c:v>
              </c:pt>
              <c:pt idx="71">
                <c:v>-6.480264657753487</c:v>
              </c:pt>
              <c:pt idx="72">
                <c:v>-6.5631706657802455</c:v>
              </c:pt>
              <c:pt idx="73">
                <c:v>-6.646118565818506</c:v>
              </c:pt>
              <c:pt idx="74">
                <c:v>-6.729107217896101</c:v>
              </c:pt>
              <c:pt idx="75">
                <c:v>-6.812135527948594</c:v>
              </c:pt>
              <c:pt idx="76">
                <c:v>-6.895202445386902</c:v>
              </c:pt>
              <c:pt idx="77">
                <c:v>-6.978306960823912</c:v>
              </c:pt>
              <c:pt idx="78">
                <c:v>-7.061448103947767</c:v>
              </c:pt>
              <c:pt idx="79">
                <c:v>-7.144624941530641</c:v>
              </c:pt>
              <c:pt idx="80">
                <c:v>-7.227836575562744</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numLit>
          </c:xVal>
          <c:yVal>
            <c:numLit>
              <c:formatCode>0</c:formatCode>
              <c:ptCount val="81"/>
              <c:pt idx="0">
                <c:v>-8</c:v>
              </c:pt>
              <c:pt idx="1">
                <c:v>-1.6083603487348799</c:v>
              </c:pt>
              <c:pt idx="2">
                <c:v>-1.4702518957069841</c:v>
              </c:pt>
              <c:pt idx="3">
                <c:v>-1.4028838408526347</c:v>
              </c:pt>
              <c:pt idx="4">
                <c:v>-1.3693630770913725</c:v>
              </c:pt>
              <c:pt idx="5">
                <c:v>-1.3581277049996285</c:v>
              </c:pt>
              <c:pt idx="6">
                <c:v>-1.364027746257497</c:v>
              </c:pt>
              <c:pt idx="7">
                <c:v>-1.3843160455932677</c:v>
              </c:pt>
              <c:pt idx="8">
                <c:v>-1.4173527961248982</c:v>
              </c:pt>
              <c:pt idx="9">
                <c:v>-1.4620802887910778</c:v>
              </c:pt>
              <c:pt idx="10">
                <c:v>-1.517776327270007</c:v>
              </c:pt>
              <c:pt idx="11">
                <c:v>-1.5839257983195576</c:v>
              </c:pt>
              <c:pt idx="12">
                <c:v>-1.6601483613729178</c:v>
              </c:pt>
              <c:pt idx="13">
                <c:v>-1.746155181610768</c:v>
              </c:pt>
              <c:pt idx="14">
                <c:v>-1.84172174316192</c:v>
              </c:pt>
              <c:pt idx="15">
                <c:v>-1.946670064579448</c:v>
              </c:pt>
              <c:pt idx="16">
                <c:v>-2.0608566657549723</c:v>
              </c:pt>
              <c:pt idx="17">
                <c:v>-2.18416418923884</c:v>
              </c:pt>
              <c:pt idx="18">
                <c:v>-2.316495420090763</c:v>
              </c:pt>
              <c:pt idx="19">
                <c:v>-2.4577689247498364</c:v>
              </c:pt>
              <c:pt idx="20">
                <c:v>-2.6079158098474924</c:v>
              </c:pt>
              <c:pt idx="21">
                <c:v>-2.766877272635152</c:v>
              </c:pt>
              <c:pt idx="22">
                <c:v>-2.9346027217830324</c:v>
              </c:pt>
              <c:pt idx="23">
                <c:v>-3.1110483162467615</c:v>
              </c:pt>
              <c:pt idx="24">
                <c:v>-3.296175815330573</c:v>
              </c:pt>
              <c:pt idx="25">
                <c:v>-3.4899516636505714</c:v>
              </c:pt>
              <c:pt idx="26">
                <c:v>-3.692346255670792</c:v>
              </c:pt>
              <c:pt idx="27">
                <c:v>-3.903333339115715</c:v>
              </c:pt>
              <c:pt idx="28">
                <c:v>-4.122889526932502</c:v>
              </c:pt>
              <c:pt idx="29">
                <c:v>-4.350993894931935</c:v>
              </c:pt>
              <c:pt idx="30">
                <c:v>-4.587627647668778</c:v>
              </c:pt>
              <c:pt idx="31">
                <c:v>-4.832773839128067</c:v>
              </c:pt>
              <c:pt idx="32">
                <c:v>-5.086417137771241</c:v>
              </c:pt>
              <c:pt idx="33">
                <c:v>-5.348543627747636</c:v>
              </c:pt>
              <c:pt idx="34">
                <c:v>-5.619140639790236</c:v>
              </c:pt>
              <c:pt idx="35">
                <c:v>-5.898196606630405</c:v>
              </c:pt>
              <c:pt idx="36">
                <c:v>-6.185700938785475</c:v>
              </c:pt>
              <c:pt idx="37">
                <c:v>-6.481643917368593</c:v>
              </c:pt>
              <c:pt idx="38">
                <c:v>-6.786016601196054</c:v>
              </c:pt>
              <c:pt idx="39">
                <c:v>-7.098810745962974</c:v>
              </c:pt>
              <c:pt idx="40">
                <c:v>-7.420018733653407</c:v>
              </c:pt>
              <c:pt idx="41">
                <c:v>-7.749633510668077</c:v>
              </c:pt>
              <c:pt idx="42">
                <c:v>-8</c:v>
              </c:pt>
              <c:pt idx="43">
                <c:v>-8</c:v>
              </c:pt>
              <c:pt idx="44">
                <c:v>-8</c:v>
              </c:pt>
              <c:pt idx="45">
                <c:v>-8</c:v>
              </c:pt>
              <c:pt idx="46">
                <c:v>-8</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160"/>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4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2500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3.75</c:v>
              </c:pt>
              <c:pt idx="2">
                <c:v>7.5</c:v>
              </c:pt>
              <c:pt idx="3">
                <c:v>11.25</c:v>
              </c:pt>
              <c:pt idx="4">
                <c:v>15</c:v>
              </c:pt>
              <c:pt idx="5">
                <c:v>18.75</c:v>
              </c:pt>
              <c:pt idx="6">
                <c:v>22.5</c:v>
              </c:pt>
              <c:pt idx="7">
                <c:v>26.25</c:v>
              </c:pt>
              <c:pt idx="8">
                <c:v>30</c:v>
              </c:pt>
              <c:pt idx="9">
                <c:v>33.75</c:v>
              </c:pt>
              <c:pt idx="10">
                <c:v>37.5</c:v>
              </c:pt>
              <c:pt idx="11">
                <c:v>41.25</c:v>
              </c:pt>
              <c:pt idx="12">
                <c:v>45</c:v>
              </c:pt>
              <c:pt idx="13">
                <c:v>48.75</c:v>
              </c:pt>
              <c:pt idx="14">
                <c:v>52.5</c:v>
              </c:pt>
              <c:pt idx="15">
                <c:v>56.25</c:v>
              </c:pt>
              <c:pt idx="16">
                <c:v>60</c:v>
              </c:pt>
              <c:pt idx="17">
                <c:v>63.75</c:v>
              </c:pt>
              <c:pt idx="18">
                <c:v>67.5</c:v>
              </c:pt>
              <c:pt idx="19">
                <c:v>71.25</c:v>
              </c:pt>
              <c:pt idx="20">
                <c:v>75</c:v>
              </c:pt>
              <c:pt idx="21">
                <c:v>78.75</c:v>
              </c:pt>
              <c:pt idx="22">
                <c:v>82.5</c:v>
              </c:pt>
              <c:pt idx="23">
                <c:v>86.25</c:v>
              </c:pt>
              <c:pt idx="24">
                <c:v>90</c:v>
              </c:pt>
              <c:pt idx="25">
                <c:v>93.75</c:v>
              </c:pt>
              <c:pt idx="26">
                <c:v>97.5</c:v>
              </c:pt>
              <c:pt idx="27">
                <c:v>101.25</c:v>
              </c:pt>
              <c:pt idx="28">
                <c:v>105</c:v>
              </c:pt>
              <c:pt idx="29">
                <c:v>108.75</c:v>
              </c:pt>
              <c:pt idx="30">
                <c:v>112.5</c:v>
              </c:pt>
              <c:pt idx="31">
                <c:v>116.25</c:v>
              </c:pt>
              <c:pt idx="32">
                <c:v>120</c:v>
              </c:pt>
              <c:pt idx="33">
                <c:v>123.75</c:v>
              </c:pt>
              <c:pt idx="34">
                <c:v>127.5</c:v>
              </c:pt>
              <c:pt idx="35">
                <c:v>131.25</c:v>
              </c:pt>
              <c:pt idx="36">
                <c:v>135</c:v>
              </c:pt>
              <c:pt idx="37">
                <c:v>138.75</c:v>
              </c:pt>
              <c:pt idx="38">
                <c:v>142.5</c:v>
              </c:pt>
              <c:pt idx="39">
                <c:v>146.25</c:v>
              </c:pt>
              <c:pt idx="40">
                <c:v>150</c:v>
              </c:pt>
              <c:pt idx="41">
                <c:v>153.75</c:v>
              </c:pt>
              <c:pt idx="42">
                <c:v>157.5</c:v>
              </c:pt>
              <c:pt idx="43">
                <c:v>161.25</c:v>
              </c:pt>
              <c:pt idx="44">
                <c:v>165</c:v>
              </c:pt>
              <c:pt idx="45">
                <c:v>168.75</c:v>
              </c:pt>
              <c:pt idx="46">
                <c:v>172.5</c:v>
              </c:pt>
              <c:pt idx="47">
                <c:v>176.25</c:v>
              </c:pt>
              <c:pt idx="48">
                <c:v>180</c:v>
              </c:pt>
              <c:pt idx="49">
                <c:v>183.75</c:v>
              </c:pt>
              <c:pt idx="50">
                <c:v>187.5</c:v>
              </c:pt>
              <c:pt idx="51">
                <c:v>191.25</c:v>
              </c:pt>
              <c:pt idx="52">
                <c:v>195</c:v>
              </c:pt>
              <c:pt idx="53">
                <c:v>198.75</c:v>
              </c:pt>
              <c:pt idx="54">
                <c:v>202.5</c:v>
              </c:pt>
              <c:pt idx="55">
                <c:v>206.25</c:v>
              </c:pt>
              <c:pt idx="56">
                <c:v>210</c:v>
              </c:pt>
              <c:pt idx="57">
                <c:v>213.75</c:v>
              </c:pt>
              <c:pt idx="58">
                <c:v>217.5</c:v>
              </c:pt>
              <c:pt idx="59">
                <c:v>221.25</c:v>
              </c:pt>
              <c:pt idx="60">
                <c:v>225</c:v>
              </c:pt>
              <c:pt idx="61">
                <c:v>228.75</c:v>
              </c:pt>
              <c:pt idx="62">
                <c:v>232.5</c:v>
              </c:pt>
              <c:pt idx="63">
                <c:v>236.25</c:v>
              </c:pt>
              <c:pt idx="64">
                <c:v>240</c:v>
              </c:pt>
              <c:pt idx="65">
                <c:v>243.75</c:v>
              </c:pt>
              <c:pt idx="66">
                <c:v>247.5</c:v>
              </c:pt>
              <c:pt idx="67">
                <c:v>251.25</c:v>
              </c:pt>
              <c:pt idx="68">
                <c:v>255</c:v>
              </c:pt>
              <c:pt idx="69">
                <c:v>258.75</c:v>
              </c:pt>
              <c:pt idx="70">
                <c:v>262.5</c:v>
              </c:pt>
              <c:pt idx="71">
                <c:v>266.25</c:v>
              </c:pt>
              <c:pt idx="72">
                <c:v>270</c:v>
              </c:pt>
              <c:pt idx="73">
                <c:v>273.75</c:v>
              </c:pt>
              <c:pt idx="74">
                <c:v>277.5</c:v>
              </c:pt>
              <c:pt idx="75">
                <c:v>281.25</c:v>
              </c:pt>
              <c:pt idx="76">
                <c:v>285</c:v>
              </c:pt>
              <c:pt idx="77">
                <c:v>288.75</c:v>
              </c:pt>
              <c:pt idx="78">
                <c:v>292.5</c:v>
              </c:pt>
              <c:pt idx="79">
                <c:v>296.25</c:v>
              </c:pt>
              <c:pt idx="80">
                <c:v>300</c:v>
              </c:pt>
            </c:numLit>
          </c:xVal>
          <c:yVal>
            <c:numLit>
              <c:formatCode>0</c:formatCode>
              <c:ptCount val="81"/>
              <c:pt idx="0">
                <c:v>-8</c:v>
              </c:pt>
              <c:pt idx="1">
                <c:v>-1.7973208483729433</c:v>
              </c:pt>
              <c:pt idx="2">
                <c:v>-1.6675140076791357</c:v>
              </c:pt>
              <c:pt idx="3">
                <c:v>-1.6317063671758918</c:v>
              </c:pt>
              <c:pt idx="4">
                <c:v>-1.6446394213819757</c:v>
              </c:pt>
              <c:pt idx="5">
                <c:v>-1.6767718822077018</c:v>
              </c:pt>
              <c:pt idx="6">
                <c:v>-1.7199671983713711</c:v>
              </c:pt>
              <c:pt idx="7">
                <c:v>-1.769203604151009</c:v>
              </c:pt>
              <c:pt idx="8">
                <c:v>-1.8220951912646355</c:v>
              </c:pt>
              <c:pt idx="9">
                <c:v>-1.8780547656521867</c:v>
              </c:pt>
              <c:pt idx="10">
                <c:v>-1.93675108632202</c:v>
              </c:pt>
              <c:pt idx="11">
                <c:v>-1.9967836621814696</c:v>
              </c:pt>
              <c:pt idx="12">
                <c:v>-2.0567068165065185</c:v>
              </c:pt>
              <c:pt idx="13">
                <c:v>-2.1156401373099714</c:v>
              </c:pt>
              <c:pt idx="14">
                <c:v>-2.1735539880752253</c:v>
              </c:pt>
              <c:pt idx="15">
                <c:v>-2.2316950330471017</c:v>
              </c:pt>
              <c:pt idx="16">
                <c:v>-2.289833074628787</c:v>
              </c:pt>
              <c:pt idx="17">
                <c:v>-2.3477258575075863</c:v>
              </c:pt>
              <c:pt idx="18">
                <c:v>-2.4051739470890454</c:v>
              </c:pt>
              <c:pt idx="19">
                <c:v>-2.4620013550219144</c:v>
              </c:pt>
              <c:pt idx="20">
                <c:v>-2.5181499108557275</c:v>
              </c:pt>
              <c:pt idx="21">
                <c:v>-2.5738623583264095</c:v>
              </c:pt>
              <c:pt idx="22">
                <c:v>-2.629421608815112</c:v>
              </c:pt>
              <c:pt idx="23">
                <c:v>-2.6847373821307396</c:v>
              </c:pt>
              <c:pt idx="24">
                <c:v>-2.7397498056053617</c:v>
              </c:pt>
              <c:pt idx="25">
                <c:v>-2.7943841069821413</c:v>
              </c:pt>
              <c:pt idx="26">
                <c:v>-2.848573852803908</c:v>
              </c:pt>
              <c:pt idx="27">
                <c:v>-2.902241044957523</c:v>
              </c:pt>
              <c:pt idx="28">
                <c:v>-2.955415447806937</c:v>
              </c:pt>
              <c:pt idx="29">
                <c:v>-3.008092817830304</c:v>
              </c:pt>
              <c:pt idx="30">
                <c:v>-3.060255844749646</c:v>
              </c:pt>
              <c:pt idx="31">
                <c:v>-3.1118976420871114</c:v>
              </c:pt>
              <c:pt idx="32">
                <c:v>-3.162999127705473</c:v>
              </c:pt>
              <c:pt idx="33">
                <c:v>-3.213523502694421</c:v>
              </c:pt>
              <c:pt idx="34">
                <c:v>-3.263483828451073</c:v>
              </c:pt>
              <c:pt idx="35">
                <c:v>-3.312862929277316</c:v>
              </c:pt>
              <c:pt idx="36">
                <c:v>-3.36164459424957</c:v>
              </c:pt>
              <c:pt idx="37">
                <c:v>-3.4098066713425195</c:v>
              </c:pt>
              <c:pt idx="38">
                <c:v>-3.457332513394107</c:v>
              </c:pt>
              <c:pt idx="39">
                <c:v>-3.504211522288154</c:v>
              </c:pt>
              <c:pt idx="40">
                <c:v>-3.550441839309989</c:v>
              </c:pt>
              <c:pt idx="41">
                <c:v>-3.596193976414662</c:v>
              </c:pt>
              <c:pt idx="42">
                <c:v>-3.641657966200187</c:v>
              </c:pt>
              <c:pt idx="43">
                <c:v>-3.6868471235574263</c:v>
              </c:pt>
              <c:pt idx="44">
                <c:v>-3.7317577294594964</c:v>
              </c:pt>
              <c:pt idx="45">
                <c:v>-3.7763852953174357</c:v>
              </c:pt>
              <c:pt idx="46">
                <c:v>-3.8207168588344347</c:v>
              </c:pt>
              <c:pt idx="47">
                <c:v>-3.864762287393315</c:v>
              </c:pt>
              <c:pt idx="48">
                <c:v>-3.9085139128438824</c:v>
              </c:pt>
              <c:pt idx="49">
                <c:v>-3.951971492775001</c:v>
              </c:pt>
              <c:pt idx="50">
                <c:v>-3.995132905844457</c:v>
              </c:pt>
              <c:pt idx="51">
                <c:v>-4.037963582208812</c:v>
              </c:pt>
              <c:pt idx="52">
                <c:v>-4.080485641050905</c:v>
              </c:pt>
              <c:pt idx="53">
                <c:v>-4.122697518046603</c:v>
              </c:pt>
              <c:pt idx="54">
                <c:v>-4.164589470464447</c:v>
              </c:pt>
              <c:pt idx="55">
                <c:v>-4.2061829672436115</c:v>
              </c:pt>
              <c:pt idx="56">
                <c:v>-4.247503778762679</c:v>
              </c:pt>
              <c:pt idx="57">
                <c:v>-4.288540775509414</c:v>
              </c:pt>
              <c:pt idx="58">
                <c:v>-4.329285245401994</c:v>
              </c:pt>
              <c:pt idx="59">
                <c:v>-4.369760682366435</c:v>
              </c:pt>
              <c:pt idx="60">
                <c:v>-4.409933285378233</c:v>
              </c:pt>
              <c:pt idx="61">
                <c:v>-4.4498280638292105</c:v>
              </c:pt>
              <c:pt idx="62">
                <c:v>-4.489442654074588</c:v>
              </c:pt>
              <c:pt idx="63">
                <c:v>-4.528757728404412</c:v>
              </c:pt>
              <c:pt idx="64">
                <c:v>-4.567809591699048</c:v>
              </c:pt>
              <c:pt idx="65">
                <c:v>-4.606545652702928</c:v>
              </c:pt>
              <c:pt idx="66">
                <c:v>-4.645022805810581</c:v>
              </c:pt>
              <c:pt idx="67">
                <c:v>-4.683189338857319</c:v>
              </c:pt>
              <c:pt idx="68">
                <c:v>-4.721090753555938</c:v>
              </c:pt>
              <c:pt idx="69">
                <c:v>-4.758685145628308</c:v>
              </c:pt>
              <c:pt idx="70">
                <c:v>-4.7960132819152115</c:v>
              </c:pt>
              <c:pt idx="71">
                <c:v>-4.833028620678578</c:v>
              </c:pt>
              <c:pt idx="72">
                <c:v>-4.869783513177797</c:v>
              </c:pt>
              <c:pt idx="73">
                <c:v>-4.906212850010435</c:v>
              </c:pt>
              <c:pt idx="74">
                <c:v>-4.942377491718155</c:v>
              </c:pt>
              <c:pt idx="75">
                <c:v>-4.9782258987442445</c:v>
              </c:pt>
              <c:pt idx="76">
                <c:v>-5.013788866079387</c:v>
              </c:pt>
              <c:pt idx="77">
                <c:v>-5.049050657676635</c:v>
              </c:pt>
              <c:pt idx="78">
                <c:v>-5.083997532915803</c:v>
              </c:pt>
              <c:pt idx="79">
                <c:v>-5.1186618836616455</c:v>
              </c:pt>
              <c:pt idx="80">
                <c:v>-5.1529907443571465</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3.75</c:v>
              </c:pt>
              <c:pt idx="2">
                <c:v>7.5</c:v>
              </c:pt>
              <c:pt idx="3">
                <c:v>11.25</c:v>
              </c:pt>
              <c:pt idx="4">
                <c:v>15</c:v>
              </c:pt>
              <c:pt idx="5">
                <c:v>18.75</c:v>
              </c:pt>
              <c:pt idx="6">
                <c:v>22.5</c:v>
              </c:pt>
              <c:pt idx="7">
                <c:v>26.25</c:v>
              </c:pt>
              <c:pt idx="8">
                <c:v>30</c:v>
              </c:pt>
              <c:pt idx="9">
                <c:v>33.75</c:v>
              </c:pt>
              <c:pt idx="10">
                <c:v>37.5</c:v>
              </c:pt>
              <c:pt idx="11">
                <c:v>41.25</c:v>
              </c:pt>
              <c:pt idx="12">
                <c:v>45</c:v>
              </c:pt>
              <c:pt idx="13">
                <c:v>48.75</c:v>
              </c:pt>
              <c:pt idx="14">
                <c:v>52.5</c:v>
              </c:pt>
              <c:pt idx="15">
                <c:v>56.25</c:v>
              </c:pt>
              <c:pt idx="16">
                <c:v>60</c:v>
              </c:pt>
              <c:pt idx="17">
                <c:v>63.75</c:v>
              </c:pt>
              <c:pt idx="18">
                <c:v>67.5</c:v>
              </c:pt>
              <c:pt idx="19">
                <c:v>71.25</c:v>
              </c:pt>
              <c:pt idx="20">
                <c:v>75</c:v>
              </c:pt>
              <c:pt idx="21">
                <c:v>78.75</c:v>
              </c:pt>
              <c:pt idx="22">
                <c:v>82.5</c:v>
              </c:pt>
              <c:pt idx="23">
                <c:v>86.25</c:v>
              </c:pt>
              <c:pt idx="24">
                <c:v>90</c:v>
              </c:pt>
              <c:pt idx="25">
                <c:v>93.75</c:v>
              </c:pt>
              <c:pt idx="26">
                <c:v>97.5</c:v>
              </c:pt>
              <c:pt idx="27">
                <c:v>101.25</c:v>
              </c:pt>
              <c:pt idx="28">
                <c:v>105</c:v>
              </c:pt>
              <c:pt idx="29">
                <c:v>108.75</c:v>
              </c:pt>
              <c:pt idx="30">
                <c:v>112.5</c:v>
              </c:pt>
              <c:pt idx="31">
                <c:v>116.25</c:v>
              </c:pt>
              <c:pt idx="32">
                <c:v>120</c:v>
              </c:pt>
              <c:pt idx="33">
                <c:v>123.75</c:v>
              </c:pt>
              <c:pt idx="34">
                <c:v>127.5</c:v>
              </c:pt>
              <c:pt idx="35">
                <c:v>131.25</c:v>
              </c:pt>
              <c:pt idx="36">
                <c:v>135</c:v>
              </c:pt>
              <c:pt idx="37">
                <c:v>138.75</c:v>
              </c:pt>
              <c:pt idx="38">
                <c:v>142.5</c:v>
              </c:pt>
              <c:pt idx="39">
                <c:v>146.25</c:v>
              </c:pt>
              <c:pt idx="40">
                <c:v>150</c:v>
              </c:pt>
              <c:pt idx="41">
                <c:v>153.75</c:v>
              </c:pt>
              <c:pt idx="42">
                <c:v>157.5</c:v>
              </c:pt>
              <c:pt idx="43">
                <c:v>161.25</c:v>
              </c:pt>
              <c:pt idx="44">
                <c:v>165</c:v>
              </c:pt>
              <c:pt idx="45">
                <c:v>168.75</c:v>
              </c:pt>
              <c:pt idx="46">
                <c:v>172.5</c:v>
              </c:pt>
              <c:pt idx="47">
                <c:v>176.25</c:v>
              </c:pt>
              <c:pt idx="48">
                <c:v>180</c:v>
              </c:pt>
              <c:pt idx="49">
                <c:v>183.75</c:v>
              </c:pt>
              <c:pt idx="50">
                <c:v>187.5</c:v>
              </c:pt>
              <c:pt idx="51">
                <c:v>191.25</c:v>
              </c:pt>
              <c:pt idx="52">
                <c:v>195</c:v>
              </c:pt>
              <c:pt idx="53">
                <c:v>198.75</c:v>
              </c:pt>
              <c:pt idx="54">
                <c:v>202.5</c:v>
              </c:pt>
              <c:pt idx="55">
                <c:v>206.25</c:v>
              </c:pt>
              <c:pt idx="56">
                <c:v>210</c:v>
              </c:pt>
              <c:pt idx="57">
                <c:v>213.75</c:v>
              </c:pt>
              <c:pt idx="58">
                <c:v>217.5</c:v>
              </c:pt>
              <c:pt idx="59">
                <c:v>221.25</c:v>
              </c:pt>
              <c:pt idx="60">
                <c:v>225</c:v>
              </c:pt>
              <c:pt idx="61">
                <c:v>228.75</c:v>
              </c:pt>
              <c:pt idx="62">
                <c:v>232.5</c:v>
              </c:pt>
              <c:pt idx="63">
                <c:v>236.25</c:v>
              </c:pt>
              <c:pt idx="64">
                <c:v>240</c:v>
              </c:pt>
              <c:pt idx="65">
                <c:v>243.75</c:v>
              </c:pt>
              <c:pt idx="66">
                <c:v>247.5</c:v>
              </c:pt>
              <c:pt idx="67">
                <c:v>251.25</c:v>
              </c:pt>
              <c:pt idx="68">
                <c:v>255</c:v>
              </c:pt>
              <c:pt idx="69">
                <c:v>258.75</c:v>
              </c:pt>
              <c:pt idx="70">
                <c:v>262.5</c:v>
              </c:pt>
              <c:pt idx="71">
                <c:v>266.25</c:v>
              </c:pt>
              <c:pt idx="72">
                <c:v>270</c:v>
              </c:pt>
              <c:pt idx="73">
                <c:v>273.75</c:v>
              </c:pt>
              <c:pt idx="74">
                <c:v>277.5</c:v>
              </c:pt>
              <c:pt idx="75">
                <c:v>281.25</c:v>
              </c:pt>
              <c:pt idx="76">
                <c:v>285</c:v>
              </c:pt>
              <c:pt idx="77">
                <c:v>288.75</c:v>
              </c:pt>
              <c:pt idx="78">
                <c:v>292.5</c:v>
              </c:pt>
              <c:pt idx="79">
                <c:v>296.25</c:v>
              </c:pt>
              <c:pt idx="80">
                <c:v>300</c:v>
              </c:pt>
            </c:numLit>
          </c:xVal>
          <c:yVal>
            <c:numLit>
              <c:formatCode>0</c:formatCode>
              <c:ptCount val="81"/>
              <c:pt idx="0">
                <c:v>-8</c:v>
              </c:pt>
              <c:pt idx="1">
                <c:v>-1.7665607920372723</c:v>
              </c:pt>
              <c:pt idx="2">
                <c:v>-1.6309570843551586</c:v>
              </c:pt>
              <c:pt idx="3">
                <c:v>-1.598891857334964</c:v>
              </c:pt>
              <c:pt idx="4">
                <c:v>-1.6199652370713165</c:v>
              </c:pt>
              <c:pt idx="5">
                <c:v>-1.66703703232476</c:v>
              </c:pt>
              <c:pt idx="6">
                <c:v>-1.7266303399995164</c:v>
              </c:pt>
              <c:pt idx="7">
                <c:v>-1.7896297861037473</c:v>
              </c:pt>
              <c:pt idx="8">
                <c:v>-1.852864728461367</c:v>
              </c:pt>
              <c:pt idx="9">
                <c:v>-1.9156473798006932</c:v>
              </c:pt>
              <c:pt idx="10">
                <c:v>-1.9782750209395075</c:v>
              </c:pt>
              <c:pt idx="11">
                <c:v>-2.040119912242198</c:v>
              </c:pt>
              <c:pt idx="12">
                <c:v>-2.1012065973861347</c:v>
              </c:pt>
              <c:pt idx="13">
                <c:v>-2.16089399422706</c:v>
              </c:pt>
              <c:pt idx="14">
                <c:v>-2.2188360985787488</c:v>
              </c:pt>
              <c:pt idx="15">
                <c:v>-2.275705574258936</c:v>
              </c:pt>
              <c:pt idx="16">
                <c:v>-2.331647379830316</c:v>
              </c:pt>
              <c:pt idx="17">
                <c:v>-2.3864374243828146</c:v>
              </c:pt>
              <c:pt idx="18">
                <c:v>-2.4403699532806</c:v>
              </c:pt>
              <c:pt idx="19">
                <c:v>-2.49290696786089</c:v>
              </c:pt>
              <c:pt idx="20">
                <c:v>-2.5446441828030095</c:v>
              </c:pt>
              <c:pt idx="21">
                <c:v>-2.5953378872109285</c:v>
              </c:pt>
              <c:pt idx="22">
                <c:v>-2.645395708553432</c:v>
              </c:pt>
              <c:pt idx="23">
                <c:v>-2.6948388118378093</c:v>
              </c:pt>
              <c:pt idx="24">
                <c:v>-2.743717133196889</c:v>
              </c:pt>
              <c:pt idx="25">
                <c:v>-2.7915350375650587</c:v>
              </c:pt>
              <c:pt idx="26">
                <c:v>-2.8387133775326405</c:v>
              </c:pt>
              <c:pt idx="27">
                <c:v>-2.8852967405630032</c:v>
              </c:pt>
              <c:pt idx="28">
                <c:v>-2.930583711970741</c:v>
              </c:pt>
              <c:pt idx="29">
                <c:v>-2.9755497879687285</c:v>
              </c:pt>
              <c:pt idx="30">
                <c:v>-3.0193549588145894</c:v>
              </c:pt>
              <c:pt idx="31">
                <c:v>-3.062882163087042</c:v>
              </c:pt>
              <c:pt idx="32">
                <c:v>-3.10528807193837</c:v>
              </c:pt>
              <c:pt idx="33">
                <c:v>-3.147531110854755</c:v>
              </c:pt>
              <c:pt idx="34">
                <c:v>-3.188726490908648</c:v>
              </c:pt>
              <c:pt idx="35">
                <c:v>-3.229921870962541</c:v>
              </c:pt>
              <c:pt idx="36">
                <c:v>-3.2696238045761143</c:v>
              </c:pt>
              <c:pt idx="37">
                <c:v>-3.309169529015564</c:v>
              </c:pt>
              <c:pt idx="38">
                <c:v>-3.3480085641409207</c:v>
              </c:pt>
              <c:pt idx="39">
                <c:v>-3.3861344715077872</c:v>
              </c:pt>
              <c:pt idx="40">
                <c:v>-3.4242603788746537</c:v>
              </c:pt>
              <c:pt idx="41">
                <c:v>-3.46107156428708</c:v>
              </c:pt>
              <c:pt idx="42">
                <c:v>-3.4977326840590135</c:v>
              </c:pt>
              <c:pt idx="43">
                <c:v>-3.5343198875737643</c:v>
              </c:pt>
              <c:pt idx="44">
                <c:v>-3.5701537905485634</c:v>
              </c:pt>
              <c:pt idx="45">
                <c:v>-3.605987693523362</c:v>
              </c:pt>
              <c:pt idx="46">
                <c:v>-3.64176528548492</c:v>
              </c:pt>
              <c:pt idx="47">
                <c:v>-3.676602600244757</c:v>
              </c:pt>
              <c:pt idx="48">
                <c:v>-3.7114399150045942</c:v>
              </c:pt>
              <c:pt idx="49">
                <c:v>-3.7462772297644316</c:v>
              </c:pt>
              <c:pt idx="50">
                <c:v>-3.7799466162459234</c:v>
              </c:pt>
              <c:pt idx="51">
                <c:v>-3.8132885504083753</c:v>
              </c:pt>
              <c:pt idx="52">
                <c:v>-3.8466304845708272</c:v>
              </c:pt>
              <c:pt idx="53">
                <c:v>-3.8797174318798637</c:v>
              </c:pt>
              <c:pt idx="54">
                <c:v>-3.9120122180077623</c:v>
              </c:pt>
              <c:pt idx="55">
                <c:v>-3.9443070041356614</c:v>
              </c:pt>
              <c:pt idx="56">
                <c:v>-3.97660179026356</c:v>
              </c:pt>
              <c:pt idx="57">
                <c:v>-4.008482750750934</c:v>
              </c:pt>
              <c:pt idx="58">
                <c:v>-4.039799194459489</c:v>
              </c:pt>
              <c:pt idx="59">
                <c:v>-4.071115638168043</c:v>
              </c:pt>
              <c:pt idx="60">
                <c:v>-4.102432081876597</c:v>
              </c:pt>
              <c:pt idx="61">
                <c:v>-4.133302694399239</c:v>
              </c:pt>
              <c:pt idx="62">
                <c:v>-4.163117140138708</c:v>
              </c:pt>
              <c:pt idx="63">
                <c:v>-4.192931585878178</c:v>
              </c:pt>
              <c:pt idx="64">
                <c:v>-4.222746031617647</c:v>
              </c:pt>
              <c:pt idx="65">
                <c:v>-4.252560477357116</c:v>
              </c:pt>
              <c:pt idx="66">
                <c:v>-4.281405704904017</c:v>
              </c:pt>
              <c:pt idx="67">
                <c:v>-4.310067103889557</c:v>
              </c:pt>
              <c:pt idx="68">
                <c:v>-4.338728502875096</c:v>
              </c:pt>
              <c:pt idx="69">
                <c:v>-4.367389901860635</c:v>
              </c:pt>
              <c:pt idx="70">
                <c:v>-4.396015145251012</c:v>
              </c:pt>
              <c:pt idx="71">
                <c:v>-4.423376786305237</c:v>
              </c:pt>
              <c:pt idx="72">
                <c:v>-4.450738427359462</c:v>
              </c:pt>
              <c:pt idx="73">
                <c:v>-4.478100068413687</c:v>
              </c:pt>
              <c:pt idx="74">
                <c:v>-4.5054617094679115</c:v>
              </c:pt>
              <c:pt idx="75">
                <c:v>-4.532823350522136</c:v>
              </c:pt>
              <c:pt idx="76">
                <c:v>-4.559139572465276</c:v>
              </c:pt>
              <c:pt idx="77">
                <c:v>-4.585288740339575</c:v>
              </c:pt>
              <c:pt idx="78">
                <c:v>-4.611437908213873</c:v>
              </c:pt>
              <c:pt idx="79">
                <c:v>-4.637587076088171</c:v>
              </c:pt>
              <c:pt idx="80">
                <c:v>-4.663736243962469</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3.75</c:v>
              </c:pt>
              <c:pt idx="2">
                <c:v>7.5</c:v>
              </c:pt>
              <c:pt idx="3">
                <c:v>11.25</c:v>
              </c:pt>
              <c:pt idx="4">
                <c:v>15</c:v>
              </c:pt>
              <c:pt idx="5">
                <c:v>18.75</c:v>
              </c:pt>
              <c:pt idx="6">
                <c:v>22.5</c:v>
              </c:pt>
              <c:pt idx="7">
                <c:v>26.25</c:v>
              </c:pt>
              <c:pt idx="8">
                <c:v>30</c:v>
              </c:pt>
              <c:pt idx="9">
                <c:v>33.75</c:v>
              </c:pt>
              <c:pt idx="10">
                <c:v>37.5</c:v>
              </c:pt>
              <c:pt idx="11">
                <c:v>41.25</c:v>
              </c:pt>
              <c:pt idx="12">
                <c:v>45</c:v>
              </c:pt>
              <c:pt idx="13">
                <c:v>48.75</c:v>
              </c:pt>
              <c:pt idx="14">
                <c:v>52.5</c:v>
              </c:pt>
              <c:pt idx="15">
                <c:v>56.25</c:v>
              </c:pt>
              <c:pt idx="16">
                <c:v>60</c:v>
              </c:pt>
              <c:pt idx="17">
                <c:v>63.75</c:v>
              </c:pt>
              <c:pt idx="18">
                <c:v>67.5</c:v>
              </c:pt>
              <c:pt idx="19">
                <c:v>71.25</c:v>
              </c:pt>
              <c:pt idx="20">
                <c:v>75</c:v>
              </c:pt>
              <c:pt idx="21">
                <c:v>78.75</c:v>
              </c:pt>
              <c:pt idx="22">
                <c:v>82.5</c:v>
              </c:pt>
              <c:pt idx="23">
                <c:v>86.25</c:v>
              </c:pt>
              <c:pt idx="24">
                <c:v>90</c:v>
              </c:pt>
              <c:pt idx="25">
                <c:v>93.75</c:v>
              </c:pt>
              <c:pt idx="26">
                <c:v>97.5</c:v>
              </c:pt>
              <c:pt idx="27">
                <c:v>101.25</c:v>
              </c:pt>
              <c:pt idx="28">
                <c:v>105</c:v>
              </c:pt>
              <c:pt idx="29">
                <c:v>108.75</c:v>
              </c:pt>
              <c:pt idx="30">
                <c:v>112.5</c:v>
              </c:pt>
              <c:pt idx="31">
                <c:v>116.25</c:v>
              </c:pt>
              <c:pt idx="32">
                <c:v>120</c:v>
              </c:pt>
              <c:pt idx="33">
                <c:v>123.75</c:v>
              </c:pt>
              <c:pt idx="34">
                <c:v>127.5</c:v>
              </c:pt>
              <c:pt idx="35">
                <c:v>131.25</c:v>
              </c:pt>
              <c:pt idx="36">
                <c:v>135</c:v>
              </c:pt>
              <c:pt idx="37">
                <c:v>138.75</c:v>
              </c:pt>
              <c:pt idx="38">
                <c:v>142.5</c:v>
              </c:pt>
              <c:pt idx="39">
                <c:v>146.25</c:v>
              </c:pt>
              <c:pt idx="40">
                <c:v>150</c:v>
              </c:pt>
              <c:pt idx="41">
                <c:v>153.75</c:v>
              </c:pt>
              <c:pt idx="42">
                <c:v>157.5</c:v>
              </c:pt>
              <c:pt idx="43">
                <c:v>161.25</c:v>
              </c:pt>
              <c:pt idx="44">
                <c:v>165</c:v>
              </c:pt>
              <c:pt idx="45">
                <c:v>168.75</c:v>
              </c:pt>
              <c:pt idx="46">
                <c:v>172.5</c:v>
              </c:pt>
              <c:pt idx="47">
                <c:v>176.25</c:v>
              </c:pt>
              <c:pt idx="48">
                <c:v>180</c:v>
              </c:pt>
              <c:pt idx="49">
                <c:v>183.75</c:v>
              </c:pt>
              <c:pt idx="50">
                <c:v>187.5</c:v>
              </c:pt>
              <c:pt idx="51">
                <c:v>191.25</c:v>
              </c:pt>
              <c:pt idx="52">
                <c:v>195</c:v>
              </c:pt>
              <c:pt idx="53">
                <c:v>198.75</c:v>
              </c:pt>
              <c:pt idx="54">
                <c:v>202.5</c:v>
              </c:pt>
              <c:pt idx="55">
                <c:v>206.25</c:v>
              </c:pt>
              <c:pt idx="56">
                <c:v>210</c:v>
              </c:pt>
              <c:pt idx="57">
                <c:v>213.75</c:v>
              </c:pt>
              <c:pt idx="58">
                <c:v>217.5</c:v>
              </c:pt>
              <c:pt idx="59">
                <c:v>221.25</c:v>
              </c:pt>
              <c:pt idx="60">
                <c:v>225</c:v>
              </c:pt>
              <c:pt idx="61">
                <c:v>228.75</c:v>
              </c:pt>
              <c:pt idx="62">
                <c:v>232.5</c:v>
              </c:pt>
              <c:pt idx="63">
                <c:v>236.25</c:v>
              </c:pt>
              <c:pt idx="64">
                <c:v>240</c:v>
              </c:pt>
              <c:pt idx="65">
                <c:v>243.75</c:v>
              </c:pt>
              <c:pt idx="66">
                <c:v>247.5</c:v>
              </c:pt>
              <c:pt idx="67">
                <c:v>251.25</c:v>
              </c:pt>
              <c:pt idx="68">
                <c:v>255</c:v>
              </c:pt>
              <c:pt idx="69">
                <c:v>258.75</c:v>
              </c:pt>
              <c:pt idx="70">
                <c:v>262.5</c:v>
              </c:pt>
              <c:pt idx="71">
                <c:v>266.25</c:v>
              </c:pt>
              <c:pt idx="72">
                <c:v>270</c:v>
              </c:pt>
              <c:pt idx="73">
                <c:v>273.75</c:v>
              </c:pt>
              <c:pt idx="74">
                <c:v>277.5</c:v>
              </c:pt>
              <c:pt idx="75">
                <c:v>281.25</c:v>
              </c:pt>
              <c:pt idx="76">
                <c:v>285</c:v>
              </c:pt>
              <c:pt idx="77">
                <c:v>288.75</c:v>
              </c:pt>
              <c:pt idx="78">
                <c:v>292.5</c:v>
              </c:pt>
              <c:pt idx="79">
                <c:v>296.25</c:v>
              </c:pt>
              <c:pt idx="80">
                <c:v>300</c:v>
              </c:pt>
            </c:numLit>
          </c:xVal>
          <c:yVal>
            <c:numLit>
              <c:formatCode>0</c:formatCode>
              <c:ptCount val="81"/>
              <c:pt idx="0">
                <c:v>-8</c:v>
              </c:pt>
              <c:pt idx="1">
                <c:v>-1.7608115047604709</c:v>
              </c:pt>
              <c:pt idx="2">
                <c:v>-1.626746325619921</c:v>
              </c:pt>
              <c:pt idx="3">
                <c:v>-1.595605798528952</c:v>
              </c:pt>
              <c:pt idx="4">
                <c:v>-1.6176102664357128</c:v>
              </c:pt>
              <c:pt idx="5">
                <c:v>-1.665514206275487</c:v>
              </c:pt>
              <c:pt idx="6">
                <c:v>-1.725520654788834</c:v>
              </c:pt>
              <c:pt idx="7">
                <c:v>-1.789307848263078</c:v>
              </c:pt>
              <c:pt idx="8">
                <c:v>-1.8531578486212146</c:v>
              </c:pt>
              <c:pt idx="9">
                <c:v>-1.9163756659374893</c:v>
              </c:pt>
              <c:pt idx="10">
                <c:v>-1.9795345190974316</c:v>
              </c:pt>
              <c:pt idx="11">
                <c:v>-2.042041875085694</c:v>
              </c:pt>
              <c:pt idx="12">
                <c:v>-2.1036128325027845</c:v>
              </c:pt>
              <c:pt idx="13">
                <c:v>-2.1637787579503787</c:v>
              </c:pt>
              <c:pt idx="14">
                <c:v>-2.2220297274361958</c:v>
              </c:pt>
              <c:pt idx="15">
                <c:v>-2.279254025971194</c:v>
              </c:pt>
              <c:pt idx="16">
                <c:v>-2.3355624329785623</c:v>
              </c:pt>
              <c:pt idx="17">
                <c:v>-2.390854976181572</c:v>
              </c:pt>
              <c:pt idx="18">
                <c:v>-2.445175957610276</c:v>
              </c:pt>
              <c:pt idx="19">
                <c:v>-2.498304527872484</c:v>
              </c:pt>
              <c:pt idx="20">
                <c:v>-2.550447707146451</c:v>
              </c:pt>
              <c:pt idx="21">
                <c:v>-2.6015478779798964</c:v>
              </c:pt>
              <c:pt idx="22">
                <c:v>-2.652000377694986</c:v>
              </c:pt>
              <c:pt idx="23">
                <c:v>-2.701732466493065</c:v>
              </c:pt>
              <c:pt idx="24">
                <c:v>-2.750852077309792</c:v>
              </c:pt>
              <c:pt idx="25">
                <c:v>-2.7992309333762058</c:v>
              </c:pt>
              <c:pt idx="26">
                <c:v>-2.8469298594577275</c:v>
              </c:pt>
              <c:pt idx="27">
                <c:v>-2.893605769711875</c:v>
              </c:pt>
              <c:pt idx="28">
                <c:v>-2.939410422046095</c:v>
              </c:pt>
              <c:pt idx="29">
                <c:v>-2.9845347525089325</c:v>
              </c:pt>
              <c:pt idx="30">
                <c:v>-3.028714762548523</c:v>
              </c:pt>
              <c:pt idx="31">
                <c:v>-3.07242889646709</c:v>
              </c:pt>
              <c:pt idx="32">
                <c:v>-3.115362433748476</c:v>
              </c:pt>
              <c:pt idx="33">
                <c:v>-3.157717959329045</c:v>
              </c:pt>
              <c:pt idx="34">
                <c:v>-3.1993686982253187</c:v>
              </c:pt>
              <c:pt idx="35">
                <c:v>-3.240418473178479</c:v>
              </c:pt>
              <c:pt idx="36">
                <c:v>-3.280794791632528</c:v>
              </c:pt>
              <c:pt idx="37">
                <c:v>-3.3204969093039485</c:v>
              </c:pt>
              <c:pt idx="38">
                <c:v>-3.3596177045943714</c:v>
              </c:pt>
              <c:pt idx="39">
                <c:v>-3.398231098388124</c:v>
              </c:pt>
              <c:pt idx="40">
                <c:v>-3.4359038611747006</c:v>
              </c:pt>
              <c:pt idx="41">
                <c:v>-3.473219273720007</c:v>
              </c:pt>
              <c:pt idx="42">
                <c:v>-3.5101944726925107</c:v>
              </c:pt>
              <c:pt idx="43">
                <c:v>-3.5466613758865146</c:v>
              </c:pt>
              <c:pt idx="44">
                <c:v>-3.5829492275099186</c:v>
              </c:pt>
              <c:pt idx="45">
                <c:v>-3.6186617127693617</c:v>
              </c:pt>
              <c:pt idx="46">
                <c:v>-3.6541967798558703</c:v>
              </c:pt>
              <c:pt idx="47">
                <c:v>-3.6893185327977323</c:v>
              </c:pt>
              <c:pt idx="48">
                <c:v>-3.72424234667693</c:v>
              </c:pt>
              <c:pt idx="49">
                <c:v>-3.7586936108987503</c:v>
              </c:pt>
              <c:pt idx="50">
                <c:v>-3.7930383361628586</c:v>
              </c:pt>
              <c:pt idx="51">
                <c:v>-3.8266680895690475</c:v>
              </c:pt>
              <c:pt idx="52">
                <c:v>-3.8602978429752364</c:v>
              </c:pt>
              <c:pt idx="53">
                <c:v>-3.893298032891974</c:v>
              </c:pt>
              <c:pt idx="54">
                <c:v>-3.9261317922067116</c:v>
              </c:pt>
              <c:pt idx="55">
                <c:v>-3.9587517445864466</c:v>
              </c:pt>
              <c:pt idx="56">
                <c:v>-3.990778810669569</c:v>
              </c:pt>
              <c:pt idx="57">
                <c:v>-4.022805876752692</c:v>
              </c:pt>
              <c:pt idx="58">
                <c:v>-4.054374110211291</c:v>
              </c:pt>
              <c:pt idx="59">
                <c:v>-4.085546894831456</c:v>
              </c:pt>
              <c:pt idx="60">
                <c:v>-4.11671967945162</c:v>
              </c:pt>
              <c:pt idx="61">
                <c:v>-4.147379198996892</c:v>
              </c:pt>
              <c:pt idx="62">
                <c:v>-4.177683395406533</c:v>
              </c:pt>
              <c:pt idx="63">
                <c:v>-4.207987591816175</c:v>
              </c:pt>
              <c:pt idx="64">
                <c:v>-4.237941124002783</c:v>
              </c:pt>
              <c:pt idx="65">
                <c:v>-4.267388046044816</c:v>
              </c:pt>
              <c:pt idx="66">
                <c:v>-4.296834968086849</c:v>
              </c:pt>
              <c:pt idx="67">
                <c:v>-4.326281890128882</c:v>
              </c:pt>
              <c:pt idx="68">
                <c:v>-4.3548098239773605</c:v>
              </c:pt>
              <c:pt idx="69">
                <c:v>-4.383311889907364</c:v>
              </c:pt>
              <c:pt idx="70">
                <c:v>-4.411813955837367</c:v>
              </c:pt>
              <c:pt idx="71">
                <c:v>-4.440059911402158</c:v>
              </c:pt>
              <c:pt idx="72">
                <c:v>-4.467581783372847</c:v>
              </c:pt>
              <c:pt idx="73">
                <c:v>-4.495103655343536</c:v>
              </c:pt>
              <c:pt idx="74">
                <c:v>-4.522625527314225</c:v>
              </c:pt>
              <c:pt idx="75">
                <c:v>-4.5498754832045</c:v>
              </c:pt>
              <c:pt idx="76">
                <c:v>-4.576322764146367</c:v>
              </c:pt>
              <c:pt idx="77">
                <c:v>-4.602770045088234</c:v>
              </c:pt>
              <c:pt idx="78">
                <c:v>-4.629217326030102</c:v>
              </c:pt>
              <c:pt idx="79">
                <c:v>-4.655664606971969</c:v>
              </c:pt>
              <c:pt idx="80">
                <c:v>-4.681160764266264</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3.75</c:v>
              </c:pt>
              <c:pt idx="2">
                <c:v>7.5</c:v>
              </c:pt>
              <c:pt idx="3">
                <c:v>11.25</c:v>
              </c:pt>
              <c:pt idx="4">
                <c:v>15</c:v>
              </c:pt>
              <c:pt idx="5">
                <c:v>18.75</c:v>
              </c:pt>
              <c:pt idx="6">
                <c:v>22.5</c:v>
              </c:pt>
              <c:pt idx="7">
                <c:v>26.25</c:v>
              </c:pt>
              <c:pt idx="8">
                <c:v>30</c:v>
              </c:pt>
              <c:pt idx="9">
                <c:v>33.75</c:v>
              </c:pt>
              <c:pt idx="10">
                <c:v>37.5</c:v>
              </c:pt>
              <c:pt idx="11">
                <c:v>41.25</c:v>
              </c:pt>
              <c:pt idx="12">
                <c:v>45</c:v>
              </c:pt>
              <c:pt idx="13">
                <c:v>48.75</c:v>
              </c:pt>
              <c:pt idx="14">
                <c:v>52.5</c:v>
              </c:pt>
              <c:pt idx="15">
                <c:v>56.25</c:v>
              </c:pt>
              <c:pt idx="16">
                <c:v>60</c:v>
              </c:pt>
              <c:pt idx="17">
                <c:v>63.75</c:v>
              </c:pt>
              <c:pt idx="18">
                <c:v>67.5</c:v>
              </c:pt>
              <c:pt idx="19">
                <c:v>71.25</c:v>
              </c:pt>
              <c:pt idx="20">
                <c:v>75</c:v>
              </c:pt>
              <c:pt idx="21">
                <c:v>78.75</c:v>
              </c:pt>
              <c:pt idx="22">
                <c:v>82.5</c:v>
              </c:pt>
              <c:pt idx="23">
                <c:v>86.25</c:v>
              </c:pt>
              <c:pt idx="24">
                <c:v>90</c:v>
              </c:pt>
              <c:pt idx="25">
                <c:v>93.75</c:v>
              </c:pt>
              <c:pt idx="26">
                <c:v>97.5</c:v>
              </c:pt>
              <c:pt idx="27">
                <c:v>101.25</c:v>
              </c:pt>
              <c:pt idx="28">
                <c:v>105</c:v>
              </c:pt>
              <c:pt idx="29">
                <c:v>108.75</c:v>
              </c:pt>
              <c:pt idx="30">
                <c:v>112.5</c:v>
              </c:pt>
              <c:pt idx="31">
                <c:v>116.25</c:v>
              </c:pt>
              <c:pt idx="32">
                <c:v>120</c:v>
              </c:pt>
              <c:pt idx="33">
                <c:v>123.75</c:v>
              </c:pt>
              <c:pt idx="34">
                <c:v>127.5</c:v>
              </c:pt>
              <c:pt idx="35">
                <c:v>131.25</c:v>
              </c:pt>
              <c:pt idx="36">
                <c:v>135</c:v>
              </c:pt>
              <c:pt idx="37">
                <c:v>138.75</c:v>
              </c:pt>
              <c:pt idx="38">
                <c:v>142.5</c:v>
              </c:pt>
              <c:pt idx="39">
                <c:v>146.25</c:v>
              </c:pt>
              <c:pt idx="40">
                <c:v>150</c:v>
              </c:pt>
              <c:pt idx="41">
                <c:v>153.75</c:v>
              </c:pt>
              <c:pt idx="42">
                <c:v>157.5</c:v>
              </c:pt>
              <c:pt idx="43">
                <c:v>161.25</c:v>
              </c:pt>
              <c:pt idx="44">
                <c:v>165</c:v>
              </c:pt>
              <c:pt idx="45">
                <c:v>168.75</c:v>
              </c:pt>
              <c:pt idx="46">
                <c:v>172.5</c:v>
              </c:pt>
              <c:pt idx="47">
                <c:v>176.25</c:v>
              </c:pt>
              <c:pt idx="48">
                <c:v>180</c:v>
              </c:pt>
              <c:pt idx="49">
                <c:v>183.75</c:v>
              </c:pt>
              <c:pt idx="50">
                <c:v>187.5</c:v>
              </c:pt>
              <c:pt idx="51">
                <c:v>191.25</c:v>
              </c:pt>
              <c:pt idx="52">
                <c:v>195</c:v>
              </c:pt>
              <c:pt idx="53">
                <c:v>198.75</c:v>
              </c:pt>
              <c:pt idx="54">
                <c:v>202.5</c:v>
              </c:pt>
              <c:pt idx="55">
                <c:v>206.25</c:v>
              </c:pt>
              <c:pt idx="56">
                <c:v>210</c:v>
              </c:pt>
              <c:pt idx="57">
                <c:v>213.75</c:v>
              </c:pt>
              <c:pt idx="58">
                <c:v>217.5</c:v>
              </c:pt>
              <c:pt idx="59">
                <c:v>221.25</c:v>
              </c:pt>
              <c:pt idx="60">
                <c:v>225</c:v>
              </c:pt>
              <c:pt idx="61">
                <c:v>228.75</c:v>
              </c:pt>
              <c:pt idx="62">
                <c:v>232.5</c:v>
              </c:pt>
              <c:pt idx="63">
                <c:v>236.25</c:v>
              </c:pt>
              <c:pt idx="64">
                <c:v>240</c:v>
              </c:pt>
              <c:pt idx="65">
                <c:v>243.75</c:v>
              </c:pt>
              <c:pt idx="66">
                <c:v>247.5</c:v>
              </c:pt>
              <c:pt idx="67">
                <c:v>251.25</c:v>
              </c:pt>
              <c:pt idx="68">
                <c:v>255</c:v>
              </c:pt>
              <c:pt idx="69">
                <c:v>258.75</c:v>
              </c:pt>
              <c:pt idx="70">
                <c:v>262.5</c:v>
              </c:pt>
              <c:pt idx="71">
                <c:v>266.25</c:v>
              </c:pt>
              <c:pt idx="72">
                <c:v>270</c:v>
              </c:pt>
              <c:pt idx="73">
                <c:v>273.75</c:v>
              </c:pt>
              <c:pt idx="74">
                <c:v>277.5</c:v>
              </c:pt>
              <c:pt idx="75">
                <c:v>281.25</c:v>
              </c:pt>
              <c:pt idx="76">
                <c:v>285</c:v>
              </c:pt>
              <c:pt idx="77">
                <c:v>288.75</c:v>
              </c:pt>
              <c:pt idx="78">
                <c:v>292.5</c:v>
              </c:pt>
              <c:pt idx="79">
                <c:v>296.25</c:v>
              </c:pt>
              <c:pt idx="80">
                <c:v>300</c:v>
              </c:pt>
            </c:numLit>
          </c:xVal>
          <c:yVal>
            <c:numLit>
              <c:formatCode>0</c:formatCode>
              <c:ptCount val="81"/>
              <c:pt idx="0">
                <c:v>-8</c:v>
              </c:pt>
              <c:pt idx="1">
                <c:v>-1.7878044341826302</c:v>
              </c:pt>
              <c:pt idx="2">
                <c:v>-1.7064287451191473</c:v>
              </c:pt>
              <c:pt idx="3">
                <c:v>-1.6875224243598144</c:v>
              </c:pt>
              <c:pt idx="4">
                <c:v>-1.694192364824172</c:v>
              </c:pt>
              <c:pt idx="5">
                <c:v>-1.7148766670886513</c:v>
              </c:pt>
              <c:pt idx="6">
                <c:v>-1.7444253528333464</c:v>
              </c:pt>
              <c:pt idx="7">
                <c:v>-1.7800912667865476</c:v>
              </c:pt>
              <c:pt idx="8">
                <c:v>-1.8202346020662117</c:v>
              </c:pt>
              <c:pt idx="9">
                <c:v>-1.863797649611029</c:v>
              </c:pt>
              <c:pt idx="10">
                <c:v>-1.9100582130991988</c:v>
              </c:pt>
              <c:pt idx="11">
                <c:v>-1.958501179288594</c:v>
              </c:pt>
              <c:pt idx="12">
                <c:v>-2.008746207612402</c:v>
              </c:pt>
              <c:pt idx="13">
                <c:v>-2.0605044632513034</c:v>
              </c:pt>
              <c:pt idx="14">
                <c:v>-2.1135514303341103</c:v>
              </c:pt>
              <c:pt idx="15">
                <c:v>-2.1677091274138967</c:v>
              </c:pt>
              <c:pt idx="16">
                <c:v>-2.2228340743822823</c:v>
              </c:pt>
              <c:pt idx="17">
                <c:v>-2.2788089137896153</c:v>
              </c:pt>
              <c:pt idx="18">
                <c:v>-2.335536430695607</c:v>
              </c:pt>
              <c:pt idx="19">
                <c:v>-2.392935191539353</c:v>
              </c:pt>
              <c:pt idx="20">
                <c:v>-2.4509363029522846</c:v>
              </c:pt>
              <c:pt idx="21">
                <c:v>-2.509480962185823</c:v>
              </c:pt>
              <c:pt idx="22">
                <c:v>-2.5685185779101873</c:v>
              </c:pt>
              <c:pt idx="23">
                <c:v>-2.6280053090810016</c:v>
              </c:pt>
              <c:pt idx="24">
                <c:v>-2.687902915002503</c:v>
              </c:pt>
              <c:pt idx="25">
                <c:v>-2.7481778402907944</c:v>
              </c:pt>
              <c:pt idx="26">
                <c:v>-2.808800479409912</c:v>
              </c:pt>
              <c:pt idx="27">
                <c:v>-2.8697445800843346</c:v>
              </c:pt>
              <c:pt idx="28">
                <c:v>-2.9309867552612268</c:v>
              </c:pt>
              <c:pt idx="29">
                <c:v>-2.9925060807513657</c:v>
              </c:pt>
              <c:pt idx="30">
                <c:v>-3.05428376110952</c:v>
              </c:pt>
              <c:pt idx="31">
                <c:v>-3.1163028503207224</c:v>
              </c:pt>
              <c:pt idx="32">
                <c:v>-3.1785480168464133</c:v>
              </c:pt>
              <c:pt idx="33">
                <c:v>-3.2410053448359304</c:v>
              </c:pt>
              <c:pt idx="34">
                <c:v>-3.303662165022254</c:v>
              </c:pt>
              <c:pt idx="35">
                <c:v>-3.3665069101367515</c:v>
              </c:pt>
              <c:pt idx="36">
                <c:v>-3.4295289906967534</c:v>
              </c:pt>
              <c:pt idx="37">
                <c:v>-3.4927186878154073</c:v>
              </c:pt>
              <c:pt idx="38">
                <c:v>-3.556067060309007</c:v>
              </c:pt>
              <c:pt idx="39">
                <c:v>-3.6195658638726704</c:v>
              </c:pt>
              <c:pt idx="40">
                <c:v>-3.6832074804904464</c:v>
              </c:pt>
              <c:pt idx="41">
                <c:v>-3.7469848565630675</c:v>
              </c:pt>
              <c:pt idx="42">
                <c:v>-3.8108914484924927</c:v>
              </c:pt>
              <c:pt idx="43">
                <c:v>-3.874921174670157</c:v>
              </c:pt>
              <c:pt idx="44">
                <c:v>-3.9390683729853646</c:v>
              </c:pt>
              <c:pt idx="45">
                <c:v>-4.003327763109294</c:v>
              </c:pt>
              <c:pt idx="46">
                <c:v>-4.067694412924687</c:v>
              </c:pt>
              <c:pt idx="47">
                <c:v>-4.1321637085661225</c:v>
              </c:pt>
              <c:pt idx="48">
                <c:v>-4.196731327614695</c:v>
              </c:pt>
              <c:pt idx="49">
                <c:v>-4.2613932150567395</c:v>
              </c:pt>
              <c:pt idx="50">
                <c:v>-4.3261455616714946</c:v>
              </c:pt>
              <c:pt idx="51">
                <c:v>-4.390984784559043</c:v>
              </c:pt>
              <c:pt idx="52">
                <c:v>-4.455907509559119</c:v>
              </c:pt>
              <c:pt idx="53">
                <c:v>-4.520910555344632</c:v>
              </c:pt>
              <c:pt idx="54">
                <c:v>-4.58599091900205</c:v>
              </c:pt>
              <c:pt idx="55">
                <c:v>-4.65114576293492</c:v>
              </c:pt>
              <c:pt idx="56">
                <c:v>-4.716372402947449</c:v>
              </c:pt>
              <c:pt idx="57">
                <c:v>-4.7816682973828115</c:v>
              </c:pt>
              <c:pt idx="58">
                <c:v>-4.847031037206096</c:v>
              </c:pt>
              <c:pt idx="59">
                <c:v>-4.912458336935001</c:v>
              </c:pt>
              <c:pt idx="60">
                <c:v>-4.977948026332759</c:v>
              </c:pt>
              <c:pt idx="61">
                <c:v>-5.0434980427877045</c:v>
              </c:pt>
              <c:pt idx="62">
                <c:v>-5.109106424312468</c:v>
              </c:pt>
              <c:pt idx="63">
                <c:v>-5.174771303103312</c:v>
              </c:pt>
              <c:pt idx="64">
                <c:v>-5.240490899606667</c:v>
              </c:pt>
              <c:pt idx="65">
                <c:v>-5.30626351704569</c:v>
              </c:pt>
              <c:pt idx="66">
                <c:v>-5.372087536364692</c:v>
              </c:pt>
              <c:pt idx="67">
                <c:v>-5.4379614115537205</c:v>
              </c:pt>
              <c:pt idx="68">
                <c:v>-5.503883665319523</c:v>
              </c:pt>
              <c:pt idx="69">
                <c:v>-5.569852885072521</c:v>
              </c:pt>
              <c:pt idx="70">
                <c:v>-5.635867719202528</c:v>
              </c:pt>
              <c:pt idx="71">
                <c:v>-5.701926873618627</c:v>
              </c:pt>
              <c:pt idx="72">
                <c:v>-5.768029108531038</c:v>
              </c:pt>
              <c:pt idx="73">
                <c:v>-5.834173235454951</c:v>
              </c:pt>
              <c:pt idx="74">
                <c:v>-5.900358114418199</c:v>
              </c:pt>
              <c:pt idx="75">
                <c:v>-5.966582651356345</c:v>
              </c:pt>
              <c:pt idx="76">
                <c:v>-6.0328457956803065</c:v>
              </c:pt>
              <c:pt idx="77">
                <c:v>-6.0991465380029695</c:v>
              </c:pt>
              <c:pt idx="78">
                <c:v>-6.165483908012478</c:v>
              </c:pt>
              <c:pt idx="79">
                <c:v>-6.231856972481005</c:v>
              </c:pt>
              <c:pt idx="80">
                <c:v>-6.29826483339876</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3.75</c:v>
              </c:pt>
              <c:pt idx="2">
                <c:v>7.5</c:v>
              </c:pt>
              <c:pt idx="3">
                <c:v>11.25</c:v>
              </c:pt>
              <c:pt idx="4">
                <c:v>15</c:v>
              </c:pt>
              <c:pt idx="5">
                <c:v>18.75</c:v>
              </c:pt>
              <c:pt idx="6">
                <c:v>22.5</c:v>
              </c:pt>
              <c:pt idx="7">
                <c:v>26.25</c:v>
              </c:pt>
              <c:pt idx="8">
                <c:v>30</c:v>
              </c:pt>
              <c:pt idx="9">
                <c:v>33.75</c:v>
              </c:pt>
              <c:pt idx="10">
                <c:v>37.5</c:v>
              </c:pt>
              <c:pt idx="11">
                <c:v>41.25</c:v>
              </c:pt>
              <c:pt idx="12">
                <c:v>45</c:v>
              </c:pt>
              <c:pt idx="13">
                <c:v>48.75</c:v>
              </c:pt>
              <c:pt idx="14">
                <c:v>52.5</c:v>
              </c:pt>
              <c:pt idx="15">
                <c:v>56.25</c:v>
              </c:pt>
              <c:pt idx="16">
                <c:v>60</c:v>
              </c:pt>
              <c:pt idx="17">
                <c:v>63.75</c:v>
              </c:pt>
              <c:pt idx="18">
                <c:v>67.5</c:v>
              </c:pt>
              <c:pt idx="19">
                <c:v>71.25</c:v>
              </c:pt>
              <c:pt idx="20">
                <c:v>75</c:v>
              </c:pt>
              <c:pt idx="21">
                <c:v>78.75</c:v>
              </c:pt>
              <c:pt idx="22">
                <c:v>82.5</c:v>
              </c:pt>
              <c:pt idx="23">
                <c:v>86.25</c:v>
              </c:pt>
              <c:pt idx="24">
                <c:v>90</c:v>
              </c:pt>
              <c:pt idx="25">
                <c:v>93.75</c:v>
              </c:pt>
              <c:pt idx="26">
                <c:v>97.5</c:v>
              </c:pt>
              <c:pt idx="27">
                <c:v>101.25</c:v>
              </c:pt>
              <c:pt idx="28">
                <c:v>105</c:v>
              </c:pt>
              <c:pt idx="29">
                <c:v>108.75</c:v>
              </c:pt>
              <c:pt idx="30">
                <c:v>112.5</c:v>
              </c:pt>
              <c:pt idx="31">
                <c:v>116.25</c:v>
              </c:pt>
              <c:pt idx="32">
                <c:v>120</c:v>
              </c:pt>
              <c:pt idx="33">
                <c:v>123.75</c:v>
              </c:pt>
              <c:pt idx="34">
                <c:v>127.5</c:v>
              </c:pt>
              <c:pt idx="35">
                <c:v>131.25</c:v>
              </c:pt>
              <c:pt idx="36">
                <c:v>135</c:v>
              </c:pt>
              <c:pt idx="37">
                <c:v>138.75</c:v>
              </c:pt>
              <c:pt idx="38">
                <c:v>142.5</c:v>
              </c:pt>
              <c:pt idx="39">
                <c:v>146.25</c:v>
              </c:pt>
              <c:pt idx="40">
                <c:v>150</c:v>
              </c:pt>
              <c:pt idx="41">
                <c:v>153.75</c:v>
              </c:pt>
              <c:pt idx="42">
                <c:v>157.5</c:v>
              </c:pt>
              <c:pt idx="43">
                <c:v>161.25</c:v>
              </c:pt>
              <c:pt idx="44">
                <c:v>165</c:v>
              </c:pt>
              <c:pt idx="45">
                <c:v>168.75</c:v>
              </c:pt>
              <c:pt idx="46">
                <c:v>172.5</c:v>
              </c:pt>
              <c:pt idx="47">
                <c:v>176.25</c:v>
              </c:pt>
              <c:pt idx="48">
                <c:v>180</c:v>
              </c:pt>
              <c:pt idx="49">
                <c:v>183.75</c:v>
              </c:pt>
              <c:pt idx="50">
                <c:v>187.5</c:v>
              </c:pt>
              <c:pt idx="51">
                <c:v>191.25</c:v>
              </c:pt>
              <c:pt idx="52">
                <c:v>195</c:v>
              </c:pt>
              <c:pt idx="53">
                <c:v>198.75</c:v>
              </c:pt>
              <c:pt idx="54">
                <c:v>202.5</c:v>
              </c:pt>
              <c:pt idx="55">
                <c:v>206.25</c:v>
              </c:pt>
              <c:pt idx="56">
                <c:v>210</c:v>
              </c:pt>
              <c:pt idx="57">
                <c:v>213.75</c:v>
              </c:pt>
              <c:pt idx="58">
                <c:v>217.5</c:v>
              </c:pt>
              <c:pt idx="59">
                <c:v>221.25</c:v>
              </c:pt>
              <c:pt idx="60">
                <c:v>225</c:v>
              </c:pt>
              <c:pt idx="61">
                <c:v>228.75</c:v>
              </c:pt>
              <c:pt idx="62">
                <c:v>232.5</c:v>
              </c:pt>
              <c:pt idx="63">
                <c:v>236.25</c:v>
              </c:pt>
              <c:pt idx="64">
                <c:v>240</c:v>
              </c:pt>
              <c:pt idx="65">
                <c:v>243.75</c:v>
              </c:pt>
              <c:pt idx="66">
                <c:v>247.5</c:v>
              </c:pt>
              <c:pt idx="67">
                <c:v>251.25</c:v>
              </c:pt>
              <c:pt idx="68">
                <c:v>255</c:v>
              </c:pt>
              <c:pt idx="69">
                <c:v>258.75</c:v>
              </c:pt>
              <c:pt idx="70">
                <c:v>262.5</c:v>
              </c:pt>
              <c:pt idx="71">
                <c:v>266.25</c:v>
              </c:pt>
              <c:pt idx="72">
                <c:v>270</c:v>
              </c:pt>
              <c:pt idx="73">
                <c:v>273.75</c:v>
              </c:pt>
              <c:pt idx="74">
                <c:v>277.5</c:v>
              </c:pt>
              <c:pt idx="75">
                <c:v>281.25</c:v>
              </c:pt>
              <c:pt idx="76">
                <c:v>285</c:v>
              </c:pt>
              <c:pt idx="77">
                <c:v>288.75</c:v>
              </c:pt>
              <c:pt idx="78">
                <c:v>292.5</c:v>
              </c:pt>
              <c:pt idx="79">
                <c:v>296.25</c:v>
              </c:pt>
              <c:pt idx="80">
                <c:v>300</c:v>
              </c:pt>
            </c:numLit>
          </c:xVal>
          <c:yVal>
            <c:numLit>
              <c:formatCode>0</c:formatCode>
              <c:ptCount val="81"/>
              <c:pt idx="0">
                <c:v>-8</c:v>
              </c:pt>
              <c:pt idx="1">
                <c:v>-2.0216313826436525</c:v>
              </c:pt>
              <c:pt idx="2">
                <c:v>-1.8791457103907625</c:v>
              </c:pt>
              <c:pt idx="3">
                <c:v>-1.8044822901614224</c:v>
              </c:pt>
              <c:pt idx="4">
                <c:v>-1.7607480148751733</c:v>
              </c:pt>
              <c:pt idx="5">
                <c:v>-1.7363809851084462</c:v>
              </c:pt>
              <c:pt idx="6">
                <c:v>-1.7262312225413352</c:v>
              </c:pt>
              <c:pt idx="7">
                <c:v>-1.7275515719021302</c:v>
              </c:pt>
              <c:pt idx="8">
                <c:v>-1.7387022263087886</c:v>
              </c:pt>
              <c:pt idx="9">
                <c:v>-1.7586254767000002</c:v>
              </c:pt>
              <c:pt idx="10">
                <c:v>-1.786599126753965</c:v>
              </c:pt>
              <c:pt idx="11">
                <c:v>-1.8221080632285551</c:v>
              </c:pt>
              <c:pt idx="12">
                <c:v>-1.8647719455569582</c:v>
              </c:pt>
              <c:pt idx="13">
                <c:v>-1.9143019389198555</c:v>
              </c:pt>
              <c:pt idx="14">
                <c:v>-1.9704735274460579</c:v>
              </c:pt>
              <c:pt idx="15">
                <c:v>-2.03310872968864</c:v>
              </c:pt>
              <c:pt idx="16">
                <c:v>-2.1020640655392224</c:v>
              </c:pt>
              <c:pt idx="17">
                <c:v>-2.1772221775481517</c:v>
              </c:pt>
              <c:pt idx="18">
                <c:v>-2.25848585077514</c:v>
              </c:pt>
              <c:pt idx="19">
                <c:v>-2.3457736516592833</c:v>
              </c:pt>
              <c:pt idx="20">
                <c:v>-2.4390166868320122</c:v>
              </c:pt>
              <c:pt idx="21">
                <c:v>-2.538156153544748</c:v>
              </c:pt>
              <c:pt idx="22">
                <c:v>-2.64314146046771</c:v>
              </c:pt>
              <c:pt idx="23">
                <c:v>-2.753928766556522</c:v>
              </c:pt>
              <c:pt idx="24">
                <c:v>-2.870479831115422</c:v>
              </c:pt>
              <c:pt idx="25">
                <c:v>-2.992761098760512</c:v>
              </c:pt>
              <c:pt idx="26">
                <c:v>-3.1207429639558284</c:v>
              </c:pt>
              <c:pt idx="27">
                <c:v>-3.25439917442585</c:v>
              </c:pt>
              <c:pt idx="28">
                <c:v>-3.3937063431177408</c:v>
              </c:pt>
              <c:pt idx="29">
                <c:v>-3.53864354584228</c:v>
              </c:pt>
              <c:pt idx="30">
                <c:v>-3.689191987154234</c:v>
              </c:pt>
              <c:pt idx="31">
                <c:v>-3.8453347210386357</c:v>
              </c:pt>
              <c:pt idx="32">
                <c:v>-4.007056415956928</c:v>
              </c:pt>
              <c:pt idx="33">
                <c:v>-4.174343156058445</c:v>
              </c:pt>
              <c:pt idx="34">
                <c:v>-4.34718227207617</c:v>
              </c:pt>
              <c:pt idx="35">
                <c:v>-4.525562196741467</c:v>
              </c:pt>
              <c:pt idx="36">
                <c:v>-4.709472340571671</c:v>
              </c:pt>
              <c:pt idx="37">
                <c:v>-4.8989029846799275</c:v>
              </c:pt>
              <c:pt idx="38">
                <c:v>-5.093845187882528</c:v>
              </c:pt>
              <c:pt idx="39">
                <c:v>-5.294290705874594</c:v>
              </c:pt>
              <c:pt idx="40">
                <c:v>-5.500231920640172</c:v>
              </c:pt>
              <c:pt idx="41">
                <c:v>-5.7116617785799955</c:v>
              </c:pt>
              <c:pt idx="42">
                <c:v>-5.9285737360960225</c:v>
              </c:pt>
              <c:pt idx="43">
                <c:v>-6.150961711579691</c:v>
              </c:pt>
              <c:pt idx="44">
                <c:v>-6.378820042920301</c:v>
              </c:pt>
              <c:pt idx="45">
                <c:v>-6.612143449789034</c:v>
              </c:pt>
              <c:pt idx="46">
                <c:v>-6.85092700006863</c:v>
              </c:pt>
              <c:pt idx="47">
                <c:v>-7.095166079893669</c:v>
              </c:pt>
              <c:pt idx="48">
                <c:v>-7.3448563668452485</c:v>
              </c:pt>
              <c:pt idx="49">
                <c:v>-7.599993805909696</c:v>
              </c:pt>
              <c:pt idx="50">
                <c:v>-7.860574587866257</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300"/>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75"/>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Total variation distance vs E/N</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Marker"/>
        <c:ser>
          <c:idx val="0"/>
          <c:order val="0"/>
          <c:tx>
            <c:v>MC−2T</c:v>
          </c:tx>
          <c:spPr>
            <a:ln xmlns:a="http://schemas.openxmlformats.org/drawingml/2006/main" w="23813">
              <a:solidFill>
                <a:srgbClr val="B87900"/>
              </a:solidFill>
              <a:prstDash val="solid"/>
            </a:ln>
          </c:spPr>
          <c:marker>
            <c:symbol val="circle"/>
            <c:size val="5"/>
            <c:spPr>
              <a:solidFill xmlns:a="http://schemas.openxmlformats.org/drawingml/2006/main">
                <a:srgbClr val="B87900"/>
              </a:solidFill>
            </c:spPr>
          </c:marker>
          <c:xVal>
            <c:numLit>
              <c:formatCode>General</c:formatCode>
              <c:ptCount val="13"/>
              <c:pt idx="0">
                <c:v>0</c:v>
              </c:pt>
              <c:pt idx="1">
                <c:v>0.3010299956639812</c:v>
              </c:pt>
              <c:pt idx="2">
                <c:v>0.47712125471966244</c:v>
              </c:pt>
              <c:pt idx="3">
                <c:v>0.6989700043360189</c:v>
              </c:pt>
              <c:pt idx="4">
                <c:v>1</c:v>
              </c:pt>
              <c:pt idx="5">
                <c:v>1.3010299956639813</c:v>
              </c:pt>
              <c:pt idx="6">
                <c:v>1.4771212547196624</c:v>
              </c:pt>
              <c:pt idx="7">
                <c:v>1.6989700043360187</c:v>
              </c:pt>
              <c:pt idx="8">
                <c:v>2</c:v>
              </c:pt>
              <c:pt idx="9">
                <c:v>2.4771212547196626</c:v>
              </c:pt>
              <c:pt idx="10">
                <c:v>3</c:v>
              </c:pt>
              <c:pt idx="11">
                <c:v>3.1760912590556813</c:v>
              </c:pt>
              <c:pt idx="12">
                <c:v>3.3979400086720375</c:v>
              </c:pt>
            </c:numLit>
          </c:xVal>
          <c:yVal>
            <c:numLit>
              <c:formatCode>General</c:formatCode>
              <c:ptCount val="13"/>
              <c:pt idx="0">
                <c:v>1.0923891699801611</c:v>
              </c:pt>
              <c:pt idx="1">
                <c:v>1.4923336284255069</c:v>
              </c:pt>
              <c:pt idx="2">
                <c:v>1.0832731028323002</c:v>
              </c:pt>
              <c:pt idx="3">
                <c:v>0.6396028093352093</c:v>
              </c:pt>
              <c:pt idx="4">
                <c:v>0.47203241490027914</c:v>
              </c:pt>
              <c:pt idx="5">
                <c:v>0.3531246382100309</c:v>
              </c:pt>
              <c:pt idx="6">
                <c:v>0.3213762978263046</c:v>
              </c:pt>
              <c:pt idx="7">
                <c:v>0.30049719560364924</c:v>
              </c:pt>
              <c:pt idx="8">
                <c:v>0.3403891833211323</c:v>
              </c:pt>
              <c:pt idx="9">
                <c:v>0.6328299487023001</c:v>
              </c:pt>
              <c:pt idx="10">
                <c:v>1.6810015557976135</c:v>
              </c:pt>
              <c:pt idx="11">
                <c:v>2.5822815639463457</c:v>
              </c:pt>
              <c:pt idx="12">
                <c:v>3.8120681142836608</c:v>
              </c:pt>
            </c:numLit>
          </c:yVal>
        </c:ser>
        <c:ser>
          <c:idx val="1"/>
          <c:order val="1"/>
          <c:tx>
            <c:v>Prop−2T</c:v>
          </c:tx>
          <c:spPr>
            <a:ln xmlns:a="http://schemas.openxmlformats.org/drawingml/2006/main" w="23813">
              <a:solidFill>
                <a:srgbClr val="72B51F"/>
              </a:solidFill>
              <a:prstDash val="solid"/>
            </a:ln>
          </c:spPr>
          <c:marker>
            <c:symbol val="circle"/>
            <c:size val="5"/>
            <c:spPr>
              <a:solidFill xmlns:a="http://schemas.openxmlformats.org/drawingml/2006/main">
                <a:srgbClr val="72B51F"/>
              </a:solidFill>
            </c:spPr>
          </c:marker>
          <c:xVal>
            <c:numLit>
              <c:formatCode>General</c:formatCode>
              <c:ptCount val="13"/>
              <c:pt idx="0">
                <c:v>0</c:v>
              </c:pt>
              <c:pt idx="1">
                <c:v>0.3010299956639812</c:v>
              </c:pt>
              <c:pt idx="2">
                <c:v>0.47712125471966244</c:v>
              </c:pt>
              <c:pt idx="3">
                <c:v>0.6989700043360189</c:v>
              </c:pt>
              <c:pt idx="4">
                <c:v>1</c:v>
              </c:pt>
              <c:pt idx="5">
                <c:v>1.3010299956639813</c:v>
              </c:pt>
              <c:pt idx="6">
                <c:v>1.4771212547196624</c:v>
              </c:pt>
              <c:pt idx="7">
                <c:v>1.6989700043360187</c:v>
              </c:pt>
              <c:pt idx="8">
                <c:v>2</c:v>
              </c:pt>
              <c:pt idx="9">
                <c:v>2.4771212547196626</c:v>
              </c:pt>
              <c:pt idx="10">
                <c:v>3</c:v>
              </c:pt>
              <c:pt idx="11">
                <c:v>3.1760912590556813</c:v>
              </c:pt>
              <c:pt idx="12">
                <c:v>3.3979400086720375</c:v>
              </c:pt>
            </c:numLit>
          </c:xVal>
          <c:yVal>
            <c:numLit>
              <c:formatCode>General</c:formatCode>
              <c:ptCount val="13"/>
              <c:pt idx="0">
                <c:v>0.7122624913601868</c:v>
              </c:pt>
              <c:pt idx="1">
                <c:v>0.7010047949077761</c:v>
              </c:pt>
              <c:pt idx="2">
                <c:v>0.6687035797281734</c:v>
              </c:pt>
              <c:pt idx="3">
                <c:v>0.5209397244725444</c:v>
              </c:pt>
              <c:pt idx="4">
                <c:v>0.3980914062023626</c:v>
              </c:pt>
              <c:pt idx="5">
                <c:v>0.3523279617549641</c:v>
              </c:pt>
              <c:pt idx="6">
                <c:v>0.3527484144051792</c:v>
              </c:pt>
              <c:pt idx="7">
                <c:v>0.36680496198604157</c:v>
              </c:pt>
              <c:pt idx="8">
                <c:v>0.4367173323195156</c:v>
              </c:pt>
              <c:pt idx="9">
                <c:v>0.7475762367365317</c:v>
              </c:pt>
              <c:pt idx="10">
                <c:v>1.7970019175295966</c:v>
              </c:pt>
              <c:pt idx="11">
                <c:v>2.69928884003993</c:v>
              </c:pt>
              <c:pt idx="12">
                <c:v>3.9424578361433316</c:v>
              </c:pt>
            </c:numLit>
          </c:yVal>
        </c:ser>
        <c:ser>
          <c:idx val="2"/>
          <c:order val="2"/>
          <c:tx>
            <c:v>MC−Prop</c:v>
          </c:tx>
          <c:spPr>
            <a:ln xmlns:a="http://schemas.openxmlformats.org/drawingml/2006/main" w="23813">
              <a:solidFill>
                <a:srgbClr val="8233A6"/>
              </a:solidFill>
              <a:prstDash val="solid"/>
            </a:ln>
          </c:spPr>
          <c:marker>
            <c:symbol val="circle"/>
            <c:size val="5"/>
            <c:spPr>
              <a:solidFill xmlns:a="http://schemas.openxmlformats.org/drawingml/2006/main">
                <a:srgbClr val="8233A6"/>
              </a:solidFill>
            </c:spPr>
          </c:marker>
          <c:xVal>
            <c:numLit>
              <c:formatCode>General</c:formatCode>
              <c:ptCount val="13"/>
              <c:pt idx="0">
                <c:v>0</c:v>
              </c:pt>
              <c:pt idx="1">
                <c:v>0.3010299956639812</c:v>
              </c:pt>
              <c:pt idx="2">
                <c:v>0.47712125471966244</c:v>
              </c:pt>
              <c:pt idx="3">
                <c:v>0.6989700043360189</c:v>
              </c:pt>
              <c:pt idx="4">
                <c:v>1</c:v>
              </c:pt>
              <c:pt idx="5">
                <c:v>1.3010299956639813</c:v>
              </c:pt>
              <c:pt idx="6">
                <c:v>1.4771212547196624</c:v>
              </c:pt>
              <c:pt idx="7">
                <c:v>1.6989700043360187</c:v>
              </c:pt>
              <c:pt idx="8">
                <c:v>2</c:v>
              </c:pt>
              <c:pt idx="9">
                <c:v>2.4771212547196626</c:v>
              </c:pt>
              <c:pt idx="10">
                <c:v>3</c:v>
              </c:pt>
              <c:pt idx="11">
                <c:v>3.1760912590556813</c:v>
              </c:pt>
              <c:pt idx="12">
                <c:v>3.3979400086720375</c:v>
              </c:pt>
            </c:numLit>
          </c:xVal>
          <c:yVal>
            <c:numLit>
              <c:formatCode>General</c:formatCode>
              <c:ptCount val="13"/>
              <c:pt idx="0">
                <c:v>1.3804929560993302</c:v>
              </c:pt>
              <c:pt idx="1">
                <c:v>1.8649282005736245</c:v>
              </c:pt>
              <c:pt idx="2">
                <c:v>1.3560368782718335</c:v>
              </c:pt>
              <c:pt idx="3">
                <c:v>0.6450895128188424</c:v>
              </c:pt>
              <c:pt idx="4">
                <c:v>0.6044665243956545</c:v>
              </c:pt>
              <c:pt idx="5">
                <c:v>0.4585059595019256</c:v>
              </c:pt>
              <c:pt idx="6">
                <c:v>0.44871743642787043</c:v>
              </c:pt>
              <c:pt idx="7">
                <c:v>0.43937577253626336</c:v>
              </c:pt>
              <c:pt idx="8">
                <c:v>0.40580055027413103</c:v>
              </c:pt>
              <c:pt idx="9">
                <c:v>0.3979995521957377</c:v>
              </c:pt>
              <c:pt idx="10">
                <c:v>0.5348242739730318</c:v>
              </c:pt>
              <c:pt idx="11">
                <c:v>0.6488893944725762</c:v>
              </c:pt>
              <c:pt idx="12">
                <c:v>0.8358369724525992</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TV [%]</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3.5"/>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平均エネルギー</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2.4579916793059398</c:v>
              </c:pt>
              <c:pt idx="1">
                <c:v>3.4617256467505926</c:v>
              </c:pt>
              <c:pt idx="2">
                <c:v>4.193394225239604</c:v>
              </c:pt>
              <c:pt idx="3">
                <c:v>5.008265408121096</c:v>
              </c:pt>
              <c:pt idx="4">
                <c:v>5.358550935524673</c:v>
              </c:pt>
              <c:pt idx="5">
                <c:v>5.632435038937293</c:v>
              </c:pt>
              <c:pt idx="6">
                <c:v>5.863951400219194</c:v>
              </c:pt>
              <c:pt idx="7">
                <c:v>6.246595556435975</c:v>
              </c:pt>
              <c:pt idx="8">
                <c:v>6.931402805626483</c:v>
              </c:pt>
              <c:pt idx="9">
                <c:v>8.72991350137426</c:v>
              </c:pt>
              <c:pt idx="10">
                <c:v>15.165989255171228</c:v>
              </c:pt>
              <c:pt idx="11">
                <c:v>20.949406715487978</c:v>
              </c:pt>
              <c:pt idx="12">
                <c:v>34.75551448891775</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2.466860884853499</c:v>
              </c:pt>
              <c:pt idx="1">
                <c:v>3.4337460128376827</c:v>
              </c:pt>
              <c:pt idx="2">
                <c:v>4.181292128620431</c:v>
              </c:pt>
              <c:pt idx="3">
                <c:v>4.984724745596666</c:v>
              </c:pt>
              <c:pt idx="4">
                <c:v>5.355535174499036</c:v>
              </c:pt>
              <c:pt idx="5">
                <c:v>5.625989457784442</c:v>
              </c:pt>
              <c:pt idx="6">
                <c:v>5.863826477600385</c:v>
              </c:pt>
              <c:pt idx="7">
                <c:v>6.242692497634181</c:v>
              </c:pt>
              <c:pt idx="8">
                <c:v>6.919922603384709</c:v>
              </c:pt>
              <c:pt idx="9">
                <c:v>8.68308212929787</c:v>
              </c:pt>
              <c:pt idx="10">
                <c:v>15.194284391614124</c:v>
              </c:pt>
              <c:pt idx="11">
                <c:v>21.204430574900137</c:v>
              </c:pt>
              <c:pt idx="12">
                <c:v>35.792332541566836</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2.4745259390372283</c:v>
              </c:pt>
              <c:pt idx="1">
                <c:v>3.4863710258232827</c:v>
              </c:pt>
              <c:pt idx="2">
                <c:v>4.219953371417946</c:v>
              </c:pt>
              <c:pt idx="3">
                <c:v>4.997175208095605</c:v>
              </c:pt>
              <c:pt idx="4">
                <c:v>5.347042934960033</c:v>
              </c:pt>
              <c:pt idx="5">
                <c:v>5.625979383175572</c:v>
              </c:pt>
              <c:pt idx="6">
                <c:v>5.857680681046829</c:v>
              </c:pt>
              <c:pt idx="7">
                <c:v>6.238092280968308</c:v>
              </c:pt>
              <c:pt idx="8">
                <c:v>6.9135313482861225</c:v>
              </c:pt>
              <c:pt idx="9">
                <c:v>8.670523004444103</c:v>
              </c:pt>
              <c:pt idx="10">
                <c:v>15.119248980259659</c:v>
              </c:pt>
              <c:pt idx="11">
                <c:v>21.057419384856203</c:v>
              </c:pt>
              <c:pt idx="12">
                <c:v>35.45146815872865</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フラックス・ドリフト速度</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0.03020272561209371</c:v>
              </c:pt>
              <c:pt idx="1">
                <c:v>0.03586323929618463</c:v>
              </c:pt>
              <c:pt idx="2">
                <c:v>0.03941345348639333</c:v>
              </c:pt>
              <c:pt idx="3">
                <c:v>0.05205681680309569</c:v>
              </c:pt>
              <c:pt idx="4">
                <c:v>0.10632168348532485</c:v>
              </c:pt>
              <c:pt idx="5">
                <c:v>0.20245000616921247</c:v>
              </c:pt>
              <c:pt idx="6">
                <c:v>0.2868068968666396</c:v>
              </c:pt>
              <c:pt idx="7">
                <c:v>0.44178346356512743</c:v>
              </c:pt>
              <c:pt idx="8">
                <c:v>0.8059205876310401</c:v>
              </c:pt>
              <c:pt idx="9">
                <c:v>2.131112147172422</c:v>
              </c:pt>
              <c:pt idx="10">
                <c:v>5.996860276481298</c:v>
              </c:pt>
              <c:pt idx="11">
                <c:v>8.389561579998805</c:v>
              </c:pt>
              <c:pt idx="12">
                <c:v>12.573694660217443</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0.030670538957092014</c:v>
              </c:pt>
              <c:pt idx="1">
                <c:v>0.036431443432756484</c:v>
              </c:pt>
              <c:pt idx="2">
                <c:v>0.03788072120474807</c:v>
              </c:pt>
              <c:pt idx="3">
                <c:v>0.05195072383448198</c:v>
              </c:pt>
              <c:pt idx="4">
                <c:v>0.1068575197965446</c:v>
              </c:pt>
              <c:pt idx="5">
                <c:v>0.20164937067035674</c:v>
              </c:pt>
              <c:pt idx="6">
                <c:v>0.2878648141482054</c:v>
              </c:pt>
              <c:pt idx="7">
                <c:v>0.4419489756092272</c:v>
              </c:pt>
              <c:pt idx="8">
                <c:v>0.803677553435372</c:v>
              </c:pt>
              <c:pt idx="9">
                <c:v>2.120875898395129</c:v>
              </c:pt>
              <c:pt idx="10">
                <c:v>5.967585009405545</c:v>
              </c:pt>
              <c:pt idx="11">
                <c:v>8.352090075184773</c:v>
              </c:pt>
              <c:pt idx="12">
                <c:v>12.54012652580903</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0.02998718897542889</c:v>
              </c:pt>
              <c:pt idx="1">
                <c:v>0.03556701172574327</c:v>
              </c:pt>
              <c:pt idx="2">
                <c:v>0.0391799920773725</c:v>
              </c:pt>
              <c:pt idx="3">
                <c:v>0.05271138971455015</c:v>
              </c:pt>
              <c:pt idx="4">
                <c:v>0.10670839365816749</c:v>
              </c:pt>
              <c:pt idx="5">
                <c:v>0.2023843175539143</c:v>
              </c:pt>
              <c:pt idx="6">
                <c:v>0.2864614389530476</c:v>
              </c:pt>
              <c:pt idx="7">
                <c:v>0.44089212563147334</c:v>
              </c:pt>
              <c:pt idx="8">
                <c:v>0.8027963099486843</c:v>
              </c:pt>
              <c:pt idx="9">
                <c:v>2.1082314290070845</c:v>
              </c:pt>
              <c:pt idx="10">
                <c:v>5.897768072394405</c:v>
              </c:pt>
              <c:pt idx="11">
                <c:v>8.240654548478187</c:v>
              </c:pt>
              <c:pt idx="12">
                <c:v>12.353177762791177</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W [10⁵ m/s]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Ar励起閾値 11.5 eV</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-29.05756389656741</c:v>
              </c:pt>
              <c:pt idx="1">
                <c:v>-24.26158682530085</c:v>
              </c:pt>
              <c:pt idx="2">
                <c:v>-20.311095797149875</c:v>
              </c:pt>
              <c:pt idx="3">
                <c:v>-18.20424918237402</c:v>
              </c:pt>
              <c:pt idx="4">
                <c:v>-17.139722229436735</c:v>
              </c:pt>
              <c:pt idx="5">
                <c:v>-16.48295474685179</c:v>
              </c:pt>
              <c:pt idx="6">
                <c:v>-16.14687734251924</c:v>
              </c:pt>
              <c:pt idx="7">
                <c:v>-15.755730364538307</c:v>
              </c:pt>
              <c:pt idx="8">
                <c:v>-15.277108032172249</c:v>
              </c:pt>
              <c:pt idx="9">
                <c:v>-14.580970986923166</c:v>
              </c:pt>
              <c:pt idx="10">
                <c:v>-13.892886953185396</c:v>
              </c:pt>
              <c:pt idx="11">
                <c:v>-13.710137121846751</c:v>
              </c:pt>
              <c:pt idx="12">
                <c:v>-13.539874984002354</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-40</c:v>
              </c:pt>
              <c:pt idx="1">
                <c:v>-25.79107059824155</c:v>
              </c:pt>
              <c:pt idx="2">
                <c:v>-20.704052282467146</c:v>
              </c:pt>
              <c:pt idx="3">
                <c:v>-18.22216051638653</c:v>
              </c:pt>
              <c:pt idx="4">
                <c:v>-17.150169484444742</c:v>
              </c:pt>
              <c:pt idx="5">
                <c:v>-16.483536573507447</c:v>
              </c:pt>
              <c:pt idx="6">
                <c:v>-16.146078054610204</c:v>
              </c:pt>
              <c:pt idx="7">
                <c:v>-15.757294963801796</c:v>
              </c:pt>
              <c:pt idx="8">
                <c:v>-15.279235390100038</c:v>
              </c:pt>
              <c:pt idx="9">
                <c:v>-14.586164975301575</c:v>
              </c:pt>
              <c:pt idx="10">
                <c:v>-13.905168791070906</c:v>
              </c:pt>
              <c:pt idx="11">
                <c:v>-13.725451124138164</c:v>
              </c:pt>
              <c:pt idx="12">
                <c:v>-13.557133705952488</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-34.37145221443571</c:v>
              </c:pt>
              <c:pt idx="1">
                <c:v>-23.033077215064523</c:v>
              </c:pt>
              <c:pt idx="2">
                <c:v>-19.96185047659293</c:v>
              </c:pt>
              <c:pt idx="3">
                <c:v>-18.14821463941765</c:v>
              </c:pt>
              <c:pt idx="4">
                <c:v>-17.13306542872919</c:v>
              </c:pt>
              <c:pt idx="5">
                <c:v>-16.48191708656549</c:v>
              </c:pt>
              <c:pt idx="6">
                <c:v>-16.146983194870305</c:v>
              </c:pt>
              <c:pt idx="7">
                <c:v>-15.756912579149276</c:v>
              </c:pt>
              <c:pt idx="8">
                <c:v>-15.279677007177709</c:v>
              </c:pt>
              <c:pt idx="9">
                <c:v>-14.587866940562103</c:v>
              </c:pt>
              <c:pt idx="10">
                <c:v>-13.90837716213176</c:v>
              </c:pt>
              <c:pt idx="11">
                <c:v>-13.728404561158268</c:v>
              </c:pt>
              <c:pt idx="12">
                <c:v>-13.559487941709044</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k [m³/s]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1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Ar電離閾値 15.8 eV</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-28.895356092705867</c:v>
              </c:pt>
              <c:pt idx="1">
                <c:v>-28.908544561102964</c:v>
              </c:pt>
              <c:pt idx="2">
                <c:v>-29.04148669096494</c:v>
              </c:pt>
              <c:pt idx="3">
                <c:v>-28.35428750915649</c:v>
              </c:pt>
              <c:pt idx="4">
                <c:v>-22.57948749144872</c:v>
              </c:pt>
              <c:pt idx="5">
                <c:v>-19.43439500211997</c:v>
              </c:pt>
              <c:pt idx="6">
                <c:v>-18.247156407257446</c:v>
              </c:pt>
              <c:pt idx="7">
                <c:v>-17.141834454953447</c:v>
              </c:pt>
              <c:pt idx="8">
                <c:v>-16.06739378288982</c:v>
              </c:pt>
              <c:pt idx="9">
                <c:v>-14.862023112876138</c:v>
              </c:pt>
              <c:pt idx="10">
                <c:v>-13.835376953562381</c:v>
              </c:pt>
              <c:pt idx="11">
                <c:v>-13.550750233375442</c:v>
              </c:pt>
              <c:pt idx="12">
                <c:v>-13.255071963942669</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-40</c:v>
              </c:pt>
              <c:pt idx="1">
                <c:v>-40</c:v>
              </c:pt>
              <c:pt idx="2">
                <c:v>-40</c:v>
              </c:pt>
              <c:pt idx="3">
                <c:v>-32.04999659779915</c:v>
              </c:pt>
              <c:pt idx="4">
                <c:v>-23.908972789658016</c:v>
              </c:pt>
              <c:pt idx="5">
                <c:v>-19.416462710008158</c:v>
              </c:pt>
              <c:pt idx="6">
                <c:v>-18.230030862399857</c:v>
              </c:pt>
              <c:pt idx="7">
                <c:v>-17.131108209658183</c:v>
              </c:pt>
              <c:pt idx="8">
                <c:v>-16.066339402211522</c:v>
              </c:pt>
              <c:pt idx="9">
                <c:v>-14.860967414277681</c:v>
              </c:pt>
              <c:pt idx="10">
                <c:v>-13.834607411067504</c:v>
              </c:pt>
              <c:pt idx="11">
                <c:v>-13.552837387993678</c:v>
              </c:pt>
              <c:pt idx="12">
                <c:v>-13.262706646301577</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-40</c:v>
              </c:pt>
              <c:pt idx="1">
                <c:v>-40</c:v>
              </c:pt>
              <c:pt idx="2">
                <c:v>-36.50378644956001</c:v>
              </c:pt>
              <c:pt idx="3">
                <c:v>-28.311641498818002</c:v>
              </c:pt>
              <c:pt idx="4">
                <c:v>-22.493593322215904</c:v>
              </c:pt>
              <c:pt idx="5">
                <c:v>-19.40547356332827</c:v>
              </c:pt>
              <c:pt idx="6">
                <c:v>-18.23106088230288</c:v>
              </c:pt>
              <c:pt idx="7">
                <c:v>-17.13413283857001</c:v>
              </c:pt>
              <c:pt idx="8">
                <c:v>-16.06528719917819</c:v>
              </c:pt>
              <c:pt idx="9">
                <c:v>-14.863477892935862</c:v>
              </c:pt>
              <c:pt idx="10">
                <c:v>-13.83915405267146</c:v>
              </c:pt>
              <c:pt idx="11">
                <c:v>-13.557356283180637</c:v>
              </c:pt>
              <c:pt idx="12">
                <c:v>-13.26686318029629</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k [m³/s]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1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-0.5518738711100409</c:v>
              </c:pt>
              <c:pt idx="2">
                <c:v>-0.4029709786726398</c:v>
              </c:pt>
              <c:pt idx="3">
                <c:v>-0.31619346684661165</c:v>
              </c:pt>
              <c:pt idx="4">
                <c:v>-0.25630156907199025</c:v>
              </c:pt>
              <c:pt idx="5">
                <c:v>-0.21043462841050298</c:v>
              </c:pt>
              <c:pt idx="6">
                <c:v>-0.17515372708062124</c:v>
              </c:pt>
              <c:pt idx="7">
                <c:v>-0.14695931560683376</c:v>
              </c:pt>
              <c:pt idx="8">
                <c:v>-0.12469874691180959</c:v>
              </c:pt>
              <c:pt idx="9">
                <c:v>-0.11051226784540205</c:v>
              </c:pt>
              <c:pt idx="10">
                <c:v>-0.10543292519167825</c:v>
              </c:pt>
              <c:pt idx="11">
                <c:v>-0.1064651110012127</c:v>
              </c:pt>
              <c:pt idx="12">
                <c:v>-0.13064369729294362</c:v>
              </c:pt>
              <c:pt idx="13">
                <c:v>-0.16483905077480893</c:v>
              </c:pt>
              <c:pt idx="14">
                <c:v>-0.24209273338387832</c:v>
              </c:pt>
              <c:pt idx="15">
                <c:v>-0.3193464159929479</c:v>
              </c:pt>
              <c:pt idx="16">
                <c:v>-0.5756061951519726</c:v>
              </c:pt>
              <c:pt idx="17">
                <c:v>-0.8353898031537605</c:v>
              </c:pt>
              <c:pt idx="18">
                <c:v>-1.414471463501043</c:v>
              </c:pt>
              <c:pt idx="19">
                <c:v>-2.4885741814497897</c:v>
              </c:pt>
              <c:pt idx="20">
                <c:v>-3.5626768993985394</c:v>
              </c:pt>
              <c:pt idx="21">
                <c:v>-4.624289485042807</c:v>
              </c:pt>
              <c:pt idx="22">
                <c:v>-5.663441905948656</c:v>
              </c:pt>
              <c:pt idx="23">
                <c:v>-6.7025943268545</c:v>
              </c:pt>
              <c:pt idx="24">
                <c:v>-7.7417467477603505</c:v>
              </c:pt>
              <c:pt idx="25">
                <c:v>-7.95</c:v>
              </c:pt>
              <c:pt idx="26">
                <c:v>-7.95</c:v>
              </c:pt>
              <c:pt idx="27">
                <c:v>-7.95</c:v>
              </c:pt>
              <c:pt idx="28">
                <c:v>-7.95</c:v>
              </c:pt>
              <c:pt idx="29">
                <c:v>-7.95</c:v>
              </c:pt>
              <c:pt idx="30">
                <c:v>-7.95</c:v>
              </c:pt>
              <c:pt idx="31">
                <c:v>-7.95</c:v>
              </c:pt>
              <c:pt idx="32">
                <c:v>-7.95</c:v>
              </c:pt>
              <c:pt idx="33">
                <c:v>-7.95</c:v>
              </c:pt>
              <c:pt idx="34">
                <c:v>-7.95</c:v>
              </c:pt>
              <c:pt idx="35">
                <c:v>-7.95</c:v>
              </c:pt>
              <c:pt idx="36">
                <c:v>-7.95</c:v>
              </c:pt>
              <c:pt idx="37">
                <c:v>-7.95</c:v>
              </c:pt>
              <c:pt idx="38">
                <c:v>-7.95</c:v>
              </c:pt>
              <c:pt idx="39">
                <c:v>-7.95</c:v>
              </c:pt>
              <c:pt idx="40">
                <c:v>-7.95</c:v>
              </c:pt>
              <c:pt idx="41">
                <c:v>-7.95</c:v>
              </c:pt>
              <c:pt idx="42">
                <c:v>-7.95</c:v>
              </c:pt>
              <c:pt idx="43">
                <c:v>-7.95</c:v>
              </c:pt>
              <c:pt idx="44">
                <c:v>-7.95</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-0.5623621157728501</c:v>
              </c:pt>
              <c:pt idx="2">
                <c:v>-0.41093838806660854</c:v>
              </c:pt>
              <c:pt idx="3">
                <c:v>-0.3166157494949667</c:v>
              </c:pt>
              <c:pt idx="4">
                <c:v>-0.2640235475860072</c:v>
              </c:pt>
              <c:pt idx="5">
                <c:v>-0.21448397643779935</c:v>
              </c:pt>
              <c:pt idx="6">
                <c:v>-0.17602598024161395</c:v>
              </c:pt>
              <c:pt idx="7">
                <c:v>-0.1470749692322884</c:v>
              </c:pt>
              <c:pt idx="8">
                <c:v>-0.12132127699659848</c:v>
              </c:pt>
              <c:pt idx="9">
                <c:v>-0.10696504623277087</c:v>
              </c:pt>
              <c:pt idx="10">
                <c:v>-0.1023213088114476</c:v>
              </c:pt>
              <c:pt idx="11">
                <c:v>-0.10394732271303764</c:v>
              </c:pt>
              <c:pt idx="12">
                <c:v>-0.12706892894979888</c:v>
              </c:pt>
              <c:pt idx="13">
                <c:v>-0.1611929254041513</c:v>
              </c:pt>
              <c:pt idx="14">
                <c:v>-0.2426120750933287</c:v>
              </c:pt>
              <c:pt idx="15">
                <c:v>-0.32403122478250623</c:v>
              </c:pt>
              <c:pt idx="16">
                <c:v>-0.5805869309256033</c:v>
              </c:pt>
              <c:pt idx="17">
                <c:v>-0.8405902919863212</c:v>
              </c:pt>
              <c:pt idx="18">
                <c:v>-1.4382380975240767</c:v>
              </c:pt>
              <c:pt idx="19">
                <c:v>-2.5593501358390123</c:v>
              </c:pt>
              <c:pt idx="20">
                <c:v>-3.6804621741539503</c:v>
              </c:pt>
              <c:pt idx="21">
                <c:v>-4.757418761663287</c:v>
              </c:pt>
              <c:pt idx="22">
                <c:v>-5.754973572232508</c:v>
              </c:pt>
              <c:pt idx="23">
                <c:v>-6.752528382801724</c:v>
              </c:pt>
              <c:pt idx="24">
                <c:v>-7.750083193370946</c:v>
              </c:pt>
              <c:pt idx="25">
                <c:v>-7.95</c:v>
              </c:pt>
              <c:pt idx="26">
                <c:v>-7.95</c:v>
              </c:pt>
              <c:pt idx="27">
                <c:v>-7.95</c:v>
              </c:pt>
              <c:pt idx="28">
                <c:v>-7.95</c:v>
              </c:pt>
              <c:pt idx="29">
                <c:v>-7.95</c:v>
              </c:pt>
              <c:pt idx="30">
                <c:v>-7.95</c:v>
              </c:pt>
              <c:pt idx="31">
                <c:v>-7.95</c:v>
              </c:pt>
              <c:pt idx="32">
                <c:v>-7.95</c:v>
              </c:pt>
              <c:pt idx="33">
                <c:v>-7.95</c:v>
              </c:pt>
              <c:pt idx="34">
                <c:v>-7.95</c:v>
              </c:pt>
              <c:pt idx="35">
                <c:v>-7.95</c:v>
              </c:pt>
              <c:pt idx="36">
                <c:v>-7.95</c:v>
              </c:pt>
              <c:pt idx="37">
                <c:v>-7.95</c:v>
              </c:pt>
              <c:pt idx="38">
                <c:v>-7.95</c:v>
              </c:pt>
              <c:pt idx="39">
                <c:v>-7.95</c:v>
              </c:pt>
              <c:pt idx="40">
                <c:v>-7.95</c:v>
              </c:pt>
              <c:pt idx="41">
                <c:v>-7.95</c:v>
              </c:pt>
              <c:pt idx="42">
                <c:v>-7.95</c:v>
              </c:pt>
              <c:pt idx="43">
                <c:v>-7.95</c:v>
              </c:pt>
              <c:pt idx="44">
                <c:v>-7.95</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-0.5511041955170283</c:v>
              </c:pt>
              <c:pt idx="2">
                <c:v>-0.40227039762775346</c:v>
              </c:pt>
              <c:pt idx="3">
                <c:v>-0.3156200278031912</c:v>
              </c:pt>
              <c:pt idx="4">
                <c:v>-0.25583624081715783</c:v>
              </c:pt>
              <c:pt idx="5">
                <c:v>-0.2100266655619632</c:v>
              </c:pt>
              <c:pt idx="6">
                <c:v>-0.17475680915013278</c:v>
              </c:pt>
              <c:pt idx="7">
                <c:v>-0.14657066663997292</c:v>
              </c:pt>
              <c:pt idx="8">
                <c:v>-0.12433100268529332</c:v>
              </c:pt>
              <c:pt idx="9">
                <c:v>-0.11011154078293253</c:v>
              </c:pt>
              <c:pt idx="10">
                <c:v>-0.10501934651486182</c:v>
              </c:pt>
              <c:pt idx="11">
                <c:v>-0.10606559561590397</c:v>
              </c:pt>
              <c:pt idx="12">
                <c:v>-0.1304817986951723</c:v>
              </c:pt>
              <c:pt idx="13">
                <c:v>-0.16487936064955802</c:v>
              </c:pt>
              <c:pt idx="14">
                <c:v>-0.242183044651468</c:v>
              </c:pt>
              <c:pt idx="15">
                <c:v>-0.3194867286533782</c:v>
              </c:pt>
              <c:pt idx="16">
                <c:v>-0.5789269894575548</c:v>
              </c:pt>
              <c:pt idx="17">
                <c:v>-0.8419527042492096</c:v>
              </c:pt>
              <c:pt idx="18">
                <c:v>-1.4219052035435793</c:v>
              </c:pt>
              <c:pt idx="19">
                <c:v>-2.493202485226437</c:v>
              </c:pt>
              <c:pt idx="20">
                <c:v>-3.5644997669092975</c:v>
              </c:pt>
              <c:pt idx="21">
                <c:v>-4.624307481101435</c:v>
              </c:pt>
              <c:pt idx="22">
                <c:v>-5.663454278953862</c:v>
              </c:pt>
              <c:pt idx="23">
                <c:v>-6.702601076806285</c:v>
              </c:pt>
              <c:pt idx="24">
                <c:v>-7.741747874658714</c:v>
              </c:pt>
              <c:pt idx="25">
                <c:v>-7.95</c:v>
              </c:pt>
              <c:pt idx="26">
                <c:v>-7.95</c:v>
              </c:pt>
              <c:pt idx="27">
                <c:v>-7.95</c:v>
              </c:pt>
              <c:pt idx="28">
                <c:v>-7.95</c:v>
              </c:pt>
              <c:pt idx="29">
                <c:v>-7.95</c:v>
              </c:pt>
              <c:pt idx="30">
                <c:v>-7.95</c:v>
              </c:pt>
              <c:pt idx="31">
                <c:v>-7.95</c:v>
              </c:pt>
              <c:pt idx="32">
                <c:v>-7.95</c:v>
              </c:pt>
              <c:pt idx="33">
                <c:v>-7.95</c:v>
              </c:pt>
              <c:pt idx="34">
                <c:v>-7.95</c:v>
              </c:pt>
              <c:pt idx="35">
                <c:v>-7.95</c:v>
              </c:pt>
              <c:pt idx="36">
                <c:v>-7.95</c:v>
              </c:pt>
              <c:pt idx="37">
                <c:v>-7.95</c:v>
              </c:pt>
              <c:pt idx="38">
                <c:v>-7.95</c:v>
              </c:pt>
              <c:pt idx="39">
                <c:v>-7.95</c:v>
              </c:pt>
              <c:pt idx="40">
                <c:v>-7.95</c:v>
              </c:pt>
              <c:pt idx="41">
                <c:v>-7.95</c:v>
              </c:pt>
              <c:pt idx="42">
                <c:v>-7.95</c:v>
              </c:pt>
              <c:pt idx="43">
                <c:v>-7.95</c:v>
              </c:pt>
              <c:pt idx="44">
                <c:v>-7.95</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-0.1867876285547622</c:v>
              </c:pt>
              <c:pt idx="2">
                <c:v>-0.10870088586649489</c:v>
              </c:pt>
              <c:pt idx="3">
                <c:v>-0.0930835114823776</c:v>
              </c:pt>
              <c:pt idx="4">
                <c:v>-0.10304239832195103</c:v>
              </c:pt>
              <c:pt idx="5">
                <c:v>-0.12701564696164602</c:v>
              </c:pt>
              <c:pt idx="6">
                <c:v>-0.15985327908155694</c:v>
              </c:pt>
              <c:pt idx="7">
                <c:v>-0.19880813940997366</c:v>
              </c:pt>
              <c:pt idx="8">
                <c:v>-0.24224042106485366</c:v>
              </c:pt>
              <c:pt idx="9">
                <c:v>-0.28909241498488636</c:v>
              </c:pt>
              <c:pt idx="10">
                <c:v>-0.3386419248482721</c:v>
              </c:pt>
              <c:pt idx="11">
                <c:v>-0.3903738374128829</c:v>
              </c:pt>
              <c:pt idx="12">
                <c:v>-0.4439078121119062</c:v>
              </c:pt>
              <c:pt idx="13">
                <c:v>-0.49895501412602367</c:v>
              </c:pt>
              <c:pt idx="14">
                <c:v>-0.5552909275840463</c:v>
              </c:pt>
              <c:pt idx="15">
                <c:v>-0.612737571039048</c:v>
              </c:pt>
              <c:pt idx="16">
                <c:v>-0.6711514643826497</c:v>
              </c:pt>
              <c:pt idx="17">
                <c:v>-0.7304152501651984</c:v>
              </c:pt>
              <c:pt idx="18">
                <c:v>-0.7904317134464058</c:v>
              </c:pt>
              <c:pt idx="19">
                <c:v>-0.8511194206653674</c:v>
              </c:pt>
              <c:pt idx="20">
                <c:v>-0.9124094784535146</c:v>
              </c:pt>
              <c:pt idx="21">
                <c:v>-0.9742430840622692</c:v>
              </c:pt>
              <c:pt idx="22">
                <c:v>-1.036569646161849</c:v>
              </c:pt>
              <c:pt idx="23">
                <c:v>-1.0993453237078787</c:v>
              </c:pt>
              <c:pt idx="24">
                <c:v>-1.1625318760045953</c:v>
              </c:pt>
              <c:pt idx="25">
                <c:v>-1.226095747668103</c:v>
              </c:pt>
              <c:pt idx="26">
                <c:v>-1.2900073331624362</c:v>
              </c:pt>
              <c:pt idx="27">
                <c:v>-1.3542403802120753</c:v>
              </c:pt>
              <c:pt idx="28">
                <c:v>-1.418771501764182</c:v>
              </c:pt>
              <c:pt idx="29">
                <c:v>-1.4835797736295366</c:v>
              </c:pt>
              <c:pt idx="30">
                <c:v>-1.548646400362907</c:v>
              </c:pt>
              <c:pt idx="31">
                <c:v>-1.6139544359493254</c:v>
              </c:pt>
              <c:pt idx="32">
                <c:v>-1.6794885488502325</c:v>
              </c:pt>
              <c:pt idx="33">
                <c:v>-1.7452348232149644</c:v>
              </c:pt>
              <c:pt idx="34">
                <c:v>-1.811180589776504</c:v>
              </c:pt>
              <c:pt idx="35">
                <c:v>-1.8773142812662174</c:v>
              </c:pt>
              <c:pt idx="36">
                <c:v>-1.9436253082014352</c:v>
              </c:pt>
              <c:pt idx="37">
                <c:v>-2.0101039516953043</c:v>
              </c:pt>
              <c:pt idx="38">
                <c:v>-2.0767412705641197</c:v>
              </c:pt>
              <c:pt idx="39">
                <c:v>-2.1435290205029984</c:v>
              </c:pt>
              <c:pt idx="40">
                <c:v>-2.2104595834959904</c:v>
              </c:pt>
              <c:pt idx="41">
                <c:v>-2.2775259059438273</c:v>
              </c:pt>
              <c:pt idx="42">
                <c:v>-2.3447214442484685</c:v>
              </c:pt>
              <c:pt idx="43">
                <c:v>-2.412040116801348</c:v>
              </c:pt>
              <c:pt idx="44">
                <c:v>-2.4794762614917714</c:v>
              </c:pt>
              <c:pt idx="45">
                <c:v>-2.5470245979909163</c:v>
              </c:pt>
              <c:pt idx="46">
                <c:v>-2.614680194181524</c:v>
              </c:pt>
              <c:pt idx="47">
                <c:v>-2.6824384361981766</c:v>
              </c:pt>
              <c:pt idx="48">
                <c:v>-2.7502950016219643</c:v>
              </c:pt>
              <c:pt idx="49">
                <c:v>-2.818245835439225</c:v>
              </c:pt>
              <c:pt idx="50">
                <c:v>-2.886287128429195</c:v>
              </c:pt>
              <c:pt idx="51">
                <c:v>-2.95441529769196</c:v>
              </c:pt>
              <c:pt idx="52">
                <c:v>-3.022626969067252</c:v>
              </c:pt>
              <c:pt idx="53">
                <c:v>-3.09091896122798</c:v>
              </c:pt>
              <c:pt idx="54">
                <c:v>-3.1592882712606145</c:v>
              </c:pt>
              <c:pt idx="55">
                <c:v>-3.2277320615686995</c:v>
              </c:pt>
              <c:pt idx="56">
                <c:v>-3.296247647956444</c:v>
              </c:pt>
              <c:pt idx="57">
                <c:v>-3.364832488767023</c:v>
              </c:pt>
              <c:pt idx="58">
                <c:v>-3.433484174965522</c:v>
              </c:pt>
              <c:pt idx="59">
                <c:v>-3.502200421069644</c:v>
              </c:pt>
              <c:pt idx="60">
                <c:v>-3.570979056842616</c:v>
              </c:pt>
              <c:pt idx="61">
                <c:v>-3.639818019672777</c:v>
              </c:pt>
              <c:pt idx="62">
                <c:v>-3.708715347572758</c:v>
              </c:pt>
              <c:pt idx="63">
                <c:v>-3.7776691727388165</c:v>
              </c:pt>
              <c:pt idx="64">
                <c:v>-3.846677715617388</c:v>
              </c:pt>
              <c:pt idx="65">
                <c:v>-3.915739279431627</c:v>
              </c:pt>
              <c:pt idx="66">
                <c:v>-3.984852245125843</c:v>
              </c:pt>
              <c:pt idx="67">
                <c:v>-4.054015066690089</c:v>
              </c:pt>
              <c:pt idx="68">
                <c:v>-4.123226266831106</c:v>
              </c:pt>
              <c:pt idx="69">
                <c:v>-4.192484432959321</c:v>
              </c:pt>
              <c:pt idx="70">
                <c:v>-4.261788213464543</c:v>
              </c:pt>
              <c:pt idx="71">
                <c:v>-4.331136314255856</c:v>
              </c:pt>
              <c:pt idx="72">
                <c:v>-4.400527495543484</c:v>
              </c:pt>
              <c:pt idx="73">
                <c:v>-4.4699605688426125</c:v>
              </c:pt>
              <c:pt idx="74">
                <c:v>-4.539434394181077</c:v>
              </c:pt>
              <c:pt idx="75">
                <c:v>-4.608947877494438</c:v>
              </c:pt>
              <c:pt idx="76">
                <c:v>-4.678499968193615</c:v>
              </c:pt>
              <c:pt idx="77">
                <c:v>-4.748089656891493</c:v>
              </c:pt>
              <c:pt idx="78">
                <c:v>-4.817715973276218</c:v>
              </c:pt>
              <c:pt idx="79">
                <c:v>-4.887377984119961</c:v>
              </c:pt>
              <c:pt idx="80">
                <c:v>-4.957074791412933</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-0.41758632299742127</c:v>
              </c:pt>
              <c:pt idx="2">
                <c:v>-0.27588272781508777</c:v>
              </c:pt>
              <c:pt idx="3">
                <c:v>-0.20252276937000924</c:v>
              </c:pt>
              <c:pt idx="4">
                <c:v>-0.16061334058172597</c:v>
              </c:pt>
              <c:pt idx="5">
                <c:v>-0.13859254202666937</c:v>
              </c:pt>
              <c:pt idx="6">
                <c:v>-0.13131039538493328</c:v>
              </c:pt>
              <c:pt idx="7">
                <c:v>-0.13601974538480777</c:v>
              </c:pt>
              <c:pt idx="8">
                <c:v>-0.15108078514425047</c:v>
              </c:pt>
              <c:pt idx="9">
                <c:v>-0.17543580560195063</c:v>
              </c:pt>
              <c:pt idx="10">
                <c:v>-0.20836261043610854</c:v>
              </c:pt>
              <c:pt idx="11">
                <c:v>-0.24934608640459643</c:v>
              </c:pt>
              <c:pt idx="12">
                <c:v>-0.2980058929406016</c:v>
              </c:pt>
              <c:pt idx="13">
                <c:v>-0.35405319522480555</c:v>
              </c:pt>
              <c:pt idx="14">
                <c:v>-0.41726347738601954</c:v>
              </c:pt>
              <c:pt idx="15">
                <c:v>-0.48745875797731775</c:v>
              </c:pt>
              <c:pt idx="16">
                <c:v>-0.56449555689032</c:v>
              </c:pt>
              <c:pt idx="17">
                <c:v>-0.6482565166753743</c:v>
              </c:pt>
              <c:pt idx="18">
                <c:v>-0.7386444223921926</c:v>
              </c:pt>
              <c:pt idx="19">
                <c:v>-0.8355778404798697</c:v>
              </c:pt>
              <c:pt idx="20">
                <c:v>-0.9389878775698373</c:v>
              </c:pt>
              <c:pt idx="21">
                <c:v>-1.0488157309135164</c:v>
              </c:pt>
              <c:pt idx="22">
                <c:v>-1.1650108091811262</c:v>
              </c:pt>
              <c:pt idx="23">
                <c:v>-1.2875292713282904</c:v>
              </c:pt>
              <c:pt idx="24">
                <c:v>-1.4163328766592467</c:v>
              </c:pt>
              <c:pt idx="25">
                <c:v>-1.5513880697900984</c:v>
              </c:pt>
              <c:pt idx="26">
                <c:v>-1.6926652451848803</c:v>
              </c:pt>
              <c:pt idx="27">
                <c:v>-1.8401381505680725</c:v>
              </c:pt>
              <c:pt idx="28">
                <c:v>-1.9937833988868383</c:v>
              </c:pt>
              <c:pt idx="29">
                <c:v>-2.1535800659519566</c:v>
              </c:pt>
              <c:pt idx="30">
                <c:v>-2.3195093563181954</c:v>
              </c:pt>
              <c:pt idx="31">
                <c:v>-2.4915543239705866</c:v>
              </c:pt>
              <c:pt idx="32">
                <c:v>-2.669699637370571</c:v>
              </c:pt>
              <c:pt idx="33">
                <c:v>-2.853931380667485</c:v>
              </c:pt>
              <c:pt idx="34">
                <c:v>-3.0442368845943113</c:v>
              </c:pt>
              <c:pt idx="35">
                <c:v>-3.2406045818824176</c:v>
              </c:pt>
              <c:pt idx="36">
                <c:v>-3.4430238830491326</c:v>
              </c:pt>
              <c:pt idx="37">
                <c:v>-3.651485069207604</c:v>
              </c:pt>
              <c:pt idx="38">
                <c:v>-3.865979199174125</c:v>
              </c:pt>
              <c:pt idx="39">
                <c:v>-4.086498028643816</c:v>
              </c:pt>
              <c:pt idx="40">
                <c:v>-4.313033939600724</c:v>
              </c:pt>
              <c:pt idx="41">
                <c:v>-4.54557987844558</c:v>
              </c:pt>
              <c:pt idx="42">
                <c:v>-4.784129301580347</c:v>
              </c:pt>
              <c:pt idx="43">
                <c:v>-5.028676127396456</c:v>
              </c:pt>
              <c:pt idx="44">
                <c:v>-5.279214693783218</c:v>
              </c:pt>
              <c:pt idx="45">
                <c:v>-5.535739720411803</c:v>
              </c:pt>
              <c:pt idx="46">
                <c:v>-5.798246275164954</c:v>
              </c:pt>
              <c:pt idx="47">
                <c:v>-6.066729744177256</c:v>
              </c:pt>
              <c:pt idx="48">
                <c:v>-6.341185805029799</c:v>
              </c:pt>
              <c:pt idx="49">
                <c:v>-6.621610402708918</c:v>
              </c:pt>
              <c:pt idx="50">
                <c:v>-6.907999727993853</c:v>
              </c:pt>
              <c:pt idx="51">
                <c:v>-7.200350197984687</c:v>
              </c:pt>
              <c:pt idx="52">
                <c:v>-7.498658438521152</c:v>
              </c:pt>
              <c:pt idx="53">
                <c:v>-7.802921268276158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8"/>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2"/>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1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-0.4953694654639651</c:v>
              </c:pt>
              <c:pt idx="2">
                <c:v>-0.3456695771505692</c:v>
              </c:pt>
              <c:pt idx="3">
                <c:v>-0.2629982922085152</c:v>
              </c:pt>
              <c:pt idx="4">
                <c:v>-0.23009354614761374</c:v>
              </c:pt>
              <c:pt idx="5">
                <c:v>-0.27125978692375907</c:v>
              </c:pt>
              <c:pt idx="6">
                <c:v>-0.4700805966442444</c:v>
              </c:pt>
              <c:pt idx="7">
                <c:v>-0.848612411958815</c:v>
              </c:pt>
              <c:pt idx="8">
                <c:v>-1.2676512820299954</c:v>
              </c:pt>
              <c:pt idx="9">
                <c:v>-1.621133978556159</c:v>
              </c:pt>
              <c:pt idx="10">
                <c:v>-1.8142137018533797</c:v>
              </c:pt>
              <c:pt idx="11">
                <c:v>-1.9570184959073063</c:v>
              </c:pt>
              <c:pt idx="12">
                <c:v>-2.0338305358024193</c:v>
              </c:pt>
              <c:pt idx="13">
                <c:v>-2.0961763475765314</c:v>
              </c:pt>
              <c:pt idx="14">
                <c:v>-2.145274573887072</c:v>
              </c:pt>
              <c:pt idx="15">
                <c:v>-2.189729544573516</c:v>
              </c:pt>
              <c:pt idx="16">
                <c:v>-2.2263253935301996</c:v>
              </c:pt>
              <c:pt idx="17">
                <c:v>-2.262921242486884</c:v>
              </c:pt>
              <c:pt idx="18">
                <c:v>-2.3065878593600333</c:v>
              </c:pt>
              <c:pt idx="19">
                <c:v>-2.3515009250591774</c:v>
              </c:pt>
              <c:pt idx="20">
                <c:v>-2.3964139907583215</c:v>
              </c:pt>
              <c:pt idx="21">
                <c:v>-2.4604731453209565</c:v>
              </c:pt>
              <c:pt idx="22">
                <c:v>-2.526794214006335</c:v>
              </c:pt>
              <c:pt idx="23">
                <c:v>-2.593115282691714</c:v>
              </c:pt>
              <c:pt idx="24">
                <c:v>-2.6864809651354817</c:v>
              </c:pt>
              <c:pt idx="25">
                <c:v>-2.8158261536022677</c:v>
              </c:pt>
              <c:pt idx="26">
                <c:v>-2.9451713420690537</c:v>
              </c:pt>
              <c:pt idx="27">
                <c:v>-3.0745165305358397</c:v>
              </c:pt>
              <c:pt idx="28">
                <c:v>-3.236974990822022</c:v>
              </c:pt>
              <c:pt idx="29">
                <c:v>-3.4566324432789703</c:v>
              </c:pt>
              <c:pt idx="30">
                <c:v>-3.676289895735919</c:v>
              </c:pt>
              <c:pt idx="31">
                <c:v>-3.895947348192867</c:v>
              </c:pt>
              <c:pt idx="32">
                <c:v>-4.115604800649815</c:v>
              </c:pt>
              <c:pt idx="33">
                <c:v>-4.373686290255542</c:v>
              </c:pt>
              <c:pt idx="34">
                <c:v>-4.6569573740392585</c:v>
              </c:pt>
              <c:pt idx="35">
                <c:v>-4.940228457822975</c:v>
              </c:pt>
              <c:pt idx="36">
                <c:v>-5.223499541606692</c:v>
              </c:pt>
              <c:pt idx="37">
                <c:v>-5.506770625390409</c:v>
              </c:pt>
              <c:pt idx="38">
                <c:v>-5.791019662250553</c:v>
              </c:pt>
              <c:pt idx="39">
                <c:v>-6.121885516550111</c:v>
              </c:pt>
              <c:pt idx="40">
                <c:v>-6.452751370849668</c:v>
              </c:pt>
              <c:pt idx="41">
                <c:v>-6.783617225149227</c:v>
              </c:pt>
              <c:pt idx="42">
                <c:v>-7.114483079448784</c:v>
              </c:pt>
              <c:pt idx="43">
                <c:v>-7.445348933748342</c:v>
              </c:pt>
              <c:pt idx="44">
                <c:v>-7.7762147880479</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-0.5105875122871933</c:v>
              </c:pt>
              <c:pt idx="2">
                <c:v>-0.35469833797930056</c:v>
              </c:pt>
              <c:pt idx="3">
                <c:v>-0.2630281011910123</c:v>
              </c:pt>
              <c:pt idx="4">
                <c:v>-0.2242405601166395</c:v>
              </c:pt>
              <c:pt idx="5">
                <c:v>-0.26342353171855243</c:v>
              </c:pt>
              <c:pt idx="6">
                <c:v>-0.4757108712615657</c:v>
              </c:pt>
              <c:pt idx="7">
                <c:v>-0.8639963311035015</c:v>
              </c:pt>
              <c:pt idx="8">
                <c:v>-1.261083090712126</c:v>
              </c:pt>
              <c:pt idx="9">
                <c:v>-1.5873911012370372</c:v>
              </c:pt>
              <c:pt idx="10">
                <c:v>-1.768107343205571</c:v>
              </c:pt>
              <c:pt idx="11">
                <c:v>-1.9018902843651624</c:v>
              </c:pt>
              <c:pt idx="12">
                <c:v>-1.9734255210420812</c:v>
              </c:pt>
              <c:pt idx="13">
                <c:v>-2.0303581724186426</c:v>
              </c:pt>
              <c:pt idx="14">
                <c:v>-2.073918367952705</c:v>
              </c:pt>
              <c:pt idx="15">
                <c:v>-2.117891815621487</c:v>
              </c:pt>
              <c:pt idx="16">
                <c:v>-2.1625647291596435</c:v>
              </c:pt>
              <c:pt idx="17">
                <c:v>-2.2072376426977995</c:v>
              </c:pt>
              <c:pt idx="18">
                <c:v>-2.255894837493654</c:v>
              </c:pt>
              <c:pt idx="19">
                <c:v>-2.305254389198229</c:v>
              </c:pt>
              <c:pt idx="20">
                <c:v>-2.354613940902804</c:v>
              </c:pt>
              <c:pt idx="21">
                <c:v>-2.4073153317120837</c:v>
              </c:pt>
              <c:pt idx="22">
                <c:v>-2.4604115265526603</c:v>
              </c:pt>
              <c:pt idx="23">
                <c:v>-2.513507721393237</c:v>
              </c:pt>
              <c:pt idx="24">
                <c:v>-2.598932545246583</c:v>
              </c:pt>
              <c:pt idx="25">
                <c:v>-2.7273666023865433</c:v>
              </c:pt>
              <c:pt idx="26">
                <c:v>-2.8558006595265035</c:v>
              </c:pt>
              <c:pt idx="27">
                <c:v>-2.984234716666464</c:v>
              </c:pt>
              <c:pt idx="28">
                <c:v>-3.145436940902167</c:v>
              </c:pt>
              <c:pt idx="29">
                <c:v>-3.3632420325132975</c:v>
              </c:pt>
              <c:pt idx="30">
                <c:v>-3.5810471241244284</c:v>
              </c:pt>
              <c:pt idx="31">
                <c:v>-3.798852215735559</c:v>
              </c:pt>
              <c:pt idx="32">
                <c:v>-4.016657307346689</c:v>
              </c:pt>
              <c:pt idx="33">
                <c:v>-4.3481888258126515</c:v>
              </c:pt>
              <c:pt idx="34">
                <c:v>-4.754275824450932</c:v>
              </c:pt>
              <c:pt idx="35">
                <c:v>-5.160362823089213</c:v>
              </c:pt>
              <c:pt idx="36">
                <c:v>-5.566449821727494</c:v>
              </c:pt>
              <c:pt idx="37">
                <c:v>-5.972536820365775</c:v>
              </c:pt>
              <c:pt idx="38">
                <c:v>-6.375238552975507</c:v>
              </c:pt>
              <c:pt idx="39">
                <c:v>-6.616572289266454</c:v>
              </c:pt>
              <c:pt idx="40">
                <c:v>-6.857906025557402</c:v>
              </c:pt>
              <c:pt idx="41">
                <c:v>-7.0992397618483505</c:v>
              </c:pt>
              <c:pt idx="42">
                <c:v>-7.340573498139299</c:v>
              </c:pt>
              <c:pt idx="43">
                <c:v>-7.581907234430247</c:v>
              </c:pt>
              <c:pt idx="44">
                <c:v>-7.823240970721194</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-0.5078513495169628</c:v>
              </c:pt>
              <c:pt idx="2">
                <c:v>-0.35358358333966583</c:v>
              </c:pt>
              <c:pt idx="3">
                <c:v>-0.26406281690825134</c:v>
              </c:pt>
              <c:pt idx="4">
                <c:v>-0.22471918231866111</c:v>
              </c:pt>
              <c:pt idx="5">
                <c:v>-0.26487539755777506</c:v>
              </c:pt>
              <c:pt idx="6">
                <c:v>-0.47710266136023416</c:v>
              </c:pt>
              <c:pt idx="7">
                <c:v>-0.8644694895681377</c:v>
              </c:pt>
              <c:pt idx="8">
                <c:v>-1.2629708463264464</c:v>
              </c:pt>
              <c:pt idx="9">
                <c:v>-1.589863281055324</c:v>
              </c:pt>
              <c:pt idx="10">
                <c:v>-1.7692167567701556</c:v>
              </c:pt>
              <c:pt idx="11">
                <c:v>-1.9026543983984314</c:v>
              </c:pt>
              <c:pt idx="12">
                <c:v>-1.975982499504169</c:v>
              </c:pt>
              <c:pt idx="13">
                <c:v>-2.036474766011313</c:v>
              </c:pt>
              <c:pt idx="14">
                <c:v>-2.085212495370361</c:v>
              </c:pt>
              <c:pt idx="15">
                <c:v>-2.129395276635606</c:v>
              </c:pt>
              <c:pt idx="16">
                <c:v>-2.1658684044938425</c:v>
              </c:pt>
              <c:pt idx="17">
                <c:v>-2.202341532352079</c:v>
              </c:pt>
              <c:pt idx="18">
                <c:v>-2.246090270502465</c:v>
              </c:pt>
              <c:pt idx="19">
                <c:v>-2.291121567494293</c:v>
              </c:pt>
              <c:pt idx="20">
                <c:v>-2.3361528644861207</c:v>
              </c:pt>
              <c:pt idx="21">
                <c:v>-2.400324692244479</c:v>
              </c:pt>
              <c:pt idx="22">
                <c:v>-2.4667577774934046</c:v>
              </c:pt>
              <c:pt idx="23">
                <c:v>-2.5331908627423303</c:v>
              </c:pt>
              <c:pt idx="24">
                <c:v>-2.6266144470249992</c:v>
              </c:pt>
              <c:pt idx="25">
                <c:v>-2.7559455443978718</c:v>
              </c:pt>
              <c:pt idx="26">
                <c:v>-2.8852766417707443</c:v>
              </c:pt>
              <c:pt idx="27">
                <c:v>-3.014607739143617</c:v>
              </c:pt>
              <c:pt idx="28">
                <c:v>-3.17645773226484</c:v>
              </c:pt>
              <c:pt idx="29">
                <c:v>-3.3944800080120983</c:v>
              </c:pt>
              <c:pt idx="30">
                <c:v>-3.6125022837593566</c:v>
              </c:pt>
              <c:pt idx="31">
                <c:v>-3.8305245595066144</c:v>
              </c:pt>
              <c:pt idx="32">
                <c:v>-4.048546835253873</c:v>
              </c:pt>
              <c:pt idx="33">
                <c:v>-4.3047011834710895</c:v>
              </c:pt>
              <c:pt idx="34">
                <c:v>-4.585853722975827</c:v>
              </c:pt>
              <c:pt idx="35">
                <c:v>-4.867006262480565</c:v>
              </c:pt>
              <c:pt idx="36">
                <c:v>-5.148158801985303</c:v>
              </c:pt>
              <c:pt idx="37">
                <c:v>-5.429311341490041</c:v>
              </c:pt>
              <c:pt idx="38">
                <c:v>-5.711735026054266</c:v>
              </c:pt>
              <c:pt idx="39">
                <c:v>-6.0547513286137</c:v>
              </c:pt>
              <c:pt idx="40">
                <c:v>-6.397767631173134</c:v>
              </c:pt>
              <c:pt idx="41">
                <c:v>-6.740783933732567</c:v>
              </c:pt>
              <c:pt idx="42">
                <c:v>-7.083800236292001</c:v>
              </c:pt>
              <c:pt idx="43">
                <c:v>-7.426816538851435</c:v>
              </c:pt>
              <c:pt idx="44">
                <c:v>-7.769832841410869</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-0.26776038270767377</c:v>
              </c:pt>
              <c:pt idx="2">
                <c:v>-0.2724996505921118</c:v>
              </c:pt>
              <c:pt idx="3">
                <c:v>-0.33970828678069975</c:v>
              </c:pt>
              <c:pt idx="4">
                <c:v>-0.4324931841929783</c:v>
              </c:pt>
              <c:pt idx="5">
                <c:v>-0.5392924434053787</c:v>
              </c:pt>
              <c:pt idx="6">
                <c:v>-0.6549560860979949</c:v>
              </c:pt>
              <c:pt idx="7">
                <c:v>-0.7767369569991167</c:v>
              </c:pt>
              <c:pt idx="8">
                <c:v>-0.9029952492267019</c:v>
              </c:pt>
              <c:pt idx="9">
                <c:v>-1.0326732537194399</c:v>
              </c:pt>
              <c:pt idx="10">
                <c:v>-1.1650487741555309</c:v>
              </c:pt>
              <c:pt idx="11">
                <c:v>-1.299606697292847</c:v>
              </c:pt>
              <c:pt idx="12">
                <c:v>-1.4359666825645758</c:v>
              </c:pt>
              <c:pt idx="13">
                <c:v>-1.573839895151398</c:v>
              </c:pt>
              <c:pt idx="14">
                <c:v>-1.713001819182126</c:v>
              </c:pt>
              <c:pt idx="15">
                <c:v>-1.8532744732098332</c:v>
              </c:pt>
              <c:pt idx="16">
                <c:v>-1.99451437712614</c:v>
              </c:pt>
              <c:pt idx="17">
                <c:v>-2.136604173481394</c:v>
              </c:pt>
              <c:pt idx="18">
                <c:v>-2.2794466473353063</c:v>
              </c:pt>
              <c:pt idx="19">
                <c:v>-2.4229603651269733</c:v>
              </c:pt>
              <c:pt idx="20">
                <c:v>-2.567076433487826</c:v>
              </c:pt>
              <c:pt idx="21">
                <c:v>-2.7117360496692857</c:v>
              </c:pt>
              <c:pt idx="22">
                <c:v>-2.856888622341571</c:v>
              </c:pt>
              <c:pt idx="23">
                <c:v>-3.002490310460306</c:v>
              </c:pt>
              <c:pt idx="24">
                <c:v>-3.1485028733297282</c:v>
              </c:pt>
              <c:pt idx="25">
                <c:v>-3.2948927555659404</c:v>
              </c:pt>
              <c:pt idx="26">
                <c:v>-3.4416303516329787</c:v>
              </c:pt>
              <c:pt idx="27">
                <c:v>-3.588689409255323</c:v>
              </c:pt>
              <c:pt idx="28">
                <c:v>-3.7360465413801354</c:v>
              </c:pt>
              <c:pt idx="29">
                <c:v>-3.883680823818196</c:v>
              </c:pt>
              <c:pt idx="30">
                <c:v>-4.031573461124271</c:v>
              </c:pt>
              <c:pt idx="31">
                <c:v>-4.1797075072833945</c:v>
              </c:pt>
              <c:pt idx="32">
                <c:v>-4.3280676307570065</c:v>
              </c:pt>
              <c:pt idx="33">
                <c:v>-4.476639915694444</c:v>
              </c:pt>
              <c:pt idx="34">
                <c:v>-4.625411692828689</c:v>
              </c:pt>
              <c:pt idx="35">
                <c:v>-4.774371394891107</c:v>
              </c:pt>
              <c:pt idx="36">
                <c:v>-4.9235084323990295</c:v>
              </c:pt>
              <c:pt idx="37">
                <c:v>-5.072813086465605</c:v>
              </c:pt>
              <c:pt idx="38">
                <c:v>-5.2222764159071255</c:v>
              </c:pt>
              <c:pt idx="39">
                <c:v>-5.37189017641871</c:v>
              </c:pt>
              <c:pt idx="40">
                <c:v>-5.521646749984407</c:v>
              </c:pt>
              <c:pt idx="41">
                <c:v>-5.671539083004949</c:v>
              </c:pt>
              <c:pt idx="42">
                <c:v>-5.821560631882295</c:v>
              </c:pt>
              <c:pt idx="43">
                <c:v>-5.97170531500788</c:v>
              </c:pt>
              <c:pt idx="44">
                <c:v>-6.1219674702710085</c:v>
              </c:pt>
              <c:pt idx="45">
                <c:v>-6.27234181734286</c:v>
              </c:pt>
              <c:pt idx="46">
                <c:v>-6.422823424106172</c:v>
              </c:pt>
              <c:pt idx="47">
                <c:v>-6.573407676695529</c:v>
              </c:pt>
              <c:pt idx="48">
                <c:v>-6.724090252692023</c:v>
              </c:pt>
              <c:pt idx="49">
                <c:v>-6.874867097081988</c:v>
              </c:pt>
              <c:pt idx="50">
                <c:v>-7.025734400644664</c:v>
              </c:pt>
              <c:pt idx="51">
                <c:v>-7.176688580480135</c:v>
              </c:pt>
              <c:pt idx="52">
                <c:v>-7.327726262428131</c:v>
              </c:pt>
              <c:pt idx="53">
                <c:v>-7.478844265161564</c:v>
              </c:pt>
              <c:pt idx="54">
                <c:v>-7.630039585766904</c:v>
              </c:pt>
              <c:pt idx="55">
                <c:v>-7.7813093866476954</c:v>
              </c:pt>
              <c:pt idx="56">
                <c:v>-7.932650983608145</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-0.4262916141674814</c:v>
              </c:pt>
              <c:pt idx="2">
                <c:v>-0.3162636617547096</c:v>
              </c:pt>
              <c:pt idx="3">
                <c:v>-0.2956964412589003</c:v>
              </c:pt>
              <c:pt idx="4">
                <c:v>-0.3276968455995942</c:v>
              </c:pt>
              <c:pt idx="5">
                <c:v>-0.4007029753532225</c:v>
              </c:pt>
              <c:pt idx="6">
                <c:v>-0.5095648521998791</c:v>
              </c:pt>
              <c:pt idx="7">
                <c:v>-0.6515353208678539</c:v>
              </c:pt>
              <c:pt idx="8">
                <c:v>-0.8249745744751047</c:v>
              </c:pt>
              <c:pt idx="9">
                <c:v>-1.0288249039603206</c:v>
              </c:pt>
              <c:pt idx="10">
                <c:v>-1.262364113001702</c:v>
              </c:pt>
              <c:pt idx="11">
                <c:v>-1.5250770883571214</c:v>
              </c:pt>
              <c:pt idx="12">
                <c:v>-1.8165834894597657</c:v>
              </c:pt>
              <c:pt idx="13">
                <c:v>-2.1365944814903166</c:v>
              </c:pt>
              <c:pt idx="14">
                <c:v>-2.484885548577585</c:v>
              </c:pt>
              <c:pt idx="15">
                <c:v>-2.8612787092746452</c:v>
              </c:pt>
              <c:pt idx="16">
                <c:v>-3.265630483473118</c:v>
              </c:pt>
              <c:pt idx="17">
                <c:v>-3.6978235137233506</c:v>
              </c:pt>
              <c:pt idx="18">
                <c:v>-4.157760585085054</c:v>
              </c:pt>
              <c:pt idx="19">
                <c:v>-4.645360263997325</c:v>
              </c:pt>
              <c:pt idx="20">
                <c:v>-5.160553657091593</c:v>
              </c:pt>
              <c:pt idx="21">
                <c:v>-5.703281961619281</c:v>
              </c:pt>
              <c:pt idx="22">
                <c:v>-6.273494586250607</c:v>
              </c:pt>
              <c:pt idx="23">
                <c:v>-6.871147689941195</c:v>
              </c:pt>
              <c:pt idx="24">
                <c:v>-7.496203031995284</c:v>
              </c:pt>
              <c:pt idx="25">
                <c:v>-8</c:v>
              </c:pt>
              <c:pt idx="26">
                <c:v>-8</c:v>
              </c:pt>
              <c:pt idx="27">
                <c:v>-8</c:v>
              </c:pt>
              <c:pt idx="28">
                <c:v>-8</c:v>
              </c:pt>
              <c:pt idx="29">
                <c:v>-8</c:v>
              </c:pt>
              <c:pt idx="30">
                <c:v>-8</c:v>
              </c:pt>
              <c:pt idx="31">
                <c:v>-8</c:v>
              </c:pt>
              <c:pt idx="32">
                <c:v>-8</c:v>
              </c:pt>
              <c:pt idx="33">
                <c:v>-8</c:v>
              </c:pt>
              <c:pt idx="34">
                <c:v>-8</c:v>
              </c:pt>
              <c:pt idx="35">
                <c:v>-8</c:v>
              </c:pt>
              <c:pt idx="36">
                <c:v>-8</c:v>
              </c:pt>
              <c:pt idx="37">
                <c:v>-8</c:v>
              </c:pt>
              <c:pt idx="38">
                <c:v>-8</c:v>
              </c:pt>
              <c:pt idx="39">
                <c:v>-8</c:v>
              </c:pt>
              <c:pt idx="40">
                <c:v>-8</c:v>
              </c:pt>
              <c:pt idx="41">
                <c:v>-8</c:v>
              </c:pt>
              <c:pt idx="42">
                <c:v>-8</c:v>
              </c:pt>
              <c:pt idx="43">
                <c:v>-8</c:v>
              </c:pt>
              <c:pt idx="44">
                <c:v>-8</c:v>
              </c:pt>
              <c:pt idx="45">
                <c:v>-8</c:v>
              </c:pt>
              <c:pt idx="46">
                <c:v>-8</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25"/>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5"/>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1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-1.22925018776075</c:v>
              </c:pt>
              <c:pt idx="2">
                <c:v>-1.0905373045271227</c:v>
              </c:pt>
              <c:pt idx="3">
                <c:v>-1.0400256644335035</c:v>
              </c:pt>
              <c:pt idx="4">
                <c:v>-1.0171771269500431</c:v>
              </c:pt>
              <c:pt idx="5">
                <c:v>-0.9984106586767496</c:v>
              </c:pt>
              <c:pt idx="6">
                <c:v>-0.9890366257705091</c:v>
              </c:pt>
              <c:pt idx="7">
                <c:v>-0.9911558214335522</c:v>
              </c:pt>
              <c:pt idx="8">
                <c:v>-1.0046835626997306</c:v>
              </c:pt>
              <c:pt idx="9">
                <c:v>-1.0286097482863996</c:v>
              </c:pt>
              <c:pt idx="10">
                <c:v>-1.0607787699249585</c:v>
              </c:pt>
              <c:pt idx="11">
                <c:v>-1.1067965573421101</c:v>
              </c:pt>
              <c:pt idx="12">
                <c:v>-1.1632897404128493</c:v>
              </c:pt>
              <c:pt idx="13">
                <c:v>-1.230857163712953</c:v>
              </c:pt>
              <c:pt idx="14">
                <c:v>-1.3112240984944228</c:v>
              </c:pt>
              <c:pt idx="15">
                <c:v>-1.404305030534101</c:v>
              </c:pt>
              <c:pt idx="16">
                <c:v>-1.5032626747134659</c:v>
              </c:pt>
              <c:pt idx="17">
                <c:v>-1.629881101250101</c:v>
              </c:pt>
              <c:pt idx="18">
                <c:v>-1.7564995277867363</c:v>
              </c:pt>
              <c:pt idx="19">
                <c:v>-1.904807047874832</c:v>
              </c:pt>
              <c:pt idx="20">
                <c:v>-2.0798586173161855</c:v>
              </c:pt>
              <c:pt idx="21">
                <c:v>-2.254910186757539</c:v>
              </c:pt>
              <c:pt idx="22">
                <c:v>-2.442161074954196</c:v>
              </c:pt>
              <c:pt idx="23">
                <c:v>-2.6659455641329792</c:v>
              </c:pt>
              <c:pt idx="24">
                <c:v>-2.8897300533117622</c:v>
              </c:pt>
              <c:pt idx="25">
                <c:v>-3.1135145424905453</c:v>
              </c:pt>
              <c:pt idx="26">
                <c:v>-3.353676143249104</c:v>
              </c:pt>
              <c:pt idx="27">
                <c:v>-3.6101002324063964</c:v>
              </c:pt>
              <c:pt idx="28">
                <c:v>-3.8665243215636886</c:v>
              </c:pt>
              <c:pt idx="29">
                <c:v>-4.122948410720981</c:v>
              </c:pt>
              <c:pt idx="30">
                <c:v>-4.381359530545005</c:v>
              </c:pt>
              <c:pt idx="31">
                <c:v>-4.6563346420261675</c:v>
              </c:pt>
              <c:pt idx="32">
                <c:v>-4.931309753507331</c:v>
              </c:pt>
              <c:pt idx="33">
                <c:v>-5.206284864988493</c:v>
              </c:pt>
              <c:pt idx="34">
                <c:v>-5.481259976469656</c:v>
              </c:pt>
              <c:pt idx="35">
                <c:v>-5.756235087950818</c:v>
              </c:pt>
              <c:pt idx="36">
                <c:v>-6.042451644719273</c:v>
              </c:pt>
              <c:pt idx="37">
                <c:v>-6.329197327367589</c:v>
              </c:pt>
              <c:pt idx="38">
                <c:v>-6.615943010015904</c:v>
              </c:pt>
              <c:pt idx="39">
                <c:v>-6.902688692664219</c:v>
              </c:pt>
              <c:pt idx="40">
                <c:v>-7.189434375312534</c:v>
              </c:pt>
              <c:pt idx="41">
                <c:v>-7.47618005796085</c:v>
              </c:pt>
              <c:pt idx="42">
                <c:v>-7.558626701718838</c:v>
              </c:pt>
              <c:pt idx="43">
                <c:v>-7.62209937259945</c:v>
              </c:pt>
              <c:pt idx="44">
                <c:v>-7.685572043480064</c:v>
              </c:pt>
              <c:pt idx="45">
                <c:v>-7.749044714360676</c:v>
              </c:pt>
              <c:pt idx="46">
                <c:v>-7.812517385241288</c:v>
              </c:pt>
              <c:pt idx="47">
                <c:v>-7.875990056121902</c:v>
              </c:pt>
              <c:pt idx="48">
                <c:v>-7.939462727002514</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-1.210504956715085</c:v>
              </c:pt>
              <c:pt idx="2">
                <c:v>-1.069119986570677</c:v>
              </c:pt>
              <c:pt idx="3">
                <c:v>-1.0428030851712515</c:v>
              </c:pt>
              <c:pt idx="4">
                <c:v>-1.0229895197531387</c:v>
              </c:pt>
              <c:pt idx="5">
                <c:v>-1.0005903065285764</c:v>
              </c:pt>
              <c:pt idx="6">
                <c:v>-0.9904803983408385</c:v>
              </c:pt>
              <c:pt idx="7">
                <c:v>-0.9923335230609222</c:v>
              </c:pt>
              <c:pt idx="8">
                <c:v>-1.0057762522890616</c:v>
              </c:pt>
              <c:pt idx="9">
                <c:v>-1.0294417711443726</c:v>
              </c:pt>
              <c:pt idx="10">
                <c:v>-1.0613447076413476</c:v>
              </c:pt>
              <c:pt idx="11">
                <c:v>-1.1076534784120409</c:v>
              </c:pt>
              <c:pt idx="12">
                <c:v>-1.1646212793420867</c:v>
              </c:pt>
              <c:pt idx="13">
                <c:v>-1.2328574527995495</c:v>
              </c:pt>
              <c:pt idx="14">
                <c:v>-1.3140685798804066</c:v>
              </c:pt>
              <c:pt idx="15">
                <c:v>-1.4081679742231341</c:v>
              </c:pt>
              <c:pt idx="16">
                <c:v>-1.5081278899889061</c:v>
              </c:pt>
              <c:pt idx="17">
                <c:v>-1.6356723808929101</c:v>
              </c:pt>
              <c:pt idx="18">
                <c:v>-1.763216871796914</c:v>
              </c:pt>
              <c:pt idx="19">
                <c:v>-1.9127174493229326</c:v>
              </c:pt>
              <c:pt idx="20">
                <c:v>-2.0892912958553467</c:v>
              </c:pt>
              <c:pt idx="21">
                <c:v>-2.265865142387761</c:v>
              </c:pt>
              <c:pt idx="22">
                <c:v>-2.453756495944806</c:v>
              </c:pt>
              <c:pt idx="23">
                <c:v>-2.675540667129107</c:v>
              </c:pt>
              <c:pt idx="24">
                <c:v>-2.8973248383134083</c:v>
              </c:pt>
              <c:pt idx="25">
                <c:v>-3.119109009497709</c:v>
              </c:pt>
              <c:pt idx="26">
                <c:v>-3.355180795141843</c:v>
              </c:pt>
              <c:pt idx="27">
                <c:v>-3.6054401964266702</c:v>
              </c:pt>
              <c:pt idx="28">
                <c:v>-3.8556995977114976</c:v>
              </c:pt>
              <c:pt idx="29">
                <c:v>-4.105958998996325</c:v>
              </c:pt>
              <c:pt idx="30">
                <c:v>-4.355436146432236</c:v>
              </c:pt>
              <c:pt idx="31">
                <c:v>-4.598392384833297</c:v>
              </c:pt>
              <c:pt idx="32">
                <c:v>-4.841348623234358</c:v>
              </c:pt>
              <c:pt idx="33">
                <c:v>-5.084304861635419</c:v>
              </c:pt>
              <c:pt idx="34">
                <c:v>-5.3272611000364805</c:v>
              </c:pt>
              <c:pt idx="35">
                <c:v>-5.570217338437541</c:v>
              </c:pt>
              <c:pt idx="36">
                <c:v>-5.955702347109209</c:v>
              </c:pt>
              <c:pt idx="37">
                <c:v>-6.347896071524044</c:v>
              </c:pt>
              <c:pt idx="38">
                <c:v>-6.7400897959388795</c:v>
              </c:pt>
              <c:pt idx="39">
                <c:v>-7.132283520353715</c:v>
              </c:pt>
              <c:pt idx="40">
                <c:v>-7.52447724476855</c:v>
              </c:pt>
              <c:pt idx="41">
                <c:v>-7.916670969183386</c:v>
              </c:pt>
              <c:pt idx="42">
                <c:v>-7.95</c:v>
              </c:pt>
              <c:pt idx="43">
                <c:v>-7.95</c:v>
              </c:pt>
              <c:pt idx="44">
                <c:v>-7.95</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-1.208010321488276</c:v>
              </c:pt>
              <c:pt idx="2">
                <c:v>-1.067631582081626</c:v>
              </c:pt>
              <c:pt idx="3">
                <c:v>-1.0419245243252357</c:v>
              </c:pt>
              <c:pt idx="4">
                <c:v>-1.0233771255031436</c:v>
              </c:pt>
              <c:pt idx="5">
                <c:v>-1.0020040675773203</c:v>
              </c:pt>
              <c:pt idx="6">
                <c:v>-0.991736233591582</c:v>
              </c:pt>
              <c:pt idx="7">
                <c:v>-0.9933376205213563</c:v>
              </c:pt>
              <c:pt idx="8">
                <c:v>-1.0066394797587368</c:v>
              </c:pt>
              <c:pt idx="9">
                <c:v>-1.0304343899011996</c:v>
              </c:pt>
              <c:pt idx="10">
                <c:v>-1.0625715930930744</c:v>
              </c:pt>
              <c:pt idx="11">
                <c:v>-1.1088869889381678</c:v>
              </c:pt>
              <c:pt idx="12">
                <c:v>-1.1656198810267488</c:v>
              </c:pt>
              <c:pt idx="13">
                <c:v>-1.2333658040121032</c:v>
              </c:pt>
              <c:pt idx="14">
                <c:v>-1.3139642949803054</c:v>
              </c:pt>
              <c:pt idx="15">
                <c:v>-1.4073294852348643</c:v>
              </c:pt>
              <c:pt idx="16">
                <c:v>-1.5066163278300995</c:v>
              </c:pt>
              <c:pt idx="17">
                <c:v>-1.6337754794133317</c:v>
              </c:pt>
              <c:pt idx="18">
                <c:v>-1.7609346309965639</c:v>
              </c:pt>
              <c:pt idx="19">
                <c:v>-1.9099547500575</c:v>
              </c:pt>
              <c:pt idx="20">
                <c:v>-2.0859308500932294</c:v>
              </c:pt>
              <c:pt idx="21">
                <c:v>-2.2619069501289593</c:v>
              </c:pt>
              <c:pt idx="22">
                <c:v>-2.4492360056249867</c:v>
              </c:pt>
              <c:pt idx="23">
                <c:v>-2.670564037053506</c:v>
              </c:pt>
              <c:pt idx="24">
                <c:v>-2.8918920684820253</c:v>
              </c:pt>
              <c:pt idx="25">
                <c:v>-3.113220099910545</c:v>
              </c:pt>
              <c:pt idx="26">
                <c:v>-3.346961925634982</c:v>
              </c:pt>
              <c:pt idx="27">
                <c:v>-3.5930306616780205</c:v>
              </c:pt>
              <c:pt idx="28">
                <c:v>-3.8390993977210592</c:v>
              </c:pt>
              <c:pt idx="29">
                <c:v>-4.085168133764098</c:v>
              </c:pt>
              <c:pt idx="30">
                <c:v>-4.332295670882084</c:v>
              </c:pt>
              <c:pt idx="31">
                <c:v>-4.588249429188112</c:v>
              </c:pt>
              <c:pt idx="32">
                <c:v>-4.844203187494139</c:v>
              </c:pt>
              <c:pt idx="33">
                <c:v>-5.100156945800166</c:v>
              </c:pt>
              <c:pt idx="34">
                <c:v>-5.356110704106194</c:v>
              </c:pt>
              <c:pt idx="35">
                <c:v>-5.612064462412221</c:v>
              </c:pt>
              <c:pt idx="36">
                <c:v>-5.870427055349764</c:v>
              </c:pt>
              <c:pt idx="37">
                <c:v>-6.128903030215632</c:v>
              </c:pt>
              <c:pt idx="38">
                <c:v>-6.387379005081501</c:v>
              </c:pt>
              <c:pt idx="39">
                <c:v>-6.6458549799473685</c:v>
              </c:pt>
              <c:pt idx="40">
                <c:v>-6.904330954813237</c:v>
              </c:pt>
              <c:pt idx="41">
                <c:v>-7.162806929679105</c:v>
              </c:pt>
              <c:pt idx="42">
                <c:v>-7.2836560552127825</c:v>
              </c:pt>
              <c:pt idx="43">
                <c:v>-7.3917232894531315</c:v>
              </c:pt>
              <c:pt idx="44">
                <c:v>-7.4997905236934805</c:v>
              </c:pt>
              <c:pt idx="45">
                <c:v>-7.607857757933829</c:v>
              </c:pt>
              <c:pt idx="46">
                <c:v>-7.715924992174178</c:v>
              </c:pt>
              <c:pt idx="47">
                <c:v>-7.823992226414527</c:v>
              </c:pt>
              <c:pt idx="48">
                <c:v>-7.932059460654875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-1.0091294114589902</c:v>
              </c:pt>
              <c:pt idx="2">
                <c:v>-0.9379897816125834</c:v>
              </c:pt>
              <c:pt idx="3">
                <c:v>-0.9293195200703267</c:v>
              </c:pt>
              <c:pt idx="4">
                <c:v>-0.9462255197517607</c:v>
              </c:pt>
              <c:pt idx="5">
                <c:v>-0.9771458812333164</c:v>
              </c:pt>
              <c:pt idx="6">
                <c:v>-1.0169306261950881</c:v>
              </c:pt>
              <c:pt idx="7">
                <c:v>-1.0628325993653653</c:v>
              </c:pt>
              <c:pt idx="8">
                <c:v>-1.113211993862106</c:v>
              </c:pt>
              <c:pt idx="9">
                <c:v>-1.167011100623999</c:v>
              </c:pt>
              <c:pt idx="10">
                <c:v>-1.2235077233292455</c:v>
              </c:pt>
              <c:pt idx="11">
                <c:v>-1.282186748735717</c:v>
              </c:pt>
              <c:pt idx="12">
                <c:v>-1.342667836276601</c:v>
              </c:pt>
              <c:pt idx="13">
                <c:v>-1.404662151132579</c:v>
              </c:pt>
              <c:pt idx="14">
                <c:v>-1.4679451774324623</c:v>
              </c:pt>
              <c:pt idx="15">
                <c:v>-1.5323389337293245</c:v>
              </c:pt>
              <c:pt idx="16">
                <c:v>-1.5976999399147869</c:v>
              </c:pt>
              <c:pt idx="17">
                <c:v>-1.663910838539196</c:v>
              </c:pt>
              <c:pt idx="18">
                <c:v>-1.7308744146622639</c:v>
              </c:pt>
              <c:pt idx="19">
                <c:v>-1.7985092347230864</c:v>
              </c:pt>
              <c:pt idx="20">
                <c:v>-1.8667464053530942</c:v>
              </c:pt>
              <c:pt idx="21">
                <c:v>-1.935527123803709</c:v>
              </c:pt>
              <c:pt idx="22">
                <c:v>-2.0048007987451495</c:v>
              </c:pt>
              <c:pt idx="23">
                <c:v>-2.0745235891330402</c:v>
              </c:pt>
              <c:pt idx="24">
                <c:v>-2.1446572542716176</c:v>
              </c:pt>
              <c:pt idx="25">
                <c:v>-2.2151682387769855</c:v>
              </c:pt>
              <c:pt idx="26">
                <c:v>-2.286026937113179</c:v>
              </c:pt>
              <c:pt idx="27">
                <c:v>-2.357207097004679</c:v>
              </c:pt>
              <c:pt idx="28">
                <c:v>-2.428685331398647</c:v>
              </c:pt>
              <c:pt idx="29">
                <c:v>-2.5004407161058624</c:v>
              </c:pt>
              <c:pt idx="30">
                <c:v>-2.572454455681093</c:v>
              </c:pt>
              <c:pt idx="31">
                <c:v>-2.6447096041093716</c:v>
              </c:pt>
              <c:pt idx="32">
                <c:v>-2.7171908298521394</c:v>
              </c:pt>
              <c:pt idx="33">
                <c:v>-2.789884217058732</c:v>
              </c:pt>
              <c:pt idx="34">
                <c:v>-2.8627770964621324</c:v>
              </c:pt>
              <c:pt idx="35">
                <c:v>-2.935857900793706</c:v>
              </c:pt>
              <c:pt idx="36">
                <c:v>-3.009116040570784</c:v>
              </c:pt>
              <c:pt idx="37">
                <c:v>-3.0825417969065145</c:v>
              </c:pt>
              <c:pt idx="38">
                <c:v>-3.1561262286171905</c:v>
              </c:pt>
              <c:pt idx="39">
                <c:v>-3.2298610913979298</c:v>
              </c:pt>
              <c:pt idx="40">
                <c:v>-3.3037387672327823</c:v>
              </c:pt>
              <c:pt idx="41">
                <c:v>-3.3777522025224798</c:v>
              </c:pt>
              <c:pt idx="42">
                <c:v>-3.451894853668981</c:v>
              </c:pt>
              <c:pt idx="43">
                <c:v>-3.526160639063722</c:v>
              </c:pt>
              <c:pt idx="44">
                <c:v>-3.6005438965960055</c:v>
              </c:pt>
              <c:pt idx="45">
                <c:v>-3.6750393459370114</c:v>
              </c:pt>
              <c:pt idx="46">
                <c:v>-3.7496420549694798</c:v>
              </c:pt>
              <c:pt idx="47">
                <c:v>-3.8243474098279924</c:v>
              </c:pt>
              <c:pt idx="48">
                <c:v>-3.8991510880936415</c:v>
              </c:pt>
              <c:pt idx="49">
                <c:v>-3.974049034752762</c:v>
              </c:pt>
              <c:pt idx="50">
                <c:v>-4.049037440584594</c:v>
              </c:pt>
              <c:pt idx="51">
                <c:v>-4.124112722689218</c:v>
              </c:pt>
              <c:pt idx="52">
                <c:v>-4.199271506906371</c:v>
              </c:pt>
              <c:pt idx="53">
                <c:v>-4.27451061190896</c:v>
              </c:pt>
              <c:pt idx="54">
                <c:v>-4.349827034783454</c:v>
              </c:pt>
              <c:pt idx="55">
                <c:v>-4.4252179379334</c:v>
              </c:pt>
              <c:pt idx="56">
                <c:v>-4.500680637163007</c:v>
              </c:pt>
              <c:pt idx="57">
                <c:v>-4.5762125908154445</c:v>
              </c:pt>
              <c:pt idx="58">
                <c:v>-4.651811389855806</c:v>
              </c:pt>
              <c:pt idx="59">
                <c:v>-4.727474748801786</c:v>
              </c:pt>
              <c:pt idx="60">
                <c:v>-4.80320049741662</c:v>
              </c:pt>
              <c:pt idx="61">
                <c:v>-4.878986573088643</c:v>
              </c:pt>
              <c:pt idx="62">
                <c:v>-4.954831013830483</c:v>
              </c:pt>
              <c:pt idx="63">
                <c:v>-5.030731951838403</c:v>
              </c:pt>
              <c:pt idx="64">
                <c:v>-5.106687607558834</c:v>
              </c:pt>
              <c:pt idx="65">
                <c:v>-5.182696284214934</c:v>
              </c:pt>
              <c:pt idx="66">
                <c:v>-5.258756362751011</c:v>
              </c:pt>
              <c:pt idx="67">
                <c:v>-5.334866297157117</c:v>
              </c:pt>
              <c:pt idx="68">
                <c:v>-5.411024610139996</c:v>
              </c:pt>
              <c:pt idx="69">
                <c:v>-5.48722988911007</c:v>
              </c:pt>
              <c:pt idx="70">
                <c:v>-5.5634807824571535</c:v>
              </c:pt>
              <c:pt idx="71">
                <c:v>-5.639775996090328</c:v>
              </c:pt>
              <c:pt idx="72">
                <c:v>-5.7161142902198145</c:v>
              </c:pt>
              <c:pt idx="73">
                <c:v>-5.7924944763608055</c:v>
              </c:pt>
              <c:pt idx="74">
                <c:v>-5.86891541454113</c:v>
              </c:pt>
              <c:pt idx="75">
                <c:v>-5.945376010696351</c:v>
              </c:pt>
              <c:pt idx="76">
                <c:v>-6.021875214237389</c:v>
              </c:pt>
              <c:pt idx="77">
                <c:v>-6.098412015777129</c:v>
              </c:pt>
              <c:pt idx="78">
                <c:v>-6.1749854450037125</c:v>
              </c:pt>
              <c:pt idx="79">
                <c:v>-6.251594568689317</c:v>
              </c:pt>
              <c:pt idx="80">
                <c:v>-6.328238488824149</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-1.2335714581652077</c:v>
              </c:pt>
              <c:pt idx="2">
                <c:v>-1.0936392582991323</c:v>
              </c:pt>
              <c:pt idx="3">
                <c:v>-1.0232316253811504</c:v>
              </c:pt>
              <c:pt idx="4">
                <c:v>-0.9854554523308027</c:v>
              </c:pt>
              <c:pt idx="5">
                <c:v>-0.9687488397245201</c:v>
              </c:pt>
              <c:pt idx="6">
                <c:v>-0.9679618092423969</c:v>
              </c:pt>
              <c:pt idx="7">
                <c:v>-0.9803472056127228</c:v>
              </c:pt>
              <c:pt idx="8">
                <c:v>-1.0042652219534556</c:v>
              </c:pt>
              <c:pt idx="9">
                <c:v>-1.0386581492032845</c:v>
              </c:pt>
              <c:pt idx="10">
                <c:v>-1.08280379104041</c:v>
              </c:pt>
              <c:pt idx="11">
                <c:v>-1.136187034222704</c:v>
              </c:pt>
              <c:pt idx="12">
                <c:v>-1.1984275381833542</c:v>
              </c:pt>
              <c:pt idx="13">
                <c:v>-1.2692364681030417</c:v>
              </c:pt>
              <c:pt idx="14">
                <c:v>-1.348389308110578</c:v>
              </c:pt>
              <c:pt idx="15">
                <c:v>-1.4357080767590369</c:v>
              </c:pt>
              <c:pt idx="16">
                <c:v>-1.531049293940039</c:v>
              </c:pt>
              <c:pt idx="17">
                <c:v>-1.6342956022039314</c:v>
              </c:pt>
              <c:pt idx="18">
                <c:v>-1.7453497866104268</c:v>
              </c:pt>
              <c:pt idx="19">
                <c:v>-1.8641304135986196</c:v>
              </c:pt>
              <c:pt idx="20">
                <c:v>-1.9905685897999412</c:v>
              </c:pt>
              <c:pt idx="21">
                <c:v>-2.1246055124658136</c:v>
              </c:pt>
              <c:pt idx="22">
                <c:v>-2.266190590266455</c:v>
              </c:pt>
              <c:pt idx="23">
                <c:v>-2.41527998215749</c:v>
              </c:pt>
              <c:pt idx="24">
                <c:v>-2.5718354474431555</c:v>
              </c:pt>
              <c:pt idx="25">
                <c:v>-2.7358234307395546</c:v>
              </c:pt>
              <c:pt idx="26">
                <c:v>-2.9072143265107226</c:v>
              </c:pt>
              <c:pt idx="27">
                <c:v>-3.0859818824811405</c:v>
              </c:pt>
              <c:pt idx="28">
                <c:v>-3.2721027115979706</c:v>
              </c:pt>
              <c:pt idx="29">
                <c:v>-3.465555889671991</c:v>
              </c:pt>
              <c:pt idx="30">
                <c:v>-3.666322621257971</c:v>
              </c:pt>
              <c:pt idx="31">
                <c:v>-3.8743859603409416</c:v>
              </c:pt>
              <c:pt idx="32">
                <c:v>-4.089730575382345</c:v>
              </c:pt>
              <c:pt idx="33">
                <c:v>-4.312342550531518</c:v>
              </c:pt>
              <c:pt idx="34">
                <c:v>-4.542209216521439</c:v>
              </c:pt>
              <c:pt idx="35">
                <c:v>-4.77931900608348</c:v>
              </c:pt>
              <c:pt idx="36">
                <c:v>-5.023661329734967</c:v>
              </c:pt>
              <c:pt idx="37">
                <c:v>-5.27522646858905</c:v>
              </c:pt>
              <c:pt idx="38">
                <c:v>-5.534005481462024</c:v>
              </c:pt>
              <c:pt idx="39">
                <c:v>-5.799990124049003</c:v>
              </c:pt>
              <c:pt idx="40">
                <c:v>-6.073172778334039</c:v>
              </c:pt>
              <c:pt idx="41">
                <c:v>-6.353546390717864</c:v>
              </c:pt>
              <c:pt idx="42">
                <c:v>-6.641104417602435</c:v>
              </c:pt>
              <c:pt idx="43">
                <c:v>-6.935840777379189</c:v>
              </c:pt>
              <c:pt idx="44">
                <c:v>-7.237749807937431</c:v>
              </c:pt>
              <c:pt idx="45">
                <c:v>-7.5468262289483405</c:v>
              </c:pt>
              <c:pt idx="46">
                <c:v>-7.86306510829465</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60"/>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1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1000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-1.6654683381252096</c:v>
              </c:pt>
              <c:pt idx="2">
                <c:v>-1.5174469590962407</c:v>
              </c:pt>
              <c:pt idx="3">
                <c:v>-1.4359595912381378</c:v>
              </c:pt>
              <c:pt idx="4">
                <c:v>-1.3814634438777182</c:v>
              </c:pt>
              <c:pt idx="5">
                <c:v>-1.3447855820840176</c:v>
              </c:pt>
              <c:pt idx="6">
                <c:v>-1.3205917488714087</c:v>
              </c:pt>
              <c:pt idx="7">
                <c:v>-1.3073879659386487</c:v>
              </c:pt>
              <c:pt idx="8">
                <c:v>-1.303614590370084</c:v>
              </c:pt>
              <c:pt idx="9">
                <c:v>-1.3077084899474456</c:v>
              </c:pt>
              <c:pt idx="10">
                <c:v>-1.3189365177904058</c:v>
              </c:pt>
              <c:pt idx="11">
                <c:v>-1.339238782570916</c:v>
              </c:pt>
              <c:pt idx="12">
                <c:v>-1.3618163352918378</c:v>
              </c:pt>
              <c:pt idx="13">
                <c:v>-1.390962329819195</c:v>
              </c:pt>
              <c:pt idx="14">
                <c:v>-1.4205480293297401</c:v>
              </c:pt>
              <c:pt idx="15">
                <c:v>-1.4548151295271703</c:v>
              </c:pt>
              <c:pt idx="16">
                <c:v>-1.4890822297246005</c:v>
              </c:pt>
              <c:pt idx="17">
                <c:v>-1.5255443345877189</c:v>
              </c:pt>
              <c:pt idx="18">
                <c:v>-1.5630030193768043</c:v>
              </c:pt>
              <c:pt idx="19">
                <c:v>-1.60046170416589</c:v>
              </c:pt>
              <c:pt idx="20">
                <c:v>-1.639596779916312</c:v>
              </c:pt>
              <c:pt idx="21">
                <c:v>-1.6789684609353632</c:v>
              </c:pt>
              <c:pt idx="22">
                <c:v>-1.7183401419544144</c:v>
              </c:pt>
              <c:pt idx="23">
                <c:v>-1.7584710329401545</c:v>
              </c:pt>
              <c:pt idx="24">
                <c:v>-1.799150943887341</c:v>
              </c:pt>
              <c:pt idx="25">
                <c:v>-1.8398308548345275</c:v>
              </c:pt>
              <c:pt idx="26">
                <c:v>-1.8805107657817142</c:v>
              </c:pt>
              <c:pt idx="27">
                <c:v>-1.9216514555419864</c:v>
              </c:pt>
              <c:pt idx="28">
                <c:v>-1.9629746562291348</c:v>
              </c:pt>
              <c:pt idx="29">
                <c:v>-2.004297856916283</c:v>
              </c:pt>
              <c:pt idx="30">
                <c:v>-2.0456210576034315</c:v>
              </c:pt>
              <c:pt idx="31">
                <c:v>-2.0870724684993243</c:v>
              </c:pt>
              <c:pt idx="32">
                <c:v>-2.1290839935949557</c:v>
              </c:pt>
              <c:pt idx="33">
                <c:v>-2.1710955186905867</c:v>
              </c:pt>
              <c:pt idx="34">
                <c:v>-2.2131070437862177</c:v>
              </c:pt>
              <c:pt idx="35">
                <c:v>-2.255118568881849</c:v>
              </c:pt>
              <c:pt idx="36">
                <c:v>-2.29713009397748</c:v>
              </c:pt>
              <c:pt idx="37">
                <c:v>-2.3386868576102398</c:v>
              </c:pt>
              <c:pt idx="38">
                <c:v>-2.380178946461258</c:v>
              </c:pt>
              <c:pt idx="39">
                <c:v>-2.421671035312277</c:v>
              </c:pt>
              <c:pt idx="40">
                <c:v>-2.4631631241632954</c:v>
              </c:pt>
              <c:pt idx="41">
                <c:v>-2.504655213014314</c:v>
              </c:pt>
              <c:pt idx="42">
                <c:v>-2.5461473018653327</c:v>
              </c:pt>
              <c:pt idx="43">
                <c:v>-2.586971587539474</c:v>
              </c:pt>
              <c:pt idx="44">
                <c:v>-2.6274353380172015</c:v>
              </c:pt>
              <c:pt idx="45">
                <c:v>-2.667899088494929</c:v>
              </c:pt>
              <c:pt idx="46">
                <c:v>-2.708362838972656</c:v>
              </c:pt>
              <c:pt idx="47">
                <c:v>-2.7488265894503834</c:v>
              </c:pt>
              <c:pt idx="48">
                <c:v>-2.7892903399281104</c:v>
              </c:pt>
              <c:pt idx="49">
                <c:v>-2.829754090405838</c:v>
              </c:pt>
              <c:pt idx="50">
                <c:v>-2.8697735521737946</c:v>
              </c:pt>
              <c:pt idx="51">
                <c:v>-2.908968769094767</c:v>
              </c:pt>
              <c:pt idx="52">
                <c:v>-2.94816398601574</c:v>
              </c:pt>
              <c:pt idx="53">
                <c:v>-2.9873592029367124</c:v>
              </c:pt>
              <c:pt idx="54">
                <c:v>-3.0265544198576855</c:v>
              </c:pt>
              <c:pt idx="55">
                <c:v>-3.065749636778658</c:v>
              </c:pt>
              <c:pt idx="56">
                <c:v>-3.1049448536996307</c:v>
              </c:pt>
              <c:pt idx="57">
                <c:v>-3.1441400706206033</c:v>
              </c:pt>
              <c:pt idx="58">
                <c:v>-3.183335287541576</c:v>
              </c:pt>
              <c:pt idx="59">
                <c:v>-3.2214790897934247</c:v>
              </c:pt>
              <c:pt idx="60">
                <c:v>-3.2593485356430016</c:v>
              </c:pt>
              <c:pt idx="61">
                <c:v>-3.2972179814925786</c:v>
              </c:pt>
              <c:pt idx="62">
                <c:v>-3.3350874273421556</c:v>
              </c:pt>
              <c:pt idx="63">
                <c:v>-3.372956873191732</c:v>
              </c:pt>
              <c:pt idx="64">
                <c:v>-3.410826319041309</c:v>
              </c:pt>
              <c:pt idx="65">
                <c:v>-3.448695764890886</c:v>
              </c:pt>
              <c:pt idx="66">
                <c:v>-3.486565210740463</c:v>
              </c:pt>
              <c:pt idx="67">
                <c:v>-3.5244346565900395</c:v>
              </c:pt>
              <c:pt idx="68">
                <c:v>-3.5623041024396165</c:v>
              </c:pt>
              <c:pt idx="69">
                <c:v>-3.599166932544596</c:v>
              </c:pt>
              <c:pt idx="70">
                <c:v>-3.635713698837243</c:v>
              </c:pt>
              <c:pt idx="71">
                <c:v>-3.6722604651298907</c:v>
              </c:pt>
              <c:pt idx="72">
                <c:v>-3.7088072314225378</c:v>
              </c:pt>
              <c:pt idx="73">
                <c:v>-3.745353997715185</c:v>
              </c:pt>
              <c:pt idx="74">
                <c:v>-3.781900764007832</c:v>
              </c:pt>
              <c:pt idx="75">
                <c:v>-3.818447530300479</c:v>
              </c:pt>
              <c:pt idx="76">
                <c:v>-3.854994296593126</c:v>
              </c:pt>
              <c:pt idx="77">
                <c:v>-3.891541062885773</c:v>
              </c:pt>
              <c:pt idx="78">
                <c:v>-3.9280878291784203</c:v>
              </c:pt>
              <c:pt idx="79">
                <c:v>-3.9646345954710673</c:v>
              </c:pt>
              <c:pt idx="80">
                <c:v>-4.001181361763715</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-1.6519148818504088</c:v>
              </c:pt>
              <c:pt idx="2">
                <c:v>-1.4978150614710024</c:v>
              </c:pt>
              <c:pt idx="3">
                <c:v>-1.4166764531737543</c:v>
              </c:pt>
              <c:pt idx="4">
                <c:v>-1.3634104524828854</c:v>
              </c:pt>
              <c:pt idx="5">
                <c:v>-1.3296060695136172</c:v>
              </c:pt>
              <c:pt idx="6">
                <c:v>-1.308378292342781</c:v>
              </c:pt>
              <c:pt idx="7">
                <c:v>-1.2985287811546982</c:v>
              </c:pt>
              <c:pt idx="8">
                <c:v>-1.2972946018519151</c:v>
              </c:pt>
              <c:pt idx="9">
                <c:v>-1.303144946669314</c:v>
              </c:pt>
              <c:pt idx="10">
                <c:v>-1.3156579667915564</c:v>
              </c:pt>
              <c:pt idx="11">
                <c:v>-1.337038338814167</c:v>
              </c:pt>
              <c:pt idx="12">
                <c:v>-1.3606541469281457</c:v>
              </c:pt>
              <c:pt idx="13">
                <c:v>-1.3907681022110387</c:v>
              </c:pt>
              <c:pt idx="14">
                <c:v>-1.4214698528609855</c:v>
              </c:pt>
              <c:pt idx="15">
                <c:v>-1.4584296759465116</c:v>
              </c:pt>
              <c:pt idx="16">
                <c:v>-1.4953894990320378</c:v>
              </c:pt>
              <c:pt idx="17">
                <c:v>-1.5348184811477472</c:v>
              </c:pt>
              <c:pt idx="18">
                <c:v>-1.5753685152420545</c:v>
              </c:pt>
              <c:pt idx="19">
                <c:v>-1.6159185493363617</c:v>
              </c:pt>
              <c:pt idx="20">
                <c:v>-1.6576865846045459</c:v>
              </c:pt>
              <c:pt idx="21">
                <c:v>-1.6996265281576004</c:v>
              </c:pt>
              <c:pt idx="22">
                <c:v>-1.7415664717106552</c:v>
              </c:pt>
              <c:pt idx="23">
                <c:v>-1.7834717962526947</c:v>
              </c:pt>
              <c:pt idx="24">
                <c:v>-1.8253520861812196</c:v>
              </c:pt>
              <c:pt idx="25">
                <c:v>-1.8672323761097442</c:v>
              </c:pt>
              <c:pt idx="26">
                <c:v>-1.9091126660382691</c:v>
              </c:pt>
              <c:pt idx="27">
                <c:v>-1.9506507875727246</c:v>
              </c:pt>
              <c:pt idx="28">
                <c:v>-1.9920533788506325</c:v>
              </c:pt>
              <c:pt idx="29">
                <c:v>-2.0334559701285406</c:v>
              </c:pt>
              <c:pt idx="30">
                <c:v>-2.0748585614064483</c:v>
              </c:pt>
              <c:pt idx="31">
                <c:v>-2.1160854138003065</c:v>
              </c:pt>
              <c:pt idx="32">
                <c:v>-2.156544512632521</c:v>
              </c:pt>
              <c:pt idx="33">
                <c:v>-2.197003611464736</c:v>
              </c:pt>
              <c:pt idx="34">
                <c:v>-2.237462710296951</c:v>
              </c:pt>
              <c:pt idx="35">
                <c:v>-2.2779218091291655</c:v>
              </c:pt>
              <c:pt idx="36">
                <c:v>-2.31838090796138</c:v>
              </c:pt>
              <c:pt idx="37">
                <c:v>-2.3572701560425844</c:v>
              </c:pt>
              <c:pt idx="38">
                <c:v>-2.3959361447604164</c:v>
              </c:pt>
              <c:pt idx="39">
                <c:v>-2.434602133478248</c:v>
              </c:pt>
              <c:pt idx="40">
                <c:v>-2.4732681221960795</c:v>
              </c:pt>
              <c:pt idx="41">
                <c:v>-2.5119341109139115</c:v>
              </c:pt>
              <c:pt idx="42">
                <c:v>-2.550600099631743</c:v>
              </c:pt>
              <c:pt idx="43">
                <c:v>-2.587774508029345</c:v>
              </c:pt>
              <c:pt idx="44">
                <c:v>-2.62414363843136</c:v>
              </c:pt>
              <c:pt idx="45">
                <c:v>-2.6605127688333754</c:v>
              </c:pt>
              <c:pt idx="46">
                <c:v>-2.6968818992353905</c:v>
              </c:pt>
              <c:pt idx="47">
                <c:v>-2.7332510296374055</c:v>
              </c:pt>
              <c:pt idx="48">
                <c:v>-2.7696201600394206</c:v>
              </c:pt>
              <c:pt idx="49">
                <c:v>-2.805989290441436</c:v>
              </c:pt>
              <c:pt idx="50">
                <c:v>-2.8416235253453186</c:v>
              </c:pt>
              <c:pt idx="51">
                <c:v>-2.875894381405475</c:v>
              </c:pt>
              <c:pt idx="52">
                <c:v>-2.9101652374656313</c:v>
              </c:pt>
              <c:pt idx="53">
                <c:v>-2.9444360935257876</c:v>
              </c:pt>
              <c:pt idx="54">
                <c:v>-2.978706949585944</c:v>
              </c:pt>
              <c:pt idx="55">
                <c:v>-3.0129778056461003</c:v>
              </c:pt>
              <c:pt idx="56">
                <c:v>-3.0472486617062566</c:v>
              </c:pt>
              <c:pt idx="57">
                <c:v>-3.081519517766413</c:v>
              </c:pt>
              <c:pt idx="58">
                <c:v>-3.1157903738265693</c:v>
              </c:pt>
              <c:pt idx="59">
                <c:v>-3.148572162346781</c:v>
              </c:pt>
              <c:pt idx="60">
                <c:v>-3.180965393217003</c:v>
              </c:pt>
              <c:pt idx="61">
                <c:v>-3.2133586240872254</c:v>
              </c:pt>
              <c:pt idx="62">
                <c:v>-3.2457518549574473</c:v>
              </c:pt>
              <c:pt idx="63">
                <c:v>-3.2781450858276697</c:v>
              </c:pt>
              <c:pt idx="64">
                <c:v>-3.310538316697892</c:v>
              </c:pt>
              <c:pt idx="65">
                <c:v>-3.342931547568114</c:v>
              </c:pt>
              <c:pt idx="66">
                <c:v>-3.3753247784383364</c:v>
              </c:pt>
              <c:pt idx="67">
                <c:v>-3.4077180093085584</c:v>
              </c:pt>
              <c:pt idx="68">
                <c:v>-3.440111240178781</c:v>
              </c:pt>
              <c:pt idx="69">
                <c:v>-3.4708301186938773</c:v>
              </c:pt>
              <c:pt idx="70">
                <c:v>-3.5010232730770103</c:v>
              </c:pt>
              <c:pt idx="71">
                <c:v>-3.531216427460144</c:v>
              </c:pt>
              <c:pt idx="72">
                <c:v>-3.561409581843277</c:v>
              </c:pt>
              <c:pt idx="73">
                <c:v>-3.59160273622641</c:v>
              </c:pt>
              <c:pt idx="74">
                <c:v>-3.6217958906095435</c:v>
              </c:pt>
              <c:pt idx="75">
                <c:v>-3.6519890449926766</c:v>
              </c:pt>
              <c:pt idx="76">
                <c:v>-3.68218219937581</c:v>
              </c:pt>
              <c:pt idx="77">
                <c:v>-3.7123753537589432</c:v>
              </c:pt>
              <c:pt idx="78">
                <c:v>-3.7425685081420763</c:v>
              </c:pt>
              <c:pt idx="79">
                <c:v>-3.77276166252521</c:v>
              </c:pt>
              <c:pt idx="80">
                <c:v>-3.802954816908343</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-1.6479120961400378</c:v>
              </c:pt>
              <c:pt idx="2">
                <c:v>-1.494288376753211</c:v>
              </c:pt>
              <c:pt idx="3">
                <c:v>-1.4130021938085158</c:v>
              </c:pt>
              <c:pt idx="4">
                <c:v>-1.3603429578261144</c:v>
              </c:pt>
              <c:pt idx="5">
                <c:v>-1.3272742527653791</c:v>
              </c:pt>
              <c:pt idx="6">
                <c:v>-1.306884487977389</c:v>
              </c:pt>
              <c:pt idx="7">
                <c:v>-1.2970625375911182</c:v>
              </c:pt>
              <c:pt idx="8">
                <c:v>-1.2961212715342578</c:v>
              </c:pt>
              <c:pt idx="9">
                <c:v>-1.302458324329667</c:v>
              </c:pt>
              <c:pt idx="10">
                <c:v>-1.3152957851325844</c:v>
              </c:pt>
              <c:pt idx="11">
                <c:v>-1.3367881286599033</c:v>
              </c:pt>
              <c:pt idx="12">
                <c:v>-1.3605389057696764</c:v>
              </c:pt>
              <c:pt idx="13">
                <c:v>-1.391138126618717</c:v>
              </c:pt>
              <c:pt idx="14">
                <c:v>-1.4222814508662343</c:v>
              </c:pt>
              <c:pt idx="15">
                <c:v>-1.4592176728992141</c:v>
              </c:pt>
              <c:pt idx="16">
                <c:v>-1.4961538949321942</c:v>
              </c:pt>
              <c:pt idx="17">
                <c:v>-1.5357697269874446</c:v>
              </c:pt>
              <c:pt idx="18">
                <c:v>-1.5766021603553753</c:v>
              </c:pt>
              <c:pt idx="19">
                <c:v>-1.617434593723306</c:v>
              </c:pt>
              <c:pt idx="20">
                <c:v>-1.6592707240938556</c:v>
              </c:pt>
              <c:pt idx="21">
                <c:v>-1.7012485159290658</c:v>
              </c:pt>
              <c:pt idx="22">
                <c:v>-1.7432263077642762</c:v>
              </c:pt>
              <c:pt idx="23">
                <c:v>-1.7852877420057154</c:v>
              </c:pt>
              <c:pt idx="24">
                <c:v>-1.8274096619528986</c:v>
              </c:pt>
              <c:pt idx="25">
                <c:v>-1.8695315819000817</c:v>
              </c:pt>
              <c:pt idx="26">
                <c:v>-1.911653501847265</c:v>
              </c:pt>
              <c:pt idx="27">
                <c:v>-1.9533544236190037</c:v>
              </c:pt>
              <c:pt idx="28">
                <c:v>-1.9948885912670038</c:v>
              </c:pt>
              <c:pt idx="29">
                <c:v>-2.036422758915004</c:v>
              </c:pt>
              <c:pt idx="30">
                <c:v>-2.0779569265630045</c:v>
              </c:pt>
              <c:pt idx="31">
                <c:v>-2.119337358047043</c:v>
              </c:pt>
              <c:pt idx="32">
                <c:v>-2.160046159640674</c:v>
              </c:pt>
              <c:pt idx="33">
                <c:v>-2.200754961234305</c:v>
              </c:pt>
              <c:pt idx="34">
                <c:v>-2.2414637628279355</c:v>
              </c:pt>
              <c:pt idx="35">
                <c:v>-2.2821725644215665</c:v>
              </c:pt>
              <c:pt idx="36">
                <c:v>-2.322881366015197</c:v>
              </c:pt>
              <c:pt idx="37">
                <c:v>-2.361952008779434</c:v>
              </c:pt>
              <c:pt idx="38">
                <c:v>-2.4007896776147044</c:v>
              </c:pt>
              <c:pt idx="39">
                <c:v>-2.439627346449975</c:v>
              </c:pt>
              <c:pt idx="40">
                <c:v>-2.4784650152852454</c:v>
              </c:pt>
              <c:pt idx="41">
                <c:v>-2.517302684120516</c:v>
              </c:pt>
              <c:pt idx="42">
                <c:v>-2.5561403529557865</c:v>
              </c:pt>
              <c:pt idx="43">
                <c:v>-2.5934903928224</c:v>
              </c:pt>
              <c:pt idx="44">
                <c:v>-2.630037287958683</c:v>
              </c:pt>
              <c:pt idx="45">
                <c:v>-2.6665841830949657</c:v>
              </c:pt>
              <c:pt idx="46">
                <c:v>-2.7031310782312485</c:v>
              </c:pt>
              <c:pt idx="47">
                <c:v>-2.7396779733675314</c:v>
              </c:pt>
              <c:pt idx="48">
                <c:v>-2.7762248685038142</c:v>
              </c:pt>
              <c:pt idx="49">
                <c:v>-2.812771763640097</c:v>
              </c:pt>
              <c:pt idx="50">
                <c:v>-2.8485956880506156</c:v>
              </c:pt>
              <c:pt idx="51">
                <c:v>-2.883078356466717</c:v>
              </c:pt>
              <c:pt idx="52">
                <c:v>-2.917561024882818</c:v>
              </c:pt>
              <c:pt idx="53">
                <c:v>-2.952043693298919</c:v>
              </c:pt>
              <c:pt idx="54">
                <c:v>-2.98652636171502</c:v>
              </c:pt>
              <c:pt idx="55">
                <c:v>-3.0210090301311214</c:v>
              </c:pt>
              <c:pt idx="56">
                <c:v>-3.0554916985472227</c:v>
              </c:pt>
              <c:pt idx="57">
                <c:v>-3.089974366963324</c:v>
              </c:pt>
              <c:pt idx="58">
                <c:v>-3.124457035379425</c:v>
              </c:pt>
              <c:pt idx="59">
                <c:v>-3.157354117886121</c:v>
              </c:pt>
              <c:pt idx="60">
                <c:v>-3.1898374572157695</c:v>
              </c:pt>
              <c:pt idx="61">
                <c:v>-3.2223207965454184</c:v>
              </c:pt>
              <c:pt idx="62">
                <c:v>-3.254804135875067</c:v>
              </c:pt>
              <c:pt idx="63">
                <c:v>-3.2872874752047156</c:v>
              </c:pt>
              <c:pt idx="64">
                <c:v>-3.319770814534364</c:v>
              </c:pt>
              <c:pt idx="65">
                <c:v>-3.3522541538640125</c:v>
              </c:pt>
              <c:pt idx="66">
                <c:v>-3.3847374931936614</c:v>
              </c:pt>
              <c:pt idx="67">
                <c:v>-3.4172208325233098</c:v>
              </c:pt>
              <c:pt idx="68">
                <c:v>-3.449704171852958</c:v>
              </c:pt>
              <c:pt idx="69">
                <c:v>-3.4805454881350877</c:v>
              </c:pt>
              <c:pt idx="70">
                <c:v>-3.510871231253254</c:v>
              </c:pt>
              <c:pt idx="71">
                <c:v>-3.5411969743714207</c:v>
              </c:pt>
              <c:pt idx="72">
                <c:v>-3.571522717489587</c:v>
              </c:pt>
              <c:pt idx="73">
                <c:v>-3.6018484606077537</c:v>
              </c:pt>
              <c:pt idx="74">
                <c:v>-3.63217420372592</c:v>
              </c:pt>
              <c:pt idx="75">
                <c:v>-3.6624999468440866</c:v>
              </c:pt>
              <c:pt idx="76">
                <c:v>-3.692825689962253</c:v>
              </c:pt>
              <c:pt idx="77">
                <c:v>-3.7231514330804196</c:v>
              </c:pt>
              <c:pt idx="78">
                <c:v>-3.753477176198586</c:v>
              </c:pt>
              <c:pt idx="79">
                <c:v>-3.7838029193167526</c:v>
              </c:pt>
              <c:pt idx="80">
                <c:v>-3.814128662434919</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-1.486915917024203</c:v>
              </c:pt>
              <c:pt idx="2">
                <c:v>-1.380121297652558</c:v>
              </c:pt>
              <c:pt idx="3">
                <c:v>-1.3357960465850633</c:v>
              </c:pt>
              <c:pt idx="4">
                <c:v>-1.317047056741259</c:v>
              </c:pt>
              <c:pt idx="5">
                <c:v>-1.3123124286975767</c:v>
              </c:pt>
              <c:pt idx="6">
                <c:v>-1.31644218413411</c:v>
              </c:pt>
              <c:pt idx="7">
                <c:v>-1.3266891677791492</c:v>
              </c:pt>
              <c:pt idx="8">
                <c:v>-1.3414135727506515</c:v>
              </c:pt>
              <c:pt idx="9">
                <c:v>-1.359557689987307</c:v>
              </c:pt>
              <c:pt idx="10">
                <c:v>-1.380399323167315</c:v>
              </c:pt>
              <c:pt idx="11">
                <c:v>-1.4034233590485483</c:v>
              </c:pt>
              <c:pt idx="12">
                <c:v>-1.4282494570641942</c:v>
              </c:pt>
              <c:pt idx="13">
                <c:v>-1.454588782394934</c:v>
              </c:pt>
              <c:pt idx="14">
                <c:v>-1.482216819169579</c:v>
              </c:pt>
              <c:pt idx="15">
                <c:v>-1.5109555859412034</c:v>
              </c:pt>
              <c:pt idx="16">
                <c:v>-1.5406616026014273</c:v>
              </c:pt>
              <c:pt idx="17">
                <c:v>-1.5712175117005984</c:v>
              </c:pt>
              <c:pt idx="18">
                <c:v>-1.6025260982984284</c:v>
              </c:pt>
              <c:pt idx="19">
                <c:v>-1.6345059288340125</c:v>
              </c:pt>
              <c:pt idx="20">
                <c:v>-1.6670881099387822</c:v>
              </c:pt>
              <c:pt idx="21">
                <c:v>-1.700213838864159</c:v>
              </c:pt>
              <c:pt idx="22">
                <c:v>-1.7338325242803614</c:v>
              </c:pt>
              <c:pt idx="23">
                <c:v>-1.7679003251430137</c:v>
              </c:pt>
              <c:pt idx="24">
                <c:v>-1.802379000756353</c:v>
              </c:pt>
              <c:pt idx="25">
                <c:v>-1.837234995736483</c:v>
              </c:pt>
              <c:pt idx="26">
                <c:v>-1.8724387045474387</c:v>
              </c:pt>
              <c:pt idx="27">
                <c:v>-1.9079638749136998</c:v>
              </c:pt>
              <c:pt idx="28">
                <c:v>-1.9437871197824297</c:v>
              </c:pt>
              <c:pt idx="29">
                <c:v>-1.9798875149644068</c:v>
              </c:pt>
              <c:pt idx="30">
                <c:v>-2.0162462650143995</c:v>
              </c:pt>
              <c:pt idx="31">
                <c:v>-2.05284642391744</c:v>
              </c:pt>
              <c:pt idx="32">
                <c:v>-2.089672660134969</c:v>
              </c:pt>
              <c:pt idx="33">
                <c:v>-2.1267110578163244</c:v>
              </c:pt>
              <c:pt idx="34">
                <c:v>-2.163948947694486</c:v>
              </c:pt>
              <c:pt idx="35">
                <c:v>-2.201374762500822</c:v>
              </c:pt>
              <c:pt idx="36">
                <c:v>-2.2389779127526617</c:v>
              </c:pt>
              <c:pt idx="37">
                <c:v>-2.2767486795631537</c:v>
              </c:pt>
              <c:pt idx="38">
                <c:v>-2.314678121748592</c:v>
              </c:pt>
              <c:pt idx="39">
                <c:v>-2.352757995004093</c:v>
              </c:pt>
              <c:pt idx="40">
                <c:v>-2.3909806813137076</c:v>
              </c:pt>
              <c:pt idx="41">
                <c:v>-2.4293391270781663</c:v>
              </c:pt>
              <c:pt idx="42">
                <c:v>-2.46782678869943</c:v>
              </c:pt>
              <c:pt idx="43">
                <c:v>-2.5064375845689324</c:v>
              </c:pt>
              <c:pt idx="44">
                <c:v>-2.5451658525759777</c:v>
              </c:pt>
              <c:pt idx="45">
                <c:v>-2.5840063123917454</c:v>
              </c:pt>
              <c:pt idx="46">
                <c:v>-2.622954031898976</c:v>
              </c:pt>
              <c:pt idx="47">
                <c:v>-2.6620043972322502</c:v>
              </c:pt>
              <c:pt idx="48">
                <c:v>-2.701153085972661</c:v>
              </c:pt>
              <c:pt idx="49">
                <c:v>-2.7403960431065437</c:v>
              </c:pt>
              <c:pt idx="50">
                <c:v>-2.779729459413137</c:v>
              </c:pt>
              <c:pt idx="51">
                <c:v>-2.819149751992524</c:v>
              </c:pt>
              <c:pt idx="52">
                <c:v>-2.8586535466844385</c:v>
              </c:pt>
              <c:pt idx="53">
                <c:v>-2.8982376621617894</c:v>
              </c:pt>
              <c:pt idx="54">
                <c:v>-2.9378990955110456</c:v>
              </c:pt>
              <c:pt idx="55">
                <c:v>-2.9776350091357533</c:v>
              </c:pt>
              <c:pt idx="56">
                <c:v>-3.017442718840121</c:v>
              </c:pt>
              <c:pt idx="57">
                <c:v>-3.057319682967321</c:v>
              </c:pt>
              <c:pt idx="58">
                <c:v>-3.097263492482444</c:v>
              </c:pt>
              <c:pt idx="59">
                <c:v>-3.1372718619031863</c:v>
              </c:pt>
              <c:pt idx="60">
                <c:v>-3.1773426209927824</c:v>
              </c:pt>
              <c:pt idx="61">
                <c:v>-3.2174737071395665</c:v>
              </c:pt>
              <c:pt idx="62">
                <c:v>-3.2576631583561686</c:v>
              </c:pt>
              <c:pt idx="63">
                <c:v>-3.2979091068388504</c:v>
              </c:pt>
              <c:pt idx="64">
                <c:v>-3.338209773034044</c:v>
              </c:pt>
              <c:pt idx="65">
                <c:v>-3.378563460164905</c:v>
              </c:pt>
              <c:pt idx="66">
                <c:v>-3.4189685491757444</c:v>
              </c:pt>
              <c:pt idx="67">
                <c:v>-3.4594234940566113</c:v>
              </c:pt>
              <c:pt idx="68">
                <c:v>-3.499926817514252</c:v>
              </c:pt>
              <c:pt idx="69">
                <c:v>-3.5404771069590883</c:v>
              </c:pt>
              <c:pt idx="70">
                <c:v>-3.581073010780934</c:v>
              </c:pt>
              <c:pt idx="71">
                <c:v>-3.6217132348888703</c:v>
              </c:pt>
              <c:pt idx="72">
                <c:v>-3.6623965394931197</c:v>
              </c:pt>
              <c:pt idx="73">
                <c:v>-3.7031217361088715</c:v>
              </c:pt>
              <c:pt idx="74">
                <c:v>-3.743887684763957</c:v>
              </c:pt>
              <c:pt idx="75">
                <c:v>-3.784693291393941</c:v>
              </c:pt>
              <c:pt idx="76">
                <c:v>-3.825537505409741</c:v>
              </c:pt>
              <c:pt idx="77">
                <c:v>-3.8664193174242416</c:v>
              </c:pt>
              <c:pt idx="78">
                <c:v>-3.907337757125588</c:v>
              </c:pt>
              <c:pt idx="79">
                <c:v>-3.9482918912859533</c:v>
              </c:pt>
              <c:pt idx="80">
                <c:v>-3.989280821895548</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-1.7445555801184902</c:v>
              </c:pt>
              <c:pt idx="2">
                <c:v>-1.597251260840909</c:v>
              </c:pt>
              <c:pt idx="3">
                <c:v>-1.5145567622370844</c:v>
              </c:pt>
              <c:pt idx="4">
                <c:v>-1.4595789772265566</c:v>
              </c:pt>
              <c:pt idx="5">
                <c:v>-1.420756006385757</c:v>
              </c:pt>
              <c:pt idx="6">
                <c:v>-1.3929378713947795</c:v>
              </c:pt>
              <c:pt idx="7">
                <c:v>-1.3733774169819142</c:v>
              </c:pt>
              <c:pt idx="8">
                <c:v>-1.3604348362651184</c:v>
              </c:pt>
              <c:pt idx="9">
                <c:v>-1.3530524201830816</c:v>
              </c:pt>
              <c:pt idx="10">
                <c:v>-1.3505079724140043</c:v>
              </c:pt>
              <c:pt idx="11">
                <c:v>-1.3522863797157585</c:v>
              </c:pt>
              <c:pt idx="12">
                <c:v>-1.3580073015215317</c:v>
              </c:pt>
              <c:pt idx="13">
                <c:v>-1.367381903012005</c:v>
              </c:pt>
              <c:pt idx="14">
                <c:v>-1.3801856683159899</c:v>
              </c:pt>
              <c:pt idx="15">
                <c:v>-1.3962406159865606</c:v>
              </c:pt>
              <c:pt idx="16">
                <c:v>-1.415403265915337</c:v>
              </c:pt>
              <c:pt idx="17">
                <c:v>-1.4375562606526673</c:v>
              </c:pt>
              <c:pt idx="18">
                <c:v>-1.4626023852582621</c:v>
              </c:pt>
              <c:pt idx="19">
                <c:v>-1.490460206171218</c:v>
              </c:pt>
              <c:pt idx="20">
                <c:v>-1.5210608300229658</c:v>
              </c:pt>
              <c:pt idx="21">
                <c:v>-1.5543454540649269</c:v>
              </c:pt>
              <c:pt idx="22">
                <c:v>-1.5902634869673196</c:v>
              </c:pt>
              <c:pt idx="23">
                <c:v>-1.6287710876857693</c:v>
              </c:pt>
              <c:pt idx="24">
                <c:v>-1.669830015524512</c:v>
              </c:pt>
              <c:pt idx="25">
                <c:v>-1.7134067150996517</c:v>
              </c:pt>
              <c:pt idx="26">
                <c:v>-1.7594715808752233</c:v>
              </c:pt>
              <c:pt idx="27">
                <c:v>-1.8079983605757068</c:v>
              </c:pt>
              <c:pt idx="28">
                <c:v>-1.858963667148265</c:v>
              </c:pt>
              <c:pt idx="29">
                <c:v>-1.9123465764036776</c:v>
              </c:pt>
              <c:pt idx="30">
                <c:v>-1.968128292896712</c:v>
              </c:pt>
              <c:pt idx="31">
                <c:v>-2.0262918706124005</c:v>
              </c:pt>
              <c:pt idx="32">
                <c:v>-2.0868219780121837</c:v>
              </c:pt>
              <c:pt idx="33">
                <c:v>-2.149704699245399</c:v>
              </c:pt>
              <c:pt idx="34">
                <c:v>-2.214927365045028</c:v>
              </c:pt>
              <c:pt idx="35">
                <c:v>-2.2824784081424365</c:v>
              </c:pt>
              <c:pt idx="36">
                <c:v>-2.3523472390549562</c:v>
              </c:pt>
              <c:pt idx="37">
                <c:v>-2.4245241388957335</c:v>
              </c:pt>
              <c:pt idx="38">
                <c:v>-2.499000166481064</c:v>
              </c:pt>
              <c:pt idx="39">
                <c:v>-2.5757670775060637</c:v>
              </c:pt>
              <c:pt idx="40">
                <c:v>-2.654817253954783</c:v>
              </c:pt>
              <c:pt idx="41">
                <c:v>-2.736143642227954</c:v>
              </c:pt>
              <c:pt idx="42">
                <c:v>-2.8197396987275347</c:v>
              </c:pt>
              <c:pt idx="43">
                <c:v>-2.9055993418449617</c:v>
              </c:pt>
              <c:pt idx="44">
                <c:v>-2.9937169094695366</c:v>
              </c:pt>
              <c:pt idx="45">
                <c:v>-3.0840871212724412</c:v>
              </c:pt>
              <c:pt idx="46">
                <c:v>-3.1767050451364147</c:v>
              </c:pt>
              <c:pt idx="47">
                <c:v>-3.2715660671960385</c:v>
              </c:pt>
              <c:pt idx="48">
                <c:v>-3.368665865032405</c:v>
              </c:pt>
              <c:pt idx="49">
                <c:v>-3.468000383631849</c:v>
              </c:pt>
              <c:pt idx="50">
                <c:v>-3.569565813773611</c:v>
              </c:pt>
              <c:pt idx="51">
                <c:v>-3.673358572557772</c:v>
              </c:pt>
              <c:pt idx="52">
                <c:v>-3.779375285824068</c:v>
              </c:pt>
              <c:pt idx="53">
                <c:v>-3.887612772245406</c:v>
              </c:pt>
              <c:pt idx="54">
                <c:v>-3.998068028908256</c:v>
              </c:pt>
              <c:pt idx="55">
                <c:v>-4.110738218216164</c:v>
              </c:pt>
              <c:pt idx="56">
                <c:v>-4.225620655973337</c:v>
              </c:pt>
              <c:pt idx="57">
                <c:v>-4.342712800522951</c:v>
              </c:pt>
              <c:pt idx="58">
                <c:v>-4.462012242830093</c:v>
              </c:pt>
              <c:pt idx="59">
                <c:v>-4.583516697412462</c:v>
              </c:pt>
              <c:pt idx="60">
                <c:v>-4.707223994033289</c:v>
              </c:pt>
              <c:pt idx="61">
                <c:v>-4.833132070080913</c:v>
              </c:pt>
              <c:pt idx="62">
                <c:v>-4.961238963567959</c:v>
              </c:pt>
              <c:pt idx="63">
                <c:v>-5.0915428066906925</c:v>
              </c:pt>
              <c:pt idx="64">
                <c:v>-5.224041819895541</c:v>
              </c:pt>
              <c:pt idx="65">
                <c:v>-5.358734306405666</c:v>
              </c:pt>
              <c:pt idx="66">
                <c:v>-5.495618647165376</c:v>
              </c:pt>
              <c:pt idx="67">
                <c:v>-5.634693296164719</c:v>
              </c:pt>
              <c:pt idx="68">
                <c:v>-5.7759567761104424</c:v>
              </c:pt>
              <c:pt idx="69">
                <c:v>-5.919407674412968</c:v>
              </c:pt>
              <c:pt idx="70">
                <c:v>-6.0650446394621085</c:v>
              </c:pt>
              <c:pt idx="71">
                <c:v>-6.212866377166946</c:v>
              </c:pt>
              <c:pt idx="72">
                <c:v>-6.362871647737704</c:v>
              </c:pt>
              <c:pt idx="73">
                <c:v>-6.51505926268957</c:v>
              </c:pt>
              <c:pt idx="74">
                <c:v>-6.669428082050375</c:v>
              </c:pt>
              <c:pt idx="75">
                <c:v>-6.825977011755687</c:v>
              </c:pt>
              <c:pt idx="76">
                <c:v>-6.98470500121642</c:v>
              </c:pt>
              <c:pt idx="77">
                <c:v>-7.14561104104546</c:v>
              </c:pt>
              <c:pt idx="78">
                <c:v>-7.308694160930952</c:v>
              </c:pt>
              <c:pt idx="79">
                <c:v>-7.473953427645071</c:v>
              </c:pt>
              <c:pt idx="80">
                <c:v>-7.641387943178024</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80"/>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1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平均エネルギー</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4"/>
              <c:pt idx="0">
                <c:v>1</c:v>
              </c:pt>
              <c:pt idx="1">
                <c:v>10</c:v>
              </c:pt>
              <c:pt idx="2">
                <c:v>100</c:v>
              </c:pt>
              <c:pt idx="3">
                <c:v>1000</c:v>
              </c:pt>
            </c:numLit>
          </c:cat>
          <c:val>
            <c:numLit>
              <c:formatCode>0.0</c:formatCode>
              <c:ptCount val="4"/>
              <c:pt idx="0">
                <c:v>0.8991130084761352</c:v>
              </c:pt>
              <c:pt idx="1">
                <c:v>1.296652963556385</c:v>
              </c:pt>
              <c:pt idx="2">
                <c:v>6.177942115930929</c:v>
              </c:pt>
              <c:pt idx="3">
                <c:v>14.931064275049824</c:v>
              </c:pt>
            </c:numLit>
          </c:val>
        </c:ser>
        <c:ser>
          <c:idx val="1"/>
          <c:order val="1"/>
          <c:tx>
            <c:v>Monte Carlo直接出力</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4"/>
              <c:pt idx="0">
                <c:v>1</c:v>
              </c:pt>
              <c:pt idx="1">
                <c:v>10</c:v>
              </c:pt>
              <c:pt idx="2">
                <c:v>100</c:v>
              </c:pt>
              <c:pt idx="3">
                <c:v>1000</c:v>
              </c:pt>
            </c:numLit>
          </c:cat>
          <c:val>
            <c:numLit>
              <c:formatCode>0.0</c:formatCode>
              <c:ptCount val="4"/>
              <c:pt idx="0">
                <c:v>0.900782281440427</c:v>
              </c:pt>
              <c:pt idx="1">
                <c:v>1.3204174321326032</c:v>
              </c:pt>
              <c:pt idx="2">
                <c:v>6.142216226067184</c:v>
              </c:pt>
              <c:pt idx="3">
                <c:v>14.92011003422355</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4"/>
              <c:pt idx="0">
                <c:v>1</c:v>
              </c:pt>
              <c:pt idx="1">
                <c:v>10</c:v>
              </c:pt>
              <c:pt idx="2">
                <c:v>100</c:v>
              </c:pt>
              <c:pt idx="3">
                <c:v>1000</c:v>
              </c:pt>
            </c:numLit>
          </c:cat>
          <c:val>
            <c:numLit>
              <c:formatCode>0.0</c:formatCode>
              <c:ptCount val="4"/>
              <c:pt idx="0">
                <c:v>0.8983958185556212</c:v>
              </c:pt>
              <c:pt idx="1">
                <c:v>1.3166483485800942</c:v>
              </c:pt>
              <c:pt idx="2">
                <c:v>6.145820633868578</c:v>
              </c:pt>
              <c:pt idx="3">
                <c:v>14.84938038371033</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1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Monte Carlo直接出力とtwo-term</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EEDF全変動距離（TV）</c:v>
          </c:tx>
          <c:spPr>
            <a:solidFill xmlns:a="http://schemas.openxmlformats.org/drawingml/2006/main">
              <a:srgbClr val="B87900"/>
            </a:solidFill>
            <a:ln xmlns:a="http://schemas.openxmlformats.org/drawingml/2006/main" w="9525">
              <a:solidFill>
                <a:srgbClr val="B87900"/>
              </a:solidFill>
              <a:prstDash val="solid"/>
            </a:ln>
          </c:spPr>
          <c:cat>
            <c:numLit>
              <c:formatCode>General</c:formatCode>
              <c:ptCount val="4"/>
              <c:pt idx="0">
                <c:v>1</c:v>
              </c:pt>
              <c:pt idx="1">
                <c:v>10</c:v>
              </c:pt>
              <c:pt idx="2">
                <c:v>100</c:v>
              </c:pt>
              <c:pt idx="3">
                <c:v>1000</c:v>
              </c:pt>
            </c:numLit>
          </c:cat>
          <c:val>
            <c:numLit>
              <c:formatCode>0.0</c:formatCode>
              <c:ptCount val="4"/>
              <c:pt idx="0">
                <c:v>0.7802028924777507</c:v>
              </c:pt>
              <c:pt idx="1">
                <c:v>1.3343470550807413</c:v>
              </c:pt>
              <c:pt idx="2">
                <c:v>0.572600736283161</c:v>
              </c:pt>
              <c:pt idx="3">
                <c:v>1.591016485938711</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TV [%]</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1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-0.263030713641988</c:v>
              </c:pt>
              <c:pt idx="2">
                <c:v>-0.12999548424542687</c:v>
              </c:pt>
              <c:pt idx="3">
                <c:v>-0.06797767283104428</c:v>
              </c:pt>
              <c:pt idx="4">
                <c:v>-0.048613298020090484</c:v>
              </c:pt>
              <c:pt idx="5">
                <c:v>-0.05341516246834202</c:v>
              </c:pt>
              <c:pt idx="6">
                <c:v>-0.09773719460631057</c:v>
              </c:pt>
              <c:pt idx="7">
                <c:v>-0.15911516275489257</c:v>
              </c:pt>
              <c:pt idx="8">
                <c:v>-0.23027674705931223</c:v>
              </c:pt>
              <c:pt idx="9">
                <c:v>-0.3077055039636108</c:v>
              </c:pt>
              <c:pt idx="10">
                <c:v>-0.3813744204668878</c:v>
              </c:pt>
              <c:pt idx="11">
                <c:v>-0.45139066960645796</c:v>
              </c:pt>
              <c:pt idx="12">
                <c:v>-0.4973254646090029</c:v>
              </c:pt>
              <c:pt idx="13">
                <c:v>-0.5415895241830174</c:v>
              </c:pt>
              <c:pt idx="14">
                <c:v>-0.5786717181310638</c:v>
              </c:pt>
              <c:pt idx="15">
                <c:v>-0.6157539120791102</c:v>
              </c:pt>
              <c:pt idx="16">
                <c:v>-0.6607821075193938</c:v>
              </c:pt>
              <c:pt idx="17">
                <c:v>-0.7059667241642209</c:v>
              </c:pt>
              <c:pt idx="18">
                <c:v>-0.7561433060954338</c:v>
              </c:pt>
              <c:pt idx="19">
                <c:v>-0.8140591395423511</c:v>
              </c:pt>
              <c:pt idx="20">
                <c:v>-0.8719749729892685</c:v>
              </c:pt>
              <c:pt idx="21">
                <c:v>-0.9365461062888273</c:v>
              </c:pt>
              <c:pt idx="22">
                <c:v>-1.0130850176254742</c:v>
              </c:pt>
              <c:pt idx="23">
                <c:v>-1.089623928962121</c:v>
              </c:pt>
              <c:pt idx="24">
                <c:v>-1.166162840298768</c:v>
              </c:pt>
              <c:pt idx="25">
                <c:v>-1.2605760744295516</c:v>
              </c:pt>
              <c:pt idx="26">
                <c:v>-1.3594692575046046</c:v>
              </c:pt>
              <c:pt idx="27">
                <c:v>-1.4583624405796574</c:v>
              </c:pt>
              <c:pt idx="28">
                <c:v>-1.5572556236547097</c:v>
              </c:pt>
              <c:pt idx="29">
                <c:v>-1.6725148191744026</c:v>
              </c:pt>
              <c:pt idx="30">
                <c:v>-1.7974423195089066</c:v>
              </c:pt>
              <c:pt idx="31">
                <c:v>-1.9223698198434105</c:v>
              </c:pt>
              <c:pt idx="32">
                <c:v>-2.0472973201779143</c:v>
              </c:pt>
              <c:pt idx="33">
                <c:v>-2.172224820512418</c:v>
              </c:pt>
              <c:pt idx="34">
                <c:v>-2.318819558178197</c:v>
              </c:pt>
              <c:pt idx="35">
                <c:v>-2.4730745587279332</c:v>
              </c:pt>
              <c:pt idx="36">
                <c:v>-2.62732955927767</c:v>
              </c:pt>
              <c:pt idx="37">
                <c:v>-2.7815845598274063</c:v>
              </c:pt>
              <c:pt idx="38">
                <c:v>-2.9358395603771417</c:v>
              </c:pt>
              <c:pt idx="39">
                <c:v>-3.0904100117378057</c:v>
              </c:pt>
              <c:pt idx="40">
                <c:v>-3.2954879297559407</c:v>
              </c:pt>
              <c:pt idx="41">
                <c:v>-3.500565847774075</c:v>
              </c:pt>
              <c:pt idx="42">
                <c:v>-3.705643765792211</c:v>
              </c:pt>
              <c:pt idx="43">
                <c:v>-3.9107216838103454</c:v>
              </c:pt>
              <c:pt idx="44">
                <c:v>-4.115799601828481</c:v>
              </c:pt>
              <c:pt idx="45">
                <c:v>-4.320877519846615</c:v>
              </c:pt>
              <c:pt idx="46">
                <c:v>-4.5532681584243955</c:v>
              </c:pt>
              <c:pt idx="47">
                <c:v>-4.853981136984529</c:v>
              </c:pt>
              <c:pt idx="48">
                <c:v>-5.154694115544659</c:v>
              </c:pt>
              <c:pt idx="49">
                <c:v>-5.4554070941047925</c:v>
              </c:pt>
              <c:pt idx="50">
                <c:v>-5.756120072664922</c:v>
              </c:pt>
              <c:pt idx="51">
                <c:v>-6.056833051225054</c:v>
              </c:pt>
              <c:pt idx="52">
                <c:v>-6.357546029785186</c:v>
              </c:pt>
              <c:pt idx="53">
                <c:v>-6.658259008345317</c:v>
              </c:pt>
              <c:pt idx="54">
                <c:v>-6.88569601523845</c:v>
              </c:pt>
              <c:pt idx="55">
                <c:v>-7.006226293985293</c:v>
              </c:pt>
              <c:pt idx="56">
                <c:v>-7.126756572732136</c:v>
              </c:pt>
              <c:pt idx="57">
                <c:v>-7.24728685147898</c:v>
              </c:pt>
              <c:pt idx="58">
                <c:v>-7.367817130225823</c:v>
              </c:pt>
              <c:pt idx="59">
                <c:v>-7.4883474089726665</c:v>
              </c:pt>
              <c:pt idx="60">
                <c:v>-7.6088776877195095</c:v>
              </c:pt>
              <c:pt idx="61">
                <c:v>-7.729407966466352</c:v>
              </c:pt>
              <c:pt idx="62">
                <c:v>-7.849938245213196</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-0.2890761037071292</c:v>
              </c:pt>
              <c:pt idx="2">
                <c:v>-0.15189702922696802</c:v>
              </c:pt>
              <c:pt idx="3">
                <c:v>-0.09386368788987177</c:v>
              </c:pt>
              <c:pt idx="4">
                <c:v>-0.07827093947253548</c:v>
              </c:pt>
              <c:pt idx="5">
                <c:v>-0.08221472989981214</c:v>
              </c:pt>
              <c:pt idx="6">
                <c:v>-0.14547231015893686</c:v>
              </c:pt>
              <c:pt idx="7">
                <c:v>-0.20379978838678545</c:v>
              </c:pt>
              <c:pt idx="8">
                <c:v>-0.2723067292363529</c:v>
              </c:pt>
              <c:pt idx="9">
                <c:v>-0.32787085873134414</c:v>
              </c:pt>
              <c:pt idx="10">
                <c:v>-0.37407735736081876</c:v>
              </c:pt>
              <c:pt idx="11">
                <c:v>-0.415830915226437</c:v>
              </c:pt>
              <c:pt idx="12">
                <c:v>-0.45729189250004415</c:v>
              </c:pt>
              <c:pt idx="13">
                <c:v>-0.4965264390654741</c:v>
              </c:pt>
              <c:pt idx="14">
                <c:v>-0.5261903942023606</c:v>
              </c:pt>
              <c:pt idx="15">
                <c:v>-0.555854349339247</c:v>
              </c:pt>
              <c:pt idx="16">
                <c:v>-0.5941309853094418</c:v>
              </c:pt>
              <c:pt idx="17">
                <c:v>-0.6325771664164718</c:v>
              </c:pt>
              <c:pt idx="18">
                <c:v>-0.6813564873138847</c:v>
              </c:pt>
              <c:pt idx="19">
                <c:v>-0.7461557048245228</c:v>
              </c:pt>
              <c:pt idx="20">
                <c:v>-0.8109549223351611</c:v>
              </c:pt>
              <c:pt idx="21">
                <c:v>-0.8781978416790777</c:v>
              </c:pt>
              <c:pt idx="22">
                <c:v>-0.9498351056471354</c:v>
              </c:pt>
              <c:pt idx="23">
                <c:v>-1.0214723696151928</c:v>
              </c:pt>
              <c:pt idx="24">
                <c:v>-1.0931096335832504</c:v>
              </c:pt>
              <c:pt idx="25">
                <c:v>-1.1824773592831828</c:v>
              </c:pt>
              <c:pt idx="26">
                <c:v>-1.2762889771647632</c:v>
              </c:pt>
              <c:pt idx="27">
                <c:v>-1.3701005950463436</c:v>
              </c:pt>
              <c:pt idx="28">
                <c:v>-1.4639122129279238</c:v>
              </c:pt>
              <c:pt idx="29">
                <c:v>-1.5787870080866526</c:v>
              </c:pt>
              <c:pt idx="30">
                <c:v>-1.7061049819960223</c:v>
              </c:pt>
              <c:pt idx="31">
                <c:v>-1.833422955905392</c:v>
              </c:pt>
              <c:pt idx="32">
                <c:v>-1.9607409298147616</c:v>
              </c:pt>
              <c:pt idx="33">
                <c:v>-2.088058903724131</c:v>
              </c:pt>
              <c:pt idx="34">
                <c:v>-2.2540467204711354</c:v>
              </c:pt>
              <c:pt idx="35">
                <c:v>-2.433705923066211</c:v>
              </c:pt>
              <c:pt idx="36">
                <c:v>-2.6133651256612866</c:v>
              </c:pt>
              <c:pt idx="37">
                <c:v>-2.7930243282563625</c:v>
              </c:pt>
              <c:pt idx="38">
                <c:v>-2.972683530851437</c:v>
              </c:pt>
              <c:pt idx="39">
                <c:v>-3.1531095135136966</c:v>
              </c:pt>
              <c:pt idx="40">
                <c:v>-3.456306201894117</c:v>
              </c:pt>
              <c:pt idx="41">
                <c:v>-3.759502890274536</c:v>
              </c:pt>
              <c:pt idx="42">
                <c:v>-4.062699578654958</c:v>
              </c:pt>
              <c:pt idx="43">
                <c:v>-4.365896267035378</c:v>
              </c:pt>
              <c:pt idx="44">
                <c:v>-4.6690929554158</c:v>
              </c:pt>
              <c:pt idx="45">
                <c:v>-4.972289643796218</c:v>
              </c:pt>
              <c:pt idx="46">
                <c:v>-5.260079939655928</c:v>
              </c:pt>
              <c:pt idx="47">
                <c:v>-5.509331387457542</c:v>
              </c:pt>
              <c:pt idx="48">
                <c:v>-5.758582835259154</c:v>
              </c:pt>
              <c:pt idx="49">
                <c:v>-6.007834283060768</c:v>
              </c:pt>
              <c:pt idx="50">
                <c:v>-6.257085730862379</c:v>
              </c:pt>
              <c:pt idx="51">
                <c:v>-6.5063371786639905</c:v>
              </c:pt>
              <c:pt idx="52">
                <c:v>-6.755588626465604</c:v>
              </c:pt>
              <c:pt idx="53">
                <c:v>-7.004840074267216</c:v>
              </c:pt>
              <c:pt idx="54">
                <c:v>-7.187828916906293</c:v>
              </c:pt>
              <c:pt idx="55">
                <c:v>-7.274143254175874</c:v>
              </c:pt>
              <c:pt idx="56">
                <c:v>-7.3604575914454555</c:v>
              </c:pt>
              <c:pt idx="57">
                <c:v>-7.446771928715037</c:v>
              </c:pt>
              <c:pt idx="58">
                <c:v>-7.533086265984618</c:v>
              </c:pt>
              <c:pt idx="59">
                <c:v>-7.6194006032542</c:v>
              </c:pt>
              <c:pt idx="60">
                <c:v>-7.705714940523782</c:v>
              </c:pt>
              <c:pt idx="61">
                <c:v>-7.792029277793363</c:v>
              </c:pt>
              <c:pt idx="62">
                <c:v>-7.878343615062945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-0.275554560840807</c:v>
              </c:pt>
              <c:pt idx="2">
                <c:v>-0.14367196251077222</c:v>
              </c:pt>
              <c:pt idx="3">
                <c:v>-0.08268324676912027</c:v>
              </c:pt>
              <c:pt idx="4">
                <c:v>-0.06494879376045974</c:v>
              </c:pt>
              <c:pt idx="5">
                <c:v>-0.07560624316089626</c:v>
              </c:pt>
              <c:pt idx="6">
                <c:v>-0.1311759827927881</c:v>
              </c:pt>
              <c:pt idx="7">
                <c:v>-0.1892912380782027</c:v>
              </c:pt>
              <c:pt idx="8">
                <c:v>-0.2588436863864134</c:v>
              </c:pt>
              <c:pt idx="9">
                <c:v>-0.32068565266262167</c:v>
              </c:pt>
              <c:pt idx="10">
                <c:v>-0.3732654885571749</c:v>
              </c:pt>
              <c:pt idx="11">
                <c:v>-0.4209218251147416</c:v>
              </c:pt>
              <c:pt idx="12">
                <c:v>-0.4616529659444005</c:v>
              </c:pt>
              <c:pt idx="13">
                <c:v>-0.5017306642914939</c:v>
              </c:pt>
              <c:pt idx="14">
                <c:v>-0.5389994582340086</c:v>
              </c:pt>
              <c:pt idx="15">
                <c:v>-0.5762682521765234</c:v>
              </c:pt>
              <c:pt idx="16">
                <c:v>-0.6206450461139928</c:v>
              </c:pt>
              <c:pt idx="17">
                <c:v>-0.6651617647572645</c:v>
              </c:pt>
              <c:pt idx="18">
                <c:v>-0.7149406204851269</c:v>
              </c:pt>
              <c:pt idx="19">
                <c:v>-0.7728775863101951</c:v>
              </c:pt>
              <c:pt idx="20">
                <c:v>-0.8308145521352635</c:v>
              </c:pt>
              <c:pt idx="21">
                <c:v>-0.8953388912996382</c:v>
              </c:pt>
              <c:pt idx="22">
                <c:v>-0.9717088608214435</c:v>
              </c:pt>
              <c:pt idx="23">
                <c:v>-1.0480788303432484</c:v>
              </c:pt>
              <c:pt idx="24">
                <c:v>-1.1244487998650539</c:v>
              </c:pt>
              <c:pt idx="25">
                <c:v>-1.2185022648725368</c:v>
              </c:pt>
              <c:pt idx="26">
                <c:v>-1.3169878506291222</c:v>
              </c:pt>
              <c:pt idx="27">
                <c:v>-1.4154734363857076</c:v>
              </c:pt>
              <c:pt idx="28">
                <c:v>-1.5139590221422923</c:v>
              </c:pt>
              <c:pt idx="29">
                <c:v>-1.6284753521112045</c:v>
              </c:pt>
              <c:pt idx="30">
                <c:v>-1.7524619254871352</c:v>
              </c:pt>
              <c:pt idx="31">
                <c:v>-1.8764484988630663</c:v>
              </c:pt>
              <c:pt idx="32">
                <c:v>-2.000435072238997</c:v>
              </c:pt>
              <c:pt idx="33">
                <c:v>-2.124421645614927</c:v>
              </c:pt>
              <c:pt idx="34">
                <c:v>-2.2692443583971547</c:v>
              </c:pt>
              <c:pt idx="35">
                <c:v>-2.4214335066366894</c:v>
              </c:pt>
              <c:pt idx="36">
                <c:v>-2.5736226548762247</c:v>
              </c:pt>
              <c:pt idx="37">
                <c:v>-2.7258118031157594</c:v>
              </c:pt>
              <c:pt idx="38">
                <c:v>-2.8780009513552938</c:v>
              </c:pt>
              <c:pt idx="39">
                <c:v>-3.0304880744365814</c:v>
              </c:pt>
              <c:pt idx="40">
                <c:v>-3.23068455144326</c:v>
              </c:pt>
              <c:pt idx="41">
                <c:v>-3.4308810284499383</c:v>
              </c:pt>
              <c:pt idx="42">
                <c:v>-3.6310775054566182</c:v>
              </c:pt>
              <c:pt idx="43">
                <c:v>-3.831273982463296</c:v>
              </c:pt>
              <c:pt idx="44">
                <c:v>-4.0314704594699755</c:v>
              </c:pt>
              <c:pt idx="45">
                <c:v>-4.231666936476653</c:v>
              </c:pt>
              <c:pt idx="46">
                <c:v>-4.45681130701701</c:v>
              </c:pt>
              <c:pt idx="47">
                <c:v>-4.74436244000819</c:v>
              </c:pt>
              <c:pt idx="48">
                <c:v>-5.031913572999367</c:v>
              </c:pt>
              <c:pt idx="49">
                <c:v>-5.319464705990547</c:v>
              </c:pt>
              <c:pt idx="50">
                <c:v>-5.607015838981724</c:v>
              </c:pt>
              <c:pt idx="51">
                <c:v>-5.8945669719729015</c:v>
              </c:pt>
              <c:pt idx="52">
                <c:v>-6.182118104964081</c:v>
              </c:pt>
              <c:pt idx="53">
                <c:v>-6.469669237955258</c:v>
              </c:pt>
              <c:pt idx="54">
                <c:v>-6.697943969329282</c:v>
              </c:pt>
              <c:pt idx="55">
                <c:v>-6.839736788433702</c:v>
              </c:pt>
              <c:pt idx="56">
                <c:v>-6.981529607538121</c:v>
              </c:pt>
              <c:pt idx="57">
                <c:v>-7.123322426642542</c:v>
              </c:pt>
              <c:pt idx="58">
                <c:v>-7.265115245746961</c:v>
              </c:pt>
              <c:pt idx="59">
                <c:v>-7.406908064851382</c:v>
              </c:pt>
              <c:pt idx="60">
                <c:v>-7.548700883955801</c:v>
              </c:pt>
              <c:pt idx="61">
                <c:v>-7.690493703060221</c:v>
              </c:pt>
              <c:pt idx="62">
                <c:v>-7.832286522164642</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-0.17475290708798338</c:v>
              </c:pt>
              <c:pt idx="2">
                <c:v>-0.098189347705883</c:v>
              </c:pt>
              <c:pt idx="3">
                <c:v>-0.08409515662793263</c:v>
              </c:pt>
              <c:pt idx="4">
                <c:v>-0.09557722677367271</c:v>
              </c:pt>
              <c:pt idx="5">
                <c:v>-0.12107365871953474</c:v>
              </c:pt>
              <c:pt idx="6">
                <c:v>-0.1554344741456124</c:v>
              </c:pt>
              <c:pt idx="7">
                <c:v>-0.1959125177801958</c:v>
              </c:pt>
              <c:pt idx="8">
                <c:v>-0.24086798274124285</c:v>
              </c:pt>
              <c:pt idx="9">
                <c:v>-0.2892431599674424</c:v>
              </c:pt>
              <c:pt idx="10">
                <c:v>-0.3403158531369949</c:v>
              </c:pt>
              <c:pt idx="11">
                <c:v>-0.39357094900777256</c:v>
              </c:pt>
              <c:pt idx="12">
                <c:v>-0.44862810701296274</c:v>
              </c:pt>
              <c:pt idx="13">
                <c:v>-0.5051984923332472</c:v>
              </c:pt>
              <c:pt idx="14">
                <c:v>-0.5630575890974363</c:v>
              </c:pt>
              <c:pt idx="15">
                <c:v>-0.6220274158586051</c:v>
              </c:pt>
              <c:pt idx="16">
                <c:v>-0.6819644925083735</c:v>
              </c:pt>
              <c:pt idx="17">
                <c:v>-0.742751461597089</c:v>
              </c:pt>
              <c:pt idx="18">
                <c:v>-0.8042911081844633</c:v>
              </c:pt>
              <c:pt idx="19">
                <c:v>-0.8665019987095917</c:v>
              </c:pt>
              <c:pt idx="20">
                <c:v>-0.9293152398039058</c:v>
              </c:pt>
              <c:pt idx="21">
                <c:v>-0.9926720287188271</c:v>
              </c:pt>
              <c:pt idx="22">
                <c:v>-1.0565217741245738</c:v>
              </c:pt>
              <c:pt idx="23">
                <c:v>-1.1208206349767704</c:v>
              </c:pt>
              <c:pt idx="24">
                <c:v>-1.1855303705796538</c:v>
              </c:pt>
              <c:pt idx="25">
                <c:v>-1.2506174255493285</c:v>
              </c:pt>
              <c:pt idx="26">
                <c:v>-1.3160521943498287</c:v>
              </c:pt>
              <c:pt idx="27">
                <c:v>-1.3818084247056341</c:v>
              </c:pt>
              <c:pt idx="28">
                <c:v>-1.4478627295639077</c:v>
              </c:pt>
              <c:pt idx="29">
                <c:v>-1.5141941847354297</c:v>
              </c:pt>
              <c:pt idx="30">
                <c:v>-1.5807839947749671</c:v>
              </c:pt>
              <c:pt idx="31">
                <c:v>-1.6476152136675521</c:v>
              </c:pt>
              <c:pt idx="32">
                <c:v>-1.7146725098746256</c:v>
              </c:pt>
              <c:pt idx="33">
                <c:v>-1.7819419675455244</c:v>
              </c:pt>
              <c:pt idx="34">
                <c:v>-1.849410917413231</c:v>
              </c:pt>
              <c:pt idx="35">
                <c:v>-1.917067792209111</c:v>
              </c:pt>
              <c:pt idx="36">
                <c:v>-1.9849020024504958</c:v>
              </c:pt>
              <c:pt idx="37">
                <c:v>-2.052903829250532</c:v>
              </c:pt>
              <c:pt idx="38">
                <c:v>-2.1210643314255138</c:v>
              </c:pt>
              <c:pt idx="39">
                <c:v>-2.1893752646705598</c:v>
              </c:pt>
              <c:pt idx="40">
                <c:v>-2.2578290109697186</c:v>
              </c:pt>
              <c:pt idx="41">
                <c:v>-2.326418516723722</c:v>
              </c:pt>
              <c:pt idx="42">
                <c:v>-2.39513723833453</c:v>
              </c:pt>
              <c:pt idx="43">
                <c:v>-2.4639790941935766</c:v>
              </c:pt>
              <c:pt idx="44">
                <c:v>-2.532938422190167</c:v>
              </c:pt>
              <c:pt idx="45">
                <c:v>-2.6020099419954787</c:v>
              </c:pt>
              <c:pt idx="46">
                <c:v>-2.6711887214922534</c:v>
              </c:pt>
              <c:pt idx="47">
                <c:v>-2.7404701468150723</c:v>
              </c:pt>
              <c:pt idx="48">
                <c:v>-2.809849895545027</c:v>
              </c:pt>
              <c:pt idx="49">
                <c:v>-2.879323912668454</c:v>
              </c:pt>
              <c:pt idx="50">
                <c:v>-2.948888388964592</c:v>
              </c:pt>
              <c:pt idx="51">
                <c:v>-3.0185397415335227</c:v>
              </c:pt>
              <c:pt idx="52">
                <c:v>-3.0882745962149825</c:v>
              </c:pt>
              <c:pt idx="53">
                <c:v>-3.1580897716818765</c:v>
              </c:pt>
              <c:pt idx="54">
                <c:v>-3.2279822650206778</c:v>
              </c:pt>
              <c:pt idx="55">
                <c:v>-3.29794923863493</c:v>
              </c:pt>
              <c:pt idx="56">
                <c:v>-3.367988008328841</c:v>
              </c:pt>
              <c:pt idx="57">
                <c:v>-3.438096032445587</c:v>
              </c:pt>
              <c:pt idx="58">
                <c:v>-3.5082709019502536</c:v>
              </c:pt>
              <c:pt idx="59">
                <c:v>-3.5785103313605413</c:v>
              </c:pt>
              <c:pt idx="60">
                <c:v>-3.648812150439681</c:v>
              </c:pt>
              <c:pt idx="61">
                <c:v>-3.7191742965760093</c:v>
              </c:pt>
              <c:pt idx="62">
                <c:v>-3.789594807782157</c:v>
              </c:pt>
              <c:pt idx="63">
                <c:v>-3.860071816254382</c:v>
              </c:pt>
              <c:pt idx="64">
                <c:v>-3.9306035424391204</c:v>
              </c:pt>
              <c:pt idx="65">
                <c:v>-4.001188289559526</c:v>
              </c:pt>
              <c:pt idx="66">
                <c:v>-4.071824438559909</c:v>
              </c:pt>
              <c:pt idx="67">
                <c:v>-4.1425104434303215</c:v>
              </c:pt>
              <c:pt idx="68">
                <c:v>-4.213244826877506</c:v>
              </c:pt>
              <c:pt idx="69">
                <c:v>-4.284026176311888</c:v>
              </c:pt>
              <c:pt idx="70">
                <c:v>-4.354853140123276</c:v>
              </c:pt>
              <c:pt idx="71">
                <c:v>-4.425724424220756</c:v>
              </c:pt>
              <c:pt idx="72">
                <c:v>-4.496638788814551</c:v>
              </c:pt>
              <c:pt idx="73">
                <c:v>-4.567595045419846</c:v>
              </c:pt>
              <c:pt idx="74">
                <c:v>-4.638592054064477</c:v>
              </c:pt>
              <c:pt idx="75">
                <c:v>-4.709628720684005</c:v>
              </c:pt>
              <c:pt idx="76">
                <c:v>-4.780703994689349</c:v>
              </c:pt>
              <c:pt idx="77">
                <c:v>-4.851816866693395</c:v>
              </c:pt>
              <c:pt idx="78">
                <c:v>-4.922966366384285</c:v>
              </c:pt>
              <c:pt idx="79">
                <c:v>-4.9941515605341955</c:v>
              </c:pt>
              <c:pt idx="80">
                <c:v>-5.065371551133334</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Lit>
          </c:xVal>
          <c:yVal>
            <c:numLit>
              <c:formatCode>0</c:formatCode>
              <c:ptCount val="81"/>
              <c:pt idx="0">
                <c:v>-8</c:v>
              </c:pt>
              <c:pt idx="1">
                <c:v>-0.4041532544853428</c:v>
              </c:pt>
              <c:pt idx="2">
                <c:v>-0.2628241680856109</c:v>
              </c:pt>
              <c:pt idx="3">
                <c:v>-0.19008839094486799</c:v>
              </c:pt>
              <c:pt idx="4">
                <c:v>-0.149052815982655</c:v>
              </c:pt>
              <c:pt idx="5">
                <c:v>-0.12815554377540278</c:v>
              </c:pt>
              <c:pt idx="6">
                <c:v>-0.12224659600320559</c:v>
              </c:pt>
              <c:pt idx="7">
                <c:v>-0.1285788173943533</c:v>
              </c:pt>
              <c:pt idx="8">
                <c:v>-0.14551240106680333</c:v>
              </c:pt>
              <c:pt idx="9">
                <c:v>-0.1719896379592454</c:v>
              </c:pt>
              <c:pt idx="10">
                <c:v>-0.20728833174987946</c:v>
              </c:pt>
              <c:pt idx="11">
                <c:v>-0.2508933691965776</c:v>
              </c:pt>
              <c:pt idx="12">
                <c:v>-0.30242440973252765</c:v>
              </c:pt>
              <c:pt idx="13">
                <c:v>-0.36159261853841074</c:v>
              </c:pt>
              <c:pt idx="14">
                <c:v>-0.4281734797430384</c:v>
              </c:pt>
              <c:pt idx="15">
                <c:v>-0.501989011899484</c:v>
              </c:pt>
              <c:pt idx="16">
                <c:v>-0.5828957348993686</c:v>
              </c:pt>
              <c:pt idx="17">
                <c:v>-0.6707762912930393</c:v>
              </c:pt>
              <c:pt idx="18">
                <c:v>-0.7655334661402085</c:v>
              </c:pt>
              <c:pt idx="19">
                <c:v>-0.8670858258799707</c:v>
              </c:pt>
              <c:pt idx="20">
                <c:v>-0.9753644771437575</c:v>
              </c:pt>
              <c:pt idx="21">
                <c:v>-1.0903106171829906</c:v>
              </c:pt>
              <c:pt idx="22">
                <c:v>-1.211873654667888</c:v>
              </c:pt>
              <c:pt idx="23">
                <c:v>-1.3400097485540747</c:v>
              </c:pt>
              <c:pt idx="24">
                <c:v>-1.4746806581457879</c:v>
              </c:pt>
              <c:pt idx="25">
                <c:v>-1.6158528280591307</c:v>
              </c:pt>
              <c:pt idx="26">
                <c:v>-1.763496652758138</c:v>
              </c:pt>
              <c:pt idx="27">
                <c:v>-1.9175858799672905</c:v>
              </c:pt>
              <c:pt idx="28">
                <c:v>-2.0780971226337503</c:v>
              </c:pt>
              <c:pt idx="29">
                <c:v>-2.245009456568297</c:v>
              </c:pt>
              <c:pt idx="30">
                <c:v>-2.4183040863256977</c:v>
              </c:pt>
              <c:pt idx="31">
                <c:v>-2.597964065890986</c:v>
              </c:pt>
              <c:pt idx="32">
                <c:v>-2.783974063725602</c:v>
              </c:pt>
              <c:pt idx="33">
                <c:v>-2.976320163978882</c:v>
              </c:pt>
              <c:pt idx="34">
                <c:v>-3.174989697383808</c:v>
              </c:pt>
              <c:pt idx="35">
                <c:v>-3.3799710966717487</c:v>
              </c:pt>
              <c:pt idx="36">
                <c:v>-3.591253772360033</c:v>
              </c:pt>
              <c:pt idx="37">
                <c:v>-3.808828005561807</c:v>
              </c:pt>
              <c:pt idx="38">
                <c:v>-4.032684855093366</c:v>
              </c:pt>
              <c:pt idx="39">
                <c:v>-4.262816076649827</c:v>
              </c:pt>
              <c:pt idx="40">
                <c:v>-4.499214052215241</c:v>
              </c:pt>
              <c:pt idx="41">
                <c:v>-4.741871728190337</c:v>
              </c:pt>
              <c:pt idx="42">
                <c:v>-4.990782560977081</c:v>
              </c:pt>
              <c:pt idx="43">
                <c:v>-5.2459404689669</c:v>
              </c:pt>
              <c:pt idx="44">
                <c:v>-5.507339790049102</c:v>
              </c:pt>
              <c:pt idx="45">
                <c:v>-5.774975243894866</c:v>
              </c:pt>
              <c:pt idx="46">
                <c:v>-6.048841898386929</c:v>
              </c:pt>
              <c:pt idx="47">
                <c:v>-6.328935139659878</c:v>
              </c:pt>
              <c:pt idx="48">
                <c:v>-6.6152506452947994</c:v>
              </c:pt>
              <c:pt idx="49">
                <c:v>-6.907784360278037</c:v>
              </c:pt>
              <c:pt idx="50">
                <c:v>-7.206532475388819</c:v>
              </c:pt>
              <c:pt idx="51">
                <c:v>-7.511491407727234</c:v>
              </c:pt>
              <c:pt idx="52">
                <c:v>-7.822657783133018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8"/>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2"/>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1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-1.0437912796269768</c:v>
              </c:pt>
              <c:pt idx="2">
                <c:v>-0.8982774509470675</c:v>
              </c:pt>
              <c:pt idx="3">
                <c:v>-0.8185293080854887</c:v>
              </c:pt>
              <c:pt idx="4">
                <c:v>-0.7668460087840715</c:v>
              </c:pt>
              <c:pt idx="5">
                <c:v>-0.7310340685828463</c:v>
              </c:pt>
              <c:pt idx="6">
                <c:v>-0.7075011724410049</c:v>
              </c:pt>
              <c:pt idx="7">
                <c:v>-0.6934334309026614</c:v>
              </c:pt>
              <c:pt idx="8">
                <c:v>-0.68733348141527</c:v>
              </c:pt>
              <c:pt idx="9">
                <c:v>-0.6881791974616025</c:v>
              </c:pt>
              <c:pt idx="10">
                <c:v>-0.6980263575462657</c:v>
              </c:pt>
              <c:pt idx="11">
                <c:v>-0.7124252801253065</c:v>
              </c:pt>
              <c:pt idx="12">
                <c:v>-0.7336522422143661</c:v>
              </c:pt>
              <c:pt idx="13">
                <c:v>-0.7625733615115302</c:v>
              </c:pt>
              <c:pt idx="14">
                <c:v>-0.7985404781710994</c:v>
              </c:pt>
              <c:pt idx="15">
                <c:v>-0.8433182272727766</c:v>
              </c:pt>
              <c:pt idx="16">
                <c:v>-0.9030087527719767</c:v>
              </c:pt>
              <c:pt idx="17">
                <c:v>-0.9626992782711767</c:v>
              </c:pt>
              <c:pt idx="18">
                <c:v>-1.0548105662919338</c:v>
              </c:pt>
              <c:pt idx="19">
                <c:v>-1.1526370498699863</c:v>
              </c:pt>
              <c:pt idx="20">
                <c:v>-1.250463533448039</c:v>
              </c:pt>
              <c:pt idx="21">
                <c:v>-1.4013282062781518</c:v>
              </c:pt>
              <c:pt idx="22">
                <c:v>-1.5584587974464357</c:v>
              </c:pt>
              <c:pt idx="23">
                <c:v>-1.7155893886147198</c:v>
              </c:pt>
              <c:pt idx="24">
                <c:v>-1.8941063379845642</c:v>
              </c:pt>
              <c:pt idx="25">
                <c:v>-2.101075185784085</c:v>
              </c:pt>
              <c:pt idx="26">
                <c:v>-2.3080440335836054</c:v>
              </c:pt>
              <c:pt idx="27">
                <c:v>-2.515012881383126</c:v>
              </c:pt>
              <c:pt idx="28">
                <c:v>-2.745085275766653</c:v>
              </c:pt>
              <c:pt idx="29">
                <c:v>-3.0150661270185664</c:v>
              </c:pt>
              <c:pt idx="30">
                <c:v>-3.285046978270479</c:v>
              </c:pt>
              <c:pt idx="31">
                <c:v>-3.5550278295223925</c:v>
              </c:pt>
              <c:pt idx="32">
                <c:v>-3.825008680774306</c:v>
              </c:pt>
              <c:pt idx="33">
                <c:v>-4.136307056801215</c:v>
              </c:pt>
              <c:pt idx="34">
                <c:v>-4.474691906784291</c:v>
              </c:pt>
              <c:pt idx="35">
                <c:v>-4.8130767567673685</c:v>
              </c:pt>
              <c:pt idx="36">
                <c:v>-5.151461606750445</c:v>
              </c:pt>
              <c:pt idx="37">
                <c:v>-5.489846456733522</c:v>
              </c:pt>
              <c:pt idx="38">
                <c:v>-5.827960486415852</c:v>
              </c:pt>
              <c:pt idx="39">
                <c:v>-6.15316512318032</c:v>
              </c:pt>
              <c:pt idx="40">
                <c:v>-6.478369759944788</c:v>
              </c:pt>
              <c:pt idx="41">
                <c:v>-6.803574396709256</c:v>
              </c:pt>
              <c:pt idx="42">
                <c:v>-7.128779033473724</c:v>
              </c:pt>
              <c:pt idx="43">
                <c:v>-7.453983670238192</c:v>
              </c:pt>
              <c:pt idx="44">
                <c:v>-7.77918830700266</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-1.04065060769526</c:v>
              </c:pt>
              <c:pt idx="2">
                <c:v>-0.8973673814938476</c:v>
              </c:pt>
              <c:pt idx="3">
                <c:v>-0.8185571074789947</c:v>
              </c:pt>
              <c:pt idx="4">
                <c:v>-0.7646287457745052</c:v>
              </c:pt>
              <c:pt idx="5">
                <c:v>-0.729303209446771</c:v>
              </c:pt>
              <c:pt idx="6">
                <c:v>-0.704423162574135</c:v>
              </c:pt>
              <c:pt idx="7">
                <c:v>-0.6923183181796001</c:v>
              </c:pt>
              <c:pt idx="8">
                <c:v>-0.686437059699835</c:v>
              </c:pt>
              <c:pt idx="9">
                <c:v>-0.6892281531059433</c:v>
              </c:pt>
              <c:pt idx="10">
                <c:v>-0.7002397687240814</c:v>
              </c:pt>
              <c:pt idx="11">
                <c:v>-0.7151110211834961</c:v>
              </c:pt>
              <c:pt idx="12">
                <c:v>-0.7356812240951977</c:v>
              </c:pt>
              <c:pt idx="13">
                <c:v>-0.7632391328981785</c:v>
              </c:pt>
              <c:pt idx="14">
                <c:v>-0.7971960995768361</c:v>
              </c:pt>
              <c:pt idx="15">
                <c:v>-0.8414300916859772</c:v>
              </c:pt>
              <c:pt idx="16">
                <c:v>-0.9030588603090034</c:v>
              </c:pt>
              <c:pt idx="17">
                <c:v>-0.9646876289320296</c:v>
              </c:pt>
              <c:pt idx="18">
                <c:v>-1.0564003958530672</c:v>
              </c:pt>
              <c:pt idx="19">
                <c:v>-1.1534164289543543</c:v>
              </c:pt>
              <c:pt idx="20">
                <c:v>-1.2504324620556415</c:v>
              </c:pt>
              <c:pt idx="21">
                <c:v>-1.399298401108713</c:v>
              </c:pt>
              <c:pt idx="22">
                <c:v>-1.554289875009736</c:v>
              </c:pt>
              <c:pt idx="23">
                <c:v>-1.7092813489107592</c:v>
              </c:pt>
              <c:pt idx="24">
                <c:v>-1.8852674468983632</c:v>
              </c:pt>
              <c:pt idx="25">
                <c:v>-2.0891842896369384</c:v>
              </c:pt>
              <c:pt idx="26">
                <c:v>-2.2931011323755137</c:v>
              </c:pt>
              <c:pt idx="27">
                <c:v>-2.4970179751140886</c:v>
              </c:pt>
              <c:pt idx="28">
                <c:v>-2.7219570875862633</c:v>
              </c:pt>
              <c:pt idx="29">
                <c:v>-2.9832095142021506</c:v>
              </c:pt>
              <c:pt idx="30">
                <c:v>-3.244461940818038</c:v>
              </c:pt>
              <c:pt idx="31">
                <c:v>-3.5057143674339253</c:v>
              </c:pt>
              <c:pt idx="32">
                <c:v>-3.7669667940498126</c:v>
              </c:pt>
              <c:pt idx="33">
                <c:v>-4.207337182653682</c:v>
              </c:pt>
              <c:pt idx="34">
                <c:v>-4.765131691867158</c:v>
              </c:pt>
              <c:pt idx="35">
                <c:v>-5.322926201080632</c:v>
              </c:pt>
              <c:pt idx="36">
                <c:v>-5.880720710294106</c:v>
              </c:pt>
              <c:pt idx="37">
                <c:v>-6.438515219507582</c:v>
              </c:pt>
              <c:pt idx="38">
                <c:v>-6.987878099353609</c:v>
              </c:pt>
              <c:pt idx="39">
                <c:v>-7.135324224281971</c:v>
              </c:pt>
              <c:pt idx="40">
                <c:v>-7.282770349210334</c:v>
              </c:pt>
              <c:pt idx="41">
                <c:v>-7.430216474138696</c:v>
              </c:pt>
              <c:pt idx="42">
                <c:v>-7.577662599067057</c:v>
              </c:pt>
              <c:pt idx="43">
                <c:v>-7.72510872399542</c:v>
              </c:pt>
              <c:pt idx="44">
                <c:v>-7.872554848923782</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-1.040998565484095</c:v>
              </c:pt>
              <c:pt idx="2">
                <c:v>-0.898149841714499</c:v>
              </c:pt>
              <c:pt idx="3">
                <c:v>-0.819087228679868</c:v>
              </c:pt>
              <c:pt idx="4">
                <c:v>-0.7662054402095793</c:v>
              </c:pt>
              <c:pt idx="5">
                <c:v>-0.7302147141592784</c:v>
              </c:pt>
              <c:pt idx="6">
                <c:v>-0.7067946791397279</c:v>
              </c:pt>
              <c:pt idx="7">
                <c:v>-0.6929459897980235</c:v>
              </c:pt>
              <c:pt idx="8">
                <c:v>-0.687051163924867</c:v>
              </c:pt>
              <c:pt idx="9">
                <c:v>-0.6880815609121295</c:v>
              </c:pt>
              <c:pt idx="10">
                <c:v>-0.6980880179227352</c:v>
              </c:pt>
              <c:pt idx="11">
                <c:v>-0.7126220777005118</c:v>
              </c:pt>
              <c:pt idx="12">
                <c:v>-0.733944474562771</c:v>
              </c:pt>
              <c:pt idx="13">
                <c:v>-0.7630292565679021</c:v>
              </c:pt>
              <c:pt idx="14">
                <c:v>-0.7992225163131341</c:v>
              </c:pt>
              <c:pt idx="15">
                <c:v>-0.8441804509153805</c:v>
              </c:pt>
              <c:pt idx="16">
                <c:v>-0.9039733746286212</c:v>
              </c:pt>
              <c:pt idx="17">
                <c:v>-0.9637662983418618</c:v>
              </c:pt>
              <c:pt idx="18">
                <c:v>-1.0559371469145773</c:v>
              </c:pt>
              <c:pt idx="19">
                <c:v>-1.1538156395375605</c:v>
              </c:pt>
              <c:pt idx="20">
                <c:v>-1.251694132160544</c:v>
              </c:pt>
              <c:pt idx="21">
                <c:v>-1.4020745417568583</c:v>
              </c:pt>
              <c:pt idx="22">
                <c:v>-1.5586575146192172</c:v>
              </c:pt>
              <c:pt idx="23">
                <c:v>-1.715240487481576</c:v>
              </c:pt>
              <c:pt idx="24">
                <c:v>-1.892891487283371</c:v>
              </c:pt>
              <c:pt idx="25">
                <c:v>-2.098570885232485</c:v>
              </c:pt>
              <c:pt idx="26">
                <c:v>-2.304250283181599</c:v>
              </c:pt>
              <c:pt idx="27">
                <c:v>-2.5099296811307132</c:v>
              </c:pt>
              <c:pt idx="28">
                <c:v>-2.738036938871244</c:v>
              </c:pt>
              <c:pt idx="29">
                <c:v>-3.004885489940114</c:v>
              </c:pt>
              <c:pt idx="30">
                <c:v>-3.271734041008984</c:v>
              </c:pt>
              <c:pt idx="31">
                <c:v>-3.538582592077854</c:v>
              </c:pt>
              <c:pt idx="32">
                <c:v>-3.8054311431467247</c:v>
              </c:pt>
              <c:pt idx="33">
                <c:v>-4.112981542467497</c:v>
              </c:pt>
              <c:pt idx="34">
                <c:v>-4.447214797517087</c:v>
              </c:pt>
              <c:pt idx="35">
                <c:v>-4.781448052566677</c:v>
              </c:pt>
              <c:pt idx="36">
                <c:v>-5.115681307616267</c:v>
              </c:pt>
              <c:pt idx="37">
                <c:v>-5.449914562665858</c:v>
              </c:pt>
              <c:pt idx="38">
                <c:v>-5.784100414261064</c:v>
              </c:pt>
              <c:pt idx="39">
                <c:v>-6.116026650101447</c:v>
              </c:pt>
              <c:pt idx="40">
                <c:v>-6.447952885941829</c:v>
              </c:pt>
              <c:pt idx="41">
                <c:v>-6.779879121782212</c:v>
              </c:pt>
              <c:pt idx="42">
                <c:v>-7.111805357622594</c:v>
              </c:pt>
              <c:pt idx="43">
                <c:v>-7.443731593462976</c:v>
              </c:pt>
              <c:pt idx="44">
                <c:v>-7.775657829303359</c:v>
              </c:pt>
              <c:pt idx="45">
                <c:v>-7.95</c:v>
              </c:pt>
              <c:pt idx="46">
                <c:v>-7.95</c:v>
              </c:pt>
              <c:pt idx="47">
                <c:v>-7.95</c:v>
              </c:pt>
              <c:pt idx="48">
                <c:v>-7.95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-0.7522197768328</c:v>
              </c:pt>
              <c:pt idx="2">
                <c:v>-0.6658773570773983</c:v>
              </c:pt>
              <c:pt idx="3">
                <c:v>-0.6420043056261469</c:v>
              </c:pt>
              <c:pt idx="4">
                <c:v>-0.6437075153985858</c:v>
              </c:pt>
              <c:pt idx="5">
                <c:v>-0.6594250869711468</c:v>
              </c:pt>
              <c:pt idx="6">
                <c:v>-0.6840070420239235</c:v>
              </c:pt>
              <c:pt idx="7">
                <c:v>-0.7147062252852059</c:v>
              </c:pt>
              <c:pt idx="8">
                <c:v>-0.7498828298729515</c:v>
              </c:pt>
              <c:pt idx="9">
                <c:v>-0.78847914672585</c:v>
              </c:pt>
              <c:pt idx="10">
                <c:v>-0.8297729795221015</c:v>
              </c:pt>
              <c:pt idx="11">
                <c:v>-0.8732492150195779</c:v>
              </c:pt>
              <c:pt idx="12">
                <c:v>-0.9185275126514671</c:v>
              </c:pt>
              <c:pt idx="13">
                <c:v>-0.9653190375984502</c:v>
              </c:pt>
              <c:pt idx="14">
                <c:v>-1.0133992739893387</c:v>
              </c:pt>
              <c:pt idx="15">
                <c:v>-1.062590240377206</c:v>
              </c:pt>
              <c:pt idx="16">
                <c:v>-1.1127484566536734</c:v>
              </c:pt>
              <c:pt idx="17">
                <c:v>-1.163756565369088</c:v>
              </c:pt>
              <c:pt idx="18">
                <c:v>-1.215517351583161</c:v>
              </c:pt>
              <c:pt idx="19">
                <c:v>-1.2679493817349887</c:v>
              </c:pt>
              <c:pt idx="20">
                <c:v>-1.3209837624560015</c:v>
              </c:pt>
              <c:pt idx="21">
                <c:v>-1.3745616909976215</c:v>
              </c:pt>
              <c:pt idx="22">
                <c:v>-1.428632576030067</c:v>
              </c:pt>
              <c:pt idx="23">
                <c:v>-1.4831525765089628</c:v>
              </c:pt>
              <c:pt idx="24">
                <c:v>-1.5380834517385453</c:v>
              </c:pt>
              <c:pt idx="25">
                <c:v>-1.5933916463349185</c:v>
              </c:pt>
              <c:pt idx="26">
                <c:v>-1.6490475547621173</c:v>
              </c:pt>
              <c:pt idx="27">
                <c:v>-1.7050249247446219</c:v>
              </c:pt>
              <c:pt idx="28">
                <c:v>-1.761300369229595</c:v>
              </c:pt>
              <c:pt idx="29">
                <c:v>-1.8178529640278156</c:v>
              </c:pt>
              <c:pt idx="30">
                <c:v>-1.8746639136940517</c:v>
              </c:pt>
              <c:pt idx="31">
                <c:v>-1.9317162722133356</c:v>
              </c:pt>
              <c:pt idx="32">
                <c:v>-1.9889947080471075</c:v>
              </c:pt>
              <c:pt idx="33">
                <c:v>-2.046485305344706</c:v>
              </c:pt>
              <c:pt idx="34">
                <c:v>-2.1041753948391113</c:v>
              </c:pt>
              <c:pt idx="35">
                <c:v>-2.16205340926169</c:v>
              </c:pt>
              <c:pt idx="36">
                <c:v>-2.2201087591297735</c:v>
              </c:pt>
              <c:pt idx="37">
                <c:v>-2.2783317255565088</c:v>
              </c:pt>
              <c:pt idx="38">
                <c:v>-2.33671336735819</c:v>
              </c:pt>
              <c:pt idx="39">
                <c:v>-2.395245440229935</c:v>
              </c:pt>
              <c:pt idx="40">
                <c:v>-2.4539203261557923</c:v>
              </c:pt>
              <c:pt idx="41">
                <c:v>-2.5127309715364943</c:v>
              </c:pt>
              <c:pt idx="42">
                <c:v>-2.571670832774001</c:v>
              </c:pt>
              <c:pt idx="43">
                <c:v>-2.630733828259747</c:v>
              </c:pt>
              <c:pt idx="44">
                <c:v>-2.6899142958830358</c:v>
              </c:pt>
              <c:pt idx="45">
                <c:v>-2.7492069553150467</c:v>
              </c:pt>
              <c:pt idx="46">
                <c:v>-2.8086068744385204</c:v>
              </c:pt>
              <c:pt idx="47">
                <c:v>-2.868109439388038</c:v>
              </c:pt>
              <c:pt idx="48">
                <c:v>-2.927710327744692</c:v>
              </c:pt>
              <c:pt idx="49">
                <c:v>-2.987405484494818</c:v>
              </c:pt>
              <c:pt idx="50">
                <c:v>-3.0471911004176544</c:v>
              </c:pt>
              <c:pt idx="51">
                <c:v>-3.107063592613285</c:v>
              </c:pt>
              <c:pt idx="52">
                <c:v>-3.1670195869214424</c:v>
              </c:pt>
              <c:pt idx="53">
                <c:v>-3.2270559020150364</c:v>
              </c:pt>
              <c:pt idx="54">
                <c:v>-3.287169534980536</c:v>
              </c:pt>
              <c:pt idx="55">
                <c:v>-3.347357648221487</c:v>
              </c:pt>
              <c:pt idx="56">
                <c:v>-3.407617557542098</c:v>
              </c:pt>
              <c:pt idx="57">
                <c:v>-3.4679467212855415</c:v>
              </c:pt>
              <c:pt idx="58">
                <c:v>-3.5283427304169077</c:v>
              </c:pt>
              <c:pt idx="59">
                <c:v>-3.588803299453893</c:v>
              </c:pt>
              <c:pt idx="60">
                <c:v>-3.649326258159733</c:v>
              </c:pt>
              <c:pt idx="61">
                <c:v>-3.70990954392276</c:v>
              </c:pt>
              <c:pt idx="62">
                <c:v>-3.770551194755606</c:v>
              </c:pt>
              <c:pt idx="63">
                <c:v>-3.8312493428545307</c:v>
              </c:pt>
              <c:pt idx="64">
                <c:v>-3.892002208665967</c:v>
              </c:pt>
              <c:pt idx="65">
                <c:v>-3.952808095413072</c:v>
              </c:pt>
              <c:pt idx="66">
                <c:v>-4.013665384040154</c:v>
              </c:pt>
              <c:pt idx="67">
                <c:v>-4.074572528537265</c:v>
              </c:pt>
              <c:pt idx="68">
                <c:v>-4.135528051611149</c:v>
              </c:pt>
              <c:pt idx="69">
                <c:v>-4.196530540672229</c:v>
              </c:pt>
              <c:pt idx="70">
                <c:v>-4.257578644110317</c:v>
              </c:pt>
              <c:pt idx="71">
                <c:v>-4.318671067834497</c:v>
              </c:pt>
              <c:pt idx="72">
                <c:v>-4.379806572054989</c:v>
              </c:pt>
              <c:pt idx="73">
                <c:v>-4.440983968286984</c:v>
              </c:pt>
              <c:pt idx="74">
                <c:v>-4.502202116558314</c:v>
              </c:pt>
              <c:pt idx="75">
                <c:v>-4.56345992280454</c:v>
              </c:pt>
              <c:pt idx="76">
                <c:v>-4.624756336436584</c:v>
              </c:pt>
              <c:pt idx="77">
                <c:v>-4.686090348067327</c:v>
              </c:pt>
              <c:pt idx="78">
                <c:v>-4.747460987384918</c:v>
              </c:pt>
              <c:pt idx="79">
                <c:v>-4.808867321161526</c:v>
              </c:pt>
              <c:pt idx="80">
                <c:v>-4.8703084513873645</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0.3125</c:v>
              </c:pt>
              <c:pt idx="2">
                <c:v>0.625</c:v>
              </c:pt>
              <c:pt idx="3">
                <c:v>0.9375</c:v>
              </c:pt>
              <c:pt idx="4">
                <c:v>1.25</c:v>
              </c:pt>
              <c:pt idx="5">
                <c:v>1.5625</c:v>
              </c:pt>
              <c:pt idx="6">
                <c:v>1.875</c:v>
              </c:pt>
              <c:pt idx="7">
                <c:v>2.1875</c:v>
              </c:pt>
              <c:pt idx="8">
                <c:v>2.5</c:v>
              </c:pt>
              <c:pt idx="9">
                <c:v>2.8125</c:v>
              </c:pt>
              <c:pt idx="10">
                <c:v>3.125</c:v>
              </c:pt>
              <c:pt idx="11">
                <c:v>3.4375</c:v>
              </c:pt>
              <c:pt idx="12">
                <c:v>3.75</c:v>
              </c:pt>
              <c:pt idx="13">
                <c:v>4.0625</c:v>
              </c:pt>
              <c:pt idx="14">
                <c:v>4.375</c:v>
              </c:pt>
              <c:pt idx="15">
                <c:v>4.6875</c:v>
              </c:pt>
              <c:pt idx="16">
                <c:v>5</c:v>
              </c:pt>
              <c:pt idx="17">
                <c:v>5.3125</c:v>
              </c:pt>
              <c:pt idx="18">
                <c:v>5.625</c:v>
              </c:pt>
              <c:pt idx="19">
                <c:v>5.9375</c:v>
              </c:pt>
              <c:pt idx="20">
                <c:v>6.25</c:v>
              </c:pt>
              <c:pt idx="21">
                <c:v>6.5625</c:v>
              </c:pt>
              <c:pt idx="22">
                <c:v>6.875</c:v>
              </c:pt>
              <c:pt idx="23">
                <c:v>7.1875</c:v>
              </c:pt>
              <c:pt idx="24">
                <c:v>7.5</c:v>
              </c:pt>
              <c:pt idx="25">
                <c:v>7.8125</c:v>
              </c:pt>
              <c:pt idx="26">
                <c:v>8.125</c:v>
              </c:pt>
              <c:pt idx="27">
                <c:v>8.4375</c:v>
              </c:pt>
              <c:pt idx="28">
                <c:v>8.75</c:v>
              </c:pt>
              <c:pt idx="29">
                <c:v>9.0625</c:v>
              </c:pt>
              <c:pt idx="30">
                <c:v>9.375</c:v>
              </c:pt>
              <c:pt idx="31">
                <c:v>9.6875</c:v>
              </c:pt>
              <c:pt idx="32">
                <c:v>10</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20</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numLit>
          </c:xVal>
          <c:yVal>
            <c:numLit>
              <c:formatCode>0</c:formatCode>
              <c:ptCount val="81"/>
              <c:pt idx="0">
                <c:v>-8</c:v>
              </c:pt>
              <c:pt idx="1">
                <c:v>-0.9906427349459912</c:v>
              </c:pt>
              <c:pt idx="2">
                <c:v>-0.8470448995738521</c:v>
              </c:pt>
              <c:pt idx="3">
                <c:v>-0.770527874145764</c:v>
              </c:pt>
              <c:pt idx="4">
                <c:v>-0.7241985515812674</c:v>
              </c:pt>
              <c:pt idx="5">
                <c:v>-0.6964950324567939</c:v>
              </c:pt>
              <c:pt idx="6">
                <c:v>-0.6822673384524369</c:v>
              </c:pt>
              <c:pt idx="7">
                <c:v>-0.6787683142964869</c:v>
              </c:pt>
              <c:pt idx="8">
                <c:v>-0.6843581531069011</c:v>
              </c:pt>
              <c:pt idx="9">
                <c:v>-0.6979791458223689</c:v>
              </c:pt>
              <c:pt idx="10">
                <c:v>-0.7189090961210908</c:v>
              </c:pt>
              <c:pt idx="11">
                <c:v>-0.7466328907609387</c:v>
              </c:pt>
              <c:pt idx="12">
                <c:v>-0.7807701891751004</c:v>
              </c:pt>
              <c:pt idx="13">
                <c:v>-0.8210321565442569</c:v>
              </c:pt>
              <c:pt idx="14">
                <c:v>-0.8671942769972198</c:v>
              </c:pt>
              <c:pt idx="15">
                <c:v>-0.9190785690870628</c:v>
              </c:pt>
              <c:pt idx="16">
                <c:v>-0.9765415527054065</c:v>
              </c:pt>
              <c:pt idx="17">
                <c:v>-1.0394658704025983</c:v>
              </c:pt>
              <c:pt idx="18">
                <c:v>-1.1077543072383498</c:v>
              </c:pt>
              <c:pt idx="19">
                <c:v>-1.181325429651757</c:v>
              </c:pt>
              <c:pt idx="20">
                <c:v>-1.2601103442742505</c:v>
              </c:pt>
              <c:pt idx="21">
                <c:v>-1.3440502483572516</c:v>
              </c:pt>
              <c:pt idx="22">
                <c:v>-1.4330945505709798</c:v>
              </c:pt>
              <c:pt idx="23">
                <c:v>-1.5271994098710588</c:v>
              </c:pt>
              <c:pt idx="24">
                <c:v>-1.626326585561726</c:v>
              </c:pt>
              <c:pt idx="25">
                <c:v>-1.7304425222590847</c:v>
              </c:pt>
              <c:pt idx="26">
                <c:v>-1.8395176144271697</c:v>
              </c:pt>
              <c:pt idx="27">
                <c:v>-1.953525609790462</c:v>
              </c:pt>
              <c:pt idx="28">
                <c:v>-2.0724431212961236</c:v>
              </c:pt>
              <c:pt idx="29">
                <c:v>-2.1962492247549337</c:v>
              </c:pt>
              <c:pt idx="30">
                <c:v>-2.3249251247216605</c:v>
              </c:pt>
              <c:pt idx="31">
                <c:v>-2.458453875181336</c:v>
              </c:pt>
              <c:pt idx="32">
                <c:v>-2.5968201445954007</c:v>
              </c:pt>
              <c:pt idx="33">
                <c:v>-2.7400100171131916</c:v>
              </c:pt>
              <c:pt idx="34">
                <c:v>-2.888010823467692</c:v>
              </c:pt>
              <c:pt idx="35">
                <c:v>-3.0408109963902668</c:v>
              </c:pt>
              <c:pt idx="36">
                <c:v>-3.1983999463982458</c:v>
              </c:pt>
              <c:pt idx="37">
                <c:v>-3.360767954604779</c:v>
              </c:pt>
              <c:pt idx="38">
                <c:v>-3.527906079826159</c:v>
              </c:pt>
              <c:pt idx="39">
                <c:v>-3.6998060777575033</c:v>
              </c:pt>
              <c:pt idx="40">
                <c:v>-3.876460330382861</c:v>
              </c:pt>
              <c:pt idx="41">
                <c:v>-4.057861784102964</c:v>
              </c:pt>
              <c:pt idx="42">
                <c:v>-4.244003895319773</c:v>
              </c:pt>
              <c:pt idx="43">
                <c:v>-4.434880582424723</c:v>
              </c:pt>
              <c:pt idx="44">
                <c:v>-4.6304861833071165</c:v>
              </c:pt>
              <c:pt idx="45">
                <c:v>-4.830815417638133</c:v>
              </c:pt>
              <c:pt idx="46">
                <c:v>-5.035863353300512</c:v>
              </c:pt>
              <c:pt idx="47">
                <c:v>-5.245625376428837</c:v>
              </c:pt>
              <c:pt idx="48">
                <c:v>-5.4600971646042</c:v>
              </c:pt>
              <c:pt idx="49">
                <c:v>-5.679274662812935</c:v>
              </c:pt>
              <c:pt idx="50">
                <c:v>-5.903154061834282</c:v>
              </c:pt>
              <c:pt idx="51">
                <c:v>-6.131731778768325</c:v>
              </c:pt>
              <c:pt idx="52">
                <c:v>-6.365004439454793</c:v>
              </c:pt>
              <c:pt idx="53">
                <c:v>-6.602968862566601</c:v>
              </c:pt>
              <c:pt idx="54">
                <c:v>-6.8456220451902166</c:v>
              </c:pt>
              <c:pt idx="55">
                <c:v>-7.0929611497291845</c:v>
              </c:pt>
              <c:pt idx="56">
                <c:v>-7.34498349198771</c:v>
              </c:pt>
              <c:pt idx="57">
                <c:v>-7.601686530308974</c:v>
              </c:pt>
              <c:pt idx="58">
                <c:v>-7.8630678556580555</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25"/>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5"/>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1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-1.2765768658420167</c:v>
              </c:pt>
              <c:pt idx="2">
                <c:v>-1.131834697230751</c:v>
              </c:pt>
              <c:pt idx="3">
                <c:v>-1.0559777950271674</c:v>
              </c:pt>
              <c:pt idx="4">
                <c:v>-1.0101366097843547</c:v>
              </c:pt>
              <c:pt idx="5">
                <c:v>-0.9838224283127999</c:v>
              </c:pt>
              <c:pt idx="6">
                <c:v>-0.9720412202983679</c:v>
              </c:pt>
              <c:pt idx="7">
                <c:v>-0.9740658390078744</c:v>
              </c:pt>
              <c:pt idx="8">
                <c:v>-0.9891683110119661</c:v>
              </c:pt>
              <c:pt idx="9">
                <c:v>-1.0159367772848353</c:v>
              </c:pt>
              <c:pt idx="10">
                <c:v>-1.0514754693422543</c:v>
              </c:pt>
              <c:pt idx="11">
                <c:v>-1.1004608753895873</c:v>
              </c:pt>
              <c:pt idx="12">
                <c:v>-1.160080789603577</c:v>
              </c:pt>
              <c:pt idx="13">
                <c:v>-1.2309431525090746</c:v>
              </c:pt>
              <c:pt idx="14">
                <c:v>-1.3152366244289067</c:v>
              </c:pt>
              <c:pt idx="15">
                <c:v>-1.4128714714029003</c:v>
              </c:pt>
              <c:pt idx="16">
                <c:v>-1.5160992114196046</c:v>
              </c:pt>
              <c:pt idx="17">
                <c:v>-1.6456518408514575</c:v>
              </c:pt>
              <c:pt idx="18">
                <c:v>-1.7752044702833105</c:v>
              </c:pt>
              <c:pt idx="19">
                <c:v>-1.9251498662981847</c:v>
              </c:pt>
              <c:pt idx="20">
                <c:v>-2.1002408570172264</c:v>
              </c:pt>
              <c:pt idx="21">
                <c:v>-2.275331847736268</c:v>
              </c:pt>
              <c:pt idx="22">
                <c:v>-2.46192841802123</c:v>
              </c:pt>
              <c:pt idx="23">
                <c:v>-2.682981031414885</c:v>
              </c:pt>
              <c:pt idx="24">
                <c:v>-2.9040336448085404</c:v>
              </c:pt>
              <c:pt idx="25">
                <c:v>-3.125086258202196</c:v>
              </c:pt>
              <c:pt idx="26">
                <c:v>-3.3608019940620557</c:v>
              </c:pt>
              <c:pt idx="27">
                <c:v>-3.611078225393555</c:v>
              </c:pt>
              <c:pt idx="28">
                <c:v>-3.861354456725054</c:v>
              </c:pt>
              <c:pt idx="29">
                <c:v>-4.111630688056554</c:v>
              </c:pt>
              <c:pt idx="30">
                <c:v>-4.363725301011013</c:v>
              </c:pt>
              <c:pt idx="31">
                <c:v>-4.630978038365109</c:v>
              </c:pt>
              <c:pt idx="32">
                <c:v>-4.898230775719204</c:v>
              </c:pt>
              <c:pt idx="33">
                <c:v>-5.1654835130732994</c:v>
              </c:pt>
              <c:pt idx="34">
                <c:v>-5.432736250427395</c:v>
              </c:pt>
              <c:pt idx="35">
                <c:v>-5.69998898778149</c:v>
              </c:pt>
              <c:pt idx="36">
                <c:v>-5.976987775380444</c:v>
              </c:pt>
              <c:pt idx="37">
                <c:v>-6.254445301805159</c:v>
              </c:pt>
              <c:pt idx="38">
                <c:v>-6.531902828229876</c:v>
              </c:pt>
              <c:pt idx="39">
                <c:v>-6.809360354654592</c:v>
              </c:pt>
              <c:pt idx="40">
                <c:v>-7.086817881079309</c:v>
              </c:pt>
              <c:pt idx="41">
                <c:v>-7.364275407504024</c:v>
              </c:pt>
              <c:pt idx="42">
                <c:v>-7.460495176553891</c:v>
              </c:pt>
              <c:pt idx="43">
                <c:v>-7.539882755342536</c:v>
              </c:pt>
              <c:pt idx="44">
                <c:v>-7.61927033413118</c:v>
              </c:pt>
              <c:pt idx="45">
                <c:v>-7.698657912919824</c:v>
              </c:pt>
              <c:pt idx="46">
                <c:v>-7.778045491708468</c:v>
              </c:pt>
              <c:pt idx="47">
                <c:v>-7.8574330704971125</c:v>
              </c:pt>
              <c:pt idx="48">
                <c:v>-7.936820649285757</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-1.266958214028002</c:v>
              </c:pt>
              <c:pt idx="2">
                <c:v>-1.1256465891448038</c:v>
              </c:pt>
              <c:pt idx="3">
                <c:v>-1.0523778615119603</c:v>
              </c:pt>
              <c:pt idx="4">
                <c:v>-1.0087256532839979</c:v>
              </c:pt>
              <c:pt idx="5">
                <c:v>-0.9840668548457362</c:v>
              </c:pt>
              <c:pt idx="6">
                <c:v>-0.9731545381494052</c:v>
              </c:pt>
              <c:pt idx="7">
                <c:v>-0.9747308549416522</c:v>
              </c:pt>
              <c:pt idx="8">
                <c:v>-0.9898699647476097</c:v>
              </c:pt>
              <c:pt idx="9">
                <c:v>-1.0166236292839428</c:v>
              </c:pt>
              <c:pt idx="10">
                <c:v>-1.0522743320357337</c:v>
              </c:pt>
              <c:pt idx="11">
                <c:v>-1.102389829814654</c:v>
              </c:pt>
              <c:pt idx="12">
                <c:v>-1.1627945281249097</c:v>
              </c:pt>
              <c:pt idx="13">
                <c:v>-1.2340766273678068</c:v>
              </c:pt>
              <c:pt idx="14">
                <c:v>-1.3180082463486997</c:v>
              </c:pt>
              <c:pt idx="15">
                <c:v>-1.4145048729473193</c:v>
              </c:pt>
              <c:pt idx="16">
                <c:v>-1.5168681470302168</c:v>
              </c:pt>
              <c:pt idx="17">
                <c:v>-1.6468448306816312</c:v>
              </c:pt>
              <c:pt idx="18">
                <c:v>-1.776821514333046</c:v>
              </c:pt>
              <c:pt idx="19">
                <c:v>-1.927871468222685</c:v>
              </c:pt>
              <c:pt idx="20">
                <c:v>-2.104906121654904</c:v>
              </c:pt>
              <c:pt idx="21">
                <c:v>-2.281940775087124</c:v>
              </c:pt>
              <c:pt idx="22">
                <c:v>-2.468537997689931</c:v>
              </c:pt>
              <c:pt idx="23">
                <c:v>-2.683772482212825</c:v>
              </c:pt>
              <c:pt idx="24">
                <c:v>-2.8990069667357186</c:v>
              </c:pt>
              <c:pt idx="25">
                <c:v>-3.1142414512586125</c:v>
              </c:pt>
              <c:pt idx="26">
                <c:v>-3.3449252976565638</c:v>
              </c:pt>
              <c:pt idx="27">
                <c:v>-3.590950376056087</c:v>
              </c:pt>
              <c:pt idx="28">
                <c:v>-3.83697545445561</c:v>
              </c:pt>
              <c:pt idx="29">
                <c:v>-4.083000532855133</c:v>
              </c:pt>
              <c:pt idx="30">
                <c:v>-4.327702344310973</c:v>
              </c:pt>
              <c:pt idx="31">
                <c:v>-4.561373333252438</c:v>
              </c:pt>
              <c:pt idx="32">
                <c:v>-4.7950443221939025</c:v>
              </c:pt>
              <c:pt idx="33">
                <c:v>-5.028715311135368</c:v>
              </c:pt>
              <c:pt idx="34">
                <c:v>-5.262386300076833</c:v>
              </c:pt>
              <c:pt idx="35">
                <c:v>-5.496057289018298</c:v>
              </c:pt>
              <c:pt idx="36">
                <c:v>-5.770120241141877</c:v>
              </c:pt>
              <c:pt idx="37">
                <c:v>-6.046084410814605</c:v>
              </c:pt>
              <c:pt idx="38">
                <c:v>-6.322048580487333</c:v>
              </c:pt>
              <c:pt idx="39">
                <c:v>-6.598012750160062</c:v>
              </c:pt>
              <c:pt idx="40">
                <c:v>-6.87397691983279</c:v>
              </c:pt>
              <c:pt idx="41">
                <c:v>-7.149941089505519</c:v>
              </c:pt>
              <c:pt idx="42">
                <c:v>-7.273746874581623</c:v>
              </c:pt>
              <c:pt idx="43">
                <c:v>-7.383421173390915</c:v>
              </c:pt>
              <c:pt idx="44">
                <c:v>-7.493095472200207</c:v>
              </c:pt>
              <c:pt idx="45">
                <c:v>-7.602769771009499</c:v>
              </c:pt>
              <c:pt idx="46">
                <c:v>-7.712444069818791</c:v>
              </c:pt>
              <c:pt idx="47">
                <c:v>-7.822118368628083</c:v>
              </c:pt>
              <c:pt idx="48">
                <c:v>-7.931792667437375</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-1.2659986023366645</c:v>
              </c:pt>
              <c:pt idx="2">
                <c:v>-1.1241419207878978</c:v>
              </c:pt>
              <c:pt idx="3">
                <c:v>-1.0515213248732977</c:v>
              </c:pt>
              <c:pt idx="4">
                <c:v>-1.007962197594879</c:v>
              </c:pt>
              <c:pt idx="5">
                <c:v>-0.983249601332135</c:v>
              </c:pt>
              <c:pt idx="6">
                <c:v>-0.9725234746019938</c:v>
              </c:pt>
              <c:pt idx="7">
                <c:v>-0.9751311130992011</c:v>
              </c:pt>
              <c:pt idx="8">
                <c:v>-0.9906281936802437</c:v>
              </c:pt>
              <c:pt idx="9">
                <c:v>-1.017779670476868</c:v>
              </c:pt>
              <c:pt idx="10">
                <c:v>-1.0536710398708058</c:v>
              </c:pt>
              <c:pt idx="11">
                <c:v>-1.1028319219310707</c:v>
              </c:pt>
              <c:pt idx="12">
                <c:v>-1.1626106218748338</c:v>
              </c:pt>
              <c:pt idx="13">
                <c:v>-1.2336141260973004</c:v>
              </c:pt>
              <c:pt idx="14">
                <c:v>-1.3181598362228903</c:v>
              </c:pt>
              <c:pt idx="15">
                <c:v>-1.4161572760471541</c:v>
              </c:pt>
              <c:pt idx="16">
                <c:v>-1.5197631534159242</c:v>
              </c:pt>
              <c:pt idx="17">
                <c:v>-1.6497670857847466</c:v>
              </c:pt>
              <c:pt idx="18">
                <c:v>-1.7797710181535693</c:v>
              </c:pt>
              <c:pt idx="19">
                <c:v>-1.9303234790145798</c:v>
              </c:pt>
              <c:pt idx="20">
                <c:v>-2.106213599046455</c:v>
              </c:pt>
              <c:pt idx="21">
                <c:v>-2.2821037190783304</c:v>
              </c:pt>
              <c:pt idx="22">
                <c:v>-2.4686684787833895</c:v>
              </c:pt>
              <c:pt idx="23">
                <c:v>-2.6872008453909695</c:v>
              </c:pt>
              <c:pt idx="24">
                <c:v>-2.905733211998549</c:v>
              </c:pt>
              <c:pt idx="25">
                <c:v>-3.1242655786061286</c:v>
              </c:pt>
              <c:pt idx="26">
                <c:v>-3.3536545964245703</c:v>
              </c:pt>
              <c:pt idx="27">
                <c:v>-3.5938242798998163</c:v>
              </c:pt>
              <c:pt idx="28">
                <c:v>-3.8339939633750624</c:v>
              </c:pt>
              <c:pt idx="29">
                <c:v>-4.074163646850308</c:v>
              </c:pt>
              <c:pt idx="30">
                <c:v>-4.3152560381644705</c:v>
              </c:pt>
              <c:pt idx="31">
                <c:v>-4.564040170326757</c:v>
              </c:pt>
              <c:pt idx="32">
                <c:v>-4.812824302489044</c:v>
              </c:pt>
              <c:pt idx="33">
                <c:v>-5.061608434651331</c:v>
              </c:pt>
              <c:pt idx="34">
                <c:v>-5.310392566813617</c:v>
              </c:pt>
              <c:pt idx="35">
                <c:v>-5.559176698975904</c:v>
              </c:pt>
              <c:pt idx="36">
                <c:v>-5.809225096903237</c:v>
              </c:pt>
              <c:pt idx="37">
                <c:v>-6.0593330028135926</c:v>
              </c:pt>
              <c:pt idx="38">
                <c:v>-6.309440908723949</c:v>
              </c:pt>
              <c:pt idx="39">
                <c:v>-6.559548814634304</c:v>
              </c:pt>
              <c:pt idx="40">
                <c:v>-6.809656720544661</c:v>
              </c:pt>
              <c:pt idx="41">
                <c:v>-7.059764626455016</c:v>
              </c:pt>
              <c:pt idx="42">
                <c:v>-7.193309760883428</c:v>
              </c:pt>
              <c:pt idx="43">
                <c:v>-7.316029299280538</c:v>
              </c:pt>
              <c:pt idx="44">
                <c:v>-7.438748837677647</c:v>
              </c:pt>
              <c:pt idx="45">
                <c:v>-7.561468376074756</c:v>
              </c:pt>
              <c:pt idx="46">
                <c:v>-7.684187914471865</c:v>
              </c:pt>
              <c:pt idx="47">
                <c:v>-7.806907452868973</c:v>
              </c:pt>
              <c:pt idx="48">
                <c:v>-7.929626991266082</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pt idx="72">
                <c:v>-7.95</c:v>
              </c:pt>
              <c:pt idx="73">
                <c:v>-7.95</c:v>
              </c:pt>
              <c:pt idx="74">
                <c:v>-7.95</c:v>
              </c:pt>
              <c:pt idx="75">
                <c:v>-7.95</c:v>
              </c:pt>
              <c:pt idx="76">
                <c:v>-7.95</c:v>
              </c:pt>
              <c:pt idx="77">
                <c:v>-7.95</c:v>
              </c:pt>
              <c:pt idx="78">
                <c:v>-7.95</c:v>
              </c:pt>
              <c:pt idx="79">
                <c:v>-7.95</c:v>
              </c:pt>
              <c:pt idx="80">
                <c:v>-7.95</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-1.0122313242618932</c:v>
              </c:pt>
              <c:pt idx="2">
                <c:v>-0.9406626230992465</c:v>
              </c:pt>
              <c:pt idx="3">
                <c:v>-0.93156329024075</c:v>
              </c:pt>
              <c:pt idx="4">
                <c:v>-0.948040218605944</c:v>
              </c:pt>
              <c:pt idx="5">
                <c:v>-0.9785315087712598</c:v>
              </c:pt>
              <c:pt idx="6">
                <c:v>-1.0178871824167914</c:v>
              </c:pt>
              <c:pt idx="7">
                <c:v>-1.0633600842708288</c:v>
              </c:pt>
              <c:pt idx="8">
                <c:v>-1.1133104074513296</c:v>
              </c:pt>
              <c:pt idx="9">
                <c:v>-1.166680442896983</c:v>
              </c:pt>
              <c:pt idx="10">
                <c:v>-1.2227479942859893</c:v>
              </c:pt>
              <c:pt idx="11">
                <c:v>-1.2809979483762208</c:v>
              </c:pt>
              <c:pt idx="12">
                <c:v>-1.341049964600865</c:v>
              </c:pt>
              <c:pt idx="13">
                <c:v>-1.402615208140603</c:v>
              </c:pt>
              <c:pt idx="14">
                <c:v>-1.4654691631242465</c:v>
              </c:pt>
              <c:pt idx="15">
                <c:v>-1.5294338481048688</c:v>
              </c:pt>
              <c:pt idx="16">
                <c:v>-1.5943657829740912</c:v>
              </c:pt>
              <c:pt idx="17">
                <c:v>-1.6601476102822605</c:v>
              </c:pt>
              <c:pt idx="18">
                <c:v>-1.7266821150890885</c:v>
              </c:pt>
              <c:pt idx="19">
                <c:v>-1.793887863833671</c:v>
              </c:pt>
              <c:pt idx="20">
                <c:v>-1.861695963147439</c:v>
              </c:pt>
              <c:pt idx="21">
                <c:v>-1.930047610281814</c:v>
              </c:pt>
              <c:pt idx="22">
                <c:v>-1.9988922139070147</c:v>
              </c:pt>
              <c:pt idx="23">
                <c:v>-2.068185932978665</c:v>
              </c:pt>
              <c:pt idx="24">
                <c:v>-2.1378905268010024</c:v>
              </c:pt>
              <c:pt idx="25">
                <c:v>-2.207972439990131</c:v>
              </c:pt>
              <c:pt idx="26">
                <c:v>-2.278402067010085</c:v>
              </c:pt>
              <c:pt idx="27">
                <c:v>-2.349153155585344</c:v>
              </c:pt>
              <c:pt idx="28">
                <c:v>-2.4202023186630726</c:v>
              </c:pt>
              <c:pt idx="29">
                <c:v>-2.491528632054048</c:v>
              </c:pt>
              <c:pt idx="30">
                <c:v>-2.563113300313039</c:v>
              </c:pt>
              <c:pt idx="31">
                <c:v>-2.6349393774250776</c:v>
              </c:pt>
              <c:pt idx="32">
                <c:v>-2.7069915318516053</c:v>
              </c:pt>
              <c:pt idx="33">
                <c:v>-2.7792558477419584</c:v>
              </c:pt>
              <c:pt idx="34">
                <c:v>-2.8517196558291182</c:v>
              </c:pt>
              <c:pt idx="35">
                <c:v>-2.924371388844452</c:v>
              </c:pt>
              <c:pt idx="36">
                <c:v>-2.997200457305291</c:v>
              </c:pt>
              <c:pt idx="37">
                <c:v>-3.0701971423247807</c:v>
              </c:pt>
              <c:pt idx="38">
                <c:v>-3.143352502719217</c:v>
              </c:pt>
              <c:pt idx="39">
                <c:v>-3.2166582941837163</c:v>
              </c:pt>
              <c:pt idx="40">
                <c:v>-3.290106898702329</c:v>
              </c:pt>
              <c:pt idx="41">
                <c:v>-3.3636912626757867</c:v>
              </c:pt>
              <c:pt idx="42">
                <c:v>-3.437404842506048</c:v>
              </c:pt>
              <c:pt idx="43">
                <c:v>-3.511241556584549</c:v>
              </c:pt>
              <c:pt idx="44">
                <c:v>-3.5851957428005927</c:v>
              </c:pt>
              <c:pt idx="45">
                <c:v>-3.6592621208253586</c:v>
              </c:pt>
              <c:pt idx="46">
                <c:v>-3.7334357585415874</c:v>
              </c:pt>
              <c:pt idx="47">
                <c:v>-3.8077120420838595</c:v>
              </c:pt>
              <c:pt idx="48">
                <c:v>-3.882086649033268</c:v>
              </c:pt>
              <c:pt idx="49">
                <c:v>-3.95655552437615</c:v>
              </c:pt>
              <c:pt idx="50">
                <c:v>-4.031114858891741</c:v>
              </c:pt>
              <c:pt idx="51">
                <c:v>-4.105761069680127</c:v>
              </c:pt>
              <c:pt idx="52">
                <c:v>-4.180490782581039</c:v>
              </c:pt>
              <c:pt idx="53">
                <c:v>-4.255300816267388</c:v>
              </c:pt>
              <c:pt idx="54">
                <c:v>-4.330188167825642</c:v>
              </c:pt>
              <c:pt idx="55">
                <c:v>-4.405149999659348</c:v>
              </c:pt>
              <c:pt idx="56">
                <c:v>-4.480183627572715</c:v>
              </c:pt>
              <c:pt idx="57">
                <c:v>-4.555286509908913</c:v>
              </c:pt>
              <c:pt idx="58">
                <c:v>-4.630456237633034</c:v>
              </c:pt>
              <c:pt idx="59">
                <c:v>-4.705690525262774</c:v>
              </c:pt>
              <c:pt idx="60">
                <c:v>-4.780987202561369</c:v>
              </c:pt>
              <c:pt idx="61">
                <c:v>-4.856344206917151</c:v>
              </c:pt>
              <c:pt idx="62">
                <c:v>-4.931759576342752</c:v>
              </c:pt>
              <c:pt idx="63">
                <c:v>-5.007231443034431</c:v>
              </c:pt>
              <c:pt idx="64">
                <c:v>-5.082758027438624</c:v>
              </c:pt>
              <c:pt idx="65">
                <c:v>-5.158337632778483</c:v>
              </c:pt>
              <c:pt idx="66">
                <c:v>-5.233968639998321</c:v>
              </c:pt>
              <c:pt idx="67">
                <c:v>-5.309649503088186</c:v>
              </c:pt>
              <c:pt idx="68">
                <c:v>-5.385378744754824</c:v>
              </c:pt>
              <c:pt idx="69">
                <c:v>-5.461154952408659</c:v>
              </c:pt>
              <c:pt idx="70">
                <c:v>-5.536976774439502</c:v>
              </c:pt>
              <c:pt idx="71">
                <c:v>-5.6128429167564375</c:v>
              </c:pt>
              <c:pt idx="72">
                <c:v>-5.688752139569685</c:v>
              </c:pt>
              <c:pt idx="73">
                <c:v>-5.764703254394435</c:v>
              </c:pt>
              <c:pt idx="74">
                <c:v>-5.840695121258519</c:v>
              </c:pt>
              <c:pt idx="75">
                <c:v>-5.916726646097501</c:v>
              </c:pt>
              <c:pt idx="76">
                <c:v>-5.992796778322299</c:v>
              </c:pt>
              <c:pt idx="77">
                <c:v>-6.068904508545798</c:v>
              </c:pt>
              <c:pt idx="78">
                <c:v>-6.1450488664561425</c:v>
              </c:pt>
              <c:pt idx="79">
                <c:v>-6.221228918825507</c:v>
              </c:pt>
              <c:pt idx="80">
                <c:v>-6.2974437676441</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0.75</c:v>
              </c:pt>
              <c:pt idx="2">
                <c:v>1.5</c:v>
              </c:pt>
              <c:pt idx="3">
                <c:v>2.25</c:v>
              </c:pt>
              <c:pt idx="4">
                <c:v>3</c:v>
              </c:pt>
              <c:pt idx="5">
                <c:v>3.75</c:v>
              </c:pt>
              <c:pt idx="6">
                <c:v>4.5</c:v>
              </c:pt>
              <c:pt idx="7">
                <c:v>5.25</c:v>
              </c:pt>
              <c:pt idx="8">
                <c:v>6</c:v>
              </c:pt>
              <c:pt idx="9">
                <c:v>6.75</c:v>
              </c:pt>
              <c:pt idx="10">
                <c:v>7.5</c:v>
              </c:pt>
              <c:pt idx="11">
                <c:v>8.25</c:v>
              </c:pt>
              <c:pt idx="12">
                <c:v>9</c:v>
              </c:pt>
              <c:pt idx="13">
                <c:v>9.75</c:v>
              </c:pt>
              <c:pt idx="14">
                <c:v>10.5</c:v>
              </c:pt>
              <c:pt idx="15">
                <c:v>11.25</c:v>
              </c:pt>
              <c:pt idx="16">
                <c:v>12</c:v>
              </c:pt>
              <c:pt idx="17">
                <c:v>12.75</c:v>
              </c:pt>
              <c:pt idx="18">
                <c:v>13.5</c:v>
              </c:pt>
              <c:pt idx="19">
                <c:v>14.25</c:v>
              </c:pt>
              <c:pt idx="20">
                <c:v>15</c:v>
              </c:pt>
              <c:pt idx="21">
                <c:v>15.75</c:v>
              </c:pt>
              <c:pt idx="22">
                <c:v>16.5</c:v>
              </c:pt>
              <c:pt idx="23">
                <c:v>17.25</c:v>
              </c:pt>
              <c:pt idx="24">
                <c:v>18</c:v>
              </c:pt>
              <c:pt idx="25">
                <c:v>18.75</c:v>
              </c:pt>
              <c:pt idx="26">
                <c:v>19.5</c:v>
              </c:pt>
              <c:pt idx="27">
                <c:v>20.25</c:v>
              </c:pt>
              <c:pt idx="28">
                <c:v>21</c:v>
              </c:pt>
              <c:pt idx="29">
                <c:v>21.75</c:v>
              </c:pt>
              <c:pt idx="30">
                <c:v>22.5</c:v>
              </c:pt>
              <c:pt idx="31">
                <c:v>23.25</c:v>
              </c:pt>
              <c:pt idx="32">
                <c:v>24</c:v>
              </c:pt>
              <c:pt idx="33">
                <c:v>24.75</c:v>
              </c:pt>
              <c:pt idx="34">
                <c:v>25.5</c:v>
              </c:pt>
              <c:pt idx="35">
                <c:v>26.25</c:v>
              </c:pt>
              <c:pt idx="36">
                <c:v>27</c:v>
              </c:pt>
              <c:pt idx="37">
                <c:v>27.75</c:v>
              </c:pt>
              <c:pt idx="38">
                <c:v>28.5</c:v>
              </c:pt>
              <c:pt idx="39">
                <c:v>29.25</c:v>
              </c:pt>
              <c:pt idx="40">
                <c:v>30</c:v>
              </c:pt>
              <c:pt idx="41">
                <c:v>30.75</c:v>
              </c:pt>
              <c:pt idx="42">
                <c:v>31.5</c:v>
              </c:pt>
              <c:pt idx="43">
                <c:v>32.25</c:v>
              </c:pt>
              <c:pt idx="44">
                <c:v>33</c:v>
              </c:pt>
              <c:pt idx="45">
                <c:v>33.75</c:v>
              </c:pt>
              <c:pt idx="46">
                <c:v>34.5</c:v>
              </c:pt>
              <c:pt idx="47">
                <c:v>35.25</c:v>
              </c:pt>
              <c:pt idx="48">
                <c:v>36</c:v>
              </c:pt>
              <c:pt idx="49">
                <c:v>36.75</c:v>
              </c:pt>
              <c:pt idx="50">
                <c:v>37.5</c:v>
              </c:pt>
              <c:pt idx="51">
                <c:v>38.25</c:v>
              </c:pt>
              <c:pt idx="52">
                <c:v>39</c:v>
              </c:pt>
              <c:pt idx="53">
                <c:v>39.75</c:v>
              </c:pt>
              <c:pt idx="54">
                <c:v>40.5</c:v>
              </c:pt>
              <c:pt idx="55">
                <c:v>41.25</c:v>
              </c:pt>
              <c:pt idx="56">
                <c:v>42</c:v>
              </c:pt>
              <c:pt idx="57">
                <c:v>42.75</c:v>
              </c:pt>
              <c:pt idx="58">
                <c:v>43.5</c:v>
              </c:pt>
              <c:pt idx="59">
                <c:v>44.25</c:v>
              </c:pt>
              <c:pt idx="60">
                <c:v>45</c:v>
              </c:pt>
              <c:pt idx="61">
                <c:v>45.75</c:v>
              </c:pt>
              <c:pt idx="62">
                <c:v>46.5</c:v>
              </c:pt>
              <c:pt idx="63">
                <c:v>47.25</c:v>
              </c:pt>
              <c:pt idx="64">
                <c:v>48</c:v>
              </c:pt>
              <c:pt idx="65">
                <c:v>48.75</c:v>
              </c:pt>
              <c:pt idx="66">
                <c:v>49.5</c:v>
              </c:pt>
              <c:pt idx="67">
                <c:v>50.25</c:v>
              </c:pt>
              <c:pt idx="68">
                <c:v>51</c:v>
              </c:pt>
              <c:pt idx="69">
                <c:v>51.75</c:v>
              </c:pt>
              <c:pt idx="70">
                <c:v>52.5</c:v>
              </c:pt>
              <c:pt idx="71">
                <c:v>53.25</c:v>
              </c:pt>
              <c:pt idx="72">
                <c:v>54</c:v>
              </c:pt>
              <c:pt idx="73">
                <c:v>54.75</c:v>
              </c:pt>
              <c:pt idx="74">
                <c:v>55.5</c:v>
              </c:pt>
              <c:pt idx="75">
                <c:v>56.25</c:v>
              </c:pt>
              <c:pt idx="76">
                <c:v>57</c:v>
              </c:pt>
              <c:pt idx="77">
                <c:v>57.75</c:v>
              </c:pt>
              <c:pt idx="78">
                <c:v>58.5</c:v>
              </c:pt>
              <c:pt idx="79">
                <c:v>59.25</c:v>
              </c:pt>
              <c:pt idx="80">
                <c:v>60</c:v>
              </c:pt>
            </c:numLit>
          </c:xVal>
          <c:yVal>
            <c:numLit>
              <c:formatCode>0</c:formatCode>
              <c:ptCount val="81"/>
              <c:pt idx="0">
                <c:v>-8</c:v>
              </c:pt>
              <c:pt idx="1">
                <c:v>-1.237064407796106</c:v>
              </c:pt>
              <c:pt idx="2">
                <c:v>-1.097018104465296</c:v>
              </c:pt>
              <c:pt idx="3">
                <c:v>-1.0264202991060896</c:v>
              </c:pt>
              <c:pt idx="4">
                <c:v>-0.9883778846380278</c:v>
              </c:pt>
              <c:pt idx="5">
                <c:v>-0.9713289616375412</c:v>
              </c:pt>
              <c:pt idx="6">
                <c:v>-0.9701235517847243</c:v>
              </c:pt>
              <c:pt idx="7">
                <c:v>-0.982014499807867</c:v>
              </c:pt>
              <c:pt idx="8">
                <c:v>-1.0053619988249265</c:v>
              </c:pt>
              <c:pt idx="9">
                <c:v>-1.0391083397745926</c:v>
              </c:pt>
              <c:pt idx="10">
                <c:v>-1.0825313263350655</c:v>
              </c:pt>
              <c:pt idx="11">
                <c:v>-1.1351158452642172</c:v>
              </c:pt>
              <c:pt idx="12">
                <c:v>-1.1964815559952353</c:v>
              </c:pt>
              <c:pt idx="13">
                <c:v>-1.266339623708801</c:v>
              </c:pt>
              <c:pt idx="14">
                <c:v>-1.3444655325337256</c:v>
              </c:pt>
              <c:pt idx="15">
                <c:v>-1.4306813010230832</c:v>
              </c:pt>
              <c:pt idx="16">
                <c:v>-1.524843449068494</c:v>
              </c:pt>
              <c:pt idx="17">
                <c:v>-1.6268346192203063</c:v>
              </c:pt>
              <c:pt idx="18">
                <c:v>-1.7365575965382303</c:v>
              </c:pt>
              <c:pt idx="19">
                <c:v>-1.8539309474613628</c:v>
              </c:pt>
              <c:pt idx="20">
                <c:v>-1.9788857786211342</c:v>
              </c:pt>
              <c:pt idx="21">
                <c:v>-2.111363287268967</c:v>
              </c:pt>
              <c:pt idx="22">
                <c:v>-2.2513128820750787</c:v>
              </c:pt>
              <c:pt idx="23">
                <c:v>-2.398690721995094</c:v>
              </c:pt>
              <c:pt idx="24">
                <c:v>-2.5534585663332505</c:v>
              </c:pt>
              <c:pt idx="25">
                <c:v>-2.715582859705651</c:v>
              </c:pt>
              <c:pt idx="26">
                <c:v>-2.885033996576331</c:v>
              </c:pt>
              <c:pt idx="27">
                <c:v>-3.06178572466977</c:v>
              </c:pt>
              <c:pt idx="28">
                <c:v>-3.245814656933132</c:v>
              </c:pt>
              <c:pt idx="29">
                <c:v>-3.437099869177195</c:v>
              </c:pt>
              <c:pt idx="30">
                <c:v>-3.6356225659567265</c:v>
              </c:pt>
              <c:pt idx="31">
                <c:v>-3.8413658012567597</c:v>
              </c:pt>
              <c:pt idx="32">
                <c:v>-4.054314243538736</c:v>
              </c:pt>
              <c:pt idx="33">
                <c:v>-4.274453976951992</c:v>
              </c:pt>
              <c:pt idx="34">
                <c:v>-4.501772332229508</c:v>
              </c:pt>
              <c:pt idx="35">
                <c:v>-4.736257742102651</c:v>
              </c:pt>
              <c:pt idx="36">
                <c:v>-4.977899617088752</c:v>
              </c:pt>
              <c:pt idx="37">
                <c:v>-5.226688238300959</c:v>
              </c:pt>
              <c:pt idx="38">
                <c:v>-5.482614664555567</c:v>
              </c:pt>
              <c:pt idx="39">
                <c:v>-5.745670651547692</c:v>
              </c:pt>
              <c:pt idx="40">
                <c:v>-6.015848581261381</c:v>
              </c:pt>
              <c:pt idx="41">
                <c:v>-6.2931414000973716</c:v>
              </c:pt>
              <c:pt idx="42">
                <c:v>-6.5775425644576195</c:v>
              </c:pt>
              <c:pt idx="43">
                <c:v>-6.869045992733558</c:v>
              </c:pt>
              <c:pt idx="44">
                <c:v>-7.1676460228144965</c:v>
              </c:pt>
              <c:pt idx="45">
                <c:v>-7.47333737437161</c:v>
              </c:pt>
              <c:pt idx="46">
                <c:v>-7.786115115287639</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-8</c:v>
              </c:pt>
              <c:pt idx="62">
                <c:v>-8</c:v>
              </c:pt>
              <c:pt idx="63">
                <c:v>-8</c:v>
              </c:pt>
              <c:pt idx="64">
                <c:v>-8</c:v>
              </c:pt>
              <c:pt idx="65">
                <c:v>-8</c:v>
              </c:pt>
              <c:pt idx="66">
                <c:v>-8</c:v>
              </c:pt>
              <c:pt idx="67">
                <c:v>-8</c:v>
              </c:pt>
              <c:pt idx="68">
                <c:v>-8</c:v>
              </c:pt>
              <c:pt idx="69">
                <c:v>-8</c:v>
              </c:pt>
              <c:pt idx="70">
                <c:v>-8</c:v>
              </c:pt>
              <c:pt idx="71">
                <c:v>-8</c:v>
              </c:pt>
              <c:pt idx="72">
                <c:v>-8</c:v>
              </c:pt>
              <c:pt idx="73">
                <c:v>-8</c:v>
              </c:pt>
              <c:pt idx="74">
                <c:v>-8</c:v>
              </c:pt>
              <c:pt idx="75">
                <c:v>-8</c:v>
              </c:pt>
              <c:pt idx="76">
                <c:v>-8</c:v>
              </c:pt>
              <c:pt idx="77">
                <c:v>-8</c:v>
              </c:pt>
              <c:pt idx="78">
                <c:v>-8</c:v>
              </c:pt>
              <c:pt idx="79">
                <c:v>-8</c:v>
              </c:pt>
              <c:pt idx="80">
                <c:v>-8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60"/>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2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333333"/>
                </a:solidFill>
                <a:latin typeface="Noto Sans JP"/>
                <a:ea typeface="Noto Sans JP"/>
                <a:cs typeface="Noto Sans JP"/>
              </a:rPr>
              <a:t>1000 Td</a:t>
            </a:r>
          </a:p>
        </c:rich>
      </c:tx>
      <c:overlay val="0"/>
      <c:txPr>
        <a:bodyPr xmlns:a="http://schemas.openxmlformats.org/drawingml/2006/main" anchorCtr="1"/>
        <a:lstStyle xmlns:a="http://schemas.openxmlformats.org/drawingml/2006/main"/>
        <a:p xmlns:a="http://schemas.openxmlformats.org/drawingml/2006/main">
          <a:pPr>
            <a:defRPr sz="1050" b="1">
              <a:solidFill>
                <a:srgbClr val="333333"/>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8DB6"/>
              </a:solidFill>
              <a:prstDash val="solid"/>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-1.6773295669054957</c:v>
              </c:pt>
              <c:pt idx="2">
                <c:v>-1.5286171034044245</c:v>
              </c:pt>
              <c:pt idx="3">
                <c:v>-1.4450635831274772</c:v>
              </c:pt>
              <c:pt idx="4">
                <c:v>-1.3894883784628111</c:v>
              </c:pt>
              <c:pt idx="5">
                <c:v>-1.3522045116344987</c:v>
              </c:pt>
              <c:pt idx="6">
                <c:v>-1.3274496673842084</c:v>
              </c:pt>
              <c:pt idx="7">
                <c:v>-1.3137271266751525</c:v>
              </c:pt>
              <c:pt idx="8">
                <c:v>-1.3094867312481777</c:v>
              </c:pt>
              <c:pt idx="9">
                <c:v>-1.3131089188900842</c:v>
              </c:pt>
              <c:pt idx="10">
                <c:v>-1.323821624285841</c:v>
              </c:pt>
              <c:pt idx="11">
                <c:v>-1.3436331158376456</c:v>
              </c:pt>
              <c:pt idx="12">
                <c:v>-1.3657193729133488</c:v>
              </c:pt>
              <c:pt idx="13">
                <c:v>-1.3943477066322587</c:v>
              </c:pt>
              <c:pt idx="14">
                <c:v>-1.4234051001059496</c:v>
              </c:pt>
              <c:pt idx="15">
                <c:v>-1.457030557867163</c:v>
              </c:pt>
              <c:pt idx="16">
                <c:v>-1.4906560156283766</c:v>
              </c:pt>
              <c:pt idx="17">
                <c:v>-1.526360267311663</c:v>
              </c:pt>
              <c:pt idx="18">
                <c:v>-1.5630083367122163</c:v>
              </c:pt>
              <c:pt idx="19">
                <c:v>-1.5996564061127696</c:v>
              </c:pt>
              <c:pt idx="20">
                <c:v>-1.637761329910617</c:v>
              </c:pt>
              <c:pt idx="21">
                <c:v>-1.676071873658688</c:v>
              </c:pt>
              <c:pt idx="22">
                <c:v>-1.7143824174067586</c:v>
              </c:pt>
              <c:pt idx="23">
                <c:v>-1.753387000276558</c:v>
              </c:pt>
              <c:pt idx="24">
                <c:v>-1.7928934750452679</c:v>
              </c:pt>
              <c:pt idx="25">
                <c:v>-1.8323999498139778</c:v>
              </c:pt>
              <c:pt idx="26">
                <c:v>-1.8719064245826877</c:v>
              </c:pt>
              <c:pt idx="27">
                <c:v>-1.911812418113815</c:v>
              </c:pt>
              <c:pt idx="28">
                <c:v>-1.951876657939178</c:v>
              </c:pt>
              <c:pt idx="29">
                <c:v>-1.9919408977645408</c:v>
              </c:pt>
              <c:pt idx="30">
                <c:v>-2.0320051375899038</c:v>
              </c:pt>
              <c:pt idx="31">
                <c:v>-2.0721902092790736</c:v>
              </c:pt>
              <c:pt idx="32">
                <c:v>-2.1129031612623477</c:v>
              </c:pt>
              <c:pt idx="33">
                <c:v>-2.1536161132456217</c:v>
              </c:pt>
              <c:pt idx="34">
                <c:v>-2.194329065228896</c:v>
              </c:pt>
              <c:pt idx="35">
                <c:v>-2.2350420172121703</c:v>
              </c:pt>
              <c:pt idx="36">
                <c:v>-2.2757549691954444</c:v>
              </c:pt>
              <c:pt idx="37">
                <c:v>-2.3159392768293143</c:v>
              </c:pt>
              <c:pt idx="38">
                <c:v>-2.356048402283718</c:v>
              </c:pt>
              <c:pt idx="39">
                <c:v>-2.3961575277381213</c:v>
              </c:pt>
              <c:pt idx="40">
                <c:v>-2.4362666531925243</c:v>
              </c:pt>
              <c:pt idx="41">
                <c:v>-2.476375778646928</c:v>
              </c:pt>
              <c:pt idx="42">
                <c:v>-2.5164849041013313</c:v>
              </c:pt>
              <c:pt idx="43">
                <c:v>-2.555913624144984</c:v>
              </c:pt>
              <c:pt idx="44">
                <c:v>-2.594975005267678</c:v>
              </c:pt>
              <c:pt idx="45">
                <c:v>-2.6340363863903726</c:v>
              </c:pt>
              <c:pt idx="46">
                <c:v>-2.6730977675130667</c:v>
              </c:pt>
              <c:pt idx="47">
                <c:v>-2.7121591486357612</c:v>
              </c:pt>
              <c:pt idx="48">
                <c:v>-2.7512205297584558</c:v>
              </c:pt>
              <c:pt idx="49">
                <c:v>-2.79028191088115</c:v>
              </c:pt>
              <c:pt idx="50">
                <c:v>-2.8289124399048458</c:v>
              </c:pt>
              <c:pt idx="51">
                <c:v>-2.8667436516949443</c:v>
              </c:pt>
              <c:pt idx="52">
                <c:v>-2.9045748634850432</c:v>
              </c:pt>
              <c:pt idx="53">
                <c:v>-2.9424060752751418</c:v>
              </c:pt>
              <c:pt idx="54">
                <c:v>-2.9802372870652407</c:v>
              </c:pt>
              <c:pt idx="55">
                <c:v>-3.0180684988553392</c:v>
              </c:pt>
              <c:pt idx="56">
                <c:v>-3.0558997106454378</c:v>
              </c:pt>
              <c:pt idx="57">
                <c:v>-3.0937309224355367</c:v>
              </c:pt>
              <c:pt idx="58">
                <c:v>-3.1315621342256357</c:v>
              </c:pt>
              <c:pt idx="59">
                <c:v>-3.168451431621361</c:v>
              </c:pt>
              <c:pt idx="60">
                <c:v>-3.2050949456434306</c:v>
              </c:pt>
              <c:pt idx="61">
                <c:v>-3.2417384596655</c:v>
              </c:pt>
              <c:pt idx="62">
                <c:v>-3.27838197368757</c:v>
              </c:pt>
              <c:pt idx="63">
                <c:v>-3.3150254877096397</c:v>
              </c:pt>
              <c:pt idx="64">
                <c:v>-3.3516690017317097</c:v>
              </c:pt>
              <c:pt idx="65">
                <c:v>-3.3883125157537792</c:v>
              </c:pt>
              <c:pt idx="66">
                <c:v>-3.4249560297758492</c:v>
              </c:pt>
              <c:pt idx="67">
                <c:v>-3.461599543797919</c:v>
              </c:pt>
              <c:pt idx="68">
                <c:v>-3.4982430578199883</c:v>
              </c:pt>
              <c:pt idx="69">
                <c:v>-3.5339906863759265</c:v>
              </c:pt>
              <c:pt idx="70">
                <c:v>-3.5694570189384747</c:v>
              </c:pt>
              <c:pt idx="71">
                <c:v>-3.6049233515010224</c:v>
              </c:pt>
              <c:pt idx="72">
                <c:v>-3.6403896840635706</c:v>
              </c:pt>
              <c:pt idx="73">
                <c:v>-3.6758560166261183</c:v>
              </c:pt>
              <c:pt idx="74">
                <c:v>-3.7113223491886664</c:v>
              </c:pt>
              <c:pt idx="75">
                <c:v>-3.746788681751214</c:v>
              </c:pt>
              <c:pt idx="76">
                <c:v>-3.7822550143137623</c:v>
              </c:pt>
              <c:pt idx="77">
                <c:v>-3.81772134687631</c:v>
              </c:pt>
              <c:pt idx="78">
                <c:v>-3.853187679438858</c:v>
              </c:pt>
              <c:pt idx="79">
                <c:v>-3.888654012001406</c:v>
              </c:pt>
              <c:pt idx="80">
                <c:v>-3.924120344563954</c:v>
              </c:pt>
            </c:numLit>
          </c:yVal>
        </c:ser>
        <c:ser>
          <c:idx val="1"/>
          <c:order val="1"/>
          <c:tx>
            <c:v>Monte Carlo</c:v>
          </c:tx>
          <c:spPr>
            <a:ln xmlns:a="http://schemas.openxmlformats.org/drawingml/2006/main" w="20955">
              <a:solidFill>
                <a:srgbClr val="C88700"/>
              </a:solidFill>
              <a:prstDash val="solid"/>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-1.6676516434127213</c:v>
              </c:pt>
              <c:pt idx="2">
                <c:v>-1.5100937590615007</c:v>
              </c:pt>
              <c:pt idx="3">
                <c:v>-1.4243917593266335</c:v>
              </c:pt>
              <c:pt idx="4">
                <c:v>-1.371285236215325</c:v>
              </c:pt>
              <c:pt idx="5">
                <c:v>-1.3369008899665737</c:v>
              </c:pt>
              <c:pt idx="6">
                <c:v>-1.3153425938020007</c:v>
              </c:pt>
              <c:pt idx="7">
                <c:v>-1.3048304726453326</c:v>
              </c:pt>
              <c:pt idx="8">
                <c:v>-1.3029335096986792</c:v>
              </c:pt>
              <c:pt idx="9">
                <c:v>-1.3082513664852218</c:v>
              </c:pt>
              <c:pt idx="10">
                <c:v>-1.320424810832748</c:v>
              </c:pt>
              <c:pt idx="11">
                <c:v>-1.3408212314683452</c:v>
              </c:pt>
              <c:pt idx="12">
                <c:v>-1.3635166269309187</c:v>
              </c:pt>
              <c:pt idx="13">
                <c:v>-1.393731518319529</c:v>
              </c:pt>
              <c:pt idx="14">
                <c:v>-1.4244618616173843</c:v>
              </c:pt>
              <c:pt idx="15">
                <c:v>-1.46068005930457</c:v>
              </c:pt>
              <c:pt idx="16">
                <c:v>-1.4968982569917555</c:v>
              </c:pt>
              <c:pt idx="17">
                <c:v>-1.5354494867113244</c:v>
              </c:pt>
              <c:pt idx="18">
                <c:v>-1.5750599637876106</c:v>
              </c:pt>
              <c:pt idx="19">
                <c:v>-1.6146704408638968</c:v>
              </c:pt>
              <c:pt idx="20">
                <c:v>-1.6553344746362932</c:v>
              </c:pt>
              <c:pt idx="21">
                <c:v>-1.6961472070540826</c:v>
              </c:pt>
              <c:pt idx="22">
                <c:v>-1.7369599394718718</c:v>
              </c:pt>
              <c:pt idx="23">
                <c:v>-1.7777638877024695</c:v>
              </c:pt>
              <c:pt idx="24">
                <c:v>-1.8185614836796393</c:v>
              </c:pt>
              <c:pt idx="25">
                <c:v>-1.8593590796568091</c:v>
              </c:pt>
              <c:pt idx="26">
                <c:v>-1.9001566756339792</c:v>
              </c:pt>
              <c:pt idx="27">
                <c:v>-1.9404593465970819</c:v>
              </c:pt>
              <c:pt idx="28">
                <c:v>-1.9805659815869883</c:v>
              </c:pt>
              <c:pt idx="29">
                <c:v>-2.0206726165768947</c:v>
              </c:pt>
              <c:pt idx="30">
                <c:v>-2.060779251566801</c:v>
              </c:pt>
              <c:pt idx="31">
                <c:v>-2.1007692650917353</c:v>
              </c:pt>
              <c:pt idx="32">
                <c:v>-2.140249792366201</c:v>
              </c:pt>
              <c:pt idx="33">
                <c:v>-2.1797303196406665</c:v>
              </c:pt>
              <c:pt idx="34">
                <c:v>-2.219210846915132</c:v>
              </c:pt>
              <c:pt idx="35">
                <c:v>-2.2586913741895973</c:v>
              </c:pt>
              <c:pt idx="36">
                <c:v>-2.298171901464063</c:v>
              </c:pt>
              <c:pt idx="37">
                <c:v>-2.3360292682794364</c:v>
              </c:pt>
              <c:pt idx="38">
                <c:v>-2.373655794188109</c:v>
              </c:pt>
              <c:pt idx="39">
                <c:v>-2.411282320096781</c:v>
              </c:pt>
              <c:pt idx="40">
                <c:v>-2.4489088460054536</c:v>
              </c:pt>
              <c:pt idx="41">
                <c:v>-2.486535371914126</c:v>
              </c:pt>
              <c:pt idx="42">
                <c:v>-2.5241618978227987</c:v>
              </c:pt>
              <c:pt idx="43">
                <c:v>-2.5601980325009195</c:v>
              </c:pt>
              <c:pt idx="44">
                <c:v>-2.5953755429098893</c:v>
              </c:pt>
              <c:pt idx="45">
                <c:v>-2.630553053318859</c:v>
              </c:pt>
              <c:pt idx="46">
                <c:v>-2.665730563727829</c:v>
              </c:pt>
              <c:pt idx="47">
                <c:v>-2.7009080741367986</c:v>
              </c:pt>
              <c:pt idx="48">
                <c:v>-2.7360855845457683</c:v>
              </c:pt>
              <c:pt idx="49">
                <c:v>-2.7712630949547377</c:v>
              </c:pt>
              <c:pt idx="50">
                <c:v>-2.8057569957899253</c:v>
              </c:pt>
              <c:pt idx="51">
                <c:v>-2.838982663478179</c:v>
              </c:pt>
              <c:pt idx="52">
                <c:v>-2.872208331166433</c:v>
              </c:pt>
              <c:pt idx="53">
                <c:v>-2.905433998854687</c:v>
              </c:pt>
              <c:pt idx="54">
                <c:v>-2.9386596665429403</c:v>
              </c:pt>
              <c:pt idx="55">
                <c:v>-2.971885334231194</c:v>
              </c:pt>
              <c:pt idx="56">
                <c:v>-3.005111001919448</c:v>
              </c:pt>
              <c:pt idx="57">
                <c:v>-3.038336669607702</c:v>
              </c:pt>
              <c:pt idx="58">
                <c:v>-3.0715623372959557</c:v>
              </c:pt>
              <c:pt idx="59">
                <c:v>-3.103294528029712</c:v>
              </c:pt>
              <c:pt idx="60">
                <c:v>-3.134637010519761</c:v>
              </c:pt>
              <c:pt idx="61">
                <c:v>-3.1659794930098104</c:v>
              </c:pt>
              <c:pt idx="62">
                <c:v>-3.1973219754998596</c:v>
              </c:pt>
              <c:pt idx="63">
                <c:v>-3.2286644579899084</c:v>
              </c:pt>
              <c:pt idx="64">
                <c:v>-3.2600069404799576</c:v>
              </c:pt>
              <c:pt idx="65">
                <c:v>-3.291349422970007</c:v>
              </c:pt>
              <c:pt idx="66">
                <c:v>-3.322691905460056</c:v>
              </c:pt>
              <c:pt idx="67">
                <c:v>-3.3540343879501053</c:v>
              </c:pt>
              <c:pt idx="68">
                <c:v>-3.3853768704401546</c:v>
              </c:pt>
              <c:pt idx="69">
                <c:v>-3.4152816308306657</c:v>
              </c:pt>
              <c:pt idx="70">
                <c:v>-3.4447349658085575</c:v>
              </c:pt>
              <c:pt idx="71">
                <c:v>-3.474188300786449</c:v>
              </c:pt>
              <c:pt idx="72">
                <c:v>-3.5036416357643403</c:v>
              </c:pt>
              <c:pt idx="73">
                <c:v>-3.533094970742232</c:v>
              </c:pt>
              <c:pt idx="74">
                <c:v>-3.5625483057201235</c:v>
              </c:pt>
              <c:pt idx="75">
                <c:v>-3.592001640698015</c:v>
              </c:pt>
              <c:pt idx="76">
                <c:v>-3.6214549756759067</c:v>
              </c:pt>
              <c:pt idx="77">
                <c:v>-3.650908310653798</c:v>
              </c:pt>
              <c:pt idx="78">
                <c:v>-3.68036164563169</c:v>
              </c:pt>
              <c:pt idx="79">
                <c:v>-3.7098149806095813</c:v>
              </c:pt>
              <c:pt idx="80">
                <c:v>-3.7392683155874726</c:v>
              </c:pt>
            </c:numLit>
          </c:yVal>
        </c:ser>
        <c:ser>
          <c:idx val="2"/>
          <c:order val="2"/>
          <c:tx>
            <c:v>propagator P1</c:v>
          </c:tx>
          <c:spPr>
            <a:ln xmlns:a="http://schemas.openxmlformats.org/drawingml/2006/main" w="20955">
              <a:solidFill>
                <a:srgbClr val="6DBB20"/>
              </a:solidFill>
              <a:prstDash val="solid"/>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-1.6646341427911946</c:v>
              </c:pt>
              <c:pt idx="2">
                <c:v>-1.5069878932196612</c:v>
              </c:pt>
              <c:pt idx="3">
                <c:v>-1.4213977615082336</c:v>
              </c:pt>
              <c:pt idx="4">
                <c:v>-1.3678471741050002</c:v>
              </c:pt>
              <c:pt idx="5">
                <c:v>-1.334153873099948</c:v>
              </c:pt>
              <c:pt idx="6">
                <c:v>-1.3132135228263562</c:v>
              </c:pt>
              <c:pt idx="7">
                <c:v>-1.3029148028759505</c:v>
              </c:pt>
              <c:pt idx="8">
                <c:v>-1.3014561300069334</c:v>
              </c:pt>
              <c:pt idx="9">
                <c:v>-1.3072506461013698</c:v>
              </c:pt>
              <c:pt idx="10">
                <c:v>-1.3195675952759918</c:v>
              </c:pt>
              <c:pt idx="11">
                <c:v>-1.340625370417498</c:v>
              </c:pt>
              <c:pt idx="12">
                <c:v>-1.3639427012133547</c:v>
              </c:pt>
              <c:pt idx="13">
                <c:v>-1.394035678528719</c:v>
              </c:pt>
              <c:pt idx="14">
                <c:v>-1.4246597565657628</c:v>
              </c:pt>
              <c:pt idx="15">
                <c:v>-1.4609382969772227</c:v>
              </c:pt>
              <c:pt idx="16">
                <c:v>-1.4972168373886823</c:v>
              </c:pt>
              <c:pt idx="17">
                <c:v>-1.5360504921906233</c:v>
              </c:pt>
              <c:pt idx="18">
                <c:v>-1.576044224576866</c:v>
              </c:pt>
              <c:pt idx="19">
                <c:v>-1.6160379569631087</c:v>
              </c:pt>
              <c:pt idx="20">
                <c:v>-1.6568316411989552</c:v>
              </c:pt>
              <c:pt idx="21">
                <c:v>-1.6977382303756126</c:v>
              </c:pt>
              <c:pt idx="22">
                <c:v>-1.73864481955227</c:v>
              </c:pt>
              <c:pt idx="23">
                <c:v>-1.7796062034815838</c:v>
              </c:pt>
              <c:pt idx="24">
                <c:v>-1.8206072120395393</c:v>
              </c:pt>
              <c:pt idx="25">
                <c:v>-1.8616082205974949</c:v>
              </c:pt>
              <c:pt idx="26">
                <c:v>-1.9026092291554506</c:v>
              </c:pt>
              <c:pt idx="27">
                <c:v>-1.9431673480500204</c:v>
              </c:pt>
              <c:pt idx="28">
                <c:v>-1.98355004177166</c:v>
              </c:pt>
              <c:pt idx="29">
                <c:v>-2.0239327354932994</c:v>
              </c:pt>
              <c:pt idx="30">
                <c:v>-2.064315429214939</c:v>
              </c:pt>
              <c:pt idx="31">
                <c:v>-2.10455475775196</c:v>
              </c:pt>
              <c:pt idx="32">
                <c:v>-2.144167764278907</c:v>
              </c:pt>
              <c:pt idx="33">
                <c:v>-2.1837807708058543</c:v>
              </c:pt>
              <c:pt idx="34">
                <c:v>-2.2233937773328014</c:v>
              </c:pt>
              <c:pt idx="35">
                <c:v>-2.2630067838597485</c:v>
              </c:pt>
              <c:pt idx="36">
                <c:v>-2.3026197903866956</c:v>
              </c:pt>
              <c:pt idx="37">
                <c:v>-2.340582661769717</c:v>
              </c:pt>
              <c:pt idx="38">
                <c:v>-2.3783108559890187</c:v>
              </c:pt>
              <c:pt idx="39">
                <c:v>-2.41603905020832</c:v>
              </c:pt>
              <c:pt idx="40">
                <c:v>-2.4537672444276217</c:v>
              </c:pt>
              <c:pt idx="41">
                <c:v>-2.4914954386469232</c:v>
              </c:pt>
              <c:pt idx="42">
                <c:v>-2.5292236328662248</c:v>
              </c:pt>
              <c:pt idx="43">
                <c:v>-2.5654704222306415</c:v>
              </c:pt>
              <c:pt idx="44">
                <c:v>-2.6009174271543443</c:v>
              </c:pt>
              <c:pt idx="45">
                <c:v>-2.636364432078047</c:v>
              </c:pt>
              <c:pt idx="46">
                <c:v>-2.6718114370017503</c:v>
              </c:pt>
              <c:pt idx="47">
                <c:v>-2.707258441925453</c:v>
              </c:pt>
              <c:pt idx="48">
                <c:v>-2.7427054468491563</c:v>
              </c:pt>
              <c:pt idx="49">
                <c:v>-2.778152451772859</c:v>
              </c:pt>
              <c:pt idx="50">
                <c:v>-2.8128827588784966</c:v>
              </c:pt>
              <c:pt idx="51">
                <c:v>-2.846283447494187</c:v>
              </c:pt>
              <c:pt idx="52">
                <c:v>-2.879684136109878</c:v>
              </c:pt>
              <c:pt idx="53">
                <c:v>-2.9130848247255687</c:v>
              </c:pt>
              <c:pt idx="54">
                <c:v>-2.9464855133412593</c:v>
              </c:pt>
              <c:pt idx="55">
                <c:v>-2.97988620195695</c:v>
              </c:pt>
              <c:pt idx="56">
                <c:v>-3.0132868905726404</c:v>
              </c:pt>
              <c:pt idx="57">
                <c:v>-3.046687579188331</c:v>
              </c:pt>
              <c:pt idx="58">
                <c:v>-3.080088267804022</c:v>
              </c:pt>
              <c:pt idx="59">
                <c:v>-3.1119878646373436</c:v>
              </c:pt>
              <c:pt idx="60">
                <c:v>-3.143495766211901</c:v>
              </c:pt>
              <c:pt idx="61">
                <c:v>-3.175003667786459</c:v>
              </c:pt>
              <c:pt idx="62">
                <c:v>-3.2065115693610164</c:v>
              </c:pt>
              <c:pt idx="63">
                <c:v>-3.238019470935574</c:v>
              </c:pt>
              <c:pt idx="64">
                <c:v>-3.2695273725101317</c:v>
              </c:pt>
              <c:pt idx="65">
                <c:v>-3.3010352740846893</c:v>
              </c:pt>
              <c:pt idx="66">
                <c:v>-3.332543175659247</c:v>
              </c:pt>
              <c:pt idx="67">
                <c:v>-3.3640510772338046</c:v>
              </c:pt>
              <c:pt idx="68">
                <c:v>-3.395558978808362</c:v>
              </c:pt>
              <c:pt idx="69">
                <c:v>-3.425513912213421</c:v>
              </c:pt>
              <c:pt idx="70">
                <c:v>-3.4549812344890913</c:v>
              </c:pt>
              <c:pt idx="71">
                <c:v>-3.484448556764762</c:v>
              </c:pt>
              <c:pt idx="72">
                <c:v>-3.5139158790404323</c:v>
              </c:pt>
              <c:pt idx="73">
                <c:v>-3.543383201316103</c:v>
              </c:pt>
              <c:pt idx="74">
                <c:v>-3.5728505235917734</c:v>
              </c:pt>
              <c:pt idx="75">
                <c:v>-3.602317845867444</c:v>
              </c:pt>
              <c:pt idx="76">
                <c:v>-3.6317851681431144</c:v>
              </c:pt>
              <c:pt idx="77">
                <c:v>-3.661252490418785</c:v>
              </c:pt>
              <c:pt idx="78">
                <c:v>-3.6907198126944554</c:v>
              </c:pt>
              <c:pt idx="79">
                <c:v>-3.720187134970126</c:v>
              </c:pt>
              <c:pt idx="80">
                <c:v>-3.7496544572457964</c:v>
              </c:pt>
            </c:numLit>
          </c:yVal>
        </c:ser>
        <c:ser>
          <c:idx val="3"/>
          <c:order val="3"/>
          <c:tx>
            <c:v>COMSOL Maxwellian</c:v>
          </c:tx>
          <c:spPr>
            <a:ln xmlns:a="http://schemas.openxmlformats.org/drawingml/2006/main" w="17145">
              <a:solidFill>
                <a:srgbClr val="555F6D"/>
              </a:solidFill>
              <a:prstDash val="dash"/>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-1.4996566028900236</c:v>
              </c:pt>
              <c:pt idx="2">
                <c:v>-1.3919556119274756</c:v>
              </c:pt>
              <c:pt idx="3">
                <c:v>-1.3467239892690774</c:v>
              </c:pt>
              <c:pt idx="4">
                <c:v>-1.3270686278343697</c:v>
              </c:pt>
              <c:pt idx="5">
                <c:v>-1.321427628199784</c:v>
              </c:pt>
              <c:pt idx="6">
                <c:v>-1.3246510120454142</c:v>
              </c:pt>
              <c:pt idx="7">
                <c:v>-1.33399162409955</c:v>
              </c:pt>
              <c:pt idx="8">
                <c:v>-1.347809657480149</c:v>
              </c:pt>
              <c:pt idx="9">
                <c:v>-1.3650474031259008</c:v>
              </c:pt>
              <c:pt idx="10">
                <c:v>-1.3849826647150056</c:v>
              </c:pt>
              <c:pt idx="11">
                <c:v>-1.4071003290053357</c:v>
              </c:pt>
              <c:pt idx="12">
                <c:v>-1.4310200554300785</c:v>
              </c:pt>
              <c:pt idx="13">
                <c:v>-1.4564530091699148</c:v>
              </c:pt>
              <c:pt idx="14">
                <c:v>-1.4831746743536567</c:v>
              </c:pt>
              <c:pt idx="15">
                <c:v>-1.5110070695343774</c:v>
              </c:pt>
              <c:pt idx="16">
                <c:v>-1.539806714603698</c:v>
              </c:pt>
              <c:pt idx="17">
                <c:v>-1.569456252111966</c:v>
              </c:pt>
              <c:pt idx="18">
                <c:v>-1.5998584671188925</c:v>
              </c:pt>
              <c:pt idx="19">
                <c:v>-1.6309319260635733</c:v>
              </c:pt>
              <c:pt idx="20">
                <c:v>-1.6626077355774398</c:v>
              </c:pt>
              <c:pt idx="21">
                <c:v>-1.6948270929119131</c:v>
              </c:pt>
              <c:pt idx="22">
                <c:v>-1.727539406737212</c:v>
              </c:pt>
              <c:pt idx="23">
                <c:v>-1.760700836008961</c:v>
              </c:pt>
              <c:pt idx="24">
                <c:v>-1.7942731400313972</c:v>
              </c:pt>
              <c:pt idx="25">
                <c:v>-1.8282227634206238</c:v>
              </c:pt>
              <c:pt idx="26">
                <c:v>-1.8625201006406762</c:v>
              </c:pt>
              <c:pt idx="27">
                <c:v>-1.8971388994160339</c:v>
              </c:pt>
              <c:pt idx="28">
                <c:v>-1.9320557726938603</c:v>
              </c:pt>
              <c:pt idx="29">
                <c:v>-1.9672497962849345</c:v>
              </c:pt>
              <c:pt idx="30">
                <c:v>-2.002702174744024</c:v>
              </c:pt>
              <c:pt idx="31">
                <c:v>-2.038395962056161</c:v>
              </c:pt>
              <c:pt idx="32">
                <c:v>-2.0743158266827866</c:v>
              </c:pt>
              <c:pt idx="33">
                <c:v>-2.1104478527732384</c:v>
              </c:pt>
              <c:pt idx="34">
                <c:v>-2.146779371060497</c:v>
              </c:pt>
              <c:pt idx="35">
                <c:v>-2.1832988142759295</c:v>
              </c:pt>
              <c:pt idx="36">
                <c:v>-2.2199955929368658</c:v>
              </c:pt>
              <c:pt idx="37">
                <c:v>-2.2568599881564544</c:v>
              </c:pt>
              <c:pt idx="38">
                <c:v>-2.2938830587509895</c:v>
              </c:pt>
              <c:pt idx="39">
                <c:v>-2.3310565604155875</c:v>
              </c:pt>
              <c:pt idx="40">
                <c:v>-2.3683728751342983</c:v>
              </c:pt>
              <c:pt idx="41">
                <c:v>-2.405824949307854</c:v>
              </c:pt>
              <c:pt idx="42">
                <c:v>-2.443406239338214</c:v>
              </c:pt>
              <c:pt idx="43">
                <c:v>-2.4811106636168136</c:v>
              </c:pt>
              <c:pt idx="44">
                <c:v>-2.5189325600329555</c:v>
              </c:pt>
              <c:pt idx="45">
                <c:v>-2.5568666482578197</c:v>
              </c:pt>
              <c:pt idx="46">
                <c:v>-2.594907996174147</c:v>
              </c:pt>
              <c:pt idx="47">
                <c:v>-2.6330519899165177</c:v>
              </c:pt>
              <c:pt idx="48">
                <c:v>-2.6712943070660256</c:v>
              </c:pt>
              <c:pt idx="49">
                <c:v>-2.7096308926090047</c:v>
              </c:pt>
              <c:pt idx="50">
                <c:v>-2.748057937324695</c:v>
              </c:pt>
              <c:pt idx="51">
                <c:v>-2.786571858313178</c:v>
              </c:pt>
              <c:pt idx="52">
                <c:v>-2.8251692814141895</c:v>
              </c:pt>
              <c:pt idx="53">
                <c:v>-2.863847025300637</c:v>
              </c:pt>
              <c:pt idx="54">
                <c:v>-2.9026020870589897</c:v>
              </c:pt>
              <c:pt idx="55">
                <c:v>-2.9414316290927944</c:v>
              </c:pt>
              <c:pt idx="56">
                <c:v>-2.980332967206259</c:v>
              </c:pt>
              <c:pt idx="57">
                <c:v>-3.0193035597425553</c:v>
              </c:pt>
              <c:pt idx="58">
                <c:v>-3.058340997666775</c:v>
              </c:pt>
              <c:pt idx="59">
                <c:v>-3.0974429954966136</c:v>
              </c:pt>
              <c:pt idx="60">
                <c:v>-3.1366073829953067</c:v>
              </c:pt>
              <c:pt idx="61">
                <c:v>-3.1758320975511873</c:v>
              </c:pt>
              <c:pt idx="62">
                <c:v>-3.2151151771768864</c:v>
              </c:pt>
              <c:pt idx="63">
                <c:v>-3.2544547540686652</c:v>
              </c:pt>
              <c:pt idx="64">
                <c:v>-3.293849048672955</c:v>
              </c:pt>
              <c:pt idx="65">
                <c:v>-3.3332963642129134</c:v>
              </c:pt>
              <c:pt idx="66">
                <c:v>-3.372795081632849</c:v>
              </c:pt>
              <c:pt idx="67">
                <c:v>-3.4123436549228128</c:v>
              </c:pt>
              <c:pt idx="68">
                <c:v>-3.45194060678955</c:v>
              </c:pt>
              <c:pt idx="69">
                <c:v>-3.491584524643483</c:v>
              </c:pt>
              <c:pt idx="70">
                <c:v>-3.5312740568744245</c:v>
              </c:pt>
              <c:pt idx="71">
                <c:v>-3.571007909391458</c:v>
              </c:pt>
              <c:pt idx="72">
                <c:v>-3.6107848424048035</c:v>
              </c:pt>
              <c:pt idx="73">
                <c:v>-3.6506036674296527</c:v>
              </c:pt>
              <c:pt idx="74">
                <c:v>-3.690463244493835</c:v>
              </c:pt>
              <c:pt idx="75">
                <c:v>-3.7303624795329156</c:v>
              </c:pt>
              <c:pt idx="76">
                <c:v>-3.7703003219578117</c:v>
              </c:pt>
              <c:pt idx="77">
                <c:v>-3.8102757623814094</c:v>
              </c:pt>
              <c:pt idx="78">
                <c:v>-3.8502878304918524</c:v>
              </c:pt>
              <c:pt idx="79">
                <c:v>-3.8903355930613146</c:v>
              </c:pt>
              <c:pt idx="80">
                <c:v>-3.930418152080006</c:v>
              </c:pt>
            </c:numLit>
          </c:yVal>
        </c:ser>
        <c:ser>
          <c:idx val="4"/>
          <c:order val="4"/>
          <c:tx>
            <c:v>COMSOL Druyvesteyn</c:v>
          </c:tx>
          <c:spPr>
            <a:ln xmlns:a="http://schemas.openxmlformats.org/drawingml/2006/main" w="17145">
              <a:solidFill>
                <a:srgbClr val="7B2FA3"/>
              </a:solidFill>
              <a:prstDash val="dash"/>
            </a:ln>
          </c:spPr>
          <c:marker>
            <c:symbol val="none"/>
          </c:marker>
          <c:xVal>
            <c:numLit>
              <c:formatCode>General</c:formatCode>
              <c:ptCount val="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numLit>
          </c:xVal>
          <c:yVal>
            <c:numLit>
              <c:formatCode>0</c:formatCode>
              <c:ptCount val="81"/>
              <c:pt idx="0">
                <c:v>-8</c:v>
              </c:pt>
              <c:pt idx="1">
                <c:v>-1.7581587236007656</c:v>
              </c:pt>
              <c:pt idx="2">
                <c:v>-1.6107226623998387</c:v>
              </c:pt>
              <c:pt idx="3">
                <c:v>-1.5278085939237709</c:v>
              </c:pt>
              <c:pt idx="4">
                <c:v>-1.4725234110921026</c:v>
              </c:pt>
              <c:pt idx="5">
                <c:v>-1.4333052144812655</c:v>
              </c:pt>
              <c:pt idx="6">
                <c:v>-1.405004025771353</c:v>
              </c:pt>
              <c:pt idx="7">
                <c:v>-1.3848726896906554</c:v>
              </c:pt>
              <c:pt idx="8">
                <c:v>-1.3712713993571302</c:v>
              </c:pt>
              <c:pt idx="9">
                <c:v>-1.363142445709467</c:v>
              </c:pt>
              <c:pt idx="10">
                <c:v>-1.3597636324258657</c:v>
              </c:pt>
              <c:pt idx="11">
                <c:v>-1.3606198462641985</c:v>
              </c:pt>
              <c:pt idx="12">
                <c:v>-1.3653307466576532</c:v>
              </c:pt>
              <c:pt idx="13">
                <c:v>-1.373607498786911</c:v>
              </c:pt>
              <c:pt idx="14">
                <c:v>-1.385225586780783</c:v>
              </c:pt>
              <c:pt idx="15">
                <c:v>-1.400007029192343</c:v>
              </c:pt>
              <c:pt idx="16">
                <c:v>-1.4178083459132123</c:v>
              </c:pt>
              <c:pt idx="17">
                <c:v>-1.4385121794937377</c:v>
              </c:pt>
              <c:pt idx="18">
                <c:v>-1.4620213149936307</c:v>
              </c:pt>
              <c:pt idx="19">
                <c:v>-1.4882543188519874</c:v>
              </c:pt>
              <c:pt idx="20">
                <c:v>-1.5171422977002385</c:v>
              </c:pt>
              <c:pt idx="21">
                <c:v>-1.548626448789806</c:v>
              </c:pt>
              <c:pt idx="22">
                <c:v>-1.5826561807909076</c:v>
              </c:pt>
              <c:pt idx="23">
                <c:v>-1.6191876526591689</c:v>
              </c:pt>
              <c:pt idx="24">
                <c:v>-1.6581826236988262</c:v>
              </c:pt>
              <c:pt idx="25">
                <c:v>-1.699607538525983</c:v>
              </c:pt>
              <c:pt idx="26">
                <c:v>-1.7434327916046746</c:v>
              </c:pt>
              <c:pt idx="27">
                <c:v>-1.7896321306593808</c:v>
              </c:pt>
              <c:pt idx="28">
                <c:v>-1.8381821686372646</c:v>
              </c:pt>
              <c:pt idx="29">
                <c:v>-1.8890619813491054</c:v>
              </c:pt>
              <c:pt idx="30">
                <c:v>-1.9422527733496702</c:v>
              </c:pt>
              <c:pt idx="31">
                <c:v>-1.9977375986239923</c:v>
              </c:pt>
              <c:pt idx="32">
                <c:v>-2.055501125633512</c:v>
              </c:pt>
              <c:pt idx="33">
                <c:v>-2.115529438527567</c:v>
              </c:pt>
              <c:pt idx="34">
                <c:v>-2.177809868039138</c:v>
              </c:pt>
              <c:pt idx="35">
                <c:v>-2.242330846899591</c:v>
              </c:pt>
              <c:pt idx="36">
                <c:v>-2.3090817856262578</c:v>
              </c:pt>
              <c:pt idx="37">
                <c:v>-2.3780529653322855</c:v>
              </c:pt>
              <c:pt idx="38">
                <c:v>-2.4492354448339686</c:v>
              </c:pt>
              <c:pt idx="39">
                <c:v>-2.5226209798264243</c:v>
              </c:pt>
              <c:pt idx="40">
                <c:v>-2.5982019522937017</c:v>
              </c:pt>
              <c:pt idx="41">
                <c:v>-2.6759713086365333</c:v>
              </c:pt>
              <c:pt idx="42">
                <c:v>-2.7559225052568785</c:v>
              </c:pt>
              <c:pt idx="43">
                <c:v>-2.8380494605461712</c:v>
              </c:pt>
              <c:pt idx="44">
                <c:v>-2.922346512393716</c:v>
              </c:pt>
              <c:pt idx="45">
                <c:v>-3.0088083804706924</c:v>
              </c:pt>
              <c:pt idx="46">
                <c:v>-3.0974301326598406</c:v>
              </c:pt>
              <c:pt idx="47">
                <c:v>-3.188207155095743</c:v>
              </c:pt>
              <c:pt idx="48">
                <c:v>-3.2811351253594894</c:v>
              </c:pt>
              <c:pt idx="49">
                <c:v>-3.3762099884374166</c:v>
              </c:pt>
              <c:pt idx="50">
                <c:v>-3.4734279351087642</c:v>
              </c:pt>
              <c:pt idx="51">
                <c:v>-3.572785382473614</c:v>
              </c:pt>
              <c:pt idx="52">
                <c:v>-3.6742789563717015</c:v>
              </c:pt>
              <c:pt idx="53">
                <c:v>-3.7779054754759334</c:v>
              </c:pt>
              <c:pt idx="54">
                <c:v>-3.8836619368727803</c:v>
              </c:pt>
              <c:pt idx="55">
                <c:v>-3.9915455029657876</c:v>
              </c:pt>
              <c:pt idx="56">
                <c:v>-4.101553489559163</c:v>
              </c:pt>
              <c:pt idx="57">
                <c:v>-4.213683354996082</c:v>
              </c:pt>
              <c:pt idx="58">
                <c:v>-4.3279326902416315</c:v>
              </c:pt>
              <c:pt idx="59">
                <c:v>-4.44429920981351</c:v>
              </c:pt>
              <c:pt idx="60">
                <c:v>-4.56278074347495</c:v>
              </c:pt>
              <c:pt idx="61">
                <c:v>-4.68337522861429</c:v>
              </c:pt>
              <c:pt idx="62">
                <c:v>-4.806080703244154</c:v>
              </c:pt>
              <c:pt idx="63">
                <c:v>-4.930895299560809</c:v>
              </c:pt>
              <c:pt idx="64">
                <c:v>-5.057817238010683</c:v>
              </c:pt>
              <c:pt idx="65">
                <c:v>-5.186844821816934</c:v>
              </c:pt>
              <c:pt idx="66">
                <c:v>-5.317976431923875</c:v>
              </c:pt>
              <c:pt idx="67">
                <c:v>-5.45121052232155</c:v>
              </c:pt>
              <c:pt idx="68">
                <c:v>-5.58654561571671</c:v>
              </c:pt>
              <c:pt idx="69">
                <c:v>-5.723980299519773</c:v>
              </c:pt>
              <c:pt idx="70">
                <c:v>-5.863513222120553</c:v>
              </c:pt>
              <c:pt idx="71">
                <c:v>-6.005143089428135</c:v>
              </c:pt>
              <c:pt idx="72">
                <c:v>-6.148868661652738</c:v>
              </c:pt>
              <c:pt idx="73">
                <c:v>-6.294688750309553</c:v>
              </c:pt>
              <c:pt idx="74">
                <c:v>-6.442602215426411</c:v>
              </c:pt>
              <c:pt idx="75">
                <c:v>-6.592607962938877</c:v>
              </c:pt>
              <c:pt idx="76">
                <c:v>-6.744704942257866</c:v>
              </c:pt>
              <c:pt idx="77">
                <c:v>-6.898892143996267</c:v>
              </c:pt>
              <c:pt idx="78">
                <c:v>-7.055168597842222</c:v>
              </c:pt>
              <c:pt idx="79">
                <c:v>-7.213533370567905</c:v>
              </c:pt>
              <c:pt idx="80">
                <c:v>-7.373985564163527</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8"/>
        </c:scaling>
        <c:delete val="0"/>
        <c:axPos val="l"/>
        <c:majorGridlines>
          <c:spPr>
            <a:ln xmlns:a="http://schemas.openxmlformats.org/drawingml/2006/main" w="7620">
              <a:solidFill>
                <a:srgbClr val="E5E8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50112"/>
        <c:majorUnit val="2"/>
      </c:valAx>
      <c:valAx>
        <c:axId val="48650112"/>
        <c:scaling>
          <c:orientation val="minMax"/>
          <c:max val="80"/>
          <c:min val="0"/>
        </c:scaling>
        <c:delete val="0"/>
        <c:axPos val="b"/>
        <c:majorGridlines>
          <c:spPr>
            <a:ln xmlns:a="http://schemas.openxmlformats.org/drawingml/2006/main" w="7620">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675">
                    <a:solidFill>
                      <a:srgbClr val="666666"/>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38">
                <a:solidFill>
                  <a:srgbClr val="666666"/>
                </a:solidFill>
                <a:latin typeface="Noto Sans JP"/>
                <a:ea typeface="Noto Sans JP"/>
                <a:cs typeface="Noto Sans JP"/>
              </a:defRPr>
            </a:pPr>
          </a:p>
        </c:txPr>
        <c:crossAx val="48672768"/>
        <c:majorUnit val="20"/>
      </c:valAx>
      <c:spPr>
        <a:solidFill xmlns:a="http://schemas.openxmlformats.org/drawingml/2006/main">
          <a:srgbClr val="FFFFFF"/>
        </a:solidFill>
        <a:ln xmlns:a="http://schemas.openxmlformats.org/drawingml/2006/main" w="5715">
          <a:solidFill>
            <a:srgbClr val="D7DCE0"/>
          </a:solidFill>
          <a:prstDash val="solid"/>
        </a:ln>
      </c:spPr>
    </c:plotArea>
    <c:plotVisOnly val="1"/>
  </c:chart>
  <c:spPr>
    <a:solidFill xmlns:a="http://schemas.openxmlformats.org/drawingml/2006/main">
      <a:srgbClr val="FFFFFF"/>
    </a:solidFill>
    <a:ln xmlns:a="http://schemas.openxmlformats.org/drawingml/2006/main" w="6668">
      <a:solidFill>
        <a:srgbClr val="C9CED2"/>
      </a:solidFill>
      <a:prstDash val="solid"/>
    </a:ln>
  </c:spPr>
</c:chartSpace>
</file>

<file path=ppt/slides/charts/chart2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付着を含めた平均エネルギー変化</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signed change</c:v>
          </c:tx>
          <c:spPr>
            <a:solidFill xmlns:a="http://schemas.openxmlformats.org/drawingml/2006/main">
              <a:srgbClr val="8233A6"/>
            </a:solidFill>
            <a:ln xmlns:a="http://schemas.openxmlformats.org/drawingml/2006/main" w="9525">
              <a:solidFill>
                <a:srgbClr val="8233A6"/>
              </a:solidFill>
              <a:prstDash val="solid"/>
            </a:ln>
          </c:spPr>
          <c:invertIfNegative val="0"/>
          <c:cat>
            <c:numLit>
              <c:formatCode>General</c:formatCode>
              <c:ptCount val="4"/>
              <c:pt idx="0">
                <c:v>1</c:v>
              </c:pt>
              <c:pt idx="1">
                <c:v>10</c:v>
              </c:pt>
              <c:pt idx="2">
                <c:v>100</c:v>
              </c:pt>
              <c:pt idx="3">
                <c:v>1000</c:v>
              </c:pt>
            </c:numLit>
          </c:cat>
          <c:val>
            <c:numLit>
              <c:formatCode>0.0</c:formatCode>
              <c:ptCount val="4"/>
              <c:pt idx="0">
                <c:v>-0.0002573208844460731</c:v>
              </c:pt>
              <c:pt idx="1">
                <c:v>-0.4577717624563696</c:v>
              </c:pt>
              <c:pt idx="2">
                <c:v>-0.009910357414216442</c:v>
              </c:pt>
              <c:pt idx="3">
                <c:v>0.0013903584548962855</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δ⟨ε⟩ [%]</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平均電子エネルギー</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cat>
            <c:strLit>
              <c:ptCount val="3"/>
              <c:pt idx="0">
                <c:v>Ar</c:v>
              </c:pt>
              <c:pt idx="1">
                <c:v>Ar/N₂</c:v>
              </c:pt>
              <c:pt idx="2">
                <c:v>Ar/O₂</c:v>
              </c:pt>
            </c:strLit>
          </c:cat>
          <c:val>
            <c:numLit>
              <c:formatCode>0.00</c:formatCode>
              <c:ptCount val="3"/>
              <c:pt idx="0">
                <c:v>6.931402805626483</c:v>
              </c:pt>
              <c:pt idx="1">
                <c:v>6.177802763079447</c:v>
              </c:pt>
              <c:pt idx="2">
                <c:v>6.202840232706981</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cat>
            <c:strLit>
              <c:ptCount val="3"/>
              <c:pt idx="0">
                <c:v>Ar</c:v>
              </c:pt>
              <c:pt idx="1">
                <c:v>Ar/N₂</c:v>
              </c:pt>
              <c:pt idx="2">
                <c:v>Ar/O₂</c:v>
              </c:pt>
            </c:strLit>
          </c:cat>
          <c:val>
            <c:numLit>
              <c:formatCode>0.00</c:formatCode>
              <c:ptCount val="3"/>
              <c:pt idx="0">
                <c:v>6.919922603384709</c:v>
              </c:pt>
              <c:pt idx="1">
                <c:v>6.142216226067185</c:v>
              </c:pt>
              <c:pt idx="2">
                <c:v>6.186227281486664</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cat>
            <c:strLit>
              <c:ptCount val="3"/>
              <c:pt idx="0">
                <c:v>Ar</c:v>
              </c:pt>
              <c:pt idx="1">
                <c:v>Ar/N₂</c:v>
              </c:pt>
              <c:pt idx="2">
                <c:v>Ar/O₂</c:v>
              </c:pt>
            </c:strLit>
          </c:cat>
          <c:val>
            <c:numLit>
              <c:formatCode>0.00</c:formatCode>
              <c:ptCount val="3"/>
              <c:pt idx="0">
                <c:v>6.9135313482861225</c:v>
              </c:pt>
              <c:pt idx="1">
                <c:v>6.1458206338685795</c:v>
              </c:pt>
              <c:pt idx="2">
                <c:v>6.177134282082839</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2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フラックス・ドリフト速度</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cat>
            <c:strLit>
              <c:ptCount val="3"/>
              <c:pt idx="0">
                <c:v>Ar</c:v>
              </c:pt>
              <c:pt idx="1">
                <c:v>Ar/N₂</c:v>
              </c:pt>
              <c:pt idx="2">
                <c:v>Ar/O₂</c:v>
              </c:pt>
            </c:strLit>
          </c:cat>
          <c:val>
            <c:numLit>
              <c:formatCode>0.00</c:formatCode>
              <c:ptCount val="3"/>
              <c:pt idx="0">
                <c:v>0.8059205876310401</c:v>
              </c:pt>
              <c:pt idx="1">
                <c:v>0.8777720338436733</c:v>
              </c:pt>
              <c:pt idx="2">
                <c:v>0.8584339378293604</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cat>
            <c:strLit>
              <c:ptCount val="3"/>
              <c:pt idx="0">
                <c:v>Ar</c:v>
              </c:pt>
              <c:pt idx="1">
                <c:v>Ar/N₂</c:v>
              </c:pt>
              <c:pt idx="2">
                <c:v>Ar/O₂</c:v>
              </c:pt>
            </c:strLit>
          </c:cat>
          <c:val>
            <c:numLit>
              <c:formatCode>0.00</c:formatCode>
              <c:ptCount val="3"/>
              <c:pt idx="0">
                <c:v>0.803677553435372</c:v>
              </c:pt>
              <c:pt idx="1">
                <c:v>0.871725103780113</c:v>
              </c:pt>
              <c:pt idx="2">
                <c:v>0.860493254737889</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cat>
            <c:strLit>
              <c:ptCount val="3"/>
              <c:pt idx="0">
                <c:v>Ar</c:v>
              </c:pt>
              <c:pt idx="1">
                <c:v>Ar/N₂</c:v>
              </c:pt>
              <c:pt idx="2">
                <c:v>Ar/O₂</c:v>
              </c:pt>
            </c:strLit>
          </c:cat>
          <c:val>
            <c:numLit>
              <c:formatCode>0.00</c:formatCode>
              <c:ptCount val="3"/>
              <c:pt idx="0">
                <c:v>0.8027963099486843</c:v>
              </c:pt>
              <c:pt idx="1">
                <c:v>0.8739934816953907</c:v>
              </c:pt>
              <c:pt idx="2">
                <c:v>0.8551674108177223</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W [10⁵ m s⁻¹]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2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GEC ICP：物性表適用＋COMSOL計算</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物性表生成</c:v>
          </c:tx>
          <c:spPr>
            <a:solidFill xmlns:a="http://schemas.openxmlformats.org/drawingml/2006/main">
              <a:srgbClr val="00A6D9"/>
            </a:solidFill>
            <a:ln xmlns:a="http://schemas.openxmlformats.org/drawingml/2006/main" w="9525">
              <a:solidFill>
                <a:srgbClr val="00A6D9"/>
              </a:solidFill>
              <a:prstDash val="solid"/>
            </a:ln>
          </c:spPr>
          <c:cat>
            <c:strLit>
              <c:ptCount val="3"/>
              <c:pt idx="0">
                <c:v>two-term</c:v>
              </c:pt>
              <c:pt idx="1">
                <c:v>MC</c:v>
              </c:pt>
              <c:pt idx="2">
                <c:v>propagator</c:v>
              </c:pt>
            </c:strLit>
          </c:cat>
          <c:val>
            <c:numLit>
              <c:formatCode>0.0</c:formatCode>
              <c:ptCount val="3"/>
              <c:pt idx="0">
                <c:v>33.011700699978974</c:v>
              </c:pt>
              <c:pt idx="1">
                <c:v>36.93385270005092</c:v>
              </c:pt>
              <c:pt idx="2">
                <c:v>32.14989970001625</c:v>
              </c:pt>
            </c:numLit>
          </c:val>
        </c:ser>
        <c:ser>
          <c:idx val="1"/>
          <c:order val="1"/>
          <c:tx>
            <c:v>COMSOL計算</c:v>
          </c:tx>
          <c:spPr>
            <a:solidFill xmlns:a="http://schemas.openxmlformats.org/drawingml/2006/main">
              <a:srgbClr val="211441"/>
            </a:solidFill>
            <a:ln xmlns:a="http://schemas.openxmlformats.org/drawingml/2006/main" w="9525">
              <a:solidFill>
                <a:srgbClr val="211441"/>
              </a:solidFill>
              <a:prstDash val="solid"/>
            </a:ln>
          </c:spPr>
          <c:cat>
            <c:strLit>
              <c:ptCount val="3"/>
              <c:pt idx="0">
                <c:v>two-term</c:v>
              </c:pt>
              <c:pt idx="1">
                <c:v>MC</c:v>
              </c:pt>
              <c:pt idx="2">
                <c:v>propagator</c:v>
              </c:pt>
            </c:strLit>
          </c:cat>
          <c:val>
            <c:numLit>
              <c:formatCode>0.0</c:formatCode>
              <c:ptCount val="3"/>
              <c:pt idx="0">
                <c:v>58.26749200001359</c:v>
              </c:pt>
              <c:pt idx="1">
                <c:v>68.89780589996371</c:v>
              </c:pt>
              <c:pt idx="2">
                <c:v>60.314553200034425</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max val="80"/>
          <c:min val="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66666"/>
                    </a:solidFill>
                    <a:latin typeface="Noto Sans JP"/>
                    <a:ea typeface="Noto Sans JP"/>
                    <a:cs typeface="Noto Sans JP"/>
                  </a:rPr>
                  <a:t>実行時間 [s]</a:t>
                </a:r>
              </a:p>
            </c:rich>
          </c:tx>
          <c:overlay val="0"/>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Noto Sans JP"/>
                <a:ea typeface="Noto Sans JP"/>
                <a:cs typeface="Noto Sans JP"/>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2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電子密度の径方向形状</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0.9991106519842478</c:v>
              </c:pt>
              <c:pt idx="2">
                <c:v>0.9940825217807755</c:v>
              </c:pt>
              <c:pt idx="3">
                <c:v>0.993086147845261</c:v>
              </c:pt>
              <c:pt idx="4">
                <c:v>0.9718359590122967</c:v>
              </c:pt>
              <c:pt idx="5">
                <c:v>0.9581775984788903</c:v>
              </c:pt>
              <c:pt idx="6">
                <c:v>0.918929851953516</c:v>
              </c:pt>
              <c:pt idx="7">
                <c:v>0.8278561272868722</c:v>
              </c:pt>
              <c:pt idx="8">
                <c:v>0.7578493395155277</c:v>
              </c:pt>
              <c:pt idx="9">
                <c:v>0.746966740957028</c:v>
              </c:pt>
              <c:pt idx="10">
                <c:v>0.7359088135630666</c:v>
              </c:pt>
              <c:pt idx="11">
                <c:v>0.5468631321426946</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1.004041607942284</c:v>
              </c:pt>
              <c:pt idx="2">
                <c:v>1.006159560424505</c:v>
              </c:pt>
              <c:pt idx="3">
                <c:v>1.0058283716043348</c:v>
              </c:pt>
              <c:pt idx="4">
                <c:v>0.981599876844746</c:v>
              </c:pt>
              <c:pt idx="5">
                <c:v>0.9608035454033907</c:v>
              </c:pt>
              <c:pt idx="6">
                <c:v>0.8956002615938848</c:v>
              </c:pt>
              <c:pt idx="7">
                <c:v>0.7436424734022062</c:v>
              </c:pt>
              <c:pt idx="8">
                <c:v>0.6354870679931267</c:v>
              </c:pt>
              <c:pt idx="9">
                <c:v>0.6195814970371966</c:v>
              </c:pt>
              <c:pt idx="10">
                <c:v>0.6036603515076834</c:v>
              </c:pt>
              <c:pt idx="11">
                <c:v>0.3762076543272278</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1.0040230240744776</c:v>
              </c:pt>
              <c:pt idx="2">
                <c:v>1.0061061993538398</c:v>
              </c:pt>
              <c:pt idx="3">
                <c:v>1.0057722326717538</c:v>
              </c:pt>
              <c:pt idx="4">
                <c:v>0.9815390942147334</c:v>
              </c:pt>
              <c:pt idx="5">
                <c:v>0.960756088119204</c:v>
              </c:pt>
              <c:pt idx="6">
                <c:v>0.8955853782912365</c:v>
              </c:pt>
              <c:pt idx="7">
                <c:v>0.7436628724833475</c:v>
              </c:pt>
              <c:pt idx="8">
                <c:v>0.6355933715096399</c:v>
              </c:pt>
              <c:pt idx="9">
                <c:v>0.6197098432700375</c:v>
              </c:pt>
              <c:pt idx="10">
                <c:v>0.6038138401257735</c:v>
              </c:pt>
              <c:pt idx="11">
                <c:v>0.3772578580697231</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1.004036781605959</c:v>
              </c:pt>
              <c:pt idx="2">
                <c:v>1.0061312963893065</c:v>
              </c:pt>
              <c:pt idx="3">
                <c:v>1.0057968267612891</c:v>
              </c:pt>
              <c:pt idx="4">
                <c:v>0.9815032710438886</c:v>
              </c:pt>
              <c:pt idx="5">
                <c:v>0.9606680904507379</c:v>
              </c:pt>
              <c:pt idx="6">
                <c:v>0.8953462239484552</c:v>
              </c:pt>
              <c:pt idx="7">
                <c:v>0.7431288223402553</c:v>
              </c:pt>
              <c:pt idx="8">
                <c:v>0.6348420581743512</c:v>
              </c:pt>
              <c:pt idx="9">
                <c:v>0.6189216240456693</c:v>
              </c:pt>
              <c:pt idx="10">
                <c:v>0.6029868604777716</c:v>
              </c:pt>
              <c:pt idx="11">
                <c:v>0.3755603680970976</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2"/>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nₑ(r) / nₑ(0)</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r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Ar*準安定粒子の径方向形状</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0.9901185396169562</c:v>
              </c:pt>
              <c:pt idx="2">
                <c:v>0.9605042519599225</c:v>
              </c:pt>
              <c:pt idx="3">
                <c:v>0.9560449355942238</c:v>
              </c:pt>
              <c:pt idx="4">
                <c:v>0.8840732143402171</c:v>
              </c:pt>
              <c:pt idx="5">
                <c:v>0.8469725157102446</c:v>
              </c:pt>
              <c:pt idx="6">
                <c:v>0.7550496704788755</c:v>
              </c:pt>
              <c:pt idx="7">
                <c:v>0.582206546882645</c:v>
              </c:pt>
              <c:pt idx="8">
                <c:v>0.4734631128528109</c:v>
              </c:pt>
              <c:pt idx="9">
                <c:v>0.45825416399034286</c:v>
              </c:pt>
              <c:pt idx="10">
                <c:v>0.4432168184573568</c:v>
              </c:pt>
              <c:pt idx="11">
                <c:v>0.269721296516321</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1.0059693894114203</c:v>
              </c:pt>
              <c:pt idx="2">
                <c:v>1.005120396717259</c:v>
              </c:pt>
              <c:pt idx="3">
                <c:v>1.0035893740926642</c:v>
              </c:pt>
              <c:pt idx="4">
                <c:v>0.9432566958198485</c:v>
              </c:pt>
              <c:pt idx="5">
                <c:v>0.8970303098168132</c:v>
              </c:pt>
              <c:pt idx="6">
                <c:v>0.7649469353255285</c:v>
              </c:pt>
              <c:pt idx="7">
                <c:v>0.5073318929277346</c:v>
              </c:pt>
              <c:pt idx="8">
                <c:v>0.35777798304136466</c:v>
              </c:pt>
              <c:pt idx="9">
                <c:v>0.33805196197840304</c:v>
              </c:pt>
              <c:pt idx="10">
                <c:v>0.31889497728121796</c:v>
              </c:pt>
              <c:pt idx="11">
                <c:v>0.11746042956791579</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1.0063243745273303</c:v>
              </c:pt>
              <c:pt idx="2">
                <c:v>1.0061336447827605</c:v>
              </c:pt>
              <c:pt idx="3">
                <c:v>1.0046709719611162</c:v>
              </c:pt>
              <c:pt idx="4">
                <c:v>0.9446248900711895</c:v>
              </c:pt>
              <c:pt idx="5">
                <c:v>0.8982011165689405</c:v>
              </c:pt>
              <c:pt idx="6">
                <c:v>0.7653433204310536</c:v>
              </c:pt>
              <c:pt idx="7">
                <c:v>0.5062921915195256</c:v>
              </c:pt>
              <c:pt idx="8">
                <c:v>0.3560056994244828</c:v>
              </c:pt>
              <c:pt idx="9">
                <c:v>0.33622466650374117</c:v>
              </c:pt>
              <c:pt idx="10">
                <c:v>0.31702907733968394</c:v>
              </c:pt>
              <c:pt idx="11">
                <c:v>0.11622325346044335</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1.0062330953032566</c:v>
              </c:pt>
              <c:pt idx="2">
                <c:v>1.0059049777694238</c:v>
              </c:pt>
              <c:pt idx="3">
                <c:v>1.0044322499883038</c:v>
              </c:pt>
              <c:pt idx="4">
                <c:v>0.9444436174619751</c:v>
              </c:pt>
              <c:pt idx="5">
                <c:v>0.8981241765659044</c:v>
              </c:pt>
              <c:pt idx="6">
                <c:v>0.7655467014126692</c:v>
              </c:pt>
              <c:pt idx="7">
                <c:v>0.5070293772904355</c:v>
              </c:pt>
              <c:pt idx="8">
                <c:v>0.357277374818865</c:v>
              </c:pt>
              <c:pt idx="9">
                <c:v>0.33756340181286315</c:v>
              </c:pt>
              <c:pt idx="10">
                <c:v>0.3184246435978157</c:v>
              </c:pt>
              <c:pt idx="11">
                <c:v>0.11667797661255458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1"/>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nAr*(r) / nAr*(0)</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r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平均電子エネルギー</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5.30250676073428</c:v>
              </c:pt>
              <c:pt idx="1">
                <c:v>5.301787353293841</c:v>
              </c:pt>
              <c:pt idx="2">
                <c:v>5.296803525244905</c:v>
              </c:pt>
              <c:pt idx="3">
                <c:v>5.295766298726393</c:v>
              </c:pt>
              <c:pt idx="4">
                <c:v>5.272536131085985</c:v>
              </c:pt>
              <c:pt idx="5">
                <c:v>5.256892092733552</c:v>
              </c:pt>
              <c:pt idx="6">
                <c:v>5.209537896597613</c:v>
              </c:pt>
              <c:pt idx="7">
                <c:v>5.087282360993414</c:v>
              </c:pt>
              <c:pt idx="8">
                <c:v>4.98114983262981</c:v>
              </c:pt>
              <c:pt idx="9">
                <c:v>4.963644806710892</c:v>
              </c:pt>
              <c:pt idx="10">
                <c:v>4.945549243248556</c:v>
              </c:pt>
              <c:pt idx="11">
                <c:v>4.581937045168297</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7.172598220527624</c:v>
              </c:pt>
              <c:pt idx="1">
                <c:v>7.1812081831652845</c:v>
              </c:pt>
              <c:pt idx="2">
                <c:v>7.190006737650512</c:v>
              </c:pt>
              <c:pt idx="3">
                <c:v>7.190097835949684</c:v>
              </c:pt>
              <c:pt idx="4">
                <c:v>7.157585425441043</c:v>
              </c:pt>
              <c:pt idx="5">
                <c:v>7.124464937202184</c:v>
              </c:pt>
              <c:pt idx="6">
                <c:v>7.0107881446477505</c:v>
              </c:pt>
              <c:pt idx="7">
                <c:v>6.702228693104478</c:v>
              </c:pt>
              <c:pt idx="8">
                <c:v>6.4451994181051475</c:v>
              </c:pt>
              <c:pt idx="9">
                <c:v>6.404578419379427</c:v>
              </c:pt>
              <c:pt idx="10">
                <c:v>6.363152861969657</c:v>
              </c:pt>
              <c:pt idx="11">
                <c:v>5.671738433357036</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7.138705390962018</c:v>
              </c:pt>
              <c:pt idx="1">
                <c:v>7.1472696385402</c:v>
              </c:pt>
              <c:pt idx="2">
                <c:v>7.15603382020073</c:v>
              </c:pt>
              <c:pt idx="3">
                <c:v>7.156128132706504</c:v>
              </c:pt>
              <c:pt idx="4">
                <c:v>7.123869971934813</c:v>
              </c:pt>
              <c:pt idx="5">
                <c:v>7.09097600683078</c:v>
              </c:pt>
              <c:pt idx="6">
                <c:v>6.978004642869466</c:v>
              </c:pt>
              <c:pt idx="7">
                <c:v>6.671153037234846</c:v>
              </c:pt>
              <c:pt idx="8">
                <c:v>6.415645290083197</c:v>
              </c:pt>
              <c:pt idx="9">
                <c:v>6.375285153736577</c:v>
              </c:pt>
              <c:pt idx="10">
                <c:v>6.334133269192712</c:v>
              </c:pt>
              <c:pt idx="11">
                <c:v>5.6498350412269165</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7.126461334530921</c:v>
              </c:pt>
              <c:pt idx="1">
                <c:v>7.135040440053842</c:v>
              </c:pt>
              <c:pt idx="2">
                <c:v>7.143829931362138</c:v>
              </c:pt>
              <c:pt idx="3">
                <c:v>7.143927207818487</c:v>
              </c:pt>
              <c:pt idx="4">
                <c:v>7.111695233529706</c:v>
              </c:pt>
              <c:pt idx="5">
                <c:v>7.078808353251079</c:v>
              </c:pt>
              <c:pt idx="6">
                <c:v>6.965855713736641</c:v>
              </c:pt>
              <c:pt idx="7">
                <c:v>6.659063858985142</c:v>
              </c:pt>
              <c:pt idx="8">
                <c:v>6.4034729221570394</c:v>
              </c:pt>
              <c:pt idx="9">
                <c:v>6.36307665290359</c:v>
              </c:pt>
              <c:pt idx="10">
                <c:v>6.32187990246035</c:v>
              </c:pt>
              <c:pt idx="11">
                <c:v>5.634702498466868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7.5"/>
          <c:min val="4"/>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r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電子密度</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15.725651824986807</c:v>
              </c:pt>
              <c:pt idx="1">
                <c:v>15.863405710996323</c:v>
              </c:pt>
              <c:pt idx="2">
                <c:v>16.03004126417721</c:v>
              </c:pt>
              <c:pt idx="3">
                <c:v>16.21532526087967</c:v>
              </c:pt>
              <c:pt idx="4">
                <c:v>16.41032815849539</c:v>
              </c:pt>
              <c:pt idx="5">
                <c:v>16.598407140146115</c:v>
              </c:pt>
              <c:pt idx="6">
                <c:v>16.93337980795702</c:v>
              </c:pt>
              <c:pt idx="7">
                <c:v>17.226040809053018</c:v>
              </c:pt>
              <c:pt idx="8">
                <c:v>17.39716825043945</c:v>
              </c:pt>
              <c:pt idx="9">
                <c:v>17.65957736761947</c:v>
              </c:pt>
              <c:pt idx="10">
                <c:v>17.862042177386638</c:v>
              </c:pt>
              <c:pt idx="11">
                <c:v>18.016119177145207</c:v>
              </c:pt>
              <c:pt idx="12">
                <c:v>18.09857055437555</c:v>
              </c:pt>
              <c:pt idx="13">
                <c:v>18.142778581706423</c:v>
              </c:pt>
              <c:pt idx="14">
                <c:v>18.164824628487732</c:v>
              </c:pt>
              <c:pt idx="15">
                <c:v>18.16660276418526</c:v>
              </c:pt>
              <c:pt idx="16">
                <c:v>18.148088269729765</c:v>
              </c:pt>
              <c:pt idx="17">
                <c:v>18.107316616058235</c:v>
              </c:pt>
              <c:pt idx="18">
                <c:v>18.031243233871535</c:v>
              </c:pt>
              <c:pt idx="19">
                <c:v>17.907370121045528</c:v>
              </c:pt>
              <c:pt idx="20">
                <c:v>17.750940391820755</c:v>
              </c:pt>
              <c:pt idx="21">
                <c:v>17.509127981775507</c:v>
              </c:pt>
              <c:pt idx="22">
                <c:v>17.222421186843697</c:v>
              </c:pt>
              <c:pt idx="23">
                <c:v>16.926652593844093</c:v>
              </c:pt>
              <c:pt idx="24">
                <c:v>16.672217600694907</c:v>
              </c:pt>
              <c:pt idx="25">
                <c:v>16.488646087781856</c:v>
              </c:pt>
              <c:pt idx="26">
                <c:v>16.297517363638498</c:v>
              </c:pt>
              <c:pt idx="27">
                <c:v>16.11322020646565</c:v>
              </c:pt>
              <c:pt idx="28">
                <c:v>15.943592299635332</c:v>
              </c:pt>
              <c:pt idx="29">
                <c:v>15.801407179616817</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15.838222439129142</c:v>
              </c:pt>
              <c:pt idx="1">
                <c:v>15.927864602708043</c:v>
              </c:pt>
              <c:pt idx="2">
                <c:v>16.039411286650946</c:v>
              </c:pt>
              <c:pt idx="3">
                <c:v>16.16979927071515</c:v>
              </c:pt>
              <c:pt idx="4">
                <c:v>16.31623694152686</c:v>
              </c:pt>
              <c:pt idx="5">
                <c:v>16.468921596777303</c:v>
              </c:pt>
              <c:pt idx="6">
                <c:v>16.76567915134845</c:v>
              </c:pt>
              <c:pt idx="7">
                <c:v>17.040340488184317</c:v>
              </c:pt>
              <c:pt idx="8">
                <c:v>17.205201134908176</c:v>
              </c:pt>
              <c:pt idx="9">
                <c:v>17.46208188690966</c:v>
              </c:pt>
              <c:pt idx="10">
                <c:v>17.66406271990766</c:v>
              </c:pt>
              <c:pt idx="11">
                <c:v>17.8218215293966</c:v>
              </c:pt>
              <c:pt idx="12">
                <c:v>17.910418576996943</c:v>
              </c:pt>
              <c:pt idx="13">
                <c:v>17.961693591254466</c:v>
              </c:pt>
              <c:pt idx="14">
                <c:v>17.99185902200556</c:v>
              </c:pt>
              <c:pt idx="15">
                <c:v>18.002429063181545</c:v>
              </c:pt>
              <c:pt idx="16">
                <c:v>17.993002593600462</c:v>
              </c:pt>
              <c:pt idx="17">
                <c:v>17.961236264290022</c:v>
              </c:pt>
              <c:pt idx="18">
                <c:v>17.894259828063817</c:v>
              </c:pt>
              <c:pt idx="19">
                <c:v>17.779095923520174</c:v>
              </c:pt>
              <c:pt idx="20">
                <c:v>17.629730717302262</c:v>
              </c:pt>
              <c:pt idx="21">
                <c:v>17.396608015434875</c:v>
              </c:pt>
              <c:pt idx="22">
                <c:v>17.122675724134165</c:v>
              </c:pt>
              <c:pt idx="23">
                <c:v>16.84874859904136</c:v>
              </c:pt>
              <c:pt idx="24">
                <c:v>16.625446678631032</c:v>
              </c:pt>
              <c:pt idx="25">
                <c:v>16.475408524684397</c:v>
              </c:pt>
              <c:pt idx="26">
                <c:v>16.330188546764695</c:v>
              </c:pt>
              <c:pt idx="27">
                <c:v>16.198694022508985</c:v>
              </c:pt>
              <c:pt idx="28">
                <c:v>16.08338536237155</c:v>
              </c:pt>
              <c:pt idx="29">
                <c:v>15.989392157788805</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15.840861997554816</c:v>
              </c:pt>
              <c:pt idx="1">
                <c:v>15.930426484839275</c:v>
              </c:pt>
              <c:pt idx="2">
                <c:v>16.041850709854295</c:v>
              </c:pt>
              <c:pt idx="3">
                <c:v>16.172045746592918</c:v>
              </c:pt>
              <c:pt idx="4">
                <c:v>16.318236131996358</c:v>
              </c:pt>
              <c:pt idx="5">
                <c:v>16.47066145527597</c:v>
              </c:pt>
              <c:pt idx="6">
                <c:v>16.767010981157533</c:v>
              </c:pt>
              <c:pt idx="7">
                <c:v>17.0414343061129</c:v>
              </c:pt>
              <c:pt idx="8">
                <c:v>17.206209186616416</c:v>
              </c:pt>
              <c:pt idx="9">
                <c:v>17.463025406656012</c:v>
              </c:pt>
              <c:pt idx="10">
                <c:v>17.66503486344136</c:v>
              </c:pt>
              <c:pt idx="11">
                <c:v>17.822919506150228</c:v>
              </c:pt>
              <c:pt idx="12">
                <c:v>17.911697148770546</c:v>
              </c:pt>
              <c:pt idx="13">
                <c:v>17.963176662536604</c:v>
              </c:pt>
              <c:pt idx="14">
                <c:v>17.99358327485734</c:v>
              </c:pt>
              <c:pt idx="15">
                <c:v>18.00442597436873</c:v>
              </c:pt>
              <c:pt idx="16">
                <c:v>17.995285766581095</c:v>
              </c:pt>
              <c:pt idx="17">
                <c:v>17.963799113416062</c:v>
              </c:pt>
              <c:pt idx="18">
                <c:v>17.897098905217774</c:v>
              </c:pt>
              <c:pt idx="19">
                <c:v>17.78217851904076</c:v>
              </c:pt>
              <c:pt idx="20">
                <c:v>17.632969103548852</c:v>
              </c:pt>
              <c:pt idx="21">
                <c:v>17.399950505761463</c:v>
              </c:pt>
              <c:pt idx="22">
                <c:v>17.126072902813604</c:v>
              </c:pt>
              <c:pt idx="23">
                <c:v>16.85217847681537</c:v>
              </c:pt>
              <c:pt idx="24">
                <c:v>16.628879566671504</c:v>
              </c:pt>
              <c:pt idx="25">
                <c:v>16.47879153069338</c:v>
              </c:pt>
              <c:pt idx="26">
                <c:v>16.333447981639154</c:v>
              </c:pt>
              <c:pt idx="27">
                <c:v>16.20175281354947</c:v>
              </c:pt>
              <c:pt idx="28">
                <c:v>16.086175599947698</c:v>
              </c:pt>
              <c:pt idx="29">
                <c:v>15.991919329425047</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15.840969791362243</c:v>
              </c:pt>
              <c:pt idx="1">
                <c:v>15.93070877972582</c:v>
              </c:pt>
              <c:pt idx="2">
                <c:v>16.042330911423086</c:v>
              </c:pt>
              <c:pt idx="3">
                <c:v>16.17272043463361</c:v>
              </c:pt>
              <c:pt idx="4">
                <c:v>16.31908356221444</c:v>
              </c:pt>
              <c:pt idx="5">
                <c:v>16.47163582762004</c:v>
              </c:pt>
              <c:pt idx="6">
                <c:v>16.76811998871133</c:v>
              </c:pt>
              <c:pt idx="7">
                <c:v>17.042602853134223</c:v>
              </c:pt>
              <c:pt idx="8">
                <c:v>17.207396627222895</c:v>
              </c:pt>
              <c:pt idx="9">
                <c:v>17.46422661427764</c:v>
              </c:pt>
              <c:pt idx="10">
                <c:v>17.666233462688517</c:v>
              </c:pt>
              <c:pt idx="11">
                <c:v>17.82410778346365</c:v>
              </c:pt>
              <c:pt idx="12">
                <c:v>17.912883093050674</c:v>
              </c:pt>
              <c:pt idx="13">
                <c:v>17.964369296608183</c:v>
              </c:pt>
              <c:pt idx="14">
                <c:v>17.994782236754894</c:v>
              </c:pt>
              <c:pt idx="15">
                <c:v>18.005622876252136</c:v>
              </c:pt>
              <c:pt idx="16">
                <c:v>17.996471954612268</c:v>
              </c:pt>
              <c:pt idx="17">
                <c:v>17.964969206857454</c:v>
              </c:pt>
              <c:pt idx="18">
                <c:v>17.898250488564912</c:v>
              </c:pt>
              <c:pt idx="19">
                <c:v>17.783315529810732</c:v>
              </c:pt>
              <c:pt idx="20">
                <c:v>17.634098460997016</c:v>
              </c:pt>
              <c:pt idx="21">
                <c:v>17.4010739646886</c:v>
              </c:pt>
              <c:pt idx="22">
                <c:v>17.12718544577793</c:v>
              </c:pt>
              <c:pt idx="23">
                <c:v>16.853263662721073</c:v>
              </c:pt>
              <c:pt idx="24">
                <c:v>16.629916079220024</c:v>
              </c:pt>
              <c:pt idx="25">
                <c:v>16.47976446309527</c:v>
              </c:pt>
              <c:pt idx="26">
                <c:v>16.334323496727173</c:v>
              </c:pt>
              <c:pt idx="27">
                <c:v>16.202504287804704</c:v>
              </c:pt>
              <c:pt idx="28">
                <c:v>16.086784821940448</c:v>
              </c:pt>
              <c:pt idx="29">
                <c:v>15.9923961572347</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8.3"/>
          <c:min val="15.5"/>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log₁₀(nₑ / m⁻³)</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4"/>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z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Ar*準安定粒子</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18.45537245770521</c:v>
              </c:pt>
              <c:pt idx="1">
                <c:v>18.459436302887653</c:v>
              </c:pt>
              <c:pt idx="2">
                <c:v>18.465060659764855</c:v>
              </c:pt>
              <c:pt idx="3">
                <c:v>18.472809444798106</c:v>
              </c:pt>
              <c:pt idx="4">
                <c:v>18.48341645119065</c:v>
              </c:pt>
              <c:pt idx="5">
                <c:v>18.4978001090627</c:v>
              </c:pt>
              <c:pt idx="6">
                <c:v>18.54067285386975</c:v>
              </c:pt>
              <c:pt idx="7">
                <c:v>18.603357748437315</c:v>
              </c:pt>
              <c:pt idx="8">
                <c:v>18.65597176092786</c:v>
              </c:pt>
              <c:pt idx="9">
                <c:v>18.75711676044282</c:v>
              </c:pt>
              <c:pt idx="10">
                <c:v>18.839554642051798</c:v>
              </c:pt>
              <c:pt idx="11">
                <c:v>18.8946103390429</c:v>
              </c:pt>
              <c:pt idx="12">
                <c:v>18.918212757467437</c:v>
              </c:pt>
              <c:pt idx="13">
                <c:v>18.92971285163683</c:v>
              </c:pt>
              <c:pt idx="14">
                <c:v>18.936433436006848</c:v>
              </c:pt>
              <c:pt idx="15">
                <c:v>18.93987307716559</c:v>
              </c:pt>
              <c:pt idx="16">
                <c:v>18.94004980136453</c:v>
              </c:pt>
              <c:pt idx="17">
                <c:v>18.935487112723045</c:v>
              </c:pt>
              <c:pt idx="18">
                <c:v>18.920042142306396</c:v>
              </c:pt>
              <c:pt idx="19">
                <c:v>18.88328656688413</c:v>
              </c:pt>
              <c:pt idx="20">
                <c:v>18.825051590183165</c:v>
              </c:pt>
              <c:pt idx="21">
                <c:v>18.73012276048641</c:v>
              </c:pt>
              <c:pt idx="22">
                <c:v>18.638075256802487</c:v>
              </c:pt>
              <c:pt idx="23">
                <c:v>18.575635875703338</c:v>
              </c:pt>
              <c:pt idx="24">
                <c:v>18.54247923719886</c:v>
              </c:pt>
              <c:pt idx="25">
                <c:v>18.526830474278903</c:v>
              </c:pt>
              <c:pt idx="26">
                <c:v>18.51527754030626</c:v>
              </c:pt>
              <c:pt idx="27">
                <c:v>18.506828288409327</c:v>
              </c:pt>
              <c:pt idx="28">
                <c:v>18.500690102590216</c:v>
              </c:pt>
              <c:pt idx="29">
                <c:v>18.496252107837158</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18.287053596001055</c:v>
              </c:pt>
              <c:pt idx="1">
                <c:v>18.291116766647445</c:v>
              </c:pt>
              <c:pt idx="2">
                <c:v>18.296737986615614</c:v>
              </c:pt>
              <c:pt idx="3">
                <c:v>18.304478417868186</c:v>
              </c:pt>
              <c:pt idx="4">
                <c:v>18.315067105102518</c:v>
              </c:pt>
              <c:pt idx="5">
                <c:v>18.32941560502615</c:v>
              </c:pt>
              <c:pt idx="6">
                <c:v>18.372154551978255</c:v>
              </c:pt>
              <c:pt idx="7">
                <c:v>18.434690506397615</c:v>
              </c:pt>
              <c:pt idx="8">
                <c:v>18.487469652672022</c:v>
              </c:pt>
              <c:pt idx="9">
                <c:v>18.5909551831029</c:v>
              </c:pt>
              <c:pt idx="10">
                <c:v>18.680226730262216</c:v>
              </c:pt>
              <c:pt idx="11">
                <c:v>18.74734021772328</c:v>
              </c:pt>
              <c:pt idx="12">
                <c:v>18.784647511525893</c:v>
              </c:pt>
              <c:pt idx="13">
                <c:v>18.81023791454256</c:v>
              </c:pt>
              <c:pt idx="14">
                <c:v>18.832536866915245</c:v>
              </c:pt>
              <c:pt idx="15">
                <c:v>18.852722988614754</c:v>
              </c:pt>
              <c:pt idx="16">
                <c:v>18.870498248102788</c:v>
              </c:pt>
              <c:pt idx="17">
                <c:v>18.88389227783303</c:v>
              </c:pt>
              <c:pt idx="18">
                <c:v>18.88723690878162</c:v>
              </c:pt>
              <c:pt idx="19">
                <c:v>18.868399297311555</c:v>
              </c:pt>
              <c:pt idx="20">
                <c:v>18.82290683392067</c:v>
              </c:pt>
              <c:pt idx="21">
                <c:v>18.736945182263497</c:v>
              </c:pt>
              <c:pt idx="22">
                <c:v>18.648892617381232</c:v>
              </c:pt>
              <c:pt idx="23">
                <c:v>18.5878713229467</c:v>
              </c:pt>
              <c:pt idx="24">
                <c:v>18.555112592092524</c:v>
              </c:pt>
              <c:pt idx="25">
                <c:v>18.539598081736305</c:v>
              </c:pt>
              <c:pt idx="26">
                <c:v>18.528107953221344</c:v>
              </c:pt>
              <c:pt idx="27">
                <c:v>18.519685773479896</c:v>
              </c:pt>
              <c:pt idx="28">
                <c:v>18.513557463632036</c:v>
              </c:pt>
              <c:pt idx="29">
                <c:v>18.509121563433645</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18.279583410494602</c:v>
              </c:pt>
              <c:pt idx="1">
                <c:v>18.283646567843252</c:v>
              </c:pt>
              <c:pt idx="2">
                <c:v>18.289267727609857</c:v>
              </c:pt>
              <c:pt idx="3">
                <c:v>18.297008005128976</c:v>
              </c:pt>
              <c:pt idx="4">
                <c:v>18.30759637740408</c:v>
              </c:pt>
              <c:pt idx="5">
                <c:v>18.32194434561991</c:v>
              </c:pt>
              <c:pt idx="6">
                <c:v>18.364682323329774</c:v>
              </c:pt>
              <c:pt idx="7">
                <c:v>18.427222359202467</c:v>
              </c:pt>
              <c:pt idx="8">
                <c:v>18.48001865763221</c:v>
              </c:pt>
              <c:pt idx="9">
                <c:v>18.58360804839636</c:v>
              </c:pt>
              <c:pt idx="10">
                <c:v>18.67312493371612</c:v>
              </c:pt>
              <c:pt idx="11">
                <c:v>18.740702434451734</c:v>
              </c:pt>
              <c:pt idx="12">
                <c:v>18.7784503184716</c:v>
              </c:pt>
              <c:pt idx="13">
                <c:v>18.80442599091826</c:v>
              </c:pt>
              <c:pt idx="14">
                <c:v>18.827171306028614</c:v>
              </c:pt>
              <c:pt idx="15">
                <c:v>18.847951219105088</c:v>
              </c:pt>
              <c:pt idx="16">
                <c:v>18.866341324073492</c:v>
              </c:pt>
              <c:pt idx="17">
                <c:v>18.88030326152369</c:v>
              </c:pt>
              <c:pt idx="18">
                <c:v>18.88421423397405</c:v>
              </c:pt>
              <c:pt idx="19">
                <c:v>18.8658534842993</c:v>
              </c:pt>
              <c:pt idx="20">
                <c:v>18.820628274647973</c:v>
              </c:pt>
              <c:pt idx="21">
                <c:v>18.734834087000348</c:v>
              </c:pt>
              <c:pt idx="22">
                <c:v>18.646853905619867</c:v>
              </c:pt>
              <c:pt idx="23">
                <c:v>18.58585995707757</c:v>
              </c:pt>
              <c:pt idx="24">
                <c:v>18.55310951424451</c:v>
              </c:pt>
              <c:pt idx="25">
                <c:v>18.53759810445997</c:v>
              </c:pt>
              <c:pt idx="26">
                <c:v>18.526109463840367</c:v>
              </c:pt>
              <c:pt idx="27">
                <c:v>18.517687938954463</c:v>
              </c:pt>
              <c:pt idx="28">
                <c:v>18.511559872194024</c:v>
              </c:pt>
              <c:pt idx="29">
                <c:v>18.507124024256782</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18.28037047279138</c:v>
              </c:pt>
              <c:pt idx="1">
                <c:v>18.28443363192216</c:v>
              </c:pt>
              <c:pt idx="2">
                <c:v>18.290054799408793</c:v>
              </c:pt>
              <c:pt idx="3">
                <c:v>18.297795095040225</c:v>
              </c:pt>
              <c:pt idx="4">
                <c:v>18.3083834985879</c:v>
              </c:pt>
              <c:pt idx="5">
                <c:v>18.322731500220986</c:v>
              </c:pt>
              <c:pt idx="6">
                <c:v>18.365469256069638</c:v>
              </c:pt>
              <c:pt idx="7">
                <c:v>18.428007431117535</c:v>
              </c:pt>
              <c:pt idx="8">
                <c:v>18.480798113814924</c:v>
              </c:pt>
              <c:pt idx="9">
                <c:v>18.58434668978701</c:v>
              </c:pt>
              <c:pt idx="10">
                <c:v>18.67373544193021</c:v>
              </c:pt>
              <c:pt idx="11">
                <c:v>18.741075155843472</c:v>
              </c:pt>
              <c:pt idx="12">
                <c:v>18.778686246252217</c:v>
              </c:pt>
              <c:pt idx="13">
                <c:v>18.8046721807603</c:v>
              </c:pt>
              <c:pt idx="14">
                <c:v>18.827446423869787</c:v>
              </c:pt>
              <c:pt idx="15">
                <c:v>18.84817635592236</c:v>
              </c:pt>
              <c:pt idx="16">
                <c:v>18.866455453117712</c:v>
              </c:pt>
              <c:pt idx="17">
                <c:v>18.880282911733087</c:v>
              </c:pt>
              <c:pt idx="18">
                <c:v>18.884050214035128</c:v>
              </c:pt>
              <c:pt idx="19">
                <c:v>18.865590596644775</c:v>
              </c:pt>
              <c:pt idx="20">
                <c:v>18.820319679877944</c:v>
              </c:pt>
              <c:pt idx="21">
                <c:v>18.734503529994043</c:v>
              </c:pt>
              <c:pt idx="22">
                <c:v>18.64651406731537</c:v>
              </c:pt>
              <c:pt idx="23">
                <c:v>18.58551592632226</c:v>
              </c:pt>
              <c:pt idx="24">
                <c:v>18.552764138228174</c:v>
              </c:pt>
              <c:pt idx="25">
                <c:v>18.537252143361805</c:v>
              </c:pt>
              <c:pt idx="26">
                <c:v>18.525763213718054</c:v>
              </c:pt>
              <c:pt idx="27">
                <c:v>18.517341558685082</c:v>
              </c:pt>
              <c:pt idx="28">
                <c:v>18.51121344285013</c:v>
              </c:pt>
              <c:pt idx="29">
                <c:v>18.50677758426481</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9"/>
          <c:min val="18.2"/>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log₁₀(nAr* / m⁻³)</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4"/>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z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3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RF吸収密度</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-6</c:v>
              </c:pt>
              <c:pt idx="1">
                <c:v>-6</c:v>
              </c:pt>
              <c:pt idx="2">
                <c:v>-5.810403005081385</c:v>
              </c:pt>
              <c:pt idx="3">
                <c:v>-5.106763853039019</c:v>
              </c:pt>
              <c:pt idx="4">
                <c:v>-4.488257017862887</c:v>
              </c:pt>
              <c:pt idx="5">
                <c:v>-3.8321670380291977</c:v>
              </c:pt>
              <c:pt idx="6">
                <c:v>-2.940403507437168</c:v>
              </c:pt>
              <c:pt idx="7">
                <c:v>-1.8767544260933362</c:v>
              </c:pt>
              <c:pt idx="8">
                <c:v>-1.1607813950982595</c:v>
              </c:pt>
              <c:pt idx="9">
                <c:v>-0.339528730065642</c:v>
              </c:pt>
              <c:pt idx="10">
                <c:v>0.3777238484478456</c:v>
              </c:pt>
              <c:pt idx="11">
                <c:v>1.1026186656025263</c:v>
              </c:pt>
              <c:pt idx="12">
                <c:v>1.673481093462637</c:v>
              </c:pt>
              <c:pt idx="13">
                <c:v>2.1764549629542542</c:v>
              </c:pt>
              <c:pt idx="14">
                <c:v>2.6810991706783844</c:v>
              </c:pt>
              <c:pt idx="15">
                <c:v>3.1840714115834055</c:v>
              </c:pt>
              <c:pt idx="16">
                <c:v>3.6572917290330342</c:v>
              </c:pt>
              <c:pt idx="17">
                <c:v>4.105529517822993</c:v>
              </c:pt>
              <c:pt idx="18">
                <c:v>4.571074450968054</c:v>
              </c:pt>
              <c:pt idx="19">
                <c:v>4.821957517870391</c:v>
              </c:pt>
              <c:pt idx="20">
                <c:v>4.926403873350038</c:v>
              </c:pt>
              <c:pt idx="21">
                <c:v>4.895720209303516</c:v>
              </c:pt>
              <c:pt idx="22">
                <c:v>4.62002565123708</c:v>
              </c:pt>
              <c:pt idx="23">
                <c:v>4.206024929011128</c:v>
              </c:pt>
              <c:pt idx="24">
                <c:v>4.067907431880162</c:v>
              </c:pt>
              <c:pt idx="25">
                <c:v>3.948262659862403</c:v>
              </c:pt>
              <c:pt idx="26">
                <c:v>3.7662078437792545</c:v>
              </c:pt>
              <c:pt idx="27">
                <c:v>3.5901771252029673</c:v>
              </c:pt>
              <c:pt idx="28">
                <c:v>3.4273005049742196</c:v>
              </c:pt>
              <c:pt idx="29">
                <c:v>3.2903552355382293</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-6</c:v>
              </c:pt>
              <c:pt idx="1">
                <c:v>-4.598821784733403</c:v>
              </c:pt>
              <c:pt idx="2">
                <c:v>-3.7269603893828314</c:v>
              </c:pt>
              <c:pt idx="3">
                <c:v>-3.0782940802178778</c:v>
              </c:pt>
              <c:pt idx="4">
                <c:v>-2.508449868150291</c:v>
              </c:pt>
              <c:pt idx="5">
                <c:v>-1.887646111154071</c:v>
              </c:pt>
              <c:pt idx="6">
                <c:v>-1.0343784787328223</c:v>
              </c:pt>
              <c:pt idx="7">
                <c:v>0.01112377861389584</c:v>
              </c:pt>
              <c:pt idx="8">
                <c:v>0.7200394920097661</c:v>
              </c:pt>
              <c:pt idx="9">
                <c:v>1.525426667311673</c:v>
              </c:pt>
              <c:pt idx="10">
                <c:v>2.1884364807991847</c:v>
              </c:pt>
              <c:pt idx="11">
                <c:v>2.801365529757558</c:v>
              </c:pt>
              <c:pt idx="12">
                <c:v>3.2251580477627053</c:v>
              </c:pt>
              <c:pt idx="13">
                <c:v>3.53454123914238</c:v>
              </c:pt>
              <c:pt idx="14">
                <c:v>3.8169391792192404</c:v>
              </c:pt>
              <c:pt idx="15">
                <c:v>4.085990535177651</c:v>
              </c:pt>
              <c:pt idx="16">
                <c:v>4.330608836871628</c:v>
              </c:pt>
              <c:pt idx="17">
                <c:v>4.560779057544721</c:v>
              </c:pt>
              <c:pt idx="18">
                <c:v>4.7939429714228075</c:v>
              </c:pt>
              <c:pt idx="19">
                <c:v>4.874858965758498</c:v>
              </c:pt>
              <c:pt idx="20">
                <c:v>4.8460532937896605</c:v>
              </c:pt>
              <c:pt idx="21">
                <c:v>4.729817500179315</c:v>
              </c:pt>
              <c:pt idx="22">
                <c:v>4.420933335946633</c:v>
              </c:pt>
              <c:pt idx="23">
                <c:v>4.0024170062952225</c:v>
              </c:pt>
              <c:pt idx="24">
                <c:v>3.8828644221114716</c:v>
              </c:pt>
              <c:pt idx="25">
                <c:v>3.790592722960876</c:v>
              </c:pt>
              <c:pt idx="26">
                <c:v>3.6514338050829345</c:v>
              </c:pt>
              <c:pt idx="27">
                <c:v>3.5261166185751462</c:v>
              </c:pt>
              <c:pt idx="28">
                <c:v>3.416089588142386</c:v>
              </c:pt>
              <c:pt idx="29">
                <c:v>3.3262863639046736</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-6</c:v>
              </c:pt>
              <c:pt idx="1">
                <c:v>-4.6016245907846365</c:v>
              </c:pt>
              <c:pt idx="2">
                <c:v>-3.729888291622047</c:v>
              </c:pt>
              <c:pt idx="3">
                <c:v>-3.081420057556693</c:v>
              </c:pt>
              <c:pt idx="4">
                <c:v>-2.5118310526872127</c:v>
              </c:pt>
              <c:pt idx="5">
                <c:v>-1.891297149750762</c:v>
              </c:pt>
              <c:pt idx="6">
                <c:v>-1.038465809764457</c:v>
              </c:pt>
              <c:pt idx="7">
                <c:v>0.006764718740032042</c:v>
              </c:pt>
              <c:pt idx="8">
                <c:v>0.71557170054695</c:v>
              </c:pt>
              <c:pt idx="9">
                <c:v>1.5208531441395923</c:v>
              </c:pt>
              <c:pt idx="10">
                <c:v>2.1838500039062154</c:v>
              </c:pt>
              <c:pt idx="11">
                <c:v>2.796859111284518</c:v>
              </c:pt>
              <c:pt idx="12">
                <c:v>3.2208022153166462</c:v>
              </c:pt>
              <c:pt idx="13">
                <c:v>3.5303933989459457</c:v>
              </c:pt>
              <c:pt idx="14">
                <c:v>3.8130925592056553</c:v>
              </c:pt>
              <c:pt idx="15">
                <c:v>4.082558433238676</c:v>
              </c:pt>
              <c:pt idx="16">
                <c:v>4.327693132915729</c:v>
              </c:pt>
              <c:pt idx="17">
                <c:v>4.558459433158201</c:v>
              </c:pt>
              <c:pt idx="18">
                <c:v>4.7923225862568914</c:v>
              </c:pt>
              <c:pt idx="19">
                <c:v>4.873867938557354</c:v>
              </c:pt>
              <c:pt idx="20">
                <c:v>4.845581395307532</c:v>
              </c:pt>
              <c:pt idx="21">
                <c:v>4.729733689521434</c:v>
              </c:pt>
              <c:pt idx="22">
                <c:v>4.421076653536181</c:v>
              </c:pt>
              <c:pt idx="23">
                <c:v>4.002709216270473</c:v>
              </c:pt>
              <c:pt idx="24">
                <c:v>3.8832235979700087</c:v>
              </c:pt>
              <c:pt idx="25">
                <c:v>3.790935181630414</c:v>
              </c:pt>
              <c:pt idx="26">
                <c:v>3.651672177961696</c:v>
              </c:pt>
              <c:pt idx="27">
                <c:v>3.5261677756208605</c:v>
              </c:pt>
              <c:pt idx="28">
                <c:v>3.4158807318758897</c:v>
              </c:pt>
              <c:pt idx="29">
                <c:v>3.3258192576699868</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-6</c:v>
              </c:pt>
              <c:pt idx="1">
                <c:v>-4.600658391389352</c:v>
              </c:pt>
              <c:pt idx="2">
                <c:v>-3.728726055808752</c:v>
              </c:pt>
              <c:pt idx="3">
                <c:v>-3.0800669224780335</c:v>
              </c:pt>
              <c:pt idx="4">
                <c:v>-2.5103106564014355</c:v>
              </c:pt>
              <c:pt idx="5">
                <c:v>-1.8896572303802095</c:v>
              </c:pt>
              <c:pt idx="6">
                <c:v>-1.0367106778220374</c:v>
              </c:pt>
              <c:pt idx="7">
                <c:v>0.00855500796657395</c:v>
              </c:pt>
              <c:pt idx="8">
                <c:v>0.7173621785712099</c:v>
              </c:pt>
              <c:pt idx="9">
                <c:v>1.5226199033938765</c:v>
              </c:pt>
              <c:pt idx="10">
                <c:v>2.185567916614275</c:v>
              </c:pt>
              <c:pt idx="11">
                <c:v>2.7985046585832336</c:v>
              </c:pt>
              <c:pt idx="12">
                <c:v>3.2223752067776594</c:v>
              </c:pt>
              <c:pt idx="13">
                <c:v>3.531885810522441</c:v>
              </c:pt>
              <c:pt idx="14">
                <c:v>3.8144795325423706</c:v>
              </c:pt>
              <c:pt idx="15">
                <c:v>4.0838051127319765</c:v>
              </c:pt>
              <c:pt idx="16">
                <c:v>4.328765415992666</c:v>
              </c:pt>
              <c:pt idx="17">
                <c:v>4.559328020518565</c:v>
              </c:pt>
              <c:pt idx="18">
                <c:v>4.792938393876255</c:v>
              </c:pt>
              <c:pt idx="19">
                <c:v>4.874261034098363</c:v>
              </c:pt>
              <c:pt idx="20">
                <c:v>4.845797868948439</c:v>
              </c:pt>
              <c:pt idx="21">
                <c:v>4.729843978068357</c:v>
              </c:pt>
              <c:pt idx="22">
                <c:v>4.421149119568433</c:v>
              </c:pt>
              <c:pt idx="23">
                <c:v>4.002751631674327</c:v>
              </c:pt>
              <c:pt idx="24">
                <c:v>3.883222595815188</c:v>
              </c:pt>
              <c:pt idx="25">
                <c:v>3.7908740382058745</c:v>
              </c:pt>
              <c:pt idx="26">
                <c:v>3.6515183526372983</c:v>
              </c:pt>
              <c:pt idx="27">
                <c:v>3.5258929239237493</c:v>
              </c:pt>
              <c:pt idx="28">
                <c:v>3.4154647124262665</c:v>
              </c:pt>
              <c:pt idx="29">
                <c:v>3.325270256214884</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5.2"/>
          <c:min val="-6.5"/>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log₁₀(Qrh / W m⁻³)</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4"/>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z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3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標準COMSOLからの符号付き差</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invertIfNegative val="0"/>
          <c:cat>
            <c:strLit>
              <c:ptCount val="4"/>
              <c:pt idx="0">
                <c:v>電子数</c:v>
              </c:pt>
              <c:pt idx="1">
                <c:v>平均エネルギー</c:v>
              </c:pt>
              <c:pt idx="2">
                <c:v>Ar*</c:v>
              </c:pt>
              <c:pt idx="3">
                <c:v>RF吸収</c:v>
              </c:pt>
            </c:strLit>
          </c:cat>
          <c:val>
            <c:numLit>
              <c:formatCode>0.0</c:formatCode>
              <c:ptCount val="4"/>
              <c:pt idx="0">
                <c:v>-35.39196273201437</c:v>
              </c:pt>
              <c:pt idx="1">
                <c:v>46.72962395103222</c:v>
              </c:pt>
              <c:pt idx="2">
                <c:v>-44.978352589074234</c:v>
              </c:pt>
              <c:pt idx="3">
                <c:v>15.450946807591048</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invertIfNegative val="0"/>
          <c:cat>
            <c:strLit>
              <c:ptCount val="4"/>
              <c:pt idx="0">
                <c:v>電子数</c:v>
              </c:pt>
              <c:pt idx="1">
                <c:v>平均エネルギー</c:v>
              </c:pt>
              <c:pt idx="2">
                <c:v>Ar*</c:v>
              </c:pt>
              <c:pt idx="3">
                <c:v>RF吸収</c:v>
              </c:pt>
            </c:strLit>
          </c:cat>
          <c:val>
            <c:numLit>
              <c:formatCode>0.0</c:formatCode>
              <c:ptCount val="4"/>
              <c:pt idx="0">
                <c:v>-34.962239379342044</c:v>
              </c:pt>
              <c:pt idx="1">
                <c:v>46.11484512727508</c:v>
              </c:pt>
              <c:pt idx="2">
                <c:v>-45.542566144853524</c:v>
              </c:pt>
              <c:pt idx="3">
                <c:v>15.482610689471832</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invertIfNegative val="0"/>
          <c:cat>
            <c:strLit>
              <c:ptCount val="4"/>
              <c:pt idx="0">
                <c:v>電子数</c:v>
              </c:pt>
              <c:pt idx="1">
                <c:v>平均エネルギー</c:v>
              </c:pt>
              <c:pt idx="2">
                <c:v>Ar*</c:v>
              </c:pt>
              <c:pt idx="3">
                <c:v>RF吸収</c:v>
              </c:pt>
            </c:strLit>
          </c:cat>
          <c:val>
            <c:numLit>
              <c:formatCode>0.0</c:formatCode>
              <c:ptCount val="4"/>
              <c:pt idx="0">
                <c:v>-34.80246399366912</c:v>
              </c:pt>
              <c:pt idx="1">
                <c:v>45.88013985335786</c:v>
              </c:pt>
              <c:pt idx="2">
                <c:v>-45.5125891356742</c:v>
              </c:pt>
              <c:pt idx="3">
                <c:v>15.494613095134424</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max val="60"/>
          <c:min val="-6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66666"/>
                    </a:solidFill>
                    <a:latin typeface="Noto Sans JP"/>
                    <a:ea typeface="Noto Sans JP"/>
                    <a:cs typeface="Noto Sans JP"/>
                  </a:rPr>
                  <a:t>標準COMSOL比 [%]</a:t>
                </a:r>
              </a:p>
            </c:rich>
          </c:tx>
          <c:overlay val="0"/>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Noto Sans JP"/>
                <a:ea typeface="Noto Sans JP"/>
                <a:cs typeface="Noto Sans JP"/>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3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体積積分電子数</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0955">
              <a:solidFill>
                <a:srgbClr val="666666"/>
              </a:solidFill>
              <a:prstDash val="dash"/>
            </a:ln>
          </c:spPr>
          <c:marker>
            <c:symbol val="none"/>
            <c:size val="2"/>
          </c:marker>
          <c:xVal>
            <c:numLit>
              <c:formatCode>General</c:formatCode>
              <c:ptCount val="17"/>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-3.75</c:v>
              </c:pt>
              <c:pt idx="14">
                <c:v>-3.5</c:v>
              </c:pt>
              <c:pt idx="15">
                <c:v>-3.25</c:v>
              </c:pt>
              <c:pt idx="16">
                <c:v>-3</c:v>
              </c:pt>
            </c:numLit>
          </c:xVal>
          <c:yVal>
            <c:numLit>
              <c:formatCode>General</c:formatCode>
              <c:ptCount val="17"/>
              <c:pt idx="0">
                <c:v>0.05385174600511415</c:v>
              </c:pt>
              <c:pt idx="1">
                <c:v>0.07577880743817608</c:v>
              </c:pt>
              <c:pt idx="2">
                <c:v>0.17417378252180363</c:v>
              </c:pt>
              <c:pt idx="3">
                <c:v>0.4179735409521065</c:v>
              </c:pt>
              <c:pt idx="4">
                <c:v>0.7645716988142623</c:v>
              </c:pt>
              <c:pt idx="5">
                <c:v>1.1221699662466273</c:v>
              </c:pt>
              <c:pt idx="6">
                <c:v>1.4122337015005297</c:v>
              </c:pt>
              <c:pt idx="7">
                <c:v>1.646511217154882</c:v>
              </c:pt>
              <c:pt idx="8">
                <c:v>1.9419005619955403</c:v>
              </c:pt>
              <c:pt idx="9">
                <c:v>2.3367771239955313</c:v>
              </c:pt>
              <c:pt idx="10">
                <c:v>2.645332226266917</c:v>
              </c:pt>
              <c:pt idx="11">
                <c:v>2.7571720171362415</c:v>
              </c:pt>
              <c:pt idx="12">
                <c:v>2.8168970924227974</c:v>
              </c:pt>
              <c:pt idx="13">
                <c:v>2.860463886291182</c:v>
              </c:pt>
              <c:pt idx="14">
                <c:v>2.8975019973879226</c:v>
              </c:pt>
              <c:pt idx="15">
                <c:v>2.9275517316867976</c:v>
              </c:pt>
              <c:pt idx="16">
                <c:v>2.943044430673796</c:v>
              </c:pt>
            </c:numLit>
          </c:yVal>
        </c:ser>
        <c:ser>
          <c:idx val="1"/>
          <c:order val="1"/>
          <c:tx>
            <c:v>two-term</c:v>
          </c:tx>
          <c:spPr>
            <a:ln xmlns:a="http://schemas.openxmlformats.org/drawingml/2006/main" w="20955">
              <a:solidFill>
                <a:srgbClr val="007FAE"/>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0.06372313719443344</c:v>
              </c:pt>
              <c:pt idx="1">
                <c:v>0.11858786525107579</c:v>
              </c:pt>
              <c:pt idx="2">
                <c:v>0.279697618398132</c:v>
              </c:pt>
              <c:pt idx="3">
                <c:v>0.5258027170903224</c:v>
              </c:pt>
              <c:pt idx="4">
                <c:v>0.7810824477497591</c:v>
              </c:pt>
              <c:pt idx="5">
                <c:v>0.9841029266697159</c:v>
              </c:pt>
              <c:pt idx="6">
                <c:v>1.121130046305079</c:v>
              </c:pt>
              <c:pt idx="7">
                <c:v>1.26317905859739</c:v>
              </c:pt>
              <c:pt idx="8">
                <c:v>1.4814492121822072</c:v>
              </c:pt>
              <c:pt idx="9">
                <c:v>1.7098103039113173</c:v>
              </c:pt>
              <c:pt idx="10">
                <c:v>1.844445999870261</c:v>
              </c:pt>
              <c:pt idx="11">
                <c:v>1.87263492574906</c:v>
              </c:pt>
              <c:pt idx="12">
                <c:v>1.8887343809272965</c:v>
              </c:pt>
              <c:pt idx="13">
                <c:v>1.8962564344083046</c:v>
              </c:pt>
              <c:pt idx="14">
                <c:v>1.899309031865048</c:v>
              </c:pt>
              <c:pt idx="15">
                <c:v>1.9007403081740497</c:v>
              </c:pt>
              <c:pt idx="16">
                <c:v>1.9014432425831018</c:v>
              </c:pt>
              <c:pt idx="17">
                <c:v>1.9016878277747125</c:v>
              </c:pt>
              <c:pt idx="18">
                <c:v>1.9017116346759566</c:v>
              </c:pt>
              <c:pt idx="19">
                <c:v>1.9017123526724946</c:v>
              </c:pt>
              <c:pt idx="20">
                <c:v>1.9017123785777905</c:v>
              </c:pt>
            </c:numLit>
          </c:yVal>
        </c:ser>
        <c:ser>
          <c:idx val="2"/>
          <c:order val="2"/>
          <c:tx>
            <c:v>Monte Carlo</c:v>
          </c:tx>
          <c:spPr>
            <a:ln xmlns:a="http://schemas.openxmlformats.org/drawingml/2006/main" w="20955">
              <a:solidFill>
                <a:srgbClr val="B87900"/>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0.06277731673832983</c:v>
              </c:pt>
              <c:pt idx="1">
                <c:v>0.11506801899763743</c:v>
              </c:pt>
              <c:pt idx="2">
                <c:v>0.2762176080432534</c:v>
              </c:pt>
              <c:pt idx="3">
                <c:v>0.5284368033993787</c:v>
              </c:pt>
              <c:pt idx="4">
                <c:v>0.7890866487553329</c:v>
              </c:pt>
              <c:pt idx="5">
                <c:v>0.9955578820156795</c:v>
              </c:pt>
              <c:pt idx="6">
                <c:v>1.135169502922383</c:v>
              </c:pt>
              <c:pt idx="7">
                <c:v>1.2787450183924107</c:v>
              </c:pt>
              <c:pt idx="8">
                <c:v>1.4951172659250107</c:v>
              </c:pt>
              <c:pt idx="9">
                <c:v>1.73914345099748</c:v>
              </c:pt>
              <c:pt idx="10">
                <c:v>1.8566713116973435</c:v>
              </c:pt>
              <c:pt idx="11">
                <c:v>1.886011867346336</c:v>
              </c:pt>
              <c:pt idx="12">
                <c:v>1.901924518133645</c:v>
              </c:pt>
              <c:pt idx="13">
                <c:v>1.909013227036159</c:v>
              </c:pt>
              <c:pt idx="14">
                <c:v>1.9120133263105907</c:v>
              </c:pt>
              <c:pt idx="15">
                <c:v>1.9134137531909572</c:v>
              </c:pt>
              <c:pt idx="16">
                <c:v>1.9140901917812294</c:v>
              </c:pt>
              <c:pt idx="17">
                <c:v>1.9143282072711678</c:v>
              </c:pt>
              <c:pt idx="18">
                <c:v>1.9143530887930253</c:v>
              </c:pt>
              <c:pt idx="19">
                <c:v>1.9143524022043559</c:v>
              </c:pt>
              <c:pt idx="20">
                <c:v>1.9143523718101356</c:v>
              </c:pt>
            </c:numLit>
          </c:yVal>
        </c:ser>
        <c:ser>
          <c:idx val="3"/>
          <c:order val="3"/>
          <c:tx>
            <c:v>propagator P1</c:v>
          </c:tx>
          <c:spPr>
            <a:ln xmlns:a="http://schemas.openxmlformats.org/drawingml/2006/main" w="20955">
              <a:solidFill>
                <a:srgbClr val="72B51F"/>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0.06251313981595834</c:v>
              </c:pt>
              <c:pt idx="1">
                <c:v>0.11412096525162435</c:v>
              </c:pt>
              <c:pt idx="2">
                <c:v>0.2747559678085361</c:v>
              </c:pt>
              <c:pt idx="3">
                <c:v>0.5276334984564912</c:v>
              </c:pt>
              <c:pt idx="4">
                <c:v>0.7898364768908486</c:v>
              </c:pt>
              <c:pt idx="5">
                <c:v>0.9982992871940797</c:v>
              </c:pt>
              <c:pt idx="6">
                <c:v>1.1389993776817156</c:v>
              </c:pt>
              <c:pt idx="7">
                <c:v>1.283149051544484</c:v>
              </c:pt>
              <c:pt idx="8">
                <c:v>1.4994899680602691</c:v>
              </c:pt>
              <c:pt idx="9">
                <c:v>1.74196796434038</c:v>
              </c:pt>
              <c:pt idx="10">
                <c:v>1.860988558964805</c:v>
              </c:pt>
              <c:pt idx="11">
                <c:v>1.8905289547423012</c:v>
              </c:pt>
              <c:pt idx="12">
                <c:v>1.9065561292133015</c:v>
              </c:pt>
              <c:pt idx="13">
                <c:v>1.9136018878467906</c:v>
              </c:pt>
              <c:pt idx="14">
                <c:v>1.9167082357325218</c:v>
              </c:pt>
              <c:pt idx="15">
                <c:v>1.9181103987057522</c:v>
              </c:pt>
              <c:pt idx="16">
                <c:v>1.9187924523708642</c:v>
              </c:pt>
              <c:pt idx="17">
                <c:v>1.9190286859186891</c:v>
              </c:pt>
              <c:pt idx="18">
                <c:v>1.9190528108406373</c:v>
              </c:pt>
              <c:pt idx="19">
                <c:v>1.9190517650055128</c:v>
              </c:pt>
              <c:pt idx="20">
                <c:v>1.9190517264878768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Ne [10¹⁴]</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2"/>
          <c:min val="-7"/>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t [s]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3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体積積分Ar*</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0955">
              <a:solidFill>
                <a:srgbClr val="666666"/>
              </a:solidFill>
              <a:prstDash val="dash"/>
            </a:ln>
          </c:spPr>
          <c:marker>
            <c:symbol val="none"/>
            <c:size val="2"/>
          </c:marker>
          <c:xVal>
            <c:numLit>
              <c:formatCode>General</c:formatCode>
              <c:ptCount val="17"/>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-3.75</c:v>
              </c:pt>
              <c:pt idx="14">
                <c:v>-3.5</c:v>
              </c:pt>
              <c:pt idx="15">
                <c:v>-3.25</c:v>
              </c:pt>
              <c:pt idx="16">
                <c:v>-3</c:v>
              </c:pt>
            </c:numLit>
          </c:xVal>
          <c:yVal>
            <c:numLit>
              <c:formatCode>General</c:formatCode>
              <c:ptCount val="17"/>
              <c:pt idx="0">
                <c:v>0.001207641667943163</c:v>
              </c:pt>
              <c:pt idx="1">
                <c:v>0.0038247296785471024</c:v>
              </c:pt>
              <c:pt idx="2">
                <c:v>0.014646673626580323</c:v>
              </c:pt>
              <c:pt idx="3">
                <c:v>0.048579375018015215</c:v>
              </c:pt>
              <c:pt idx="4">
                <c:v>0.12215033176649422</c:v>
              </c:pt>
              <c:pt idx="5">
                <c:v>0.2569019410185345</c:v>
              </c:pt>
              <c:pt idx="6">
                <c:v>0.48630440676724657</c:v>
              </c:pt>
              <c:pt idx="7">
                <c:v>0.85206518159736</c:v>
              </c:pt>
              <c:pt idx="8">
                <c:v>1.430307834546895</c:v>
              </c:pt>
              <c:pt idx="9">
                <c:v>2.135203856968078</c:v>
              </c:pt>
              <c:pt idx="10">
                <c:v>2.7677504882791295</c:v>
              </c:pt>
              <c:pt idx="11">
                <c:v>3.306322401692441</c:v>
              </c:pt>
              <c:pt idx="12">
                <c:v>3.817326736639269</c:v>
              </c:pt>
              <c:pt idx="13">
                <c:v>4.343454313004056</c:v>
              </c:pt>
              <c:pt idx="14">
                <c:v>4.910244442088036</c:v>
              </c:pt>
              <c:pt idx="15">
                <c:v>5.431268754591354</c:v>
              </c:pt>
              <c:pt idx="16">
                <c:v>5.707998639363053</c:v>
              </c:pt>
            </c:numLit>
          </c:yVal>
        </c:ser>
        <c:ser>
          <c:idx val="1"/>
          <c:order val="1"/>
          <c:tx>
            <c:v>two-term</c:v>
          </c:tx>
          <c:spPr>
            <a:ln xmlns:a="http://schemas.openxmlformats.org/drawingml/2006/main" w="20955">
              <a:solidFill>
                <a:srgbClr val="007FAE"/>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0.001583834800985991</c:v>
              </c:pt>
              <c:pt idx="1">
                <c:v>0.00644611963549461</c:v>
              </c:pt>
              <c:pt idx="2">
                <c:v>0.02476331944081269</c:v>
              </c:pt>
              <c:pt idx="3">
                <c:v>0.06981252337180976</c:v>
              </c:pt>
              <c:pt idx="4">
                <c:v>0.1573771926194917</c:v>
              </c:pt>
              <c:pt idx="5">
                <c:v>0.3110969837953947</c:v>
              </c:pt>
              <c:pt idx="6">
                <c:v>0.5646746358478786</c:v>
              </c:pt>
              <c:pt idx="7">
                <c:v>0.9545293706491206</c:v>
              </c:pt>
              <c:pt idx="8">
                <c:v>1.487196138140956</c:v>
              </c:pt>
              <c:pt idx="9">
                <c:v>1.9851964924500958</c:v>
              </c:pt>
              <c:pt idx="10">
                <c:v>2.3901456881133893</c:v>
              </c:pt>
              <c:pt idx="11">
                <c:v>2.643400319992022</c:v>
              </c:pt>
              <c:pt idx="12">
                <c:v>2.8134462602291364</c:v>
              </c:pt>
              <c:pt idx="13">
                <c:v>2.927990737170407</c:v>
              </c:pt>
              <c:pt idx="14">
                <c:v>3.011917542788761</c:v>
              </c:pt>
              <c:pt idx="15">
                <c:v>3.086238316101701</c:v>
              </c:pt>
              <c:pt idx="16">
                <c:v>3.140634885570779</c:v>
              </c:pt>
              <c:pt idx="17">
                <c:v>3.161628287653593</c:v>
              </c:pt>
              <c:pt idx="18">
                <c:v>3.1637158587676093</c:v>
              </c:pt>
              <c:pt idx="19">
                <c:v>3.1637800162966396</c:v>
              </c:pt>
              <c:pt idx="20">
                <c:v>3.163782309417538</c:v>
              </c:pt>
            </c:numLit>
          </c:yVal>
        </c:ser>
        <c:ser>
          <c:idx val="2"/>
          <c:order val="2"/>
          <c:tx>
            <c:v>Monte Carlo</c:v>
          </c:tx>
          <c:spPr>
            <a:ln xmlns:a="http://schemas.openxmlformats.org/drawingml/2006/main" w="20955">
              <a:solidFill>
                <a:srgbClr val="B87900"/>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0.0014909729630860503</c:v>
              </c:pt>
              <c:pt idx="1">
                <c:v>0.006022680139181661</c:v>
              </c:pt>
              <c:pt idx="2">
                <c:v>0.0236295187401644</c:v>
              </c:pt>
              <c:pt idx="3">
                <c:v>0.067924778490244</c:v>
              </c:pt>
              <c:pt idx="4">
                <c:v>0.15486457060818543</c:v>
              </c:pt>
              <c:pt idx="5">
                <c:v>0.30775782306593163</c:v>
              </c:pt>
              <c:pt idx="6">
                <c:v>0.5601928112533657</c:v>
              </c:pt>
              <c:pt idx="7">
                <c:v>0.9476014002702432</c:v>
              </c:pt>
              <c:pt idx="8">
                <c:v>1.4687522420766383</c:v>
              </c:pt>
              <c:pt idx="9">
                <c:v>1.9976221826629308</c:v>
              </c:pt>
              <c:pt idx="10">
                <c:v>2.37468476631342</c:v>
              </c:pt>
              <c:pt idx="11">
                <c:v>2.623781474418268</c:v>
              </c:pt>
              <c:pt idx="12">
                <c:v>2.791009879910159</c:v>
              </c:pt>
              <c:pt idx="13">
                <c:v>2.9008239367616846</c:v>
              </c:pt>
              <c:pt idx="14">
                <c:v>2.9827227424945795</c:v>
              </c:pt>
              <c:pt idx="15">
                <c:v>3.055746879000937</c:v>
              </c:pt>
              <c:pt idx="16">
                <c:v>3.1084295834837956</c:v>
              </c:pt>
              <c:pt idx="17">
                <c:v>3.1288791954920536</c:v>
              </c:pt>
              <c:pt idx="18">
                <c:v>3.1310624327454377</c:v>
              </c:pt>
              <c:pt idx="19">
                <c:v>3.13100346178311</c:v>
              </c:pt>
              <c:pt idx="20">
                <c:v>3.1310008159481977</c:v>
              </c:pt>
            </c:numLit>
          </c:yVal>
        </c:ser>
        <c:ser>
          <c:idx val="3"/>
          <c:order val="3"/>
          <c:tx>
            <c:v>propagator P1</c:v>
          </c:tx>
          <c:spPr>
            <a:ln xmlns:a="http://schemas.openxmlformats.org/drawingml/2006/main" w="20955">
              <a:solidFill>
                <a:srgbClr val="72B51F"/>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0.0014710006469217675</c:v>
              </c:pt>
              <c:pt idx="1">
                <c:v>0.0059398591460208495</c:v>
              </c:pt>
              <c:pt idx="2">
                <c:v>0.023419196310673834</c:v>
              </c:pt>
              <c:pt idx="3">
                <c:v>0.06760012359673534</c:v>
              </c:pt>
              <c:pt idx="4">
                <c:v>0.15435799597027058</c:v>
              </c:pt>
              <c:pt idx="5">
                <c:v>0.3069023232397632</c:v>
              </c:pt>
              <c:pt idx="6">
                <c:v>0.5586059851457154</c:v>
              </c:pt>
              <c:pt idx="7">
                <c:v>0.945638850297877</c:v>
              </c:pt>
              <c:pt idx="8">
                <c:v>1.4663207810081746</c:v>
              </c:pt>
              <c:pt idx="9">
                <c:v>1.9931325455010367</c:v>
              </c:pt>
              <c:pt idx="10">
                <c:v>2.3732117458458966</c:v>
              </c:pt>
              <c:pt idx="11">
                <c:v>2.6233891198863817</c:v>
              </c:pt>
              <c:pt idx="12">
                <c:v>2.791357368574898</c:v>
              </c:pt>
              <c:pt idx="13">
                <c:v>2.900474863818399</c:v>
              </c:pt>
              <c:pt idx="14">
                <c:v>2.9836777372229535</c:v>
              </c:pt>
              <c:pt idx="15">
                <c:v>3.056810274879822</c:v>
              </c:pt>
              <c:pt idx="16">
                <c:v>3.110140670759873</c:v>
              </c:pt>
              <c:pt idx="17">
                <c:v>3.13058348730637</c:v>
              </c:pt>
              <c:pt idx="18">
                <c:v>3.132714111267333</c:v>
              </c:pt>
              <c:pt idx="19">
                <c:v>3.132622913567836</c:v>
              </c:pt>
              <c:pt idx="20">
                <c:v>3.13261951315536</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7"/>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NAr* [10¹⁵]</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2"/>
          <c:min val="-7"/>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t [s]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3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Swarm EEDF参照表 − 標準Maxwell型（t = 1 ms）</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invertIfNegative val="0"/>
          <c:cat>
            <c:strLit>
              <c:ptCount val="4"/>
              <c:pt idx="0">
                <c:v>体積積分電子数</c:v>
              </c:pt>
              <c:pt idx="1">
                <c:v>平均エネルギー</c:v>
              </c:pt>
              <c:pt idx="2">
                <c:v>体積積分Ar*</c:v>
              </c:pt>
              <c:pt idx="3">
                <c:v>RF吸収</c:v>
              </c:pt>
            </c:strLit>
          </c:cat>
          <c:val>
            <c:numLit>
              <c:formatCode>0.0</c:formatCode>
              <c:ptCount val="4"/>
              <c:pt idx="0">
                <c:v>-35.39196273201436</c:v>
              </c:pt>
              <c:pt idx="1">
                <c:v>46.729623951032224</c:v>
              </c:pt>
              <c:pt idx="2">
                <c:v>-44.97835258907424</c:v>
              </c:pt>
              <c:pt idx="3">
                <c:v>15.450946807591043</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invertIfNegative val="0"/>
          <c:cat>
            <c:strLit>
              <c:ptCount val="4"/>
              <c:pt idx="0">
                <c:v>体積積分電子数</c:v>
              </c:pt>
              <c:pt idx="1">
                <c:v>平均エネルギー</c:v>
              </c:pt>
              <c:pt idx="2">
                <c:v>体積積分Ar*</c:v>
              </c:pt>
              <c:pt idx="3">
                <c:v>RF吸収</c:v>
              </c:pt>
            </c:strLit>
          </c:cat>
          <c:val>
            <c:numLit>
              <c:formatCode>0.0</c:formatCode>
              <c:ptCount val="4"/>
              <c:pt idx="0">
                <c:v>-34.962239379342044</c:v>
              </c:pt>
              <c:pt idx="1">
                <c:v>46.11484512727509</c:v>
              </c:pt>
              <c:pt idx="2">
                <c:v>-45.542566144853524</c:v>
              </c:pt>
              <c:pt idx="3">
                <c:v>15.482610689471832</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invertIfNegative val="0"/>
          <c:cat>
            <c:strLit>
              <c:ptCount val="4"/>
              <c:pt idx="0">
                <c:v>体積積分電子数</c:v>
              </c:pt>
              <c:pt idx="1">
                <c:v>平均エネルギー</c:v>
              </c:pt>
              <c:pt idx="2">
                <c:v>体積積分Ar*</c:v>
              </c:pt>
              <c:pt idx="3">
                <c:v>RF吸収</c:v>
              </c:pt>
            </c:strLit>
          </c:cat>
          <c:val>
            <c:numLit>
              <c:formatCode>0.0</c:formatCode>
              <c:ptCount val="4"/>
              <c:pt idx="0">
                <c:v>-34.80246399366912</c:v>
              </c:pt>
              <c:pt idx="1">
                <c:v>45.880139853357846</c:v>
              </c:pt>
              <c:pt idx="2">
                <c:v>-45.5125891356742</c:v>
              </c:pt>
              <c:pt idx="3">
                <c:v>15.494613095134424</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max val="60"/>
          <c:min val="-6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66666"/>
                    </a:solidFill>
                    <a:latin typeface="Noto Sans JP"/>
                    <a:ea typeface="Noto Sans JP"/>
                    <a:cs typeface="Noto Sans JP"/>
                  </a:rPr>
                  <a:t>標準COMSOL比 [%]</a:t>
                </a:r>
              </a:p>
            </c:rich>
          </c:tx>
          <c:overlay val="0"/>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Noto Sans JP"/>
                <a:ea typeface="Noto Sans JP"/>
                <a:cs typeface="Noto Sans JP"/>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4164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9D2C6B-4211-4831-98EE-1AFA62202D6C}"/>
              </a:ext>
            </a:extLst>
          </p:cNvPr>
          <p:cNvSpPr>
            <a:spLocks xmlns:a="http://schemas.openxmlformats.org/drawingml/2006/main" noGrp="1"/>
          </p:cNvSpPr>
          <p:nvPr/>
        </p:nvSpPr>
        <p:spPr>
          <a:xfrm xmlns:a="http://schemas.openxmlformats.org/drawingml/2006/main">
            <a:off x="685800" y="66675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200" b="1" i="0">
                <a:solidFill>
                  <a:srgbClr val="9CD9E8"/>
                </a:solidFill>
                <a:latin typeface="Noto Sans JP"/>
                <a:ea typeface="Noto Sans JP"/>
                <a:cs typeface="Noto Sans JP"/>
              </a:defRPr>
            </a:pPr>
            <a:r>
              <a:rPr sz="1200" b="1" i="0">
                <a:solidFill>
                  <a:srgbClr val="9CD9E8"/>
                </a:solidFill>
                <a:latin typeface="Noto Sans JP"/>
                <a:ea typeface="Noto Sans JP"/>
                <a:cs typeface="Noto Sans JP"/>
              </a:rPr>
              <a:t>PLASMA MODELING / ENGINEERING REVIEW</a:t>
            </a:r>
          </a:p>
        </p:txBody>
      </p:sp>
      <p:sp>
        <p:nvSpPr>
          <p:cNvPr id="2" name="">
            <a:extLst xmlns:a="http://schemas.openxmlformats.org/drawingml/2006/main">
              <a:ext uri="{FF2B5EF4-FFF2-40B4-BE49-F238E27FC236}">
                <a16:creationId xmlns:a16="http://schemas.microsoft.com/office/drawing/2014/main" id="{98C10FA8-FCE1-4E32-976F-5EB8A0F3D9ED}"/>
              </a:ext>
            </a:extLst>
          </p:cNvPr>
          <p:cNvSpPr>
            <a:spLocks xmlns:a="http://schemas.openxmlformats.org/drawingml/2006/main" noGrp="1"/>
          </p:cNvSpPr>
          <p:nvPr/>
        </p:nvSpPr>
        <p:spPr>
          <a:xfrm xmlns:a="http://schemas.openxmlformats.org/drawingml/2006/main">
            <a:off x="685800" y="1504950"/>
            <a:ext cx="557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3000" b="0" i="0">
                <a:solidFill>
                  <a:srgbClr val="FFFFFF"/>
                </a:solidFill>
                <a:latin typeface="Noto Sans JP"/>
                <a:ea typeface="Noto Sans JP"/>
                <a:cs typeface="Noto Sans JP"/>
              </a:defRPr>
            </a:pPr>
            <a:r>
              <a:rPr sz="3000" b="0" i="0">
                <a:solidFill>
                  <a:srgbClr val="FFFFFF"/>
                </a:solidFill>
                <a:latin typeface="Noto Sans JP"/>
                <a:ea typeface="Noto Sans JP"/>
                <a:cs typeface="Noto Sans JP"/>
              </a:rPr>
              <a:t>電子Swarm計算とCOMSOL連携</a:t>
            </a:r>
          </a:p>
        </p:txBody>
      </p:sp>
      <p:sp>
        <p:nvSpPr>
          <p:cNvPr id="3" name="">
            <a:extLst xmlns:a="http://schemas.openxmlformats.org/drawingml/2006/main">
              <a:ext uri="{FF2B5EF4-FFF2-40B4-BE49-F238E27FC236}">
                <a16:creationId xmlns:a16="http://schemas.microsoft.com/office/drawing/2014/main" id="{AA0A5737-1F10-4EEF-A434-37B102C9AAA8}"/>
              </a:ext>
            </a:extLst>
          </p:cNvPr>
          <p:cNvSpPr>
            <a:spLocks xmlns:a="http://schemas.openxmlformats.org/drawingml/2006/main" noGrp="1"/>
          </p:cNvSpPr>
          <p:nvPr/>
        </p:nvSpPr>
        <p:spPr>
          <a:xfrm xmlns:a="http://schemas.openxmlformats.org/drawingml/2006/main">
            <a:off x="685800" y="2305050"/>
            <a:ext cx="581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175" b="0" i="0">
                <a:solidFill>
                  <a:srgbClr val="FFFFFF"/>
                </a:solidFill>
                <a:latin typeface="Noto Sans JP"/>
                <a:ea typeface="Noto Sans JP"/>
                <a:cs typeface="Noto Sans JP"/>
              </a:defRPr>
            </a:pPr>
            <a:r>
              <a:rPr sz="2175" b="0" i="0">
                <a:solidFill>
                  <a:srgbClr val="FFFFFF"/>
                </a:solidFill>
                <a:latin typeface="Noto Sans JP"/>
                <a:ea typeface="Noto Sans JP"/>
                <a:cs typeface="Noto Sans JP"/>
              </a:rPr>
              <a:t>計算法・物理的意味・装置開発への使い方</a:t>
            </a:r>
          </a:p>
        </p:txBody>
      </p:sp>
      <p:sp>
        <p:nvSpPr>
          <p:cNvPr id="4" name="">
            <a:extLst xmlns:a="http://schemas.openxmlformats.org/drawingml/2006/main">
              <a:ext uri="{FF2B5EF4-FFF2-40B4-BE49-F238E27FC236}">
                <a16:creationId xmlns:a16="http://schemas.microsoft.com/office/drawing/2014/main" id="{6DD24BF7-C854-4114-936A-E46E9A03FC47}"/>
              </a:ext>
            </a:extLst>
          </p:cNvPr>
          <p:cNvSpPr>
            <a:spLocks xmlns:a="http://schemas.openxmlformats.org/drawingml/2006/main" noGrp="1"/>
          </p:cNvSpPr>
          <p:nvPr/>
        </p:nvSpPr>
        <p:spPr>
          <a:xfrm xmlns:a="http://schemas.openxmlformats.org/drawingml/2006/main">
            <a:off x="723900" y="32670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0D2ED5-10E6-4B11-99AC-3671CD52A235}"/>
              </a:ext>
            </a:extLst>
          </p:cNvPr>
          <p:cNvSpPr>
            <a:spLocks xmlns:a="http://schemas.openxmlformats.org/drawingml/2006/main" noGrp="1"/>
          </p:cNvSpPr>
          <p:nvPr/>
        </p:nvSpPr>
        <p:spPr>
          <a:xfrm xmlns:a="http://schemas.openxmlformats.org/drawingml/2006/main">
            <a:off x="933450" y="3114675"/>
            <a:ext cx="5572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D9F4FA"/>
                </a:solidFill>
                <a:latin typeface="Noto Sans JP"/>
                <a:ea typeface="Noto Sans JP"/>
                <a:cs typeface="Noto Sans JP"/>
              </a:defRPr>
            </a:pPr>
            <a:r>
              <a:rPr sz="1350" b="0" i="0">
                <a:solidFill>
                  <a:srgbClr val="D9F4FA"/>
                </a:solidFill>
                <a:latin typeface="Noto Sans JP"/>
                <a:ea typeface="Noto Sans JP"/>
                <a:cs typeface="Noto Sans JP"/>
              </a:rPr>
              <a:t>two-term / multi-term PN / Monte Carlo / propagator P1</a:t>
            </a:r>
          </a:p>
        </p:txBody>
      </p:sp>
      <p:sp>
        <p:nvSpPr>
          <p:cNvPr id="6" name="">
            <a:extLst xmlns:a="http://schemas.openxmlformats.org/drawingml/2006/main">
              <a:ext uri="{FF2B5EF4-FFF2-40B4-BE49-F238E27FC236}">
                <a16:creationId xmlns:a16="http://schemas.microsoft.com/office/drawing/2014/main" id="{B05940FA-039E-461C-8B0C-512F981E963F}"/>
              </a:ext>
            </a:extLst>
          </p:cNvPr>
          <p:cNvSpPr>
            <a:spLocks xmlns:a="http://schemas.openxmlformats.org/drawingml/2006/main" noGrp="1"/>
          </p:cNvSpPr>
          <p:nvPr/>
        </p:nvSpPr>
        <p:spPr>
          <a:xfrm xmlns:a="http://schemas.openxmlformats.org/drawingml/2006/main">
            <a:off x="685800" y="3857625"/>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D3D3DE"/>
                </a:solidFill>
                <a:latin typeface="Noto Sans JP"/>
                <a:ea typeface="Noto Sans JP"/>
                <a:cs typeface="Noto Sans JP"/>
              </a:defRPr>
            </a:pPr>
            <a:r>
              <a:rPr sz="1350" b="0" i="0">
                <a:solidFill>
                  <a:srgbClr val="D3D3DE"/>
                </a:solidFill>
                <a:latin typeface="Noto Sans JP"/>
                <a:ea typeface="Noto Sans JP"/>
                <a:cs typeface="Noto Sans JP"/>
              </a:rPr>
              <a:t>Ar・N₂・O₂  |  EEDF・輸送係数・反応速度  |  GEC ICP / CCP</a:t>
            </a:r>
          </a:p>
        </p:txBody>
      </p:sp>
      <p:sp>
        <p:nvSpPr>
          <p:cNvPr id="7" name="">
            <a:extLst xmlns:a="http://schemas.openxmlformats.org/drawingml/2006/main">
              <a:ext uri="{FF2B5EF4-FFF2-40B4-BE49-F238E27FC236}">
                <a16:creationId xmlns:a16="http://schemas.microsoft.com/office/drawing/2014/main" id="{DE64611C-5DB9-4971-B51A-4840AA83C4BA}"/>
              </a:ext>
            </a:extLst>
          </p:cNvPr>
          <p:cNvSpPr>
            <a:spLocks xmlns:a="http://schemas.openxmlformats.org/drawingml/2006/main" noGrp="1"/>
          </p:cNvSpPr>
          <p:nvPr/>
        </p:nvSpPr>
        <p:spPr>
          <a:xfrm xmlns:a="http://schemas.openxmlformats.org/drawingml/2006/main">
            <a:off x="685800" y="4857750"/>
            <a:ext cx="542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9CD9E8"/>
                </a:solidFill>
                <a:latin typeface="Noto Sans JP"/>
                <a:ea typeface="Noto Sans JP"/>
                <a:cs typeface="Noto Sans JP"/>
              </a:defRPr>
            </a:pPr>
            <a:r>
              <a:rPr sz="1500" b="1" i="0">
                <a:solidFill>
                  <a:srgbClr val="9CD9E8"/>
                </a:solidFill>
                <a:latin typeface="Noto Sans JP"/>
                <a:ea typeface="Noto Sans JP"/>
                <a:cs typeface="Noto Sans JP"/>
              </a:rPr>
              <a:t>物理仮定 → 数値収束 → COMSOL空間分布 → 装置判断</a:t>
            </a:r>
          </a:p>
        </p:txBody>
      </p:sp>
      <p:sp>
        <p:nvSpPr>
          <p:cNvPr id="8" name="">
            <a:extLst xmlns:a="http://schemas.openxmlformats.org/drawingml/2006/main">
              <a:ext uri="{FF2B5EF4-FFF2-40B4-BE49-F238E27FC236}">
                <a16:creationId xmlns:a16="http://schemas.microsoft.com/office/drawing/2014/main" id="{6093A694-9AD6-491A-B1CB-2B9A9646A850}"/>
              </a:ext>
            </a:extLst>
          </p:cNvPr>
          <p:cNvSpPr>
            <a:spLocks xmlns:a="http://schemas.openxmlformats.org/drawingml/2006/main" noGrp="1"/>
          </p:cNvSpPr>
          <p:nvPr/>
        </p:nvSpPr>
        <p:spPr>
          <a:xfrm xmlns:a="http://schemas.openxmlformats.org/drawingml/2006/main">
            <a:off x="6438900" y="742950"/>
            <a:ext cx="5372100" cy="2266950"/>
          </a:xfrm>
          <a:prstGeom xmlns:a="http://schemas.openxmlformats.org/drawingml/2006/main" prst="rect">
            <a:avLst/>
          </a:prstGeom>
          <a:solidFill xmlns:a="http://schemas.openxmlformats.org/drawingml/2006/main">
            <a:srgbClr val="FFFFFF"/>
          </a:solidFill>
          <a:ln xmlns:a="http://schemas.openxmlformats.org/drawingml/2006/main" w="9525">
            <a:solidFill>
              <a:srgbClr val="74C7DA"/>
            </a:solidFill>
            <a:prstDash val="solid"/>
          </a:ln>
        </p:spPr>
      </p:sp>
      <p:sp>
        <p:nvSpPr>
          <p:cNvPr id="9" name="">
            <a:extLst xmlns:a="http://schemas.openxmlformats.org/drawingml/2006/main">
              <a:ext uri="{FF2B5EF4-FFF2-40B4-BE49-F238E27FC236}">
                <a16:creationId xmlns:a16="http://schemas.microsoft.com/office/drawing/2014/main" id="{0EA3341A-E1DA-4EB8-AB48-F7B47583ABAB}"/>
              </a:ext>
            </a:extLst>
          </p:cNvPr>
          <p:cNvSpPr>
            <a:spLocks xmlns:a="http://schemas.openxmlformats.org/drawingml/2006/main" noGrp="1"/>
          </p:cNvSpPr>
          <p:nvPr/>
        </p:nvSpPr>
        <p:spPr>
          <a:xfrm xmlns:a="http://schemas.openxmlformats.org/drawingml/2006/main">
            <a:off x="6438900" y="3562350"/>
            <a:ext cx="5372100" cy="2266950"/>
          </a:xfrm>
          <a:prstGeom xmlns:a="http://schemas.openxmlformats.org/drawingml/2006/main" prst="rect">
            <a:avLst/>
          </a:prstGeom>
          <a:solidFill xmlns:a="http://schemas.openxmlformats.org/drawingml/2006/main">
            <a:srgbClr val="FFFFFF"/>
          </a:solidFill>
          <a:ln xmlns:a="http://schemas.openxmlformats.org/drawingml/2006/main" w="9525">
            <a:solidFill>
              <a:srgbClr val="74C7DA"/>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36460d06f9a4391"/>
          <a:stretch xmlns:a="http://schemas.openxmlformats.org/drawingml/2006/main"/>
        </p:blipFill>
        <p:spPr>
          <a:xfrm xmlns:a="http://schemas.openxmlformats.org/drawingml/2006/main">
            <a:off x="6496050" y="1039425"/>
            <a:ext cx="5257800" cy="1674000"/>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86557cc869249ac"/>
          <a:stretch xmlns:a="http://schemas.openxmlformats.org/drawingml/2006/main"/>
        </p:blipFill>
        <p:spPr>
          <a:xfrm xmlns:a="http://schemas.openxmlformats.org/drawingml/2006/main">
            <a:off x="6496050" y="3869625"/>
            <a:ext cx="5257800" cy="1652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AFA55CF-E92E-4075-9636-097797A5232F}"/>
              </a:ext>
            </a:extLst>
          </p:cNvPr>
          <p:cNvSpPr>
            <a:spLocks xmlns:a="http://schemas.openxmlformats.org/drawingml/2006/main" noGrp="1"/>
          </p:cNvSpPr>
          <p:nvPr/>
        </p:nvSpPr>
        <p:spPr>
          <a:xfrm xmlns:a="http://schemas.openxmlformats.org/drawingml/2006/main">
            <a:off x="6953250" y="2667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r">
              <a:lnSpc>
                <a:spcPct val="102000"/>
              </a:lnSpc>
              <a:buNone/>
              <a:defRPr sz="975" b="1" i="0">
                <a:solidFill>
                  <a:srgbClr val="BFEAF4"/>
                </a:solidFill>
                <a:latin typeface="Noto Sans JP"/>
                <a:ea typeface="Noto Sans JP"/>
                <a:cs typeface="Noto Sans JP"/>
              </a:defRPr>
            </a:pPr>
            <a:r>
              <a:rPr sz="975" b="1" i="0">
                <a:solidFill>
                  <a:srgbClr val="BFEAF4"/>
                </a:solidFill>
                <a:latin typeface="Noto Sans JP"/>
                <a:ea typeface="Noto Sans JP"/>
                <a:cs typeface="Noto Sans JP"/>
              </a:rPr>
              <a:t>GEC CCP / period-average / common color scale</a:t>
            </a:r>
          </a:p>
        </p:txBody>
      </p:sp>
      <p:sp>
        <p:nvSpPr>
          <p:cNvPr id="13" name="footer">
            <a:extLst xmlns:a="http://schemas.openxmlformats.org/drawingml/2006/main">
              <a:ext uri="{FF2B5EF4-FFF2-40B4-BE49-F238E27FC236}">
                <a16:creationId xmlns:a16="http://schemas.microsoft.com/office/drawing/2014/main" id="{050DE32C-8C8B-47FD-A04E-18A3C69D112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4" name="page">
            <a:extLst xmlns:a="http://schemas.openxmlformats.org/drawingml/2006/main">
              <a:ext uri="{FF2B5EF4-FFF2-40B4-BE49-F238E27FC236}">
                <a16:creationId xmlns:a16="http://schemas.microsoft.com/office/drawing/2014/main" id="{CF73B1BF-3F64-402F-8470-AD66162B430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01</a:t>
            </a:r>
          </a:p>
        </p:txBody>
      </p:sp>
    </p:spTree>
    <p:extLst>
      <p:ext uri="{BB962C8B-B14F-4D97-AF65-F5344CB8AC3E}">
        <p14:creationId xmlns:p14="http://schemas.microsoft.com/office/powerpoint/2010/main" val="6079860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9DEDE2E-BF83-4592-8BC2-35B4CFB275C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この資料で理解できること</a:t>
            </a:r>
          </a:p>
        </p:txBody>
      </p:sp>
      <p:sp>
        <p:nvSpPr>
          <p:cNvPr id="3" name="">
            <a:extLst xmlns:a="http://schemas.openxmlformats.org/drawingml/2006/main">
              <a:ext uri="{FF2B5EF4-FFF2-40B4-BE49-F238E27FC236}">
                <a16:creationId xmlns:a16="http://schemas.microsoft.com/office/drawing/2014/main" id="{66C2F5A4-CB63-4F77-905C-D2C79544F596}"/>
              </a:ext>
            </a:extLst>
          </p:cNvPr>
          <p:cNvSpPr>
            <a:spLocks xmlns:a="http://schemas.openxmlformats.org/drawingml/2006/main" noGrp="1"/>
          </p:cNvSpPr>
          <p:nvPr/>
        </p:nvSpPr>
        <p:spPr>
          <a:xfrm xmlns:a="http://schemas.openxmlformats.org/drawingml/2006/main">
            <a:off x="590550" y="13811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01</a:t>
            </a:r>
          </a:p>
        </p:txBody>
      </p:sp>
      <p:sp>
        <p:nvSpPr>
          <p:cNvPr id="4" name="">
            <a:extLst xmlns:a="http://schemas.openxmlformats.org/drawingml/2006/main">
              <a:ext uri="{FF2B5EF4-FFF2-40B4-BE49-F238E27FC236}">
                <a16:creationId xmlns:a16="http://schemas.microsoft.com/office/drawing/2014/main" id="{4398A96C-4713-4B13-B3CC-6764B55DC379}"/>
              </a:ext>
            </a:extLst>
          </p:cNvPr>
          <p:cNvSpPr>
            <a:spLocks xmlns:a="http://schemas.openxmlformats.org/drawingml/2006/main" noGrp="1"/>
          </p:cNvSpPr>
          <p:nvPr/>
        </p:nvSpPr>
        <p:spPr>
          <a:xfrm xmlns:a="http://schemas.openxmlformats.org/drawingml/2006/main">
            <a:off x="1238250" y="13620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Swarmとは何か</a:t>
            </a:r>
          </a:p>
        </p:txBody>
      </p:sp>
      <p:sp>
        <p:nvSpPr>
          <p:cNvPr id="5" name="">
            <a:extLst xmlns:a="http://schemas.openxmlformats.org/drawingml/2006/main">
              <a:ext uri="{FF2B5EF4-FFF2-40B4-BE49-F238E27FC236}">
                <a16:creationId xmlns:a16="http://schemas.microsoft.com/office/drawing/2014/main" id="{38F121F3-E5A3-4973-9A56-B6BD8DA9130F}"/>
              </a:ext>
            </a:extLst>
          </p:cNvPr>
          <p:cNvSpPr>
            <a:spLocks xmlns:a="http://schemas.openxmlformats.org/drawingml/2006/main" noGrp="1"/>
          </p:cNvSpPr>
          <p:nvPr/>
        </p:nvSpPr>
        <p:spPr>
          <a:xfrm xmlns:a="http://schemas.openxmlformats.org/drawingml/2006/main">
            <a:off x="4524375" y="13620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希薄な電子群が、電場と気体分子衝突のもとで示す速度・エネルギー分布を求める計算。</a:t>
            </a:r>
          </a:p>
        </p:txBody>
      </p:sp>
      <p:sp>
        <p:nvSpPr>
          <p:cNvPr id="6" name="">
            <a:extLst xmlns:a="http://schemas.openxmlformats.org/drawingml/2006/main">
              <a:ext uri="{FF2B5EF4-FFF2-40B4-BE49-F238E27FC236}">
                <a16:creationId xmlns:a16="http://schemas.microsoft.com/office/drawing/2014/main" id="{3992CF57-EE7F-4A72-8ED9-7D990F39D002}"/>
              </a:ext>
            </a:extLst>
          </p:cNvPr>
          <p:cNvSpPr>
            <a:spLocks xmlns:a="http://schemas.openxmlformats.org/drawingml/2006/main" noGrp="1"/>
          </p:cNvSpPr>
          <p:nvPr/>
        </p:nvSpPr>
        <p:spPr>
          <a:xfrm xmlns:a="http://schemas.openxmlformats.org/drawingml/2006/main">
            <a:off x="1238250" y="188595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7" name="">
            <a:extLst xmlns:a="http://schemas.openxmlformats.org/drawingml/2006/main">
              <a:ext uri="{FF2B5EF4-FFF2-40B4-BE49-F238E27FC236}">
                <a16:creationId xmlns:a16="http://schemas.microsoft.com/office/drawing/2014/main" id="{88EA5C45-88CB-46A8-9B62-3ED3C94B905A}"/>
              </a:ext>
            </a:extLst>
          </p:cNvPr>
          <p:cNvSpPr>
            <a:spLocks xmlns:a="http://schemas.openxmlformats.org/drawingml/2006/main" noGrp="1"/>
          </p:cNvSpPr>
          <p:nvPr/>
        </p:nvSpPr>
        <p:spPr>
          <a:xfrm xmlns:a="http://schemas.openxmlformats.org/drawingml/2006/main">
            <a:off x="590550" y="22479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02</a:t>
            </a:r>
          </a:p>
        </p:txBody>
      </p:sp>
      <p:sp>
        <p:nvSpPr>
          <p:cNvPr id="8" name="">
            <a:extLst xmlns:a="http://schemas.openxmlformats.org/drawingml/2006/main">
              <a:ext uri="{FF2B5EF4-FFF2-40B4-BE49-F238E27FC236}">
                <a16:creationId xmlns:a16="http://schemas.microsoft.com/office/drawing/2014/main" id="{E0CA0506-975C-49A5-B99E-07C28E0D20BB}"/>
              </a:ext>
            </a:extLst>
          </p:cNvPr>
          <p:cNvSpPr>
            <a:spLocks xmlns:a="http://schemas.openxmlformats.org/drawingml/2006/main" noGrp="1"/>
          </p:cNvSpPr>
          <p:nvPr/>
        </p:nvSpPr>
        <p:spPr>
          <a:xfrm xmlns:a="http://schemas.openxmlformats.org/drawingml/2006/main">
            <a:off x="1238250" y="22288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なぜ必要か</a:t>
            </a:r>
          </a:p>
        </p:txBody>
      </p:sp>
      <p:sp>
        <p:nvSpPr>
          <p:cNvPr id="9" name="">
            <a:extLst xmlns:a="http://schemas.openxmlformats.org/drawingml/2006/main">
              <a:ext uri="{FF2B5EF4-FFF2-40B4-BE49-F238E27FC236}">
                <a16:creationId xmlns:a16="http://schemas.microsoft.com/office/drawing/2014/main" id="{5B4FA9A8-49DC-4F91-94B9-AD15F743B4AB}"/>
              </a:ext>
            </a:extLst>
          </p:cNvPr>
          <p:cNvSpPr>
            <a:spLocks xmlns:a="http://schemas.openxmlformats.org/drawingml/2006/main" noGrp="1"/>
          </p:cNvSpPr>
          <p:nvPr/>
        </p:nvSpPr>
        <p:spPr>
          <a:xfrm xmlns:a="http://schemas.openxmlformats.org/drawingml/2006/main">
            <a:off x="4524375" y="22288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EEDFが電子移動度、拡散、励起・電離・解離・付着の速度係数を同時に決めるため。</a:t>
            </a:r>
          </a:p>
        </p:txBody>
      </p:sp>
      <p:sp>
        <p:nvSpPr>
          <p:cNvPr id="10" name="">
            <a:extLst xmlns:a="http://schemas.openxmlformats.org/drawingml/2006/main">
              <a:ext uri="{FF2B5EF4-FFF2-40B4-BE49-F238E27FC236}">
                <a16:creationId xmlns:a16="http://schemas.microsoft.com/office/drawing/2014/main" id="{9C353216-4BBD-4627-9233-0A5E9533528C}"/>
              </a:ext>
            </a:extLst>
          </p:cNvPr>
          <p:cNvSpPr>
            <a:spLocks xmlns:a="http://schemas.openxmlformats.org/drawingml/2006/main" noGrp="1"/>
          </p:cNvSpPr>
          <p:nvPr/>
        </p:nvSpPr>
        <p:spPr>
          <a:xfrm xmlns:a="http://schemas.openxmlformats.org/drawingml/2006/main">
            <a:off x="1238250" y="275272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1" name="">
            <a:extLst xmlns:a="http://schemas.openxmlformats.org/drawingml/2006/main">
              <a:ext uri="{FF2B5EF4-FFF2-40B4-BE49-F238E27FC236}">
                <a16:creationId xmlns:a16="http://schemas.microsoft.com/office/drawing/2014/main" id="{33BA54C0-279C-48E2-B574-D17A0984BD01}"/>
              </a:ext>
            </a:extLst>
          </p:cNvPr>
          <p:cNvSpPr>
            <a:spLocks xmlns:a="http://schemas.openxmlformats.org/drawingml/2006/main" noGrp="1"/>
          </p:cNvSpPr>
          <p:nvPr/>
        </p:nvSpPr>
        <p:spPr>
          <a:xfrm xmlns:a="http://schemas.openxmlformats.org/drawingml/2006/main">
            <a:off x="590550" y="31146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03</a:t>
            </a:r>
          </a:p>
        </p:txBody>
      </p:sp>
      <p:sp>
        <p:nvSpPr>
          <p:cNvPr id="12" name="">
            <a:extLst xmlns:a="http://schemas.openxmlformats.org/drawingml/2006/main">
              <a:ext uri="{FF2B5EF4-FFF2-40B4-BE49-F238E27FC236}">
                <a16:creationId xmlns:a16="http://schemas.microsoft.com/office/drawing/2014/main" id="{91D0339D-3A94-48CE-B31E-23D015313A89}"/>
              </a:ext>
            </a:extLst>
          </p:cNvPr>
          <p:cNvSpPr>
            <a:spLocks xmlns:a="http://schemas.openxmlformats.org/drawingml/2006/main" noGrp="1"/>
          </p:cNvSpPr>
          <p:nvPr/>
        </p:nvSpPr>
        <p:spPr>
          <a:xfrm xmlns:a="http://schemas.openxmlformats.org/drawingml/2006/main">
            <a:off x="1238250" y="30956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4手法は何が違うか</a:t>
            </a:r>
          </a:p>
        </p:txBody>
      </p:sp>
      <p:sp>
        <p:nvSpPr>
          <p:cNvPr id="13" name="">
            <a:extLst xmlns:a="http://schemas.openxmlformats.org/drawingml/2006/main">
              <a:ext uri="{FF2B5EF4-FFF2-40B4-BE49-F238E27FC236}">
                <a16:creationId xmlns:a16="http://schemas.microsoft.com/office/drawing/2014/main" id="{4384134D-2672-42EF-B768-AA8F94DEB14F}"/>
              </a:ext>
            </a:extLst>
          </p:cNvPr>
          <p:cNvSpPr>
            <a:spLocks xmlns:a="http://schemas.openxmlformats.org/drawingml/2006/main" noGrp="1"/>
          </p:cNvSpPr>
          <p:nvPr/>
        </p:nvSpPr>
        <p:spPr>
          <a:xfrm xmlns:a="http://schemas.openxmlformats.org/drawingml/2006/main">
            <a:off x="4524375" y="30956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7573"/>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角度展開、粒子軌道、位相空間離散化の違いが、近似誤差・統計ノイズ・計算時間に現れる。</a:t>
            </a:r>
          </a:p>
        </p:txBody>
      </p:sp>
      <p:sp>
        <p:nvSpPr>
          <p:cNvPr id="14" name="">
            <a:extLst xmlns:a="http://schemas.openxmlformats.org/drawingml/2006/main">
              <a:ext uri="{FF2B5EF4-FFF2-40B4-BE49-F238E27FC236}">
                <a16:creationId xmlns:a16="http://schemas.microsoft.com/office/drawing/2014/main" id="{604AF7DB-F33F-4B47-84E5-14FCBDD9EE93}"/>
              </a:ext>
            </a:extLst>
          </p:cNvPr>
          <p:cNvSpPr>
            <a:spLocks xmlns:a="http://schemas.openxmlformats.org/drawingml/2006/main" noGrp="1"/>
          </p:cNvSpPr>
          <p:nvPr/>
        </p:nvSpPr>
        <p:spPr>
          <a:xfrm xmlns:a="http://schemas.openxmlformats.org/drawingml/2006/main">
            <a:off x="1238250" y="36195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5" name="">
            <a:extLst xmlns:a="http://schemas.openxmlformats.org/drawingml/2006/main">
              <a:ext uri="{FF2B5EF4-FFF2-40B4-BE49-F238E27FC236}">
                <a16:creationId xmlns:a16="http://schemas.microsoft.com/office/drawing/2014/main" id="{025325BB-00BE-41D9-AA4B-D0703E6CF312}"/>
              </a:ext>
            </a:extLst>
          </p:cNvPr>
          <p:cNvSpPr>
            <a:spLocks xmlns:a="http://schemas.openxmlformats.org/drawingml/2006/main" noGrp="1"/>
          </p:cNvSpPr>
          <p:nvPr/>
        </p:nvSpPr>
        <p:spPr>
          <a:xfrm xmlns:a="http://schemas.openxmlformats.org/drawingml/2006/main">
            <a:off x="590550" y="39814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04</a:t>
            </a:r>
          </a:p>
        </p:txBody>
      </p:sp>
      <p:sp>
        <p:nvSpPr>
          <p:cNvPr id="16" name="">
            <a:extLst xmlns:a="http://schemas.openxmlformats.org/drawingml/2006/main">
              <a:ext uri="{FF2B5EF4-FFF2-40B4-BE49-F238E27FC236}">
                <a16:creationId xmlns:a16="http://schemas.microsoft.com/office/drawing/2014/main" id="{9A43F1A4-9D51-429D-9D3C-EF091C6222EB}"/>
              </a:ext>
            </a:extLst>
          </p:cNvPr>
          <p:cNvSpPr>
            <a:spLocks xmlns:a="http://schemas.openxmlformats.org/drawingml/2006/main" noGrp="1"/>
          </p:cNvSpPr>
          <p:nvPr/>
        </p:nvSpPr>
        <p:spPr>
          <a:xfrm xmlns:a="http://schemas.openxmlformats.org/drawingml/2006/main">
            <a:off x="1238250" y="39624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どう比較するか</a:t>
            </a:r>
          </a:p>
        </p:txBody>
      </p:sp>
      <p:sp>
        <p:nvSpPr>
          <p:cNvPr id="17" name="">
            <a:extLst xmlns:a="http://schemas.openxmlformats.org/drawingml/2006/main">
              <a:ext uri="{FF2B5EF4-FFF2-40B4-BE49-F238E27FC236}">
                <a16:creationId xmlns:a16="http://schemas.microsoft.com/office/drawing/2014/main" id="{A1E59CAE-C5E4-42B3-B927-DEDBCFF9E81A}"/>
              </a:ext>
            </a:extLst>
          </p:cNvPr>
          <p:cNvSpPr>
            <a:spLocks xmlns:a="http://schemas.openxmlformats.org/drawingml/2006/main" noGrp="1"/>
          </p:cNvSpPr>
          <p:nvPr/>
        </p:nvSpPr>
        <p:spPr>
          <a:xfrm xmlns:a="http://schemas.openxmlformats.org/drawingml/2006/main">
            <a:off x="4524375" y="39624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485"/>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同じ断面積・混合比・E/Nで、正規化、格子収束、統計誤差、反応閾値への感度を確認する。</a:t>
            </a:r>
          </a:p>
        </p:txBody>
      </p:sp>
      <p:sp>
        <p:nvSpPr>
          <p:cNvPr id="18" name="">
            <a:extLst xmlns:a="http://schemas.openxmlformats.org/drawingml/2006/main">
              <a:ext uri="{FF2B5EF4-FFF2-40B4-BE49-F238E27FC236}">
                <a16:creationId xmlns:a16="http://schemas.microsoft.com/office/drawing/2014/main" id="{91FF113C-6B8C-4533-B259-2BB98E5F5229}"/>
              </a:ext>
            </a:extLst>
          </p:cNvPr>
          <p:cNvSpPr>
            <a:spLocks xmlns:a="http://schemas.openxmlformats.org/drawingml/2006/main" noGrp="1"/>
          </p:cNvSpPr>
          <p:nvPr/>
        </p:nvSpPr>
        <p:spPr>
          <a:xfrm xmlns:a="http://schemas.openxmlformats.org/drawingml/2006/main">
            <a:off x="1238250" y="44862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9" name="">
            <a:extLst xmlns:a="http://schemas.openxmlformats.org/drawingml/2006/main">
              <a:ext uri="{FF2B5EF4-FFF2-40B4-BE49-F238E27FC236}">
                <a16:creationId xmlns:a16="http://schemas.microsoft.com/office/drawing/2014/main" id="{47EA1C0C-ED06-48BC-B47A-AB2E19A5C411}"/>
              </a:ext>
            </a:extLst>
          </p:cNvPr>
          <p:cNvSpPr>
            <a:spLocks xmlns:a="http://schemas.openxmlformats.org/drawingml/2006/main" noGrp="1"/>
          </p:cNvSpPr>
          <p:nvPr/>
        </p:nvSpPr>
        <p:spPr>
          <a:xfrm xmlns:a="http://schemas.openxmlformats.org/drawingml/2006/main">
            <a:off x="590550" y="48482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05</a:t>
            </a:r>
          </a:p>
        </p:txBody>
      </p:sp>
      <p:sp>
        <p:nvSpPr>
          <p:cNvPr id="20" name="">
            <a:extLst xmlns:a="http://schemas.openxmlformats.org/drawingml/2006/main">
              <a:ext uri="{FF2B5EF4-FFF2-40B4-BE49-F238E27FC236}">
                <a16:creationId xmlns:a16="http://schemas.microsoft.com/office/drawing/2014/main" id="{E3B9259A-55DD-44D1-ADE1-519FC37C0DAD}"/>
              </a:ext>
            </a:extLst>
          </p:cNvPr>
          <p:cNvSpPr>
            <a:spLocks xmlns:a="http://schemas.openxmlformats.org/drawingml/2006/main" noGrp="1"/>
          </p:cNvSpPr>
          <p:nvPr/>
        </p:nvSpPr>
        <p:spPr>
          <a:xfrm xmlns:a="http://schemas.openxmlformats.org/drawingml/2006/main">
            <a:off x="1238250" y="48291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装置開発にどう使うか</a:t>
            </a:r>
          </a:p>
        </p:txBody>
      </p:sp>
      <p:sp>
        <p:nvSpPr>
          <p:cNvPr id="21" name="">
            <a:extLst xmlns:a="http://schemas.openxmlformats.org/drawingml/2006/main">
              <a:ext uri="{FF2B5EF4-FFF2-40B4-BE49-F238E27FC236}">
                <a16:creationId xmlns:a16="http://schemas.microsoft.com/office/drawing/2014/main" id="{14ECDDB6-F62B-4449-9A0F-0FCE8D43C6FA}"/>
              </a:ext>
            </a:extLst>
          </p:cNvPr>
          <p:cNvSpPr>
            <a:spLocks xmlns:a="http://schemas.openxmlformats.org/drawingml/2006/main" noGrp="1"/>
          </p:cNvSpPr>
          <p:nvPr/>
        </p:nvSpPr>
        <p:spPr>
          <a:xfrm xmlns:a="http://schemas.openxmlformats.org/drawingml/2006/main">
            <a:off x="4524375" y="48291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495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物性表をCOMSOLへ渡し、2次元分布と装置KPIへの影響を見て、精密計算が必要な条件を絞る。</a:t>
            </a:r>
          </a:p>
        </p:txBody>
      </p:sp>
      <p:sp>
        <p:nvSpPr>
          <p:cNvPr id="22" name="takeaway-bullet">
            <a:extLst xmlns:a="http://schemas.openxmlformats.org/drawingml/2006/main">
              <a:ext uri="{FF2B5EF4-FFF2-40B4-BE49-F238E27FC236}">
                <a16:creationId xmlns:a16="http://schemas.microsoft.com/office/drawing/2014/main" id="{45CE493C-9C9F-4100-9EFE-2F302F976FC4}"/>
              </a:ext>
            </a:extLst>
          </p:cNvPr>
          <p:cNvSpPr>
            <a:spLocks xmlns:a="http://schemas.openxmlformats.org/drawingml/2006/main" noGrp="1"/>
          </p:cNvSpPr>
          <p:nvPr/>
        </p:nvSpPr>
        <p:spPr>
          <a:xfrm xmlns:a="http://schemas.openxmlformats.org/drawingml/2006/main">
            <a:off x="457200" y="60007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takeaway">
            <a:extLst xmlns:a="http://schemas.openxmlformats.org/drawingml/2006/main">
              <a:ext uri="{FF2B5EF4-FFF2-40B4-BE49-F238E27FC236}">
                <a16:creationId xmlns:a16="http://schemas.microsoft.com/office/drawing/2014/main" id="{4828D2EB-1770-4A9F-952E-D6929FA3275D}"/>
              </a:ext>
            </a:extLst>
          </p:cNvPr>
          <p:cNvSpPr>
            <a:spLocks xmlns:a="http://schemas.openxmlformats.org/drawingml/2006/main" noGrp="1"/>
          </p:cNvSpPr>
          <p:nvPr/>
        </p:nvSpPr>
        <p:spPr>
          <a:xfrm xmlns:a="http://schemas.openxmlformats.org/drawingml/2006/main">
            <a:off x="647700" y="58769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目的は手法の優劣を決めることではなく、装置予測を支配する仮定を特定すること。</a:t>
            </a:r>
          </a:p>
        </p:txBody>
      </p:sp>
      <p:sp>
        <p:nvSpPr>
          <p:cNvPr id="25" name="footer">
            <a:extLst xmlns:a="http://schemas.openxmlformats.org/drawingml/2006/main">
              <a:ext uri="{FF2B5EF4-FFF2-40B4-BE49-F238E27FC236}">
                <a16:creationId xmlns:a16="http://schemas.microsoft.com/office/drawing/2014/main" id="{39D9D24C-BF67-4B02-9AA9-C99F763B924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6" name="page">
            <a:extLst xmlns:a="http://schemas.openxmlformats.org/drawingml/2006/main">
              <a:ext uri="{FF2B5EF4-FFF2-40B4-BE49-F238E27FC236}">
                <a16:creationId xmlns:a16="http://schemas.microsoft.com/office/drawing/2014/main" id="{BD07721D-60AE-48BA-AF64-4C505584CBD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02</a:t>
            </a:r>
          </a:p>
        </p:txBody>
      </p:sp>
      <p:sp>
        <p:nvSpPr>
          <p:cNvPr id="27" name="section">
            <a:extLst xmlns:a="http://schemas.openxmlformats.org/drawingml/2006/main">
              <a:ext uri="{FF2B5EF4-FFF2-40B4-BE49-F238E27FC236}">
                <a16:creationId xmlns:a16="http://schemas.microsoft.com/office/drawing/2014/main" id="{0D47F698-C438-42D5-AAEF-9363FD84E38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5429213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DE4C672-B8D2-4B12-9D8F-0CAC6568B27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Swarm計算は、衝突断面積を装置方程式へつなぐ</a:t>
            </a:r>
          </a:p>
        </p:txBody>
      </p:sp>
      <p:sp>
        <p:nvSpPr>
          <p:cNvPr id="3" name="subtitle">
            <a:extLst xmlns:a="http://schemas.openxmlformats.org/drawingml/2006/main">
              <a:ext uri="{FF2B5EF4-FFF2-40B4-BE49-F238E27FC236}">
                <a16:creationId xmlns:a16="http://schemas.microsoft.com/office/drawing/2014/main" id="{CF51B4BD-5655-494F-8852-96F5969DB38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微視的な衝突情報を、COMSOLが使える電子物性へ変換する橋渡し</a:t>
            </a:r>
          </a:p>
        </p:txBody>
      </p:sp>
      <p:sp>
        <p:nvSpPr>
          <p:cNvPr id="4" name="">
            <a:extLst xmlns:a="http://schemas.openxmlformats.org/drawingml/2006/main">
              <a:ext uri="{FF2B5EF4-FFF2-40B4-BE49-F238E27FC236}">
                <a16:creationId xmlns:a16="http://schemas.microsoft.com/office/drawing/2014/main" id="{05A1B33A-081A-478F-B510-F5ACA8529544}"/>
              </a:ext>
            </a:extLst>
          </p:cNvPr>
          <p:cNvSpPr>
            <a:spLocks xmlns:a="http://schemas.openxmlformats.org/drawingml/2006/main" noGrp="1"/>
          </p:cNvSpPr>
          <p:nvPr/>
        </p:nvSpPr>
        <p:spPr>
          <a:xfrm xmlns:a="http://schemas.openxmlformats.org/drawingml/2006/main">
            <a:off x="4286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1</a:t>
            </a:r>
          </a:p>
        </p:txBody>
      </p:sp>
      <p:sp>
        <p:nvSpPr>
          <p:cNvPr id="5" name="">
            <a:extLst xmlns:a="http://schemas.openxmlformats.org/drawingml/2006/main">
              <a:ext uri="{FF2B5EF4-FFF2-40B4-BE49-F238E27FC236}">
                <a16:creationId xmlns:a16="http://schemas.microsoft.com/office/drawing/2014/main" id="{6637F5DF-1C49-4CE2-A574-91768B216ACE}"/>
              </a:ext>
            </a:extLst>
          </p:cNvPr>
          <p:cNvSpPr>
            <a:spLocks xmlns:a="http://schemas.openxmlformats.org/drawingml/2006/main" noGrp="1"/>
          </p:cNvSpPr>
          <p:nvPr/>
        </p:nvSpPr>
        <p:spPr>
          <a:xfrm xmlns:a="http://schemas.openxmlformats.org/drawingml/2006/main">
            <a:off x="4286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6" name="">
            <a:extLst xmlns:a="http://schemas.openxmlformats.org/drawingml/2006/main">
              <a:ext uri="{FF2B5EF4-FFF2-40B4-BE49-F238E27FC236}">
                <a16:creationId xmlns:a16="http://schemas.microsoft.com/office/drawing/2014/main" id="{8D57E925-9876-4AB9-B40E-49F885B3BE86}"/>
              </a:ext>
            </a:extLst>
          </p:cNvPr>
          <p:cNvSpPr>
            <a:spLocks xmlns:a="http://schemas.openxmlformats.org/drawingml/2006/main" noGrp="1"/>
          </p:cNvSpPr>
          <p:nvPr/>
        </p:nvSpPr>
        <p:spPr>
          <a:xfrm xmlns:a="http://schemas.openxmlformats.org/drawingml/2006/main">
            <a:off x="5429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衝突断面積</a:t>
            </a:r>
          </a:p>
        </p:txBody>
      </p:sp>
      <p:sp>
        <p:nvSpPr>
          <p:cNvPr id="7" name="">
            <a:extLst xmlns:a="http://schemas.openxmlformats.org/drawingml/2006/main">
              <a:ext uri="{FF2B5EF4-FFF2-40B4-BE49-F238E27FC236}">
                <a16:creationId xmlns:a16="http://schemas.microsoft.com/office/drawing/2014/main" id="{BC60AF86-B47B-47E0-98E6-E54A5561B527}"/>
              </a:ext>
            </a:extLst>
          </p:cNvPr>
          <p:cNvSpPr>
            <a:spLocks xmlns:a="http://schemas.openxmlformats.org/drawingml/2006/main" noGrp="1"/>
          </p:cNvSpPr>
          <p:nvPr/>
        </p:nvSpPr>
        <p:spPr>
          <a:xfrm xmlns:a="http://schemas.openxmlformats.org/drawingml/2006/main">
            <a:off x="6191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8" name="">
            <a:extLst xmlns:a="http://schemas.openxmlformats.org/drawingml/2006/main">
              <a:ext uri="{FF2B5EF4-FFF2-40B4-BE49-F238E27FC236}">
                <a16:creationId xmlns:a16="http://schemas.microsoft.com/office/drawing/2014/main" id="{51DDE5D3-6694-4C23-98C1-34774C13C5E2}"/>
              </a:ext>
            </a:extLst>
          </p:cNvPr>
          <p:cNvSpPr>
            <a:spLocks xmlns:a="http://schemas.openxmlformats.org/drawingml/2006/main" noGrp="1"/>
          </p:cNvSpPr>
          <p:nvPr/>
        </p:nvSpPr>
        <p:spPr>
          <a:xfrm xmlns:a="http://schemas.openxmlformats.org/drawingml/2006/main">
            <a:off x="5524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弾性・励起・電離・解離・付着</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σⱼ(ε)</a:t>
            </a:r>
          </a:p>
        </p:txBody>
      </p:sp>
      <p:sp>
        <p:nvSpPr>
          <p:cNvPr id="9" name="">
            <a:extLst xmlns:a="http://schemas.openxmlformats.org/drawingml/2006/main">
              <a:ext uri="{FF2B5EF4-FFF2-40B4-BE49-F238E27FC236}">
                <a16:creationId xmlns:a16="http://schemas.microsoft.com/office/drawing/2014/main" id="{7BCEB327-346D-4DCE-AA83-75816FD7821B}"/>
              </a:ext>
            </a:extLst>
          </p:cNvPr>
          <p:cNvSpPr>
            <a:spLocks xmlns:a="http://schemas.openxmlformats.org/drawingml/2006/main" noGrp="1"/>
          </p:cNvSpPr>
          <p:nvPr/>
        </p:nvSpPr>
        <p:spPr>
          <a:xfrm xmlns:a="http://schemas.openxmlformats.org/drawingml/2006/main">
            <a:off x="27527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2</a:t>
            </a:r>
          </a:p>
        </p:txBody>
      </p:sp>
      <p:sp>
        <p:nvSpPr>
          <p:cNvPr id="10" name="">
            <a:extLst xmlns:a="http://schemas.openxmlformats.org/drawingml/2006/main">
              <a:ext uri="{FF2B5EF4-FFF2-40B4-BE49-F238E27FC236}">
                <a16:creationId xmlns:a16="http://schemas.microsoft.com/office/drawing/2014/main" id="{4F506AF9-CA8D-4622-B8D1-8BCD4439F509}"/>
              </a:ext>
            </a:extLst>
          </p:cNvPr>
          <p:cNvSpPr>
            <a:spLocks xmlns:a="http://schemas.openxmlformats.org/drawingml/2006/main" noGrp="1"/>
          </p:cNvSpPr>
          <p:nvPr/>
        </p:nvSpPr>
        <p:spPr>
          <a:xfrm xmlns:a="http://schemas.openxmlformats.org/drawingml/2006/main">
            <a:off x="27527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11" name="">
            <a:extLst xmlns:a="http://schemas.openxmlformats.org/drawingml/2006/main">
              <a:ext uri="{FF2B5EF4-FFF2-40B4-BE49-F238E27FC236}">
                <a16:creationId xmlns:a16="http://schemas.microsoft.com/office/drawing/2014/main" id="{39307045-38E3-43BC-8007-49103FA6D549}"/>
              </a:ext>
            </a:extLst>
          </p:cNvPr>
          <p:cNvSpPr>
            <a:spLocks xmlns:a="http://schemas.openxmlformats.org/drawingml/2006/main" noGrp="1"/>
          </p:cNvSpPr>
          <p:nvPr/>
        </p:nvSpPr>
        <p:spPr>
          <a:xfrm xmlns:a="http://schemas.openxmlformats.org/drawingml/2006/main">
            <a:off x="28670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712"/>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電子エネルギー分布</a:t>
            </a:r>
          </a:p>
        </p:txBody>
      </p:sp>
      <p:sp>
        <p:nvSpPr>
          <p:cNvPr id="12" name="">
            <a:extLst xmlns:a="http://schemas.openxmlformats.org/drawingml/2006/main">
              <a:ext uri="{FF2B5EF4-FFF2-40B4-BE49-F238E27FC236}">
                <a16:creationId xmlns:a16="http://schemas.microsoft.com/office/drawing/2014/main" id="{75AC2F0D-E3A9-4B54-8FE2-0C90760B3A0E}"/>
              </a:ext>
            </a:extLst>
          </p:cNvPr>
          <p:cNvSpPr>
            <a:spLocks xmlns:a="http://schemas.openxmlformats.org/drawingml/2006/main" noGrp="1"/>
          </p:cNvSpPr>
          <p:nvPr/>
        </p:nvSpPr>
        <p:spPr>
          <a:xfrm xmlns:a="http://schemas.openxmlformats.org/drawingml/2006/main">
            <a:off x="29432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3" name="">
            <a:extLst xmlns:a="http://schemas.openxmlformats.org/drawingml/2006/main">
              <a:ext uri="{FF2B5EF4-FFF2-40B4-BE49-F238E27FC236}">
                <a16:creationId xmlns:a16="http://schemas.microsoft.com/office/drawing/2014/main" id="{9D899B1B-42C6-4B0D-9772-AC4C642E10CC}"/>
              </a:ext>
            </a:extLst>
          </p:cNvPr>
          <p:cNvSpPr>
            <a:spLocks xmlns:a="http://schemas.openxmlformats.org/drawingml/2006/main" noGrp="1"/>
          </p:cNvSpPr>
          <p:nvPr/>
        </p:nvSpPr>
        <p:spPr>
          <a:xfrm xmlns:a="http://schemas.openxmlformats.org/drawingml/2006/main">
            <a:off x="28765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各エネルギーに存在する電子割合</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p(ε)</a:t>
            </a:r>
          </a:p>
        </p:txBody>
      </p:sp>
      <p:sp>
        <p:nvSpPr>
          <p:cNvPr id="14" name="">
            <a:extLst xmlns:a="http://schemas.openxmlformats.org/drawingml/2006/main">
              <a:ext uri="{FF2B5EF4-FFF2-40B4-BE49-F238E27FC236}">
                <a16:creationId xmlns:a16="http://schemas.microsoft.com/office/drawing/2014/main" id="{6E41DB88-0A4C-4328-9242-B39D9A864A70}"/>
              </a:ext>
            </a:extLst>
          </p:cNvPr>
          <p:cNvSpPr>
            <a:spLocks xmlns:a="http://schemas.openxmlformats.org/drawingml/2006/main" noGrp="1"/>
          </p:cNvSpPr>
          <p:nvPr/>
        </p:nvSpPr>
        <p:spPr>
          <a:xfrm xmlns:a="http://schemas.openxmlformats.org/drawingml/2006/main">
            <a:off x="50768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3</a:t>
            </a:r>
          </a:p>
        </p:txBody>
      </p:sp>
      <p:sp>
        <p:nvSpPr>
          <p:cNvPr id="15" name="">
            <a:extLst xmlns:a="http://schemas.openxmlformats.org/drawingml/2006/main">
              <a:ext uri="{FF2B5EF4-FFF2-40B4-BE49-F238E27FC236}">
                <a16:creationId xmlns:a16="http://schemas.microsoft.com/office/drawing/2014/main" id="{7BBBB7CE-7771-45A5-BF01-A535D020D748}"/>
              </a:ext>
            </a:extLst>
          </p:cNvPr>
          <p:cNvSpPr>
            <a:spLocks xmlns:a="http://schemas.openxmlformats.org/drawingml/2006/main" noGrp="1"/>
          </p:cNvSpPr>
          <p:nvPr/>
        </p:nvSpPr>
        <p:spPr>
          <a:xfrm xmlns:a="http://schemas.openxmlformats.org/drawingml/2006/main">
            <a:off x="50768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16" name="">
            <a:extLst xmlns:a="http://schemas.openxmlformats.org/drawingml/2006/main">
              <a:ext uri="{FF2B5EF4-FFF2-40B4-BE49-F238E27FC236}">
                <a16:creationId xmlns:a16="http://schemas.microsoft.com/office/drawing/2014/main" id="{490ACE50-9A80-4415-9866-AE7BC4C3832E}"/>
              </a:ext>
            </a:extLst>
          </p:cNvPr>
          <p:cNvSpPr>
            <a:spLocks xmlns:a="http://schemas.openxmlformats.org/drawingml/2006/main" noGrp="1"/>
          </p:cNvSpPr>
          <p:nvPr/>
        </p:nvSpPr>
        <p:spPr>
          <a:xfrm xmlns:a="http://schemas.openxmlformats.org/drawingml/2006/main">
            <a:off x="51911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電子物性</a:t>
            </a:r>
          </a:p>
        </p:txBody>
      </p:sp>
      <p:sp>
        <p:nvSpPr>
          <p:cNvPr id="17" name="">
            <a:extLst xmlns:a="http://schemas.openxmlformats.org/drawingml/2006/main">
              <a:ext uri="{FF2B5EF4-FFF2-40B4-BE49-F238E27FC236}">
                <a16:creationId xmlns:a16="http://schemas.microsoft.com/office/drawing/2014/main" id="{CC391CAB-D731-4188-9237-87BE31C21221}"/>
              </a:ext>
            </a:extLst>
          </p:cNvPr>
          <p:cNvSpPr>
            <a:spLocks xmlns:a="http://schemas.openxmlformats.org/drawingml/2006/main" noGrp="1"/>
          </p:cNvSpPr>
          <p:nvPr/>
        </p:nvSpPr>
        <p:spPr>
          <a:xfrm xmlns:a="http://schemas.openxmlformats.org/drawingml/2006/main">
            <a:off x="52673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8" name="">
            <a:extLst xmlns:a="http://schemas.openxmlformats.org/drawingml/2006/main">
              <a:ext uri="{FF2B5EF4-FFF2-40B4-BE49-F238E27FC236}">
                <a16:creationId xmlns:a16="http://schemas.microsoft.com/office/drawing/2014/main" id="{F9558D73-6912-41F8-960A-BBEEA6E58631}"/>
              </a:ext>
            </a:extLst>
          </p:cNvPr>
          <p:cNvSpPr>
            <a:spLocks xmlns:a="http://schemas.openxmlformats.org/drawingml/2006/main" noGrp="1"/>
          </p:cNvSpPr>
          <p:nvPr/>
        </p:nvSpPr>
        <p:spPr>
          <a:xfrm xmlns:a="http://schemas.openxmlformats.org/drawingml/2006/main">
            <a:off x="52006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移動度・拡散・反応速度</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μ, D, kⱼ</a:t>
            </a:r>
          </a:p>
        </p:txBody>
      </p:sp>
      <p:sp>
        <p:nvSpPr>
          <p:cNvPr id="19" name="">
            <a:extLst xmlns:a="http://schemas.openxmlformats.org/drawingml/2006/main">
              <a:ext uri="{FF2B5EF4-FFF2-40B4-BE49-F238E27FC236}">
                <a16:creationId xmlns:a16="http://schemas.microsoft.com/office/drawing/2014/main" id="{1A6D7267-42FF-4CAF-94F0-F04DC82CBC4C}"/>
              </a:ext>
            </a:extLst>
          </p:cNvPr>
          <p:cNvSpPr>
            <a:spLocks xmlns:a="http://schemas.openxmlformats.org/drawingml/2006/main" noGrp="1"/>
          </p:cNvSpPr>
          <p:nvPr/>
        </p:nvSpPr>
        <p:spPr>
          <a:xfrm xmlns:a="http://schemas.openxmlformats.org/drawingml/2006/main">
            <a:off x="74009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4</a:t>
            </a:r>
          </a:p>
        </p:txBody>
      </p:sp>
      <p:sp>
        <p:nvSpPr>
          <p:cNvPr id="20" name="">
            <a:extLst xmlns:a="http://schemas.openxmlformats.org/drawingml/2006/main">
              <a:ext uri="{FF2B5EF4-FFF2-40B4-BE49-F238E27FC236}">
                <a16:creationId xmlns:a16="http://schemas.microsoft.com/office/drawing/2014/main" id="{49E5F7FB-7C3F-4494-AC01-DD18DA68A6FC}"/>
              </a:ext>
            </a:extLst>
          </p:cNvPr>
          <p:cNvSpPr>
            <a:spLocks xmlns:a="http://schemas.openxmlformats.org/drawingml/2006/main" noGrp="1"/>
          </p:cNvSpPr>
          <p:nvPr/>
        </p:nvSpPr>
        <p:spPr>
          <a:xfrm xmlns:a="http://schemas.openxmlformats.org/drawingml/2006/main">
            <a:off x="74009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21" name="">
            <a:extLst xmlns:a="http://schemas.openxmlformats.org/drawingml/2006/main">
              <a:ext uri="{FF2B5EF4-FFF2-40B4-BE49-F238E27FC236}">
                <a16:creationId xmlns:a16="http://schemas.microsoft.com/office/drawing/2014/main" id="{A4052904-3CD1-4F90-AEF7-6D7A9734B655}"/>
              </a:ext>
            </a:extLst>
          </p:cNvPr>
          <p:cNvSpPr>
            <a:spLocks xmlns:a="http://schemas.openxmlformats.org/drawingml/2006/main" noGrp="1"/>
          </p:cNvSpPr>
          <p:nvPr/>
        </p:nvSpPr>
        <p:spPr>
          <a:xfrm xmlns:a="http://schemas.openxmlformats.org/drawingml/2006/main">
            <a:off x="75152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6827"/>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COMSOL装置モデル</a:t>
            </a:r>
          </a:p>
        </p:txBody>
      </p:sp>
      <p:sp>
        <p:nvSpPr>
          <p:cNvPr id="22" name="">
            <a:extLst xmlns:a="http://schemas.openxmlformats.org/drawingml/2006/main">
              <a:ext uri="{FF2B5EF4-FFF2-40B4-BE49-F238E27FC236}">
                <a16:creationId xmlns:a16="http://schemas.microsoft.com/office/drawing/2014/main" id="{A51F4340-1CA6-4E19-8D90-F70336E893A2}"/>
              </a:ext>
            </a:extLst>
          </p:cNvPr>
          <p:cNvSpPr>
            <a:spLocks xmlns:a="http://schemas.openxmlformats.org/drawingml/2006/main" noGrp="1"/>
          </p:cNvSpPr>
          <p:nvPr/>
        </p:nvSpPr>
        <p:spPr>
          <a:xfrm xmlns:a="http://schemas.openxmlformats.org/drawingml/2006/main">
            <a:off x="75914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3" name="">
            <a:extLst xmlns:a="http://schemas.openxmlformats.org/drawingml/2006/main">
              <a:ext uri="{FF2B5EF4-FFF2-40B4-BE49-F238E27FC236}">
                <a16:creationId xmlns:a16="http://schemas.microsoft.com/office/drawing/2014/main" id="{4193DE3A-EA6E-4C50-A1A1-E335A9ACF902}"/>
              </a:ext>
            </a:extLst>
          </p:cNvPr>
          <p:cNvSpPr>
            <a:spLocks xmlns:a="http://schemas.openxmlformats.org/drawingml/2006/main" noGrp="1"/>
          </p:cNvSpPr>
          <p:nvPr/>
        </p:nvSpPr>
        <p:spPr>
          <a:xfrm xmlns:a="http://schemas.openxmlformats.org/drawingml/2006/main">
            <a:off x="75247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電子密度・平均エネルギー・種・電磁場</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nₑ(r,z,t)</a:t>
            </a:r>
          </a:p>
        </p:txBody>
      </p:sp>
      <p:sp>
        <p:nvSpPr>
          <p:cNvPr id="24" name="">
            <a:extLst xmlns:a="http://schemas.openxmlformats.org/drawingml/2006/main">
              <a:ext uri="{FF2B5EF4-FFF2-40B4-BE49-F238E27FC236}">
                <a16:creationId xmlns:a16="http://schemas.microsoft.com/office/drawing/2014/main" id="{63F6111E-C2A0-4243-B039-CA22E9362F4B}"/>
              </a:ext>
            </a:extLst>
          </p:cNvPr>
          <p:cNvSpPr>
            <a:spLocks xmlns:a="http://schemas.openxmlformats.org/drawingml/2006/main" noGrp="1"/>
          </p:cNvSpPr>
          <p:nvPr/>
        </p:nvSpPr>
        <p:spPr>
          <a:xfrm xmlns:a="http://schemas.openxmlformats.org/drawingml/2006/main">
            <a:off x="9725025" y="1666875"/>
            <a:ext cx="400050" cy="40005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5</a:t>
            </a:r>
          </a:p>
        </p:txBody>
      </p:sp>
      <p:sp>
        <p:nvSpPr>
          <p:cNvPr id="25" name="">
            <a:extLst xmlns:a="http://schemas.openxmlformats.org/drawingml/2006/main">
              <a:ext uri="{FF2B5EF4-FFF2-40B4-BE49-F238E27FC236}">
                <a16:creationId xmlns:a16="http://schemas.microsoft.com/office/drawing/2014/main" id="{B5ECE26A-7BCE-43E3-B023-E354D87D90D6}"/>
              </a:ext>
            </a:extLst>
          </p:cNvPr>
          <p:cNvSpPr>
            <a:spLocks xmlns:a="http://schemas.openxmlformats.org/drawingml/2006/main" noGrp="1"/>
          </p:cNvSpPr>
          <p:nvPr/>
        </p:nvSpPr>
        <p:spPr>
          <a:xfrm xmlns:a="http://schemas.openxmlformats.org/drawingml/2006/main">
            <a:off x="97250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26" name="">
            <a:extLst xmlns:a="http://schemas.openxmlformats.org/drawingml/2006/main">
              <a:ext uri="{FF2B5EF4-FFF2-40B4-BE49-F238E27FC236}">
                <a16:creationId xmlns:a16="http://schemas.microsoft.com/office/drawing/2014/main" id="{C4BC5F9D-8F94-4DC8-AADA-5933FE6B1CD0}"/>
              </a:ext>
            </a:extLst>
          </p:cNvPr>
          <p:cNvSpPr>
            <a:spLocks xmlns:a="http://schemas.openxmlformats.org/drawingml/2006/main" noGrp="1"/>
          </p:cNvSpPr>
          <p:nvPr/>
        </p:nvSpPr>
        <p:spPr>
          <a:xfrm xmlns:a="http://schemas.openxmlformats.org/drawingml/2006/main">
            <a:off x="98393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開発判断</a:t>
            </a:r>
          </a:p>
        </p:txBody>
      </p:sp>
      <p:sp>
        <p:nvSpPr>
          <p:cNvPr id="27" name="">
            <a:extLst xmlns:a="http://schemas.openxmlformats.org/drawingml/2006/main">
              <a:ext uri="{FF2B5EF4-FFF2-40B4-BE49-F238E27FC236}">
                <a16:creationId xmlns:a16="http://schemas.microsoft.com/office/drawing/2014/main" id="{9BE6012E-09F6-4E8E-AE47-9591BCF6C326}"/>
              </a:ext>
            </a:extLst>
          </p:cNvPr>
          <p:cNvSpPr>
            <a:spLocks xmlns:a="http://schemas.openxmlformats.org/drawingml/2006/main" noGrp="1"/>
          </p:cNvSpPr>
          <p:nvPr/>
        </p:nvSpPr>
        <p:spPr>
          <a:xfrm xmlns:a="http://schemas.openxmlformats.org/drawingml/2006/main">
            <a:off x="99155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8" name="">
            <a:extLst xmlns:a="http://schemas.openxmlformats.org/drawingml/2006/main">
              <a:ext uri="{FF2B5EF4-FFF2-40B4-BE49-F238E27FC236}">
                <a16:creationId xmlns:a16="http://schemas.microsoft.com/office/drawing/2014/main" id="{4FCC6DC6-340F-4CC1-B3B0-3EF562E599B2}"/>
              </a:ext>
            </a:extLst>
          </p:cNvPr>
          <p:cNvSpPr>
            <a:spLocks xmlns:a="http://schemas.openxmlformats.org/drawingml/2006/main" noGrp="1"/>
          </p:cNvSpPr>
          <p:nvPr/>
        </p:nvSpPr>
        <p:spPr>
          <a:xfrm xmlns:a="http://schemas.openxmlformats.org/drawingml/2006/main">
            <a:off x="98488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均一性・反応源・損傷余裕</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条件窓</a:t>
            </a:r>
          </a:p>
        </p:txBody>
      </p:sp>
      <p:cxnSp>
        <p:nvCxnSpPr>
          <p:cNvPr id="100" name=""/>
          <p:cNvCxnSpPr>
            <a:stCxn xmlns:a="http://schemas.openxmlformats.org/drawingml/2006/main" id="5" idx="3"/>
            <a:endCxn xmlns:a="http://schemas.openxmlformats.org/drawingml/2006/main" id="10" idx="1"/>
          </p:cNvCxnSpPr>
          <p:nvPr/>
        </p:nvCxnSpPr>
        <p:spPr>
          <a:xfrm xmlns:a="http://schemas.openxmlformats.org/drawingml/2006/main">
            <a:off x="24288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cxnSp>
        <p:nvCxnSpPr>
          <p:cNvPr id="101" name=""/>
          <p:cNvCxnSpPr>
            <a:stCxn xmlns:a="http://schemas.openxmlformats.org/drawingml/2006/main" id="10" idx="3"/>
            <a:endCxn xmlns:a="http://schemas.openxmlformats.org/drawingml/2006/main" id="15" idx="1"/>
          </p:cNvCxnSpPr>
          <p:nvPr/>
        </p:nvCxnSpPr>
        <p:spPr>
          <a:xfrm xmlns:a="http://schemas.openxmlformats.org/drawingml/2006/main">
            <a:off x="47529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cxnSp>
        <p:nvCxnSpPr>
          <p:cNvPr id="102" name=""/>
          <p:cNvCxnSpPr>
            <a:stCxn xmlns:a="http://schemas.openxmlformats.org/drawingml/2006/main" id="15" idx="3"/>
            <a:endCxn xmlns:a="http://schemas.openxmlformats.org/drawingml/2006/main" id="20" idx="1"/>
          </p:cNvCxnSpPr>
          <p:nvPr/>
        </p:nvCxnSpPr>
        <p:spPr>
          <a:xfrm xmlns:a="http://schemas.openxmlformats.org/drawingml/2006/main">
            <a:off x="70770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cxnSp>
        <p:nvCxnSpPr>
          <p:cNvPr id="103" name=""/>
          <p:cNvCxnSpPr>
            <a:stCxn xmlns:a="http://schemas.openxmlformats.org/drawingml/2006/main" id="20" idx="3"/>
            <a:endCxn xmlns:a="http://schemas.openxmlformats.org/drawingml/2006/main" id="25" idx="1"/>
          </p:cNvCxnSpPr>
          <p:nvPr/>
        </p:nvCxnSpPr>
        <p:spPr>
          <a:xfrm xmlns:a="http://schemas.openxmlformats.org/drawingml/2006/main">
            <a:off x="94011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sp>
        <p:nvSpPr>
          <p:cNvPr id="33" name="">
            <a:extLst xmlns:a="http://schemas.openxmlformats.org/drawingml/2006/main">
              <a:ext uri="{FF2B5EF4-FFF2-40B4-BE49-F238E27FC236}">
                <a16:creationId xmlns:a16="http://schemas.microsoft.com/office/drawing/2014/main" id="{B43F456E-28E5-45D7-9236-C91843A0F12D}"/>
              </a:ext>
            </a:extLst>
          </p:cNvPr>
          <p:cNvSpPr>
            <a:spLocks xmlns:a="http://schemas.openxmlformats.org/drawingml/2006/main" noGrp="1"/>
          </p:cNvSpPr>
          <p:nvPr/>
        </p:nvSpPr>
        <p:spPr>
          <a:xfrm xmlns:a="http://schemas.openxmlformats.org/drawingml/2006/main">
            <a:off x="2647950" y="44767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Swarmが直接解く範囲</a:t>
            </a:r>
          </a:p>
        </p:txBody>
      </p:sp>
      <p:sp>
        <p:nvSpPr>
          <p:cNvPr id="34" name="">
            <a:extLst xmlns:a="http://schemas.openxmlformats.org/drawingml/2006/main">
              <a:ext uri="{FF2B5EF4-FFF2-40B4-BE49-F238E27FC236}">
                <a16:creationId xmlns:a16="http://schemas.microsoft.com/office/drawing/2014/main" id="{29BA9C7D-C447-4683-BD20-46710066BB70}"/>
              </a:ext>
            </a:extLst>
          </p:cNvPr>
          <p:cNvSpPr>
            <a:spLocks xmlns:a="http://schemas.openxmlformats.org/drawingml/2006/main" noGrp="1"/>
          </p:cNvSpPr>
          <p:nvPr/>
        </p:nvSpPr>
        <p:spPr>
          <a:xfrm xmlns:a="http://schemas.openxmlformats.org/drawingml/2006/main">
            <a:off x="2714625" y="4857750"/>
            <a:ext cx="3857625" cy="0"/>
          </a:xfrm>
          <a:prstGeom xmlns:a="http://schemas.openxmlformats.org/drawingml/2006/main" prst="line">
            <a:avLst/>
          </a:prstGeom>
          <a:noFill xmlns:a="http://schemas.openxmlformats.org/drawingml/2006/main"/>
          <a:ln xmlns:a="http://schemas.openxmlformats.org/drawingml/2006/main" w="38100">
            <a:solidFill>
              <a:srgbClr val="00A6D6"/>
            </a:solidFill>
            <a:prstDash val="solid"/>
          </a:ln>
        </p:spPr>
      </p:sp>
      <p:sp>
        <p:nvSpPr>
          <p:cNvPr id="35" name="">
            <a:extLst xmlns:a="http://schemas.openxmlformats.org/drawingml/2006/main">
              <a:ext uri="{FF2B5EF4-FFF2-40B4-BE49-F238E27FC236}">
                <a16:creationId xmlns:a16="http://schemas.microsoft.com/office/drawing/2014/main" id="{2D98C1D6-5401-4874-90E3-AA7BFF86DB3D}"/>
              </a:ext>
            </a:extLst>
          </p:cNvPr>
          <p:cNvSpPr>
            <a:spLocks xmlns:a="http://schemas.openxmlformats.org/drawingml/2006/main" noGrp="1"/>
          </p:cNvSpPr>
          <p:nvPr/>
        </p:nvSpPr>
        <p:spPr>
          <a:xfrm xmlns:a="http://schemas.openxmlformats.org/drawingml/2006/main">
            <a:off x="6953250" y="4476750"/>
            <a:ext cx="419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497"/>
          </a:bodyPr>
          <a:lstStyle xmlns:a="http://schemas.openxmlformats.org/drawingml/2006/main"/>
          <a:p xmlns:a="http://schemas.openxmlformats.org/drawingml/2006/main">
            <a:pPr algn="ctr">
              <a:lnSpc>
                <a:spcPct val="102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装置形状・壁反応・RF場・空間輸送はCOMSOL側で解く</a:t>
            </a:r>
          </a:p>
        </p:txBody>
      </p:sp>
      <p:sp>
        <p:nvSpPr>
          <p:cNvPr id="36" name="takeaway-bullet">
            <a:extLst xmlns:a="http://schemas.openxmlformats.org/drawingml/2006/main">
              <a:ext uri="{FF2B5EF4-FFF2-40B4-BE49-F238E27FC236}">
                <a16:creationId xmlns:a16="http://schemas.microsoft.com/office/drawing/2014/main" id="{9AC42E6A-A8BC-40E3-B4F8-1A161368A6D7}"/>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7" name="takeaway">
            <a:extLst xmlns:a="http://schemas.openxmlformats.org/drawingml/2006/main">
              <a:ext uri="{FF2B5EF4-FFF2-40B4-BE49-F238E27FC236}">
                <a16:creationId xmlns:a16="http://schemas.microsoft.com/office/drawing/2014/main" id="{BA94E621-B779-4B05-B658-930170EE80C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Swarmだけではエッチ速度や膜質は出ない。電子物性の不確かさを、装置計算へ正しく受け渡す。</a:t>
            </a:r>
          </a:p>
        </p:txBody>
      </p:sp>
      <p:sp>
        <p:nvSpPr>
          <p:cNvPr id="39" name="footer">
            <a:extLst xmlns:a="http://schemas.openxmlformats.org/drawingml/2006/main">
              <a:ext uri="{FF2B5EF4-FFF2-40B4-BE49-F238E27FC236}">
                <a16:creationId xmlns:a16="http://schemas.microsoft.com/office/drawing/2014/main" id="{C9472CC9-B7FF-4B44-A2CA-397E8FD8220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40" name="page">
            <a:extLst xmlns:a="http://schemas.openxmlformats.org/drawingml/2006/main">
              <a:ext uri="{FF2B5EF4-FFF2-40B4-BE49-F238E27FC236}">
                <a16:creationId xmlns:a16="http://schemas.microsoft.com/office/drawing/2014/main" id="{61BC23BF-5334-4E43-9429-DD30349AE69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03</a:t>
            </a:r>
          </a:p>
        </p:txBody>
      </p:sp>
      <p:sp>
        <p:nvSpPr>
          <p:cNvPr id="72" name="section">
            <a:extLst xmlns:a="http://schemas.openxmlformats.org/drawingml/2006/main">
              <a:ext uri="{FF2B5EF4-FFF2-40B4-BE49-F238E27FC236}">
                <a16:creationId xmlns:a16="http://schemas.microsoft.com/office/drawing/2014/main" id="{F488A72B-E36B-4860-809C-04A0C47A07C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17623646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FF25E48-60CF-4F7A-94DB-1820403FB18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電子Swarmとは何か</a:t>
            </a:r>
          </a:p>
        </p:txBody>
      </p:sp>
      <p:sp>
        <p:nvSpPr>
          <p:cNvPr id="3" name="subtitle">
            <a:extLst xmlns:a="http://schemas.openxmlformats.org/drawingml/2006/main">
              <a:ext uri="{FF2B5EF4-FFF2-40B4-BE49-F238E27FC236}">
                <a16:creationId xmlns:a16="http://schemas.microsoft.com/office/drawing/2014/main" id="{331CD83D-A81C-43AD-A6F9-8CBF6C9B66EA}"/>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少数電子が気体を乱さない極限で、電場加熱と衝突冷却の定常バランスを求める</a:t>
            </a:r>
          </a:p>
        </p:txBody>
      </p:sp>
      <p:sp>
        <p:nvSpPr>
          <p:cNvPr id="4" name="">
            <a:extLst xmlns:a="http://schemas.openxmlformats.org/drawingml/2006/main">
              <a:ext uri="{FF2B5EF4-FFF2-40B4-BE49-F238E27FC236}">
                <a16:creationId xmlns:a16="http://schemas.microsoft.com/office/drawing/2014/main" id="{1115547B-27E0-494A-9330-B15519B3C39C}"/>
              </a:ext>
            </a:extLst>
          </p:cNvPr>
          <p:cNvSpPr>
            <a:spLocks xmlns:a="http://schemas.openxmlformats.org/drawingml/2006/main" noGrp="1"/>
          </p:cNvSpPr>
          <p:nvPr/>
        </p:nvSpPr>
        <p:spPr>
          <a:xfrm xmlns:a="http://schemas.openxmlformats.org/drawingml/2006/main">
            <a:off x="476250" y="1428750"/>
            <a:ext cx="4953000" cy="3714750"/>
          </a:xfrm>
          <a:prstGeom xmlns:a="http://schemas.openxmlformats.org/drawingml/2006/main" prst="rect">
            <a:avLst/>
          </a:prstGeom>
          <a:solidFill xmlns:a="http://schemas.openxmlformats.org/drawingml/2006/main">
            <a:srgbClr val="F8FAFA"/>
          </a:solidFill>
          <a:ln xmlns:a="http://schemas.openxmlformats.org/drawingml/2006/main" w="9525">
            <a:solidFill>
              <a:srgbClr val="C8D2D7"/>
            </a:solidFill>
            <a:prstDash val="solid"/>
          </a:ln>
        </p:spPr>
      </p:sp>
      <p:sp>
        <p:nvSpPr>
          <p:cNvPr id="5" name="">
            <a:extLst xmlns:a="http://schemas.openxmlformats.org/drawingml/2006/main">
              <a:ext uri="{FF2B5EF4-FFF2-40B4-BE49-F238E27FC236}">
                <a16:creationId xmlns:a16="http://schemas.microsoft.com/office/drawing/2014/main" id="{7282B4ED-6939-4866-A37A-D2DC8BEF3EE4}"/>
              </a:ext>
            </a:extLst>
          </p:cNvPr>
          <p:cNvSpPr>
            <a:spLocks xmlns:a="http://schemas.openxmlformats.org/drawingml/2006/main" noGrp="1"/>
          </p:cNvSpPr>
          <p:nvPr/>
        </p:nvSpPr>
        <p:spPr>
          <a:xfrm xmlns:a="http://schemas.openxmlformats.org/drawingml/2006/main">
            <a:off x="952500" y="1905000"/>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6" name="">
            <a:extLst xmlns:a="http://schemas.openxmlformats.org/drawingml/2006/main">
              <a:ext uri="{FF2B5EF4-FFF2-40B4-BE49-F238E27FC236}">
                <a16:creationId xmlns:a16="http://schemas.microsoft.com/office/drawing/2014/main" id="{06F7CC81-8693-4763-8779-683FEAC39DF6}"/>
              </a:ext>
            </a:extLst>
          </p:cNvPr>
          <p:cNvSpPr>
            <a:spLocks xmlns:a="http://schemas.openxmlformats.org/drawingml/2006/main" noGrp="1"/>
          </p:cNvSpPr>
          <p:nvPr/>
        </p:nvSpPr>
        <p:spPr>
          <a:xfrm xmlns:a="http://schemas.openxmlformats.org/drawingml/2006/main">
            <a:off x="2095500" y="171450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7" name="">
            <a:extLst xmlns:a="http://schemas.openxmlformats.org/drawingml/2006/main">
              <a:ext uri="{FF2B5EF4-FFF2-40B4-BE49-F238E27FC236}">
                <a16:creationId xmlns:a16="http://schemas.microsoft.com/office/drawing/2014/main" id="{A5E894EC-6963-46AA-900B-314C445A2556}"/>
              </a:ext>
            </a:extLst>
          </p:cNvPr>
          <p:cNvSpPr>
            <a:spLocks xmlns:a="http://schemas.openxmlformats.org/drawingml/2006/main" noGrp="1"/>
          </p:cNvSpPr>
          <p:nvPr/>
        </p:nvSpPr>
        <p:spPr>
          <a:xfrm xmlns:a="http://schemas.openxmlformats.org/drawingml/2006/main">
            <a:off x="3333750" y="2047875"/>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8" name="">
            <a:extLst xmlns:a="http://schemas.openxmlformats.org/drawingml/2006/main">
              <a:ext uri="{FF2B5EF4-FFF2-40B4-BE49-F238E27FC236}">
                <a16:creationId xmlns:a16="http://schemas.microsoft.com/office/drawing/2014/main" id="{A77C5081-DE63-4E00-8D84-8BE793751C10}"/>
              </a:ext>
            </a:extLst>
          </p:cNvPr>
          <p:cNvSpPr>
            <a:spLocks xmlns:a="http://schemas.openxmlformats.org/drawingml/2006/main" noGrp="1"/>
          </p:cNvSpPr>
          <p:nvPr/>
        </p:nvSpPr>
        <p:spPr>
          <a:xfrm xmlns:a="http://schemas.openxmlformats.org/drawingml/2006/main">
            <a:off x="4476750" y="1762125"/>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9" name="">
            <a:extLst xmlns:a="http://schemas.openxmlformats.org/drawingml/2006/main">
              <a:ext uri="{FF2B5EF4-FFF2-40B4-BE49-F238E27FC236}">
                <a16:creationId xmlns:a16="http://schemas.microsoft.com/office/drawing/2014/main" id="{879B443F-2EBC-40F9-8AAC-C80CA2B932E3}"/>
              </a:ext>
            </a:extLst>
          </p:cNvPr>
          <p:cNvSpPr>
            <a:spLocks xmlns:a="http://schemas.openxmlformats.org/drawingml/2006/main" noGrp="1"/>
          </p:cNvSpPr>
          <p:nvPr/>
        </p:nvSpPr>
        <p:spPr>
          <a:xfrm xmlns:a="http://schemas.openxmlformats.org/drawingml/2006/main">
            <a:off x="1428750" y="285750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0" name="">
            <a:extLst xmlns:a="http://schemas.openxmlformats.org/drawingml/2006/main">
              <a:ext uri="{FF2B5EF4-FFF2-40B4-BE49-F238E27FC236}">
                <a16:creationId xmlns:a16="http://schemas.microsoft.com/office/drawing/2014/main" id="{00A4B3CD-1A96-4D62-B0A3-1B0395564CA9}"/>
              </a:ext>
            </a:extLst>
          </p:cNvPr>
          <p:cNvSpPr>
            <a:spLocks xmlns:a="http://schemas.openxmlformats.org/drawingml/2006/main" noGrp="1"/>
          </p:cNvSpPr>
          <p:nvPr/>
        </p:nvSpPr>
        <p:spPr>
          <a:xfrm xmlns:a="http://schemas.openxmlformats.org/drawingml/2006/main">
            <a:off x="2762250" y="2714625"/>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1" name="">
            <a:extLst xmlns:a="http://schemas.openxmlformats.org/drawingml/2006/main">
              <a:ext uri="{FF2B5EF4-FFF2-40B4-BE49-F238E27FC236}">
                <a16:creationId xmlns:a16="http://schemas.microsoft.com/office/drawing/2014/main" id="{9F04D74C-0C3A-45C7-9D22-DD234F766A7A}"/>
              </a:ext>
            </a:extLst>
          </p:cNvPr>
          <p:cNvSpPr>
            <a:spLocks xmlns:a="http://schemas.openxmlformats.org/drawingml/2006/main" noGrp="1"/>
          </p:cNvSpPr>
          <p:nvPr/>
        </p:nvSpPr>
        <p:spPr>
          <a:xfrm xmlns:a="http://schemas.openxmlformats.org/drawingml/2006/main">
            <a:off x="4095750" y="3000375"/>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12" name="">
            <a:extLst xmlns:a="http://schemas.openxmlformats.org/drawingml/2006/main">
              <a:ext uri="{FF2B5EF4-FFF2-40B4-BE49-F238E27FC236}">
                <a16:creationId xmlns:a16="http://schemas.microsoft.com/office/drawing/2014/main" id="{396C8D74-6E3F-49A2-9804-2543CEFE046F}"/>
              </a:ext>
            </a:extLst>
          </p:cNvPr>
          <p:cNvSpPr>
            <a:spLocks xmlns:a="http://schemas.openxmlformats.org/drawingml/2006/main" noGrp="1"/>
          </p:cNvSpPr>
          <p:nvPr/>
        </p:nvSpPr>
        <p:spPr>
          <a:xfrm xmlns:a="http://schemas.openxmlformats.org/drawingml/2006/main">
            <a:off x="904875" y="400050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3" name="">
            <a:extLst xmlns:a="http://schemas.openxmlformats.org/drawingml/2006/main">
              <a:ext uri="{FF2B5EF4-FFF2-40B4-BE49-F238E27FC236}">
                <a16:creationId xmlns:a16="http://schemas.microsoft.com/office/drawing/2014/main" id="{94AB2245-D642-4C22-9684-25CED9D0A811}"/>
              </a:ext>
            </a:extLst>
          </p:cNvPr>
          <p:cNvSpPr>
            <a:spLocks xmlns:a="http://schemas.openxmlformats.org/drawingml/2006/main" noGrp="1"/>
          </p:cNvSpPr>
          <p:nvPr/>
        </p:nvSpPr>
        <p:spPr>
          <a:xfrm xmlns:a="http://schemas.openxmlformats.org/drawingml/2006/main">
            <a:off x="2333625" y="428625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4" name="">
            <a:extLst xmlns:a="http://schemas.openxmlformats.org/drawingml/2006/main">
              <a:ext uri="{FF2B5EF4-FFF2-40B4-BE49-F238E27FC236}">
                <a16:creationId xmlns:a16="http://schemas.microsoft.com/office/drawing/2014/main" id="{55373C17-3606-4C75-B85C-0DF35ACF970E}"/>
              </a:ext>
            </a:extLst>
          </p:cNvPr>
          <p:cNvSpPr>
            <a:spLocks xmlns:a="http://schemas.openxmlformats.org/drawingml/2006/main" noGrp="1"/>
          </p:cNvSpPr>
          <p:nvPr/>
        </p:nvSpPr>
        <p:spPr>
          <a:xfrm xmlns:a="http://schemas.openxmlformats.org/drawingml/2006/main">
            <a:off x="3714750" y="4048125"/>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15" name="">
            <a:extLst xmlns:a="http://schemas.openxmlformats.org/drawingml/2006/main">
              <a:ext uri="{FF2B5EF4-FFF2-40B4-BE49-F238E27FC236}">
                <a16:creationId xmlns:a16="http://schemas.microsoft.com/office/drawing/2014/main" id="{CB7071EE-5C50-4CDA-B674-CC7640B70129}"/>
              </a:ext>
            </a:extLst>
          </p:cNvPr>
          <p:cNvSpPr>
            <a:spLocks xmlns:a="http://schemas.openxmlformats.org/drawingml/2006/main" noGrp="1"/>
          </p:cNvSpPr>
          <p:nvPr/>
        </p:nvSpPr>
        <p:spPr>
          <a:xfrm xmlns:a="http://schemas.openxmlformats.org/drawingml/2006/main">
            <a:off x="4810125" y="4333875"/>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6" name="">
            <a:extLst xmlns:a="http://schemas.openxmlformats.org/drawingml/2006/main">
              <a:ext uri="{FF2B5EF4-FFF2-40B4-BE49-F238E27FC236}">
                <a16:creationId xmlns:a16="http://schemas.microsoft.com/office/drawing/2014/main" id="{26E0B2E3-8CED-497C-A043-CA932B718273}"/>
              </a:ext>
            </a:extLst>
          </p:cNvPr>
          <p:cNvSpPr>
            <a:spLocks xmlns:a="http://schemas.openxmlformats.org/drawingml/2006/main" noGrp="1"/>
          </p:cNvSpPr>
          <p:nvPr/>
        </p:nvSpPr>
        <p:spPr>
          <a:xfrm xmlns:a="http://schemas.openxmlformats.org/drawingml/2006/main">
            <a:off x="857250" y="1504950"/>
            <a:ext cx="1619250" cy="228600"/>
          </a:xfrm>
          <a:prstGeom xmlns:a="http://schemas.openxmlformats.org/drawingml/2006/main" prst="rightArrow">
            <a:avLst/>
          </a:prstGeom>
          <a:solidFill xmlns:a="http://schemas.openxmlformats.org/drawingml/2006/main">
            <a:srgbClr val="00A6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803BA42-14F8-414C-94E4-222513B841A1}"/>
              </a:ext>
            </a:extLst>
          </p:cNvPr>
          <p:cNvSpPr>
            <a:spLocks xmlns:a="http://schemas.openxmlformats.org/drawingml/2006/main" noGrp="1"/>
          </p:cNvSpPr>
          <p:nvPr/>
        </p:nvSpPr>
        <p:spPr>
          <a:xfrm xmlns:a="http://schemas.openxmlformats.org/drawingml/2006/main">
            <a:off x="2619375" y="1428750"/>
            <a:ext cx="95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電場 E</a:t>
            </a:r>
          </a:p>
        </p:txBody>
      </p:sp>
      <p:sp>
        <p:nvSpPr>
          <p:cNvPr id="18" name="">
            <a:extLst xmlns:a="http://schemas.openxmlformats.org/drawingml/2006/main">
              <a:ext uri="{FF2B5EF4-FFF2-40B4-BE49-F238E27FC236}">
                <a16:creationId xmlns:a16="http://schemas.microsoft.com/office/drawing/2014/main" id="{5BDEEE03-063A-4D63-AA74-B59AFE8B9EC9}"/>
              </a:ext>
            </a:extLst>
          </p:cNvPr>
          <p:cNvSpPr>
            <a:spLocks xmlns:a="http://schemas.openxmlformats.org/drawingml/2006/main" noGrp="1"/>
          </p:cNvSpPr>
          <p:nvPr/>
        </p:nvSpPr>
        <p:spPr>
          <a:xfrm xmlns:a="http://schemas.openxmlformats.org/drawingml/2006/main">
            <a:off x="857250" y="2381250"/>
            <a:ext cx="762000" cy="14287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19" name="">
            <a:extLst xmlns:a="http://schemas.openxmlformats.org/drawingml/2006/main">
              <a:ext uri="{FF2B5EF4-FFF2-40B4-BE49-F238E27FC236}">
                <a16:creationId xmlns:a16="http://schemas.microsoft.com/office/drawing/2014/main" id="{899687D1-E901-4464-A2A1-2E2CE039CB33}"/>
              </a:ext>
            </a:extLst>
          </p:cNvPr>
          <p:cNvSpPr>
            <a:spLocks xmlns:a="http://schemas.openxmlformats.org/drawingml/2006/main" noGrp="1"/>
          </p:cNvSpPr>
          <p:nvPr/>
        </p:nvSpPr>
        <p:spPr>
          <a:xfrm xmlns:a="http://schemas.openxmlformats.org/drawingml/2006/main">
            <a:off x="1619250" y="2286000"/>
            <a:ext cx="714375" cy="23812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0" name="">
            <a:extLst xmlns:a="http://schemas.openxmlformats.org/drawingml/2006/main">
              <a:ext uri="{FF2B5EF4-FFF2-40B4-BE49-F238E27FC236}">
                <a16:creationId xmlns:a16="http://schemas.microsoft.com/office/drawing/2014/main" id="{32F00560-2FFB-4ABA-B690-EC781D5109C5}"/>
              </a:ext>
            </a:extLst>
          </p:cNvPr>
          <p:cNvSpPr>
            <a:spLocks xmlns:a="http://schemas.openxmlformats.org/drawingml/2006/main" noGrp="1"/>
          </p:cNvSpPr>
          <p:nvPr/>
        </p:nvSpPr>
        <p:spPr>
          <a:xfrm xmlns:a="http://schemas.openxmlformats.org/drawingml/2006/main">
            <a:off x="2333625" y="2286000"/>
            <a:ext cx="809625" cy="285750"/>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1" name="">
            <a:extLst xmlns:a="http://schemas.openxmlformats.org/drawingml/2006/main">
              <a:ext uri="{FF2B5EF4-FFF2-40B4-BE49-F238E27FC236}">
                <a16:creationId xmlns:a16="http://schemas.microsoft.com/office/drawing/2014/main" id="{2527A401-21DA-44E4-B35E-DC0BE694D9A0}"/>
              </a:ext>
            </a:extLst>
          </p:cNvPr>
          <p:cNvSpPr>
            <a:spLocks xmlns:a="http://schemas.openxmlformats.org/drawingml/2006/main" noGrp="1"/>
          </p:cNvSpPr>
          <p:nvPr/>
        </p:nvSpPr>
        <p:spPr>
          <a:xfrm xmlns:a="http://schemas.openxmlformats.org/drawingml/2006/main">
            <a:off x="3143250" y="2333625"/>
            <a:ext cx="857250" cy="23812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2" name="">
            <a:extLst xmlns:a="http://schemas.openxmlformats.org/drawingml/2006/main">
              <a:ext uri="{FF2B5EF4-FFF2-40B4-BE49-F238E27FC236}">
                <a16:creationId xmlns:a16="http://schemas.microsoft.com/office/drawing/2014/main" id="{F0017F6A-FCE7-4B67-AFAB-6708529ACCB2}"/>
              </a:ext>
            </a:extLst>
          </p:cNvPr>
          <p:cNvSpPr>
            <a:spLocks xmlns:a="http://schemas.openxmlformats.org/drawingml/2006/main" noGrp="1"/>
          </p:cNvSpPr>
          <p:nvPr/>
        </p:nvSpPr>
        <p:spPr>
          <a:xfrm xmlns:a="http://schemas.openxmlformats.org/drawingml/2006/main">
            <a:off x="4000500" y="2333625"/>
            <a:ext cx="904875" cy="33337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3" name="">
            <a:extLst xmlns:a="http://schemas.openxmlformats.org/drawingml/2006/main">
              <a:ext uri="{FF2B5EF4-FFF2-40B4-BE49-F238E27FC236}">
                <a16:creationId xmlns:a16="http://schemas.microsoft.com/office/drawing/2014/main" id="{CCAAA14A-7F5E-4758-8646-3D34DF765D33}"/>
              </a:ext>
            </a:extLst>
          </p:cNvPr>
          <p:cNvSpPr>
            <a:spLocks xmlns:a="http://schemas.openxmlformats.org/drawingml/2006/main" noGrp="1"/>
          </p:cNvSpPr>
          <p:nvPr/>
        </p:nvSpPr>
        <p:spPr>
          <a:xfrm xmlns:a="http://schemas.openxmlformats.org/drawingml/2006/main">
            <a:off x="809625" y="2333625"/>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0929FE8-1876-410E-B75C-7ADAFA229402}"/>
              </a:ext>
            </a:extLst>
          </p:cNvPr>
          <p:cNvSpPr>
            <a:spLocks xmlns:a="http://schemas.openxmlformats.org/drawingml/2006/main" noGrp="1"/>
          </p:cNvSpPr>
          <p:nvPr/>
        </p:nvSpPr>
        <p:spPr>
          <a:xfrm xmlns:a="http://schemas.openxmlformats.org/drawingml/2006/main">
            <a:off x="1571625" y="2476500"/>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13984BB-3594-4D96-A1CB-91E84C50CCAF}"/>
              </a:ext>
            </a:extLst>
          </p:cNvPr>
          <p:cNvSpPr>
            <a:spLocks xmlns:a="http://schemas.openxmlformats.org/drawingml/2006/main" noGrp="1"/>
          </p:cNvSpPr>
          <p:nvPr/>
        </p:nvSpPr>
        <p:spPr>
          <a:xfrm xmlns:a="http://schemas.openxmlformats.org/drawingml/2006/main">
            <a:off x="2286000" y="2238375"/>
            <a:ext cx="95250" cy="9525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EB2372D-4D0A-4E44-A827-BB3157810EE1}"/>
              </a:ext>
            </a:extLst>
          </p:cNvPr>
          <p:cNvSpPr>
            <a:spLocks xmlns:a="http://schemas.openxmlformats.org/drawingml/2006/main" noGrp="1"/>
          </p:cNvSpPr>
          <p:nvPr/>
        </p:nvSpPr>
        <p:spPr>
          <a:xfrm xmlns:a="http://schemas.openxmlformats.org/drawingml/2006/main">
            <a:off x="3095625" y="2524125"/>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F099960-3492-47BD-828D-39F86280E8D0}"/>
              </a:ext>
            </a:extLst>
          </p:cNvPr>
          <p:cNvSpPr>
            <a:spLocks xmlns:a="http://schemas.openxmlformats.org/drawingml/2006/main" noGrp="1"/>
          </p:cNvSpPr>
          <p:nvPr/>
        </p:nvSpPr>
        <p:spPr>
          <a:xfrm xmlns:a="http://schemas.openxmlformats.org/drawingml/2006/main">
            <a:off x="3952875" y="2286000"/>
            <a:ext cx="95250" cy="9525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8878356-F8C2-493E-B967-7BF036EBE210}"/>
              </a:ext>
            </a:extLst>
          </p:cNvPr>
          <p:cNvSpPr>
            <a:spLocks xmlns:a="http://schemas.openxmlformats.org/drawingml/2006/main" noGrp="1"/>
          </p:cNvSpPr>
          <p:nvPr/>
        </p:nvSpPr>
        <p:spPr>
          <a:xfrm xmlns:a="http://schemas.openxmlformats.org/drawingml/2006/main">
            <a:off x="4857750" y="2619375"/>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8F4A3D4-2BA0-415F-907D-D049A5DB20C6}"/>
              </a:ext>
            </a:extLst>
          </p:cNvPr>
          <p:cNvSpPr>
            <a:spLocks xmlns:a="http://schemas.openxmlformats.org/drawingml/2006/main" noGrp="1"/>
          </p:cNvSpPr>
          <p:nvPr/>
        </p:nvSpPr>
        <p:spPr>
          <a:xfrm xmlns:a="http://schemas.openxmlformats.org/drawingml/2006/main">
            <a:off x="1000125" y="25717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7B2FA3"/>
                </a:solidFill>
                <a:latin typeface="Noto Sans JP"/>
                <a:ea typeface="Noto Sans JP"/>
                <a:cs typeface="Noto Sans JP"/>
              </a:defRPr>
            </a:pPr>
            <a:r>
              <a:rPr sz="1125" b="0" i="0">
                <a:solidFill>
                  <a:srgbClr val="7B2FA3"/>
                </a:solidFill>
                <a:latin typeface="Noto Sans JP"/>
                <a:ea typeface="Noto Sans JP"/>
                <a:cs typeface="Noto Sans JP"/>
              </a:rPr>
              <a:t>自由飛行</a:t>
            </a:r>
          </a:p>
        </p:txBody>
      </p:sp>
      <p:sp>
        <p:nvSpPr>
          <p:cNvPr id="30" name="">
            <a:extLst xmlns:a="http://schemas.openxmlformats.org/drawingml/2006/main">
              <a:ext uri="{FF2B5EF4-FFF2-40B4-BE49-F238E27FC236}">
                <a16:creationId xmlns:a16="http://schemas.microsoft.com/office/drawing/2014/main" id="{BC539FC3-5B61-4575-BA0B-725A85CFAE71}"/>
              </a:ext>
            </a:extLst>
          </p:cNvPr>
          <p:cNvSpPr>
            <a:spLocks xmlns:a="http://schemas.openxmlformats.org/drawingml/2006/main" noGrp="1"/>
          </p:cNvSpPr>
          <p:nvPr/>
        </p:nvSpPr>
        <p:spPr>
          <a:xfrm xmlns:a="http://schemas.openxmlformats.org/drawingml/2006/main">
            <a:off x="2143125" y="2000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1" i="0">
                <a:solidFill>
                  <a:srgbClr val="D64045"/>
                </a:solidFill>
                <a:latin typeface="Noto Sans JP"/>
                <a:ea typeface="Noto Sans JP"/>
                <a:cs typeface="Noto Sans JP"/>
              </a:defRPr>
            </a:pPr>
            <a:r>
              <a:rPr sz="1125" b="1" i="0">
                <a:solidFill>
                  <a:srgbClr val="D64045"/>
                </a:solidFill>
                <a:latin typeface="Noto Sans JP"/>
                <a:ea typeface="Noto Sans JP"/>
                <a:cs typeface="Noto Sans JP"/>
              </a:rPr>
              <a:t>衝突</a:t>
            </a:r>
          </a:p>
        </p:txBody>
      </p:sp>
      <p:sp>
        <p:nvSpPr>
          <p:cNvPr id="31" name="">
            <a:extLst xmlns:a="http://schemas.openxmlformats.org/drawingml/2006/main">
              <a:ext uri="{FF2B5EF4-FFF2-40B4-BE49-F238E27FC236}">
                <a16:creationId xmlns:a16="http://schemas.microsoft.com/office/drawing/2014/main" id="{E9BEEEF3-C798-4F59-BAD2-D70B06E911E6}"/>
              </a:ext>
            </a:extLst>
          </p:cNvPr>
          <p:cNvSpPr>
            <a:spLocks xmlns:a="http://schemas.openxmlformats.org/drawingml/2006/main" noGrp="1"/>
          </p:cNvSpPr>
          <p:nvPr/>
        </p:nvSpPr>
        <p:spPr>
          <a:xfrm xmlns:a="http://schemas.openxmlformats.org/drawingml/2006/main">
            <a:off x="1190625" y="3476625"/>
            <a:ext cx="361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電子群は衝突のたびに</a:t>
            </a:r>
          </a:p>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向きとエネルギーを変える</a:t>
            </a:r>
          </a:p>
        </p:txBody>
      </p:sp>
      <p:sp>
        <p:nvSpPr>
          <p:cNvPr id="32" name="">
            <a:extLst xmlns:a="http://schemas.openxmlformats.org/drawingml/2006/main">
              <a:ext uri="{FF2B5EF4-FFF2-40B4-BE49-F238E27FC236}">
                <a16:creationId xmlns:a16="http://schemas.microsoft.com/office/drawing/2014/main" id="{8E77DFD0-422D-4AF7-83C8-87F969D307E7}"/>
              </a:ext>
            </a:extLst>
          </p:cNvPr>
          <p:cNvSpPr>
            <a:spLocks xmlns:a="http://schemas.openxmlformats.org/drawingml/2006/main" noGrp="1"/>
          </p:cNvSpPr>
          <p:nvPr/>
        </p:nvSpPr>
        <p:spPr>
          <a:xfrm xmlns:a="http://schemas.openxmlformats.org/drawingml/2006/main">
            <a:off x="5857875" y="1524000"/>
            <a:ext cx="1143000" cy="7429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BOLTZMANN方程式</a:t>
            </a:r>
          </a:p>
        </p:txBody>
      </p:sp>
      <p:sp>
        <p:nvSpPr>
          <p:cNvPr id="33" name="">
            <a:extLst xmlns:a="http://schemas.openxmlformats.org/drawingml/2006/main">
              <a:ext uri="{FF2B5EF4-FFF2-40B4-BE49-F238E27FC236}">
                <a16:creationId xmlns:a16="http://schemas.microsoft.com/office/drawing/2014/main" id="{65FAEBCD-5432-4CA2-ABC6-85511AA8C92B}"/>
              </a:ext>
            </a:extLst>
          </p:cNvPr>
          <p:cNvSpPr>
            <a:spLocks xmlns:a="http://schemas.openxmlformats.org/drawingml/2006/main" noGrp="1"/>
          </p:cNvSpPr>
          <p:nvPr/>
        </p:nvSpPr>
        <p:spPr>
          <a:xfrm xmlns:a="http://schemas.openxmlformats.org/drawingml/2006/main">
            <a:off x="7000875" y="1524000"/>
            <a:ext cx="4429125"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∂f/∂t − (e/mₑ) E·∇ᵥf = C_el[f] + C_inel[f] + C_ion[f] + C_att[f]</a:t>
            </a:r>
          </a:p>
        </p:txBody>
      </p:sp>
      <p:sp>
        <p:nvSpPr>
          <p:cNvPr id="34" name="">
            <a:extLst xmlns:a="http://schemas.openxmlformats.org/drawingml/2006/main">
              <a:ext uri="{FF2B5EF4-FFF2-40B4-BE49-F238E27FC236}">
                <a16:creationId xmlns:a16="http://schemas.microsoft.com/office/drawing/2014/main" id="{190AF91B-17E8-4D6A-93DF-8969180D388C}"/>
              </a:ext>
            </a:extLst>
          </p:cNvPr>
          <p:cNvSpPr>
            <a:spLocks xmlns:a="http://schemas.openxmlformats.org/drawingml/2006/main" noGrp="1"/>
          </p:cNvSpPr>
          <p:nvPr/>
        </p:nvSpPr>
        <p:spPr>
          <a:xfrm xmlns:a="http://schemas.openxmlformats.org/drawingml/2006/main">
            <a:off x="6000750" y="2571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75" b="1" i="0">
                <a:solidFill>
                  <a:srgbClr val="241646"/>
                </a:solidFill>
                <a:latin typeface="Noto Sans JP"/>
                <a:ea typeface="Noto Sans JP"/>
                <a:cs typeface="Noto Sans JP"/>
              </a:defRPr>
            </a:pPr>
            <a:r>
              <a:rPr sz="1575" b="1" i="0">
                <a:solidFill>
                  <a:srgbClr val="241646"/>
                </a:solidFill>
                <a:latin typeface="Noto Sans JP"/>
                <a:ea typeface="Noto Sans JP"/>
                <a:cs typeface="Noto Sans JP"/>
              </a:rPr>
              <a:t>Swarm極限の前提</a:t>
            </a:r>
          </a:p>
        </p:txBody>
      </p:sp>
      <p:sp>
        <p:nvSpPr>
          <p:cNvPr id="35" name="">
            <a:extLst xmlns:a="http://schemas.openxmlformats.org/drawingml/2006/main">
              <a:ext uri="{FF2B5EF4-FFF2-40B4-BE49-F238E27FC236}">
                <a16:creationId xmlns:a16="http://schemas.microsoft.com/office/drawing/2014/main" id="{17B69E8C-D332-4D48-AEAB-494D8121D4D7}"/>
              </a:ext>
            </a:extLst>
          </p:cNvPr>
          <p:cNvSpPr>
            <a:spLocks xmlns:a="http://schemas.openxmlformats.org/drawingml/2006/main" noGrp="1"/>
          </p:cNvSpPr>
          <p:nvPr/>
        </p:nvSpPr>
        <p:spPr>
          <a:xfrm xmlns:a="http://schemas.openxmlformats.org/drawingml/2006/main">
            <a:off x="6096000" y="30956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44160EA-9B77-4EF0-B89E-49EC8EBA6D25}"/>
              </a:ext>
            </a:extLst>
          </p:cNvPr>
          <p:cNvSpPr>
            <a:spLocks xmlns:a="http://schemas.openxmlformats.org/drawingml/2006/main" noGrp="1"/>
          </p:cNvSpPr>
          <p:nvPr/>
        </p:nvSpPr>
        <p:spPr>
          <a:xfrm xmlns:a="http://schemas.openxmlformats.org/drawingml/2006/main">
            <a:off x="6334125" y="2952750"/>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nₑ ≪ n_g：電子が電場・中性気体を変えない</a:t>
            </a:r>
          </a:p>
        </p:txBody>
      </p:sp>
      <p:sp>
        <p:nvSpPr>
          <p:cNvPr id="37" name="">
            <a:extLst xmlns:a="http://schemas.openxmlformats.org/drawingml/2006/main">
              <a:ext uri="{FF2B5EF4-FFF2-40B4-BE49-F238E27FC236}">
                <a16:creationId xmlns:a16="http://schemas.microsoft.com/office/drawing/2014/main" id="{C5DB3E70-60E7-474E-847F-C78BBF9D5336}"/>
              </a:ext>
            </a:extLst>
          </p:cNvPr>
          <p:cNvSpPr>
            <a:spLocks xmlns:a="http://schemas.openxmlformats.org/drawingml/2006/main" noGrp="1"/>
          </p:cNvSpPr>
          <p:nvPr/>
        </p:nvSpPr>
        <p:spPr>
          <a:xfrm xmlns:a="http://schemas.openxmlformats.org/drawingml/2006/main">
            <a:off x="6096000" y="36385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F3FB6D9-A668-46FB-8250-A766463A66D7}"/>
              </a:ext>
            </a:extLst>
          </p:cNvPr>
          <p:cNvSpPr>
            <a:spLocks xmlns:a="http://schemas.openxmlformats.org/drawingml/2006/main" noGrp="1"/>
          </p:cNvSpPr>
          <p:nvPr/>
        </p:nvSpPr>
        <p:spPr>
          <a:xfrm xmlns:a="http://schemas.openxmlformats.org/drawingml/2006/main">
            <a:off x="6334125" y="3495675"/>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一様な気体組成と温度を与える</a:t>
            </a:r>
          </a:p>
        </p:txBody>
      </p:sp>
      <p:sp>
        <p:nvSpPr>
          <p:cNvPr id="39" name="">
            <a:extLst xmlns:a="http://schemas.openxmlformats.org/drawingml/2006/main">
              <a:ext uri="{FF2B5EF4-FFF2-40B4-BE49-F238E27FC236}">
                <a16:creationId xmlns:a16="http://schemas.microsoft.com/office/drawing/2014/main" id="{46803D5E-9EC3-4407-A489-13FA51E5D275}"/>
              </a:ext>
            </a:extLst>
          </p:cNvPr>
          <p:cNvSpPr>
            <a:spLocks xmlns:a="http://schemas.openxmlformats.org/drawingml/2006/main" noGrp="1"/>
          </p:cNvSpPr>
          <p:nvPr/>
        </p:nvSpPr>
        <p:spPr>
          <a:xfrm xmlns:a="http://schemas.openxmlformats.org/drawingml/2006/main">
            <a:off x="6096000" y="41814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F295D76-D444-45C4-B7D4-539C77E89ADC}"/>
              </a:ext>
            </a:extLst>
          </p:cNvPr>
          <p:cNvSpPr>
            <a:spLocks xmlns:a="http://schemas.openxmlformats.org/drawingml/2006/main" noGrp="1"/>
          </p:cNvSpPr>
          <p:nvPr/>
        </p:nvSpPr>
        <p:spPr>
          <a:xfrm xmlns:a="http://schemas.openxmlformats.org/drawingml/2006/main">
            <a:off x="6334125" y="4038600"/>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入力は衝突断面積 σⱼ(ε) と E/N</a:t>
            </a:r>
          </a:p>
        </p:txBody>
      </p:sp>
      <p:sp>
        <p:nvSpPr>
          <p:cNvPr id="41" name="">
            <a:extLst xmlns:a="http://schemas.openxmlformats.org/drawingml/2006/main">
              <a:ext uri="{FF2B5EF4-FFF2-40B4-BE49-F238E27FC236}">
                <a16:creationId xmlns:a16="http://schemas.microsoft.com/office/drawing/2014/main" id="{9C906D0C-7785-4B1F-87AF-9300762634E5}"/>
              </a:ext>
            </a:extLst>
          </p:cNvPr>
          <p:cNvSpPr>
            <a:spLocks xmlns:a="http://schemas.openxmlformats.org/drawingml/2006/main" noGrp="1"/>
          </p:cNvSpPr>
          <p:nvPr/>
        </p:nvSpPr>
        <p:spPr>
          <a:xfrm xmlns:a="http://schemas.openxmlformats.org/drawingml/2006/main">
            <a:off x="6096000" y="472440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15C0299-6E6D-46D0-AA39-370EF33CEBDB}"/>
              </a:ext>
            </a:extLst>
          </p:cNvPr>
          <p:cNvSpPr>
            <a:spLocks xmlns:a="http://schemas.openxmlformats.org/drawingml/2006/main" noGrp="1"/>
          </p:cNvSpPr>
          <p:nvPr/>
        </p:nvSpPr>
        <p:spPr>
          <a:xfrm xmlns:a="http://schemas.openxmlformats.org/drawingml/2006/main">
            <a:off x="6334125" y="4581525"/>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出力はEEDF、輸送係数、反応速度係数</a:t>
            </a:r>
          </a:p>
        </p:txBody>
      </p:sp>
      <p:sp>
        <p:nvSpPr>
          <p:cNvPr id="43" name="takeaway-bullet">
            <a:extLst xmlns:a="http://schemas.openxmlformats.org/drawingml/2006/main">
              <a:ext uri="{FF2B5EF4-FFF2-40B4-BE49-F238E27FC236}">
                <a16:creationId xmlns:a16="http://schemas.microsoft.com/office/drawing/2014/main" id="{B4ABB7CA-7597-4B6B-A93C-FF0D1F59D4E8}"/>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4" name="takeaway">
            <a:extLst xmlns:a="http://schemas.openxmlformats.org/drawingml/2006/main">
              <a:ext uri="{FF2B5EF4-FFF2-40B4-BE49-F238E27FC236}">
                <a16:creationId xmlns:a16="http://schemas.microsoft.com/office/drawing/2014/main" id="{71FA2DEB-7E43-4561-A581-5A733CDBE64D}"/>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Swarmは「電子1個の軌道」ではなく、衝突を繰り返す電子集団の統計的応答を求める。</a:t>
            </a:r>
          </a:p>
        </p:txBody>
      </p:sp>
      <p:sp>
        <p:nvSpPr>
          <p:cNvPr id="45" name="source">
            <a:extLst xmlns:a="http://schemas.openxmlformats.org/drawingml/2006/main">
              <a:ext uri="{FF2B5EF4-FFF2-40B4-BE49-F238E27FC236}">
                <a16:creationId xmlns:a16="http://schemas.microsoft.com/office/drawing/2014/main" id="{3271F972-9880-4E4D-89FF-4F18741449BF}"/>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Electron-swarm and Boltzmann-equation definitions: [R1–R5]</a:t>
            </a:r>
          </a:p>
        </p:txBody>
      </p:sp>
      <p:sp>
        <p:nvSpPr>
          <p:cNvPr id="47" name="footer">
            <a:extLst xmlns:a="http://schemas.openxmlformats.org/drawingml/2006/main">
              <a:ext uri="{FF2B5EF4-FFF2-40B4-BE49-F238E27FC236}">
                <a16:creationId xmlns:a16="http://schemas.microsoft.com/office/drawing/2014/main" id="{6900712F-A715-438F-94CB-5EF60B708750}"/>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48" name="page">
            <a:extLst xmlns:a="http://schemas.openxmlformats.org/drawingml/2006/main">
              <a:ext uri="{FF2B5EF4-FFF2-40B4-BE49-F238E27FC236}">
                <a16:creationId xmlns:a16="http://schemas.microsoft.com/office/drawing/2014/main" id="{66F63321-946C-4993-9A13-EB43D85246E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04</a:t>
            </a:r>
          </a:p>
        </p:txBody>
      </p:sp>
      <p:sp>
        <p:nvSpPr>
          <p:cNvPr id="49" name="section">
            <a:extLst xmlns:a="http://schemas.openxmlformats.org/drawingml/2006/main">
              <a:ext uri="{FF2B5EF4-FFF2-40B4-BE49-F238E27FC236}">
                <a16:creationId xmlns:a16="http://schemas.microsoft.com/office/drawing/2014/main" id="{A44EEEBC-3D65-43B4-8D6B-E0CB9E0637A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11290506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7D81497-11C6-49C1-B0C9-3EF27753188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平均エネルギーだけでは反応速度を決められない</a:t>
            </a:r>
          </a:p>
        </p:txBody>
      </p:sp>
      <p:sp>
        <p:nvSpPr>
          <p:cNvPr id="3" name="subtitle">
            <a:extLst xmlns:a="http://schemas.openxmlformats.org/drawingml/2006/main">
              <a:ext uri="{FF2B5EF4-FFF2-40B4-BE49-F238E27FC236}">
                <a16:creationId xmlns:a16="http://schemas.microsoft.com/office/drawing/2014/main" id="{D739210A-43E3-41B0-94F7-71668C244FD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同じ平均エネルギーでも、高エネルギー尾部の形が違えば閾値反応は大きく変わる</a:t>
            </a:r>
          </a:p>
        </p:txBody>
      </p:sp>
      <p:graphicFrame>
        <p:nvGraphicFramePr>
          <p:cNvPr id="19" name="Chart"/>
          <p:cNvGraphicFramePr/>
          <p:nvPr/>
        </p:nvGraphicFramePr>
        <p:xfrm>
          <a:off xmlns:a="http://schemas.openxmlformats.org/drawingml/2006/main" x="523875" y="1428750"/>
          <a:ext xmlns:a="http://schemas.openxmlformats.org/drawingml/2006/main" cx="6667500" cy="3905250"/>
        </p:xfrm>
        <a:graphic xmlns:a="http://schemas.openxmlformats.org/drawingml/2006/main">
          <a:graphicData uri="http://schemas.openxmlformats.org/drawingml/2006/chart">
            <c:chart xmlns:r="http://schemas.openxmlformats.org/officeDocument/2006/relationships" xmlns:c="http://schemas.openxmlformats.org/drawingml/2006/chart" r:id="Rf27eda1bbb8a4e86"/>
          </a:graphicData>
        </a:graphic>
      </p:graphicFrame>
      <p:sp>
        <p:nvSpPr>
          <p:cNvPr id="5" name="">
            <a:extLst xmlns:a="http://schemas.openxmlformats.org/drawingml/2006/main">
              <a:ext uri="{FF2B5EF4-FFF2-40B4-BE49-F238E27FC236}">
                <a16:creationId xmlns:a16="http://schemas.microsoft.com/office/drawing/2014/main" id="{21BCA1FA-4F9A-46CE-A642-AF0F5B80F32A}"/>
              </a:ext>
            </a:extLst>
          </p:cNvPr>
          <p:cNvSpPr>
            <a:spLocks xmlns:a="http://schemas.openxmlformats.org/drawingml/2006/main" noGrp="1"/>
          </p:cNvSpPr>
          <p:nvPr/>
        </p:nvSpPr>
        <p:spPr>
          <a:xfrm xmlns:a="http://schemas.openxmlformats.org/drawingml/2006/main">
            <a:off x="7620000" y="1714500"/>
            <a:ext cx="1143000" cy="714375"/>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反応速度係数</a:t>
            </a:r>
          </a:p>
        </p:txBody>
      </p:sp>
      <p:sp>
        <p:nvSpPr>
          <p:cNvPr id="6" name="">
            <a:extLst xmlns:a="http://schemas.openxmlformats.org/drawingml/2006/main">
              <a:ext uri="{FF2B5EF4-FFF2-40B4-BE49-F238E27FC236}">
                <a16:creationId xmlns:a16="http://schemas.microsoft.com/office/drawing/2014/main" id="{CD11E924-145B-4B33-BD69-FD5028E07C66}"/>
              </a:ext>
            </a:extLst>
          </p:cNvPr>
          <p:cNvSpPr>
            <a:spLocks xmlns:a="http://schemas.openxmlformats.org/drawingml/2006/main" noGrp="1"/>
          </p:cNvSpPr>
          <p:nvPr/>
        </p:nvSpPr>
        <p:spPr>
          <a:xfrm xmlns:a="http://schemas.openxmlformats.org/drawingml/2006/main">
            <a:off x="8763000" y="1714500"/>
            <a:ext cx="2667000" cy="714375"/>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kⱼ = ∫₀∞ σⱼ(ε) v(ε) p(ε) dε</a:t>
            </a:r>
          </a:p>
        </p:txBody>
      </p:sp>
      <p:sp>
        <p:nvSpPr>
          <p:cNvPr id="7" name="">
            <a:extLst xmlns:a="http://schemas.openxmlformats.org/drawingml/2006/main">
              <a:ext uri="{FF2B5EF4-FFF2-40B4-BE49-F238E27FC236}">
                <a16:creationId xmlns:a16="http://schemas.microsoft.com/office/drawing/2014/main" id="{E41EA938-328F-4360-9B13-EA2880D0EDEF}"/>
              </a:ext>
            </a:extLst>
          </p:cNvPr>
          <p:cNvSpPr>
            <a:spLocks xmlns:a="http://schemas.openxmlformats.org/drawingml/2006/main" noGrp="1"/>
          </p:cNvSpPr>
          <p:nvPr/>
        </p:nvSpPr>
        <p:spPr>
          <a:xfrm xmlns:a="http://schemas.openxmlformats.org/drawingml/2006/main">
            <a:off x="7858125" y="2781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241646"/>
                </a:solidFill>
                <a:latin typeface="Noto Sans JP"/>
                <a:ea typeface="Noto Sans JP"/>
                <a:cs typeface="Noto Sans JP"/>
              </a:defRPr>
            </a:pPr>
            <a:r>
              <a:rPr sz="1575" b="1" i="0">
                <a:solidFill>
                  <a:srgbClr val="241646"/>
                </a:solidFill>
                <a:latin typeface="Noto Sans JP"/>
                <a:ea typeface="Noto Sans JP"/>
                <a:cs typeface="Noto Sans JP"/>
              </a:rPr>
              <a:t>閾値反応で見る領域</a:t>
            </a:r>
          </a:p>
        </p:txBody>
      </p:sp>
      <p:sp>
        <p:nvSpPr>
          <p:cNvPr id="8" name="">
            <a:extLst xmlns:a="http://schemas.openxmlformats.org/drawingml/2006/main">
              <a:ext uri="{FF2B5EF4-FFF2-40B4-BE49-F238E27FC236}">
                <a16:creationId xmlns:a16="http://schemas.microsoft.com/office/drawing/2014/main" id="{0966C832-93BA-4275-ABC3-4C7A682DC9F7}"/>
              </a:ext>
            </a:extLst>
          </p:cNvPr>
          <p:cNvSpPr>
            <a:spLocks xmlns:a="http://schemas.openxmlformats.org/drawingml/2006/main" noGrp="1"/>
          </p:cNvSpPr>
          <p:nvPr/>
        </p:nvSpPr>
        <p:spPr>
          <a:xfrm xmlns:a="http://schemas.openxmlformats.org/drawingml/2006/main">
            <a:off x="8001000" y="3257550"/>
            <a:ext cx="2857500" cy="1143000"/>
          </a:xfrm>
          <a:prstGeom xmlns:a="http://schemas.openxmlformats.org/drawingml/2006/main" prst="rect">
            <a:avLst/>
          </a:prstGeom>
          <a:solidFill xmlns:a="http://schemas.openxmlformats.org/drawingml/2006/main">
            <a:srgbClr val="F2F3F4"/>
          </a:solidFill>
          <a:ln xmlns:a="http://schemas.openxmlformats.org/drawingml/2006/main" w="7620">
            <a:solidFill>
              <a:srgbClr val="D0D5D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0" i="0">
                <a:solidFill>
                  <a:srgbClr val="333333"/>
                </a:solidFill>
                <a:latin typeface="Noto Sans JP"/>
                <a:ea typeface="Noto Sans JP"/>
                <a:cs typeface="Noto Sans JP"/>
              </a:defRPr>
            </a:pPr>
            <a:r>
              <a:rPr sz="1425" b="0" i="0">
                <a:solidFill>
                  <a:srgbClr val="333333"/>
                </a:solidFill>
                <a:latin typeface="Noto Sans JP"/>
                <a:ea typeface="Noto Sans JP"/>
                <a:cs typeface="Noto Sans JP"/>
              </a:rPr>
              <a:t>励起 11.5 eV</a:t>
            </a:r>
          </a:p>
          <a:p xmlns:a="http://schemas.openxmlformats.org/drawingml/2006/main">
            <a:pPr algn="ctr">
              <a:lnSpc>
                <a:spcPct val="102000"/>
              </a:lnSpc>
              <a:buNone/>
              <a:defRPr sz="1425" b="0" i="0">
                <a:solidFill>
                  <a:srgbClr val="333333"/>
                </a:solidFill>
                <a:latin typeface="Noto Sans JP"/>
                <a:ea typeface="Noto Sans JP"/>
                <a:cs typeface="Noto Sans JP"/>
              </a:defRPr>
            </a:pPr>
            <a:r>
              <a:rPr sz="1425" b="0" i="0">
                <a:solidFill>
                  <a:srgbClr val="333333"/>
                </a:solidFill>
                <a:latin typeface="Noto Sans JP"/>
                <a:ea typeface="Noto Sans JP"/>
                <a:cs typeface="Noto Sans JP"/>
              </a:rPr>
              <a:t>電離 15.8 eV</a:t>
            </a:r>
          </a:p>
          <a:p xmlns:a="http://schemas.openxmlformats.org/drawingml/2006/main">
            <a:pPr algn="ctr">
              <a:lnSpc>
                <a:spcPct val="102000"/>
              </a:lnSpc>
              <a:buNone/>
              <a:defRPr sz="1425" b="0" i="0">
                <a:solidFill>
                  <a:srgbClr val="333333"/>
                </a:solidFill>
                <a:latin typeface="Noto Sans JP"/>
                <a:ea typeface="Noto Sans JP"/>
                <a:cs typeface="Noto Sans JP"/>
              </a:defRPr>
            </a:pPr>
            <a:r>
              <a:rPr sz="1425" b="0" i="0">
                <a:solidFill>
                  <a:srgbClr val="333333"/>
                </a:solidFill>
                <a:latin typeface="Noto Sans JP"/>
                <a:ea typeface="Noto Sans JP"/>
                <a:cs typeface="Noto Sans JP"/>
              </a:rPr>
              <a:t>解離・付着は分子ごとの閾値・共鳴</a:t>
            </a:r>
          </a:p>
        </p:txBody>
      </p:sp>
      <p:sp>
        <p:nvSpPr>
          <p:cNvPr id="9" name="">
            <a:extLst xmlns:a="http://schemas.openxmlformats.org/drawingml/2006/main">
              <a:ext uri="{FF2B5EF4-FFF2-40B4-BE49-F238E27FC236}">
                <a16:creationId xmlns:a16="http://schemas.microsoft.com/office/drawing/2014/main" id="{8F163328-908E-4A8E-B36B-AFED81082975}"/>
              </a:ext>
            </a:extLst>
          </p:cNvPr>
          <p:cNvSpPr>
            <a:spLocks xmlns:a="http://schemas.openxmlformats.org/drawingml/2006/main" noGrp="1"/>
          </p:cNvSpPr>
          <p:nvPr/>
        </p:nvSpPr>
        <p:spPr>
          <a:xfrm xmlns:a="http://schemas.openxmlformats.org/drawingml/2006/main">
            <a:off x="7667625" y="4667250"/>
            <a:ext cx="3762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D64045"/>
                </a:solidFill>
                <a:latin typeface="Noto Sans JP"/>
                <a:ea typeface="Noto Sans JP"/>
                <a:cs typeface="Noto Sans JP"/>
              </a:defRPr>
            </a:pPr>
            <a:r>
              <a:rPr sz="1275" b="1" i="0">
                <a:solidFill>
                  <a:srgbClr val="D64045"/>
                </a:solidFill>
                <a:latin typeface="Noto Sans JP"/>
                <a:ea typeface="Noto Sans JP"/>
                <a:cs typeface="Noto Sans JP"/>
              </a:rPr>
              <a:t>曲線の面積ではなく、σⱼvで重み付けした尾部が効く</a:t>
            </a:r>
          </a:p>
        </p:txBody>
      </p:sp>
      <p:sp>
        <p:nvSpPr>
          <p:cNvPr id="10" name="takeaway-bullet">
            <a:extLst xmlns:a="http://schemas.openxmlformats.org/drawingml/2006/main">
              <a:ext uri="{FF2B5EF4-FFF2-40B4-BE49-F238E27FC236}">
                <a16:creationId xmlns:a16="http://schemas.microsoft.com/office/drawing/2014/main" id="{14C9CBAB-FA10-4C2B-BEAA-2E3632418123}"/>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9734C867-F482-428B-B60F-C1FA6CD8411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平均エネルギーが一致しても、励起・電離・解離・付着の速度係数が一致するとは限らない。</a:t>
            </a:r>
          </a:p>
        </p:txBody>
      </p:sp>
      <p:sp>
        <p:nvSpPr>
          <p:cNvPr id="13" name="footer">
            <a:extLst xmlns:a="http://schemas.openxmlformats.org/drawingml/2006/main">
              <a:ext uri="{FF2B5EF4-FFF2-40B4-BE49-F238E27FC236}">
                <a16:creationId xmlns:a16="http://schemas.microsoft.com/office/drawing/2014/main" id="{5CDD1148-E0EE-4C33-805B-B48A7905C4D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4" name="page">
            <a:extLst xmlns:a="http://schemas.openxmlformats.org/drawingml/2006/main">
              <a:ext uri="{FF2B5EF4-FFF2-40B4-BE49-F238E27FC236}">
                <a16:creationId xmlns:a16="http://schemas.microsoft.com/office/drawing/2014/main" id="{236EBC79-83EF-47F3-9F4D-FFF836E6CEE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05</a:t>
            </a:r>
          </a:p>
        </p:txBody>
      </p:sp>
      <p:sp>
        <p:nvSpPr>
          <p:cNvPr id="16" name="section">
            <a:extLst xmlns:a="http://schemas.openxmlformats.org/drawingml/2006/main">
              <a:ext uri="{FF2B5EF4-FFF2-40B4-BE49-F238E27FC236}">
                <a16:creationId xmlns:a16="http://schemas.microsoft.com/office/drawing/2014/main" id="{44ACD201-8D24-43FA-BE74-B3AE1CB22FC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7441364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8EF4157-E8A2-4D54-8B81-2844D325540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E/Nは電子が衝突の間に得るエネルギーを表す</a:t>
            </a:r>
          </a:p>
        </p:txBody>
      </p:sp>
      <p:sp>
        <p:nvSpPr>
          <p:cNvPr id="3" name="subtitle">
            <a:extLst xmlns:a="http://schemas.openxmlformats.org/drawingml/2006/main">
              <a:ext uri="{FF2B5EF4-FFF2-40B4-BE49-F238E27FC236}">
                <a16:creationId xmlns:a16="http://schemas.microsoft.com/office/drawing/2014/main" id="{47C8671D-1A20-4639-B8FA-CA3985FBB973}"/>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電場 E を気体数密度 N で割った換算電界。1 Td = 10⁻²¹ V m²</a:t>
            </a:r>
          </a:p>
        </p:txBody>
      </p:sp>
      <p:sp>
        <p:nvSpPr>
          <p:cNvPr id="4" name="">
            <a:extLst xmlns:a="http://schemas.openxmlformats.org/drawingml/2006/main">
              <a:ext uri="{FF2B5EF4-FFF2-40B4-BE49-F238E27FC236}">
                <a16:creationId xmlns:a16="http://schemas.microsoft.com/office/drawing/2014/main" id="{FD149472-7E24-4146-8A3F-96C97CCDD25B}"/>
              </a:ext>
            </a:extLst>
          </p:cNvPr>
          <p:cNvSpPr>
            <a:spLocks xmlns:a="http://schemas.openxmlformats.org/drawingml/2006/main" noGrp="1"/>
          </p:cNvSpPr>
          <p:nvPr/>
        </p:nvSpPr>
        <p:spPr>
          <a:xfrm xmlns:a="http://schemas.openxmlformats.org/drawingml/2006/main">
            <a:off x="857250" y="161925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4350" b="0" i="0">
                <a:solidFill>
                  <a:srgbClr val="00A6D6"/>
                </a:solidFill>
                <a:latin typeface="Noto Sans JP"/>
                <a:ea typeface="Noto Sans JP"/>
                <a:cs typeface="Noto Sans JP"/>
              </a:defRPr>
            </a:pPr>
            <a:r>
              <a:rPr sz="4350" b="0" i="0">
                <a:solidFill>
                  <a:srgbClr val="00A6D6"/>
                </a:solidFill>
                <a:latin typeface="Noto Sans JP"/>
                <a:ea typeface="Noto Sans JP"/>
                <a:cs typeface="Noto Sans JP"/>
              </a:rPr>
              <a:t>E/N</a:t>
            </a:r>
          </a:p>
        </p:txBody>
      </p:sp>
      <p:sp>
        <p:nvSpPr>
          <p:cNvPr id="5" name="">
            <a:extLst xmlns:a="http://schemas.openxmlformats.org/drawingml/2006/main">
              <a:ext uri="{FF2B5EF4-FFF2-40B4-BE49-F238E27FC236}">
                <a16:creationId xmlns:a16="http://schemas.microsoft.com/office/drawing/2014/main" id="{AAFCCADE-B00E-435C-A9FF-A44992928B1C}"/>
              </a:ext>
            </a:extLst>
          </p:cNvPr>
          <p:cNvSpPr>
            <a:spLocks xmlns:a="http://schemas.openxmlformats.org/drawingml/2006/main" noGrp="1"/>
          </p:cNvSpPr>
          <p:nvPr/>
        </p:nvSpPr>
        <p:spPr>
          <a:xfrm xmlns:a="http://schemas.openxmlformats.org/drawingml/2006/main">
            <a:off x="857250" y="26670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 電場による加速</a:t>
            </a:r>
          </a:p>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 衝突頻度の尺度</a:t>
            </a:r>
          </a:p>
        </p:txBody>
      </p:sp>
      <p:sp>
        <p:nvSpPr>
          <p:cNvPr id="6" name="">
            <a:extLst xmlns:a="http://schemas.openxmlformats.org/drawingml/2006/main">
              <a:ext uri="{FF2B5EF4-FFF2-40B4-BE49-F238E27FC236}">
                <a16:creationId xmlns:a16="http://schemas.microsoft.com/office/drawing/2014/main" id="{FEFBCA4D-9A53-442C-B82D-98E0BA2CE62D}"/>
              </a:ext>
            </a:extLst>
          </p:cNvPr>
          <p:cNvSpPr>
            <a:spLocks xmlns:a="http://schemas.openxmlformats.org/drawingml/2006/main" noGrp="1"/>
          </p:cNvSpPr>
          <p:nvPr/>
        </p:nvSpPr>
        <p:spPr>
          <a:xfrm xmlns:a="http://schemas.openxmlformats.org/drawingml/2006/main">
            <a:off x="3286125" y="1476375"/>
            <a:ext cx="0" cy="3667125"/>
          </a:xfrm>
          <a:prstGeom xmlns:a="http://schemas.openxmlformats.org/drawingml/2006/main" prst="line">
            <a:avLst/>
          </a:prstGeom>
          <a:noFill xmlns:a="http://schemas.openxmlformats.org/drawingml/2006/main"/>
          <a:ln xmlns:a="http://schemas.openxmlformats.org/drawingml/2006/main" w="9525">
            <a:solidFill>
              <a:srgbClr val="C7D1D6"/>
            </a:solidFill>
            <a:prstDash val="solid"/>
          </a:ln>
        </p:spPr>
      </p:sp>
      <p:sp>
        <p:nvSpPr>
          <p:cNvPr id="7" name="">
            <a:extLst xmlns:a="http://schemas.openxmlformats.org/drawingml/2006/main">
              <a:ext uri="{FF2B5EF4-FFF2-40B4-BE49-F238E27FC236}">
                <a16:creationId xmlns:a16="http://schemas.microsoft.com/office/drawing/2014/main" id="{4C30426A-60E3-4960-BF54-F6E099882D62}"/>
              </a:ext>
            </a:extLst>
          </p:cNvPr>
          <p:cNvSpPr>
            <a:spLocks xmlns:a="http://schemas.openxmlformats.org/drawingml/2006/main" noGrp="1"/>
          </p:cNvSpPr>
          <p:nvPr/>
        </p:nvSpPr>
        <p:spPr>
          <a:xfrm xmlns:a="http://schemas.openxmlformats.org/drawingml/2006/main">
            <a:off x="3762375" y="1571625"/>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00AFA5"/>
                </a:solidFill>
                <a:latin typeface="Noto Sans JP"/>
                <a:ea typeface="Noto Sans JP"/>
                <a:cs typeface="Noto Sans JP"/>
              </a:defRPr>
            </a:pPr>
            <a:r>
              <a:rPr sz="1575" b="1" i="0">
                <a:solidFill>
                  <a:srgbClr val="00AFA5"/>
                </a:solidFill>
                <a:latin typeface="Noto Sans JP"/>
                <a:ea typeface="Noto Sans JP"/>
                <a:cs typeface="Noto Sans JP"/>
              </a:rPr>
              <a:t>E/Nが小さい</a:t>
            </a:r>
          </a:p>
        </p:txBody>
      </p:sp>
      <p:sp>
        <p:nvSpPr>
          <p:cNvPr id="8" name="">
            <a:extLst xmlns:a="http://schemas.openxmlformats.org/drawingml/2006/main">
              <a:ext uri="{FF2B5EF4-FFF2-40B4-BE49-F238E27FC236}">
                <a16:creationId xmlns:a16="http://schemas.microsoft.com/office/drawing/2014/main" id="{D849A92F-70AC-4C51-8DA2-D5021C4B67A6}"/>
              </a:ext>
            </a:extLst>
          </p:cNvPr>
          <p:cNvSpPr>
            <a:spLocks xmlns:a="http://schemas.openxmlformats.org/drawingml/2006/main" noGrp="1"/>
          </p:cNvSpPr>
          <p:nvPr/>
        </p:nvSpPr>
        <p:spPr>
          <a:xfrm xmlns:a="http://schemas.openxmlformats.org/drawingml/2006/main">
            <a:off x="3952875" y="2076450"/>
            <a:ext cx="18097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9" name="">
            <a:extLst xmlns:a="http://schemas.openxmlformats.org/drawingml/2006/main">
              <a:ext uri="{FF2B5EF4-FFF2-40B4-BE49-F238E27FC236}">
                <a16:creationId xmlns:a16="http://schemas.microsoft.com/office/drawing/2014/main" id="{DEF0578E-F695-4C5A-A729-CB0F4DE11936}"/>
              </a:ext>
            </a:extLst>
          </p:cNvPr>
          <p:cNvSpPr>
            <a:spLocks xmlns:a="http://schemas.openxmlformats.org/drawingml/2006/main" noGrp="1"/>
          </p:cNvSpPr>
          <p:nvPr/>
        </p:nvSpPr>
        <p:spPr>
          <a:xfrm xmlns:a="http://schemas.openxmlformats.org/drawingml/2006/main">
            <a:off x="3876675" y="2457450"/>
            <a:ext cx="76200" cy="76200"/>
          </a:xfrm>
          <a:prstGeom xmlns:a="http://schemas.openxmlformats.org/drawingml/2006/main" prst="rect">
            <a:avLst/>
          </a:prstGeom>
          <a:solidFill xmlns:a="http://schemas.openxmlformats.org/drawingml/2006/main">
            <a:srgbClr val="00AFA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013833-4D8B-4478-B768-9A1352EE06C9}"/>
              </a:ext>
            </a:extLst>
          </p:cNvPr>
          <p:cNvSpPr>
            <a:spLocks xmlns:a="http://schemas.openxmlformats.org/drawingml/2006/main" noGrp="1"/>
          </p:cNvSpPr>
          <p:nvPr/>
        </p:nvSpPr>
        <p:spPr>
          <a:xfrm xmlns:a="http://schemas.openxmlformats.org/drawingml/2006/main">
            <a:off x="4067175" y="23050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衝突前の加速が小さい</a:t>
            </a:r>
          </a:p>
        </p:txBody>
      </p:sp>
      <p:sp>
        <p:nvSpPr>
          <p:cNvPr id="11" name="">
            <a:extLst xmlns:a="http://schemas.openxmlformats.org/drawingml/2006/main">
              <a:ext uri="{FF2B5EF4-FFF2-40B4-BE49-F238E27FC236}">
                <a16:creationId xmlns:a16="http://schemas.microsoft.com/office/drawing/2014/main" id="{D3C2203B-BF74-4E6D-8CA8-52E3E278D08E}"/>
              </a:ext>
            </a:extLst>
          </p:cNvPr>
          <p:cNvSpPr>
            <a:spLocks xmlns:a="http://schemas.openxmlformats.org/drawingml/2006/main" noGrp="1"/>
          </p:cNvSpPr>
          <p:nvPr/>
        </p:nvSpPr>
        <p:spPr>
          <a:xfrm xmlns:a="http://schemas.openxmlformats.org/drawingml/2006/main">
            <a:off x="3876675" y="3124200"/>
            <a:ext cx="76200" cy="76200"/>
          </a:xfrm>
          <a:prstGeom xmlns:a="http://schemas.openxmlformats.org/drawingml/2006/main" prst="rect">
            <a:avLst/>
          </a:prstGeom>
          <a:solidFill xmlns:a="http://schemas.openxmlformats.org/drawingml/2006/main">
            <a:srgbClr val="00AFA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62C701-F356-44C6-A3B0-4F66BD33F59F}"/>
              </a:ext>
            </a:extLst>
          </p:cNvPr>
          <p:cNvSpPr>
            <a:spLocks xmlns:a="http://schemas.openxmlformats.org/drawingml/2006/main" noGrp="1"/>
          </p:cNvSpPr>
          <p:nvPr/>
        </p:nvSpPr>
        <p:spPr>
          <a:xfrm xmlns:a="http://schemas.openxmlformats.org/drawingml/2006/main">
            <a:off x="4067175" y="29718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EEDFは低エネルギー側</a:t>
            </a:r>
          </a:p>
        </p:txBody>
      </p:sp>
      <p:sp>
        <p:nvSpPr>
          <p:cNvPr id="13" name="">
            <a:extLst xmlns:a="http://schemas.openxmlformats.org/drawingml/2006/main">
              <a:ext uri="{FF2B5EF4-FFF2-40B4-BE49-F238E27FC236}">
                <a16:creationId xmlns:a16="http://schemas.microsoft.com/office/drawing/2014/main" id="{145B7149-D087-4D82-8E1D-96BD74B6C372}"/>
              </a:ext>
            </a:extLst>
          </p:cNvPr>
          <p:cNvSpPr>
            <a:spLocks xmlns:a="http://schemas.openxmlformats.org/drawingml/2006/main" noGrp="1"/>
          </p:cNvSpPr>
          <p:nvPr/>
        </p:nvSpPr>
        <p:spPr>
          <a:xfrm xmlns:a="http://schemas.openxmlformats.org/drawingml/2006/main">
            <a:off x="3876675" y="3790950"/>
            <a:ext cx="76200" cy="76200"/>
          </a:xfrm>
          <a:prstGeom xmlns:a="http://schemas.openxmlformats.org/drawingml/2006/main" prst="rect">
            <a:avLst/>
          </a:prstGeom>
          <a:solidFill xmlns:a="http://schemas.openxmlformats.org/drawingml/2006/main">
            <a:srgbClr val="00AFA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ED2772-7BE3-43FD-B7B0-EF0A937A340D}"/>
              </a:ext>
            </a:extLst>
          </p:cNvPr>
          <p:cNvSpPr>
            <a:spLocks xmlns:a="http://schemas.openxmlformats.org/drawingml/2006/main" noGrp="1"/>
          </p:cNvSpPr>
          <p:nvPr/>
        </p:nvSpPr>
        <p:spPr>
          <a:xfrm xmlns:a="http://schemas.openxmlformats.org/drawingml/2006/main">
            <a:off x="4067175" y="36385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振動・付着が支配し得る</a:t>
            </a:r>
          </a:p>
        </p:txBody>
      </p:sp>
      <p:sp>
        <p:nvSpPr>
          <p:cNvPr id="15" name="">
            <a:extLst xmlns:a="http://schemas.openxmlformats.org/drawingml/2006/main">
              <a:ext uri="{FF2B5EF4-FFF2-40B4-BE49-F238E27FC236}">
                <a16:creationId xmlns:a16="http://schemas.microsoft.com/office/drawing/2014/main" id="{D5AC97D3-EB0F-452A-B494-B7711C3F7E17}"/>
              </a:ext>
            </a:extLst>
          </p:cNvPr>
          <p:cNvSpPr>
            <a:spLocks xmlns:a="http://schemas.openxmlformats.org/drawingml/2006/main" noGrp="1"/>
          </p:cNvSpPr>
          <p:nvPr/>
        </p:nvSpPr>
        <p:spPr>
          <a:xfrm xmlns:a="http://schemas.openxmlformats.org/drawingml/2006/main">
            <a:off x="6429375" y="1571625"/>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7B2FA3"/>
                </a:solidFill>
                <a:latin typeface="Noto Sans JP"/>
                <a:ea typeface="Noto Sans JP"/>
                <a:cs typeface="Noto Sans JP"/>
              </a:defRPr>
            </a:pPr>
            <a:r>
              <a:rPr sz="1575" b="1" i="0">
                <a:solidFill>
                  <a:srgbClr val="7B2FA3"/>
                </a:solidFill>
                <a:latin typeface="Noto Sans JP"/>
                <a:ea typeface="Noto Sans JP"/>
                <a:cs typeface="Noto Sans JP"/>
              </a:rPr>
              <a:t>E/Nが大きい</a:t>
            </a:r>
          </a:p>
        </p:txBody>
      </p:sp>
      <p:sp>
        <p:nvSpPr>
          <p:cNvPr id="16" name="">
            <a:extLst xmlns:a="http://schemas.openxmlformats.org/drawingml/2006/main">
              <a:ext uri="{FF2B5EF4-FFF2-40B4-BE49-F238E27FC236}">
                <a16:creationId xmlns:a16="http://schemas.microsoft.com/office/drawing/2014/main" id="{979B3C8C-6CB4-4803-9293-4D802AFCC49B}"/>
              </a:ext>
            </a:extLst>
          </p:cNvPr>
          <p:cNvSpPr>
            <a:spLocks xmlns:a="http://schemas.openxmlformats.org/drawingml/2006/main" noGrp="1"/>
          </p:cNvSpPr>
          <p:nvPr/>
        </p:nvSpPr>
        <p:spPr>
          <a:xfrm xmlns:a="http://schemas.openxmlformats.org/drawingml/2006/main">
            <a:off x="6619875" y="2076450"/>
            <a:ext cx="18097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7" name="">
            <a:extLst xmlns:a="http://schemas.openxmlformats.org/drawingml/2006/main">
              <a:ext uri="{FF2B5EF4-FFF2-40B4-BE49-F238E27FC236}">
                <a16:creationId xmlns:a16="http://schemas.microsoft.com/office/drawing/2014/main" id="{E5BC36BF-6743-4140-9A8B-A3C1A7AEA119}"/>
              </a:ext>
            </a:extLst>
          </p:cNvPr>
          <p:cNvSpPr>
            <a:spLocks xmlns:a="http://schemas.openxmlformats.org/drawingml/2006/main" noGrp="1"/>
          </p:cNvSpPr>
          <p:nvPr/>
        </p:nvSpPr>
        <p:spPr>
          <a:xfrm xmlns:a="http://schemas.openxmlformats.org/drawingml/2006/main">
            <a:off x="6543675" y="2457450"/>
            <a:ext cx="76200" cy="76200"/>
          </a:xfrm>
          <a:prstGeom xmlns:a="http://schemas.openxmlformats.org/drawingml/2006/main" prst="rect">
            <a:avLst/>
          </a:prstGeom>
          <a:solidFill xmlns:a="http://schemas.openxmlformats.org/drawingml/2006/main">
            <a:srgbClr val="7B2FA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ED0D38F-8065-438E-B5A4-AB24ABDAD7F5}"/>
              </a:ext>
            </a:extLst>
          </p:cNvPr>
          <p:cNvSpPr>
            <a:spLocks xmlns:a="http://schemas.openxmlformats.org/drawingml/2006/main" noGrp="1"/>
          </p:cNvSpPr>
          <p:nvPr/>
        </p:nvSpPr>
        <p:spPr>
          <a:xfrm xmlns:a="http://schemas.openxmlformats.org/drawingml/2006/main">
            <a:off x="6734175" y="23050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衝突前に大きく加速</a:t>
            </a:r>
          </a:p>
        </p:txBody>
      </p:sp>
      <p:sp>
        <p:nvSpPr>
          <p:cNvPr id="19" name="">
            <a:extLst xmlns:a="http://schemas.openxmlformats.org/drawingml/2006/main">
              <a:ext uri="{FF2B5EF4-FFF2-40B4-BE49-F238E27FC236}">
                <a16:creationId xmlns:a16="http://schemas.microsoft.com/office/drawing/2014/main" id="{32C2B78E-D52F-45E3-BFC5-8EEA3EBD9618}"/>
              </a:ext>
            </a:extLst>
          </p:cNvPr>
          <p:cNvSpPr>
            <a:spLocks xmlns:a="http://schemas.openxmlformats.org/drawingml/2006/main" noGrp="1"/>
          </p:cNvSpPr>
          <p:nvPr/>
        </p:nvSpPr>
        <p:spPr>
          <a:xfrm xmlns:a="http://schemas.openxmlformats.org/drawingml/2006/main">
            <a:off x="6543675" y="3124200"/>
            <a:ext cx="76200" cy="76200"/>
          </a:xfrm>
          <a:prstGeom xmlns:a="http://schemas.openxmlformats.org/drawingml/2006/main" prst="rect">
            <a:avLst/>
          </a:prstGeom>
          <a:solidFill xmlns:a="http://schemas.openxmlformats.org/drawingml/2006/main">
            <a:srgbClr val="7B2FA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44A6E8F-48EE-4649-9615-E8C0C18DB361}"/>
              </a:ext>
            </a:extLst>
          </p:cNvPr>
          <p:cNvSpPr>
            <a:spLocks xmlns:a="http://schemas.openxmlformats.org/drawingml/2006/main" noGrp="1"/>
          </p:cNvSpPr>
          <p:nvPr/>
        </p:nvSpPr>
        <p:spPr>
          <a:xfrm xmlns:a="http://schemas.openxmlformats.org/drawingml/2006/main">
            <a:off x="6734175" y="29718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高エネルギー尾部が増加</a:t>
            </a:r>
          </a:p>
        </p:txBody>
      </p:sp>
      <p:sp>
        <p:nvSpPr>
          <p:cNvPr id="21" name="">
            <a:extLst xmlns:a="http://schemas.openxmlformats.org/drawingml/2006/main">
              <a:ext uri="{FF2B5EF4-FFF2-40B4-BE49-F238E27FC236}">
                <a16:creationId xmlns:a16="http://schemas.microsoft.com/office/drawing/2014/main" id="{709D4BBC-EB29-4368-ADFB-6AE35574E196}"/>
              </a:ext>
            </a:extLst>
          </p:cNvPr>
          <p:cNvSpPr>
            <a:spLocks xmlns:a="http://schemas.openxmlformats.org/drawingml/2006/main" noGrp="1"/>
          </p:cNvSpPr>
          <p:nvPr/>
        </p:nvSpPr>
        <p:spPr>
          <a:xfrm xmlns:a="http://schemas.openxmlformats.org/drawingml/2006/main">
            <a:off x="6543675" y="3790950"/>
            <a:ext cx="76200" cy="76200"/>
          </a:xfrm>
          <a:prstGeom xmlns:a="http://schemas.openxmlformats.org/drawingml/2006/main" prst="rect">
            <a:avLst/>
          </a:prstGeom>
          <a:solidFill xmlns:a="http://schemas.openxmlformats.org/drawingml/2006/main">
            <a:srgbClr val="7B2FA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A07B4F-4FC1-4DA7-B772-EEE37195639E}"/>
              </a:ext>
            </a:extLst>
          </p:cNvPr>
          <p:cNvSpPr>
            <a:spLocks xmlns:a="http://schemas.openxmlformats.org/drawingml/2006/main" noGrp="1"/>
          </p:cNvSpPr>
          <p:nvPr/>
        </p:nvSpPr>
        <p:spPr>
          <a:xfrm xmlns:a="http://schemas.openxmlformats.org/drawingml/2006/main">
            <a:off x="6734175" y="36385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励起・電離が急増</a:t>
            </a:r>
          </a:p>
        </p:txBody>
      </p:sp>
      <p:sp>
        <p:nvSpPr>
          <p:cNvPr id="23" name="">
            <a:extLst xmlns:a="http://schemas.openxmlformats.org/drawingml/2006/main">
              <a:ext uri="{FF2B5EF4-FFF2-40B4-BE49-F238E27FC236}">
                <a16:creationId xmlns:a16="http://schemas.microsoft.com/office/drawing/2014/main" id="{34840423-6191-45A5-BB78-3A79854B601B}"/>
              </a:ext>
            </a:extLst>
          </p:cNvPr>
          <p:cNvSpPr>
            <a:spLocks xmlns:a="http://schemas.openxmlformats.org/drawingml/2006/main" noGrp="1"/>
          </p:cNvSpPr>
          <p:nvPr/>
        </p:nvSpPr>
        <p:spPr>
          <a:xfrm xmlns:a="http://schemas.openxmlformats.org/drawingml/2006/main">
            <a:off x="9096375" y="1571625"/>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6DBB20"/>
                </a:solidFill>
                <a:latin typeface="Noto Sans JP"/>
                <a:ea typeface="Noto Sans JP"/>
                <a:cs typeface="Noto Sans JP"/>
              </a:defRPr>
            </a:pPr>
            <a:r>
              <a:rPr sz="1575" b="1" i="0">
                <a:solidFill>
                  <a:srgbClr val="6DBB20"/>
                </a:solidFill>
                <a:latin typeface="Noto Sans JP"/>
                <a:ea typeface="Noto Sans JP"/>
                <a:cs typeface="Noto Sans JP"/>
              </a:rPr>
              <a:t>同じEでも</a:t>
            </a:r>
          </a:p>
        </p:txBody>
      </p:sp>
      <p:sp>
        <p:nvSpPr>
          <p:cNvPr id="24" name="">
            <a:extLst xmlns:a="http://schemas.openxmlformats.org/drawingml/2006/main">
              <a:ext uri="{FF2B5EF4-FFF2-40B4-BE49-F238E27FC236}">
                <a16:creationId xmlns:a16="http://schemas.microsoft.com/office/drawing/2014/main" id="{DFB86029-4824-4192-9B0C-BF35D61CFB32}"/>
              </a:ext>
            </a:extLst>
          </p:cNvPr>
          <p:cNvSpPr>
            <a:spLocks xmlns:a="http://schemas.openxmlformats.org/drawingml/2006/main" noGrp="1"/>
          </p:cNvSpPr>
          <p:nvPr/>
        </p:nvSpPr>
        <p:spPr>
          <a:xfrm xmlns:a="http://schemas.openxmlformats.org/drawingml/2006/main">
            <a:off x="9286875" y="2076450"/>
            <a:ext cx="18097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5" name="">
            <a:extLst xmlns:a="http://schemas.openxmlformats.org/drawingml/2006/main">
              <a:ext uri="{FF2B5EF4-FFF2-40B4-BE49-F238E27FC236}">
                <a16:creationId xmlns:a16="http://schemas.microsoft.com/office/drawing/2014/main" id="{C42AD4EC-E884-4339-8A37-97C8CAA22041}"/>
              </a:ext>
            </a:extLst>
          </p:cNvPr>
          <p:cNvSpPr>
            <a:spLocks xmlns:a="http://schemas.openxmlformats.org/drawingml/2006/main" noGrp="1"/>
          </p:cNvSpPr>
          <p:nvPr/>
        </p:nvSpPr>
        <p:spPr>
          <a:xfrm xmlns:a="http://schemas.openxmlformats.org/drawingml/2006/main">
            <a:off x="9210675" y="24574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2A56C8A-E620-4786-9F01-2CE41475BEAE}"/>
              </a:ext>
            </a:extLst>
          </p:cNvPr>
          <p:cNvSpPr>
            <a:spLocks xmlns:a="http://schemas.openxmlformats.org/drawingml/2006/main" noGrp="1"/>
          </p:cNvSpPr>
          <p:nvPr/>
        </p:nvSpPr>
        <p:spPr>
          <a:xfrm xmlns:a="http://schemas.openxmlformats.org/drawingml/2006/main">
            <a:off x="9401175" y="23050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圧力↑ → N↑ → E/N↓</a:t>
            </a:r>
          </a:p>
        </p:txBody>
      </p:sp>
      <p:sp>
        <p:nvSpPr>
          <p:cNvPr id="27" name="">
            <a:extLst xmlns:a="http://schemas.openxmlformats.org/drawingml/2006/main">
              <a:ext uri="{FF2B5EF4-FFF2-40B4-BE49-F238E27FC236}">
                <a16:creationId xmlns:a16="http://schemas.microsoft.com/office/drawing/2014/main" id="{23F7D5A6-A1FA-451A-B151-7AA4AE24C440}"/>
              </a:ext>
            </a:extLst>
          </p:cNvPr>
          <p:cNvSpPr>
            <a:spLocks xmlns:a="http://schemas.openxmlformats.org/drawingml/2006/main" noGrp="1"/>
          </p:cNvSpPr>
          <p:nvPr/>
        </p:nvSpPr>
        <p:spPr>
          <a:xfrm xmlns:a="http://schemas.openxmlformats.org/drawingml/2006/main">
            <a:off x="9210675" y="312420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474AA13-AAFD-4EFE-93A0-DAB33B5B4B61}"/>
              </a:ext>
            </a:extLst>
          </p:cNvPr>
          <p:cNvSpPr>
            <a:spLocks xmlns:a="http://schemas.openxmlformats.org/drawingml/2006/main" noGrp="1"/>
          </p:cNvSpPr>
          <p:nvPr/>
        </p:nvSpPr>
        <p:spPr>
          <a:xfrm xmlns:a="http://schemas.openxmlformats.org/drawingml/2006/main">
            <a:off x="9401175" y="29718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温度↑ → N↓ → E/N↑</a:t>
            </a:r>
          </a:p>
        </p:txBody>
      </p:sp>
      <p:sp>
        <p:nvSpPr>
          <p:cNvPr id="29" name="">
            <a:extLst xmlns:a="http://schemas.openxmlformats.org/drawingml/2006/main">
              <a:ext uri="{FF2B5EF4-FFF2-40B4-BE49-F238E27FC236}">
                <a16:creationId xmlns:a16="http://schemas.microsoft.com/office/drawing/2014/main" id="{5662F65E-6323-489D-9239-57368615B8CE}"/>
              </a:ext>
            </a:extLst>
          </p:cNvPr>
          <p:cNvSpPr>
            <a:spLocks xmlns:a="http://schemas.openxmlformats.org/drawingml/2006/main" noGrp="1"/>
          </p:cNvSpPr>
          <p:nvPr/>
        </p:nvSpPr>
        <p:spPr>
          <a:xfrm xmlns:a="http://schemas.openxmlformats.org/drawingml/2006/main">
            <a:off x="9210675" y="37909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DF102BB-E1C2-4C10-BE95-EFF248E3FDE7}"/>
              </a:ext>
            </a:extLst>
          </p:cNvPr>
          <p:cNvSpPr>
            <a:spLocks xmlns:a="http://schemas.openxmlformats.org/drawingml/2006/main" noGrp="1"/>
          </p:cNvSpPr>
          <p:nvPr/>
        </p:nvSpPr>
        <p:spPr>
          <a:xfrm xmlns:a="http://schemas.openxmlformats.org/drawingml/2006/main">
            <a:off x="9401175" y="36385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組成で衝突頻度も変化</a:t>
            </a:r>
          </a:p>
        </p:txBody>
      </p:sp>
      <p:sp>
        <p:nvSpPr>
          <p:cNvPr id="31" name="">
            <a:extLst xmlns:a="http://schemas.openxmlformats.org/drawingml/2006/main">
              <a:ext uri="{FF2B5EF4-FFF2-40B4-BE49-F238E27FC236}">
                <a16:creationId xmlns:a16="http://schemas.microsoft.com/office/drawing/2014/main" id="{A86DB2E1-03AA-43C8-BECB-FA7E873A8436}"/>
              </a:ext>
            </a:extLst>
          </p:cNvPr>
          <p:cNvSpPr>
            <a:spLocks xmlns:a="http://schemas.openxmlformats.org/drawingml/2006/main" noGrp="1"/>
          </p:cNvSpPr>
          <p:nvPr/>
        </p:nvSpPr>
        <p:spPr>
          <a:xfrm xmlns:a="http://schemas.openxmlformats.org/drawingml/2006/main">
            <a:off x="3905250" y="47625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本資料のICP条件例</a:t>
            </a:r>
          </a:p>
        </p:txBody>
      </p:sp>
      <p:sp>
        <p:nvSpPr>
          <p:cNvPr id="32" name="">
            <a:extLst xmlns:a="http://schemas.openxmlformats.org/drawingml/2006/main">
              <a:ext uri="{FF2B5EF4-FFF2-40B4-BE49-F238E27FC236}">
                <a16:creationId xmlns:a16="http://schemas.microsoft.com/office/drawing/2014/main" id="{97E4A9F2-2DA1-42C5-8C4D-B5DD9B27F609}"/>
              </a:ext>
            </a:extLst>
          </p:cNvPr>
          <p:cNvSpPr>
            <a:spLocks xmlns:a="http://schemas.openxmlformats.org/drawingml/2006/main" noGrp="1"/>
          </p:cNvSpPr>
          <p:nvPr/>
        </p:nvSpPr>
        <p:spPr>
          <a:xfrm xmlns:a="http://schemas.openxmlformats.org/drawingml/2006/main">
            <a:off x="6429375" y="4619625"/>
            <a:ext cx="4857750" cy="666750"/>
          </a:xfrm>
          <a:prstGeom xmlns:a="http://schemas.openxmlformats.org/drawingml/2006/main" prst="rect">
            <a:avLst/>
          </a:prstGeom>
          <a:solidFill xmlns:a="http://schemas.openxmlformats.org/drawingml/2006/main">
            <a:srgbClr val="F2F3F4"/>
          </a:solidFill>
          <a:ln xmlns:a="http://schemas.openxmlformats.org/drawingml/2006/main" w="7620">
            <a:solidFill>
              <a:srgbClr val="D0D5D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0" i="0">
                <a:solidFill>
                  <a:srgbClr val="333333"/>
                </a:solidFill>
                <a:latin typeface="Cambria Math"/>
                <a:ea typeface="Cambria Math"/>
                <a:cs typeface="Cambria Math"/>
              </a:defRPr>
            </a:pPr>
            <a:r>
              <a:rPr sz="1350" b="0" i="0">
                <a:solidFill>
                  <a:srgbClr val="333333"/>
                </a:solidFill>
                <a:latin typeface="Cambria Math"/>
                <a:ea typeface="Cambria Math"/>
                <a:cs typeface="Cambria Math"/>
              </a:rPr>
              <a:t>p = 13.3 Pa, T_g = 300 K では N ≈ 3.21×10²¹ m⁻³</a:t>
            </a:r>
          </a:p>
          <a:p xmlns:a="http://schemas.openxmlformats.org/drawingml/2006/main">
            <a:pPr algn="ctr">
              <a:lnSpc>
                <a:spcPct val="102000"/>
              </a:lnSpc>
              <a:buNone/>
              <a:defRPr sz="1350" b="0" i="0">
                <a:solidFill>
                  <a:srgbClr val="333333"/>
                </a:solidFill>
                <a:latin typeface="Cambria Math"/>
                <a:ea typeface="Cambria Math"/>
                <a:cs typeface="Cambria Math"/>
              </a:defRPr>
            </a:pPr>
            <a:r>
              <a:rPr sz="1350" b="0" i="0">
                <a:solidFill>
                  <a:srgbClr val="333333"/>
                </a:solidFill>
                <a:latin typeface="Cambria Math"/>
                <a:ea typeface="Cambria Math"/>
                <a:cs typeface="Cambria Math"/>
              </a:rPr>
              <a:t>E/N = 100 Td に相当する電場は E ≈ 321 V m⁻¹</a:t>
            </a:r>
          </a:p>
        </p:txBody>
      </p:sp>
      <p:sp>
        <p:nvSpPr>
          <p:cNvPr id="33" name="takeaway-bullet">
            <a:extLst xmlns:a="http://schemas.openxmlformats.org/drawingml/2006/main">
              <a:ext uri="{FF2B5EF4-FFF2-40B4-BE49-F238E27FC236}">
                <a16:creationId xmlns:a16="http://schemas.microsoft.com/office/drawing/2014/main" id="{8000E846-2ED6-46C8-B9D5-0C77BAD92106}"/>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4" name="takeaway">
            <a:extLst xmlns:a="http://schemas.openxmlformats.org/drawingml/2006/main">
              <a:ext uri="{FF2B5EF4-FFF2-40B4-BE49-F238E27FC236}">
                <a16:creationId xmlns:a16="http://schemas.microsoft.com/office/drawing/2014/main" id="{51C84EBA-2444-41B7-8288-D41DDE082A1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E/Nと混合比がEEDFの一次的な座標。装置内ではE/Nまたは平均エネルギーを局所参照量として使う。</a:t>
            </a:r>
          </a:p>
        </p:txBody>
      </p:sp>
      <p:sp>
        <p:nvSpPr>
          <p:cNvPr id="36" name="footer">
            <a:extLst xmlns:a="http://schemas.openxmlformats.org/drawingml/2006/main">
              <a:ext uri="{FF2B5EF4-FFF2-40B4-BE49-F238E27FC236}">
                <a16:creationId xmlns:a16="http://schemas.microsoft.com/office/drawing/2014/main" id="{05332612-A21A-4928-AD40-3AAE420F627F}"/>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7" name="page">
            <a:extLst xmlns:a="http://schemas.openxmlformats.org/drawingml/2006/main">
              <a:ext uri="{FF2B5EF4-FFF2-40B4-BE49-F238E27FC236}">
                <a16:creationId xmlns:a16="http://schemas.microsoft.com/office/drawing/2014/main" id="{BB8C0F68-1F60-436C-90F4-FBF576B3C16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06</a:t>
            </a:r>
          </a:p>
        </p:txBody>
      </p:sp>
      <p:sp>
        <p:nvSpPr>
          <p:cNvPr id="38" name="section">
            <a:extLst xmlns:a="http://schemas.openxmlformats.org/drawingml/2006/main">
              <a:ext uri="{FF2B5EF4-FFF2-40B4-BE49-F238E27FC236}">
                <a16:creationId xmlns:a16="http://schemas.microsoft.com/office/drawing/2014/main" id="{F7BE0AC4-B870-4FC0-8B7F-5103536771C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13132316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8EE9E68-C8F5-4C44-AA24-ADFB4D925AA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Swarm計算が出す物理量と、COMSOLでの役割</a:t>
            </a:r>
          </a:p>
        </p:txBody>
      </p:sp>
      <p:graphicFrame>
        <p:nvGraphicFramePr>
          <p:cNvPr id="13" name=""/>
          <p:cNvGraphicFramePr/>
          <p:nvPr/>
        </p:nvGraphicFramePr>
        <p:xfrm>
          <a:off xmlns:a="http://schemas.openxmlformats.org/drawingml/2006/main" x="476250" y="1381125"/>
          <a:ext xmlns:a="http://schemas.openxmlformats.org/drawingml/2006/main" cx="11239500" cy="4143375"/>
        </p:xfrm>
        <a:graphic xmlns:a="http://schemas.openxmlformats.org/drawingml/2006/main">
          <a:graphicData uri="http://schemas.openxmlformats.org/drawingml/2006/table">
            <a:tbl>
              <a:tblPr/>
              <a:tblGrid>
                <a:gridCol w="1873250"/>
                <a:gridCol w="2472690"/>
                <a:gridCol w="3221990"/>
                <a:gridCol w="3671570"/>
              </a:tblGrid>
              <a:tr h="591911">
                <a:tc>
                  <a:txBody>
                    <a:bodyPr lIns="57150" tIns="47625" rIns="57150" bIns="47625">
                      <a:normAutofit/>
                    </a:bodyPr>
                    <a:lstStyle/>
                    <a:p>
                      <a:pPr algn="l">
                        <a:buNone/>
                      </a:pPr>
                      <a:r>
                        <a:rPr sz="1125" b="1">
                          <a:solidFill>
                            <a:srgbClr val="FFFFFF"/>
                          </a:solidFill>
                          <a:latin typeface="Noto Sans JP"/>
                          <a:ea typeface="Noto Sans JP"/>
                          <a:cs typeface="Noto Sans JP"/>
                        </a:rPr>
                        <a:t>物理量</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定義・単位</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何を表すか</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COMSOLで使う場所</a:t>
                      </a:r>
                    </a:p>
                  </a:txBody>
                  <a:tcPr marL="91440" marR="91440" marT="45720" marB="45720" anchor="ctr">
                    <a:solidFill>
                      <a:srgbClr val="00A6D6"/>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EEDF p(ε)</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∫p dε = 1  [eV⁻¹]</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電子が各エネルギーに存在する割合</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反応速度、エネルギー損失、EEDF参照表</a:t>
                      </a:r>
                    </a:p>
                  </a:txBody>
                  <a:tcPr marL="91440" marR="91440" marT="45720" marB="45720" anchor="ctr">
                    <a:solidFill>
                      <a:srgbClr val="FFFFFF"/>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平均エネルギー ⟨ε⟩</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∫εp dε  [eV]</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EEDFの一次モーメント</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電子エネルギー方程式の状態量</a:t>
                      </a:r>
                    </a:p>
                  </a:txBody>
                  <a:tcPr marL="91440" marR="91440" marT="45720" marB="45720" anchor="ctr">
                    <a:solidFill>
                      <a:srgbClr val="F2F3F4"/>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移動度 μ または μN</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m² V⁻¹ s⁻¹ / m⁻¹ V⁻¹ s⁻¹</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電場方向の電子流束</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Γₑ = −μnₑE − D∇nₑ</a:t>
                      </a:r>
                    </a:p>
                  </a:txBody>
                  <a:tcPr marL="91440" marR="91440" marT="45720" marB="45720" anchor="ctr">
                    <a:solidFill>
                      <a:srgbClr val="FFFFFF"/>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拡散係数 D または DN</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m² s⁻¹ / m⁻¹ s⁻¹</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密度勾配による広がり</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電子・エネルギー流束</a:t>
                      </a:r>
                    </a:p>
                  </a:txBody>
                  <a:tcPr marL="91440" marR="91440" marT="45720" marB="45720" anchor="ctr">
                    <a:solidFill>
                      <a:srgbClr val="F2F3F4"/>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反応速度係数 kⱼ</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m³ s⁻¹</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励起・電離・解離・付着の頻度</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Rⱼ = kⱼ Nⱼ nₑ</a:t>
                      </a:r>
                    </a:p>
                  </a:txBody>
                  <a:tcPr marL="91440" marR="91440" marT="45720" marB="45720" anchor="ctr">
                    <a:solidFill>
                      <a:srgbClr val="FFFFFF"/>
                    </a:solidFill>
                  </a:tcPr>
                </a:tc>
              </a:tr>
              <a:tr h="591911">
                <a:tc>
                  <a:txBody>
                    <a:bodyPr lIns="57150" tIns="47625" rIns="57150" bIns="47625">
                      <a:normAutofit/>
                    </a:bodyPr>
                    <a:lstStyle/>
                    <a:p>
                      <a:pPr algn="l">
                        <a:buNone/>
                      </a:pPr>
                      <a:r>
                        <a:rPr sz="1050" b="1">
                          <a:solidFill>
                            <a:srgbClr val="333333"/>
                          </a:solidFill>
                          <a:latin typeface="Noto Sans JP"/>
                          <a:ea typeface="Noto Sans JP"/>
                          <a:cs typeface="Noto Sans JP"/>
                        </a:rPr>
                        <a:t>成長・減衰率 g</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s⁻¹</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電離と付着を含む電子数変化</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Swarm計算の定常性・人口バランス確認</a:t>
                      </a:r>
                    </a:p>
                  </a:txBody>
                  <a:tcPr marL="91440" marR="91440" marT="45720" marB="45720" anchor="ctr">
                    <a:solidFill>
                      <a:srgbClr val="F2F3F4"/>
                    </a:solidFill>
                  </a:tcPr>
                </a:tc>
              </a:tr>
            </a:tbl>
          </a:graphicData>
        </a:graphic>
      </p:graphicFrame>
      <p:sp>
        <p:nvSpPr>
          <p:cNvPr id="4" name="takeaway-bullet">
            <a:extLst xmlns:a="http://schemas.openxmlformats.org/drawingml/2006/main">
              <a:ext uri="{FF2B5EF4-FFF2-40B4-BE49-F238E27FC236}">
                <a16:creationId xmlns:a16="http://schemas.microsoft.com/office/drawing/2014/main" id="{716D949E-99A5-4BA3-8062-FAA14EE26C2E}"/>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takeaway">
            <a:extLst xmlns:a="http://schemas.openxmlformats.org/drawingml/2006/main">
              <a:ext uri="{FF2B5EF4-FFF2-40B4-BE49-F238E27FC236}">
                <a16:creationId xmlns:a16="http://schemas.microsoft.com/office/drawing/2014/main" id="{AA113472-8759-44E0-9B22-4C22FBE6F083}"/>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同じEEDFから輸送係数と反応速度を計算し、単位と定義を固定してCOMSOLへ渡す。</a:t>
            </a:r>
          </a:p>
        </p:txBody>
      </p:sp>
      <p:sp>
        <p:nvSpPr>
          <p:cNvPr id="6" name="source">
            <a:extLst xmlns:a="http://schemas.openxmlformats.org/drawingml/2006/main">
              <a:ext uri="{FF2B5EF4-FFF2-40B4-BE49-F238E27FC236}">
                <a16:creationId xmlns:a16="http://schemas.microsoft.com/office/drawing/2014/main" id="{410352C8-9FDC-412D-901E-2921C5E81ABB}"/>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Definitions follow the repository result schema and COMSOL input tables; detailed conventions in speaker notes.</a:t>
            </a:r>
          </a:p>
        </p:txBody>
      </p:sp>
      <p:sp>
        <p:nvSpPr>
          <p:cNvPr id="8" name="footer">
            <a:extLst xmlns:a="http://schemas.openxmlformats.org/drawingml/2006/main">
              <a:ext uri="{FF2B5EF4-FFF2-40B4-BE49-F238E27FC236}">
                <a16:creationId xmlns:a16="http://schemas.microsoft.com/office/drawing/2014/main" id="{89AA3A82-45DD-41E9-B334-E532BEF4A22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9" name="page">
            <a:extLst xmlns:a="http://schemas.openxmlformats.org/drawingml/2006/main">
              <a:ext uri="{FF2B5EF4-FFF2-40B4-BE49-F238E27FC236}">
                <a16:creationId xmlns:a16="http://schemas.microsoft.com/office/drawing/2014/main" id="{BCEDAB5A-D25B-4704-B886-82FA9C8AC47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07</a:t>
            </a:r>
          </a:p>
        </p:txBody>
      </p:sp>
      <p:sp>
        <p:nvSpPr>
          <p:cNvPr id="11" name="section">
            <a:extLst xmlns:a="http://schemas.openxmlformats.org/drawingml/2006/main">
              <a:ext uri="{FF2B5EF4-FFF2-40B4-BE49-F238E27FC236}">
                <a16:creationId xmlns:a16="http://schemas.microsoft.com/office/drawing/2014/main" id="{268E5099-811A-46B8-B8CE-2D137C36B0B3}"/>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759641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92D1AB3-D361-4CE6-903D-4FBEF87B3D8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このコードで分かること、分からないこと</a:t>
            </a:r>
          </a:p>
        </p:txBody>
      </p:sp>
      <p:sp>
        <p:nvSpPr>
          <p:cNvPr id="3" name="">
            <a:extLst xmlns:a="http://schemas.openxmlformats.org/drawingml/2006/main">
              <a:ext uri="{FF2B5EF4-FFF2-40B4-BE49-F238E27FC236}">
                <a16:creationId xmlns:a16="http://schemas.microsoft.com/office/drawing/2014/main" id="{E2BACE5E-1292-47A2-AF49-F8F3873339AE}"/>
              </a:ext>
            </a:extLst>
          </p:cNvPr>
          <p:cNvSpPr>
            <a:spLocks xmlns:a="http://schemas.openxmlformats.org/drawingml/2006/main" noGrp="1"/>
          </p:cNvSpPr>
          <p:nvPr/>
        </p:nvSpPr>
        <p:spPr>
          <a:xfrm xmlns:a="http://schemas.openxmlformats.org/drawingml/2006/main">
            <a:off x="666750" y="14763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1" i="0">
                <a:solidFill>
                  <a:srgbClr val="008DB6"/>
                </a:solidFill>
                <a:latin typeface="Noto Sans JP"/>
                <a:ea typeface="Noto Sans JP"/>
                <a:cs typeface="Noto Sans JP"/>
              </a:defRPr>
            </a:pPr>
            <a:r>
              <a:rPr sz="1800" b="1" i="0">
                <a:solidFill>
                  <a:srgbClr val="008DB6"/>
                </a:solidFill>
                <a:latin typeface="Noto Sans JP"/>
                <a:ea typeface="Noto Sans JP"/>
                <a:cs typeface="Noto Sans JP"/>
              </a:rPr>
              <a:t>このコードが直接計算する</a:t>
            </a:r>
          </a:p>
        </p:txBody>
      </p:sp>
      <p:sp>
        <p:nvSpPr>
          <p:cNvPr id="4" name="">
            <a:extLst xmlns:a="http://schemas.openxmlformats.org/drawingml/2006/main">
              <a:ext uri="{FF2B5EF4-FFF2-40B4-BE49-F238E27FC236}">
                <a16:creationId xmlns:a16="http://schemas.microsoft.com/office/drawing/2014/main" id="{1251B988-BDA5-4939-B437-581A9EA3E315}"/>
              </a:ext>
            </a:extLst>
          </p:cNvPr>
          <p:cNvSpPr>
            <a:spLocks xmlns:a="http://schemas.openxmlformats.org/drawingml/2006/main" noGrp="1"/>
          </p:cNvSpPr>
          <p:nvPr/>
        </p:nvSpPr>
        <p:spPr>
          <a:xfrm xmlns:a="http://schemas.openxmlformats.org/drawingml/2006/main">
            <a:off x="6762750" y="14763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1" i="0">
                <a:solidFill>
                  <a:srgbClr val="D64045"/>
                </a:solidFill>
                <a:latin typeface="Noto Sans JP"/>
                <a:ea typeface="Noto Sans JP"/>
                <a:cs typeface="Noto Sans JP"/>
              </a:defRPr>
            </a:pPr>
            <a:r>
              <a:rPr sz="1800" b="1" i="0">
                <a:solidFill>
                  <a:srgbClr val="D64045"/>
                </a:solidFill>
                <a:latin typeface="Noto Sans JP"/>
                <a:ea typeface="Noto Sans JP"/>
                <a:cs typeface="Noto Sans JP"/>
              </a:rPr>
              <a:t>別モデルまたは追加証拠が必要</a:t>
            </a:r>
          </a:p>
        </p:txBody>
      </p:sp>
      <p:sp>
        <p:nvSpPr>
          <p:cNvPr id="5" name="">
            <a:extLst xmlns:a="http://schemas.openxmlformats.org/drawingml/2006/main">
              <a:ext uri="{FF2B5EF4-FFF2-40B4-BE49-F238E27FC236}">
                <a16:creationId xmlns:a16="http://schemas.microsoft.com/office/drawing/2014/main" id="{EF56F107-A39A-4F2A-9156-76971B19B8DC}"/>
              </a:ext>
            </a:extLst>
          </p:cNvPr>
          <p:cNvSpPr>
            <a:spLocks xmlns:a="http://schemas.openxmlformats.org/drawingml/2006/main" noGrp="1"/>
          </p:cNvSpPr>
          <p:nvPr/>
        </p:nvSpPr>
        <p:spPr>
          <a:xfrm xmlns:a="http://schemas.openxmlformats.org/drawingml/2006/main">
            <a:off x="6096000" y="1428750"/>
            <a:ext cx="0" cy="4000500"/>
          </a:xfrm>
          <a:prstGeom xmlns:a="http://schemas.openxmlformats.org/drawingml/2006/main" prst="line">
            <a:avLst/>
          </a:prstGeom>
          <a:noFill xmlns:a="http://schemas.openxmlformats.org/drawingml/2006/main"/>
          <a:ln xmlns:a="http://schemas.openxmlformats.org/drawingml/2006/main" w="9525">
            <a:solidFill>
              <a:srgbClr val="C7D1D6"/>
            </a:solidFill>
            <a:prstDash val="solid"/>
          </a:ln>
        </p:spPr>
      </p:sp>
      <p:sp>
        <p:nvSpPr>
          <p:cNvPr id="6" name="">
            <a:extLst xmlns:a="http://schemas.openxmlformats.org/drawingml/2006/main">
              <a:ext uri="{FF2B5EF4-FFF2-40B4-BE49-F238E27FC236}">
                <a16:creationId xmlns:a16="http://schemas.microsoft.com/office/drawing/2014/main" id="{4B91A7A5-0292-4121-B0DF-17993D2EC8C0}"/>
              </a:ext>
            </a:extLst>
          </p:cNvPr>
          <p:cNvSpPr>
            <a:spLocks xmlns:a="http://schemas.openxmlformats.org/drawingml/2006/main" noGrp="1"/>
          </p:cNvSpPr>
          <p:nvPr/>
        </p:nvSpPr>
        <p:spPr>
          <a:xfrm xmlns:a="http://schemas.openxmlformats.org/drawingml/2006/main">
            <a:off x="904875" y="22383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CF9290-1532-4C98-9DCC-3BF68373FC09}"/>
              </a:ext>
            </a:extLst>
          </p:cNvPr>
          <p:cNvSpPr>
            <a:spLocks xmlns:a="http://schemas.openxmlformats.org/drawingml/2006/main" noGrp="1"/>
          </p:cNvSpPr>
          <p:nvPr/>
        </p:nvSpPr>
        <p:spPr>
          <a:xfrm xmlns:a="http://schemas.openxmlformats.org/drawingml/2006/main">
            <a:off x="1143000" y="20764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一様DC場でのEEDFと電子物性</a:t>
            </a:r>
          </a:p>
        </p:txBody>
      </p:sp>
      <p:sp>
        <p:nvSpPr>
          <p:cNvPr id="8" name="">
            <a:extLst xmlns:a="http://schemas.openxmlformats.org/drawingml/2006/main">
              <a:ext uri="{FF2B5EF4-FFF2-40B4-BE49-F238E27FC236}">
                <a16:creationId xmlns:a16="http://schemas.microsoft.com/office/drawing/2014/main" id="{2900E2E1-3C86-4447-861A-863B0A0B3E4C}"/>
              </a:ext>
            </a:extLst>
          </p:cNvPr>
          <p:cNvSpPr>
            <a:spLocks xmlns:a="http://schemas.openxmlformats.org/drawingml/2006/main" noGrp="1"/>
          </p:cNvSpPr>
          <p:nvPr/>
        </p:nvSpPr>
        <p:spPr>
          <a:xfrm xmlns:a="http://schemas.openxmlformats.org/drawingml/2006/main">
            <a:off x="904875" y="286702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8425C2F-D42F-494A-8BAD-D4665C6CD732}"/>
              </a:ext>
            </a:extLst>
          </p:cNvPr>
          <p:cNvSpPr>
            <a:spLocks xmlns:a="http://schemas.openxmlformats.org/drawingml/2006/main" noGrp="1"/>
          </p:cNvSpPr>
          <p:nvPr/>
        </p:nvSpPr>
        <p:spPr>
          <a:xfrm xmlns:a="http://schemas.openxmlformats.org/drawingml/2006/main">
            <a:off x="1143000" y="2705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553"/>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two-term / multi-term / Monte Carlo / propagatorの比較</a:t>
            </a:r>
          </a:p>
        </p:txBody>
      </p:sp>
      <p:sp>
        <p:nvSpPr>
          <p:cNvPr id="10" name="">
            <a:extLst xmlns:a="http://schemas.openxmlformats.org/drawingml/2006/main">
              <a:ext uri="{FF2B5EF4-FFF2-40B4-BE49-F238E27FC236}">
                <a16:creationId xmlns:a16="http://schemas.microsoft.com/office/drawing/2014/main" id="{7085F738-7E76-40C8-AAA2-D594EC77F2B9}"/>
              </a:ext>
            </a:extLst>
          </p:cNvPr>
          <p:cNvSpPr>
            <a:spLocks xmlns:a="http://schemas.openxmlformats.org/drawingml/2006/main" noGrp="1"/>
          </p:cNvSpPr>
          <p:nvPr/>
        </p:nvSpPr>
        <p:spPr>
          <a:xfrm xmlns:a="http://schemas.openxmlformats.org/drawingml/2006/main">
            <a:off x="904875" y="34956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84E119-231C-48DE-82E3-B7BF6C77973A}"/>
              </a:ext>
            </a:extLst>
          </p:cNvPr>
          <p:cNvSpPr>
            <a:spLocks xmlns:a="http://schemas.openxmlformats.org/drawingml/2006/main" noGrp="1"/>
          </p:cNvSpPr>
          <p:nvPr/>
        </p:nvSpPr>
        <p:spPr>
          <a:xfrm xmlns:a="http://schemas.openxmlformats.org/drawingml/2006/main">
            <a:off x="1143000" y="3333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Ar、N₂、O₂混合に対するE/N掃引</a:t>
            </a:r>
          </a:p>
        </p:txBody>
      </p:sp>
      <p:sp>
        <p:nvSpPr>
          <p:cNvPr id="12" name="">
            <a:extLst xmlns:a="http://schemas.openxmlformats.org/drawingml/2006/main">
              <a:ext uri="{FF2B5EF4-FFF2-40B4-BE49-F238E27FC236}">
                <a16:creationId xmlns:a16="http://schemas.microsoft.com/office/drawing/2014/main" id="{66B3F96D-075A-460D-882D-EEF370666DD6}"/>
              </a:ext>
            </a:extLst>
          </p:cNvPr>
          <p:cNvSpPr>
            <a:spLocks xmlns:a="http://schemas.openxmlformats.org/drawingml/2006/main" noGrp="1"/>
          </p:cNvSpPr>
          <p:nvPr/>
        </p:nvSpPr>
        <p:spPr>
          <a:xfrm xmlns:a="http://schemas.openxmlformats.org/drawingml/2006/main">
            <a:off x="904875" y="412432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E284E77-9A2D-4803-B527-A6BB339234BE}"/>
              </a:ext>
            </a:extLst>
          </p:cNvPr>
          <p:cNvSpPr>
            <a:spLocks xmlns:a="http://schemas.openxmlformats.org/drawingml/2006/main" noGrp="1"/>
          </p:cNvSpPr>
          <p:nvPr/>
        </p:nvSpPr>
        <p:spPr>
          <a:xfrm xmlns:a="http://schemas.openxmlformats.org/drawingml/2006/main">
            <a:off x="1143000" y="39624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格子収束・統計誤差・手法間差の確認</a:t>
            </a:r>
          </a:p>
        </p:txBody>
      </p:sp>
      <p:sp>
        <p:nvSpPr>
          <p:cNvPr id="14" name="">
            <a:extLst xmlns:a="http://schemas.openxmlformats.org/drawingml/2006/main">
              <a:ext uri="{FF2B5EF4-FFF2-40B4-BE49-F238E27FC236}">
                <a16:creationId xmlns:a16="http://schemas.microsoft.com/office/drawing/2014/main" id="{B433C9E9-CFAD-49D2-8216-0DB7C48BA196}"/>
              </a:ext>
            </a:extLst>
          </p:cNvPr>
          <p:cNvSpPr>
            <a:spLocks xmlns:a="http://schemas.openxmlformats.org/drawingml/2006/main" noGrp="1"/>
          </p:cNvSpPr>
          <p:nvPr/>
        </p:nvSpPr>
        <p:spPr>
          <a:xfrm xmlns:a="http://schemas.openxmlformats.org/drawingml/2006/main">
            <a:off x="904875" y="47529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3641738-8D06-46C9-8093-A0407A94E01D}"/>
              </a:ext>
            </a:extLst>
          </p:cNvPr>
          <p:cNvSpPr>
            <a:spLocks xmlns:a="http://schemas.openxmlformats.org/drawingml/2006/main" noGrp="1"/>
          </p:cNvSpPr>
          <p:nvPr/>
        </p:nvSpPr>
        <p:spPr>
          <a:xfrm xmlns:a="http://schemas.openxmlformats.org/drawingml/2006/main">
            <a:off x="1143000" y="45910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COMSOL用の物性表と出典情報の出力</a:t>
            </a:r>
          </a:p>
        </p:txBody>
      </p:sp>
      <p:sp>
        <p:nvSpPr>
          <p:cNvPr id="16" name="">
            <a:extLst xmlns:a="http://schemas.openxmlformats.org/drawingml/2006/main">
              <a:ext uri="{FF2B5EF4-FFF2-40B4-BE49-F238E27FC236}">
                <a16:creationId xmlns:a16="http://schemas.microsoft.com/office/drawing/2014/main" id="{E44F38BC-0510-42C2-844E-DFD0BFD4A787}"/>
              </a:ext>
            </a:extLst>
          </p:cNvPr>
          <p:cNvSpPr>
            <a:spLocks xmlns:a="http://schemas.openxmlformats.org/drawingml/2006/main" noGrp="1"/>
          </p:cNvSpPr>
          <p:nvPr/>
        </p:nvSpPr>
        <p:spPr>
          <a:xfrm xmlns:a="http://schemas.openxmlformats.org/drawingml/2006/main">
            <a:off x="7000875" y="223837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3B2062A-383B-4113-83E4-9AD8C60246FB}"/>
              </a:ext>
            </a:extLst>
          </p:cNvPr>
          <p:cNvSpPr>
            <a:spLocks xmlns:a="http://schemas.openxmlformats.org/drawingml/2006/main" noGrp="1"/>
          </p:cNvSpPr>
          <p:nvPr/>
        </p:nvSpPr>
        <p:spPr>
          <a:xfrm xmlns:a="http://schemas.openxmlformats.org/drawingml/2006/main">
            <a:off x="7239000" y="20764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装置内の2次元・3次元空間分布そのもの</a:t>
            </a:r>
          </a:p>
        </p:txBody>
      </p:sp>
      <p:sp>
        <p:nvSpPr>
          <p:cNvPr id="18" name="">
            <a:extLst xmlns:a="http://schemas.openxmlformats.org/drawingml/2006/main">
              <a:ext uri="{FF2B5EF4-FFF2-40B4-BE49-F238E27FC236}">
                <a16:creationId xmlns:a16="http://schemas.microsoft.com/office/drawing/2014/main" id="{A325E4ED-3C89-4013-8396-067E1F38BAE4}"/>
              </a:ext>
            </a:extLst>
          </p:cNvPr>
          <p:cNvSpPr>
            <a:spLocks xmlns:a="http://schemas.openxmlformats.org/drawingml/2006/main" noGrp="1"/>
          </p:cNvSpPr>
          <p:nvPr/>
        </p:nvSpPr>
        <p:spPr>
          <a:xfrm xmlns:a="http://schemas.openxmlformats.org/drawingml/2006/main">
            <a:off x="7000875" y="286702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C4361DD-C29F-45AD-A7CD-CBD3325F0F0E}"/>
              </a:ext>
            </a:extLst>
          </p:cNvPr>
          <p:cNvSpPr>
            <a:spLocks xmlns:a="http://schemas.openxmlformats.org/drawingml/2006/main" noGrp="1"/>
          </p:cNvSpPr>
          <p:nvPr/>
        </p:nvSpPr>
        <p:spPr>
          <a:xfrm xmlns:a="http://schemas.openxmlformats.org/drawingml/2006/main">
            <a:off x="7239000" y="27051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表面反応、エッチ速度、膜厚・プロファイル</a:t>
            </a:r>
          </a:p>
        </p:txBody>
      </p:sp>
      <p:sp>
        <p:nvSpPr>
          <p:cNvPr id="20" name="">
            <a:extLst xmlns:a="http://schemas.openxmlformats.org/drawingml/2006/main">
              <a:ext uri="{FF2B5EF4-FFF2-40B4-BE49-F238E27FC236}">
                <a16:creationId xmlns:a16="http://schemas.microsoft.com/office/drawing/2014/main" id="{C94F0E92-E344-411B-9626-38FC6B290725}"/>
              </a:ext>
            </a:extLst>
          </p:cNvPr>
          <p:cNvSpPr>
            <a:spLocks xmlns:a="http://schemas.openxmlformats.org/drawingml/2006/main" noGrp="1"/>
          </p:cNvSpPr>
          <p:nvPr/>
        </p:nvSpPr>
        <p:spPr>
          <a:xfrm xmlns:a="http://schemas.openxmlformats.org/drawingml/2006/main">
            <a:off x="7000875" y="349567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F9E1375-87DA-437F-A2B2-F4592FCBB797}"/>
              </a:ext>
            </a:extLst>
          </p:cNvPr>
          <p:cNvSpPr>
            <a:spLocks xmlns:a="http://schemas.openxmlformats.org/drawingml/2006/main" noGrp="1"/>
          </p:cNvSpPr>
          <p:nvPr/>
        </p:nvSpPr>
        <p:spPr>
          <a:xfrm xmlns:a="http://schemas.openxmlformats.org/drawingml/2006/main">
            <a:off x="7239000" y="33337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シース内のイオンエネルギー分布</a:t>
            </a:r>
          </a:p>
        </p:txBody>
      </p:sp>
      <p:sp>
        <p:nvSpPr>
          <p:cNvPr id="22" name="">
            <a:extLst xmlns:a="http://schemas.openxmlformats.org/drawingml/2006/main">
              <a:ext uri="{FF2B5EF4-FFF2-40B4-BE49-F238E27FC236}">
                <a16:creationId xmlns:a16="http://schemas.microsoft.com/office/drawing/2014/main" id="{A6D1F37A-0EB3-4509-8A23-CF22AB2F4EF1}"/>
              </a:ext>
            </a:extLst>
          </p:cNvPr>
          <p:cNvSpPr>
            <a:spLocks xmlns:a="http://schemas.openxmlformats.org/drawingml/2006/main" noGrp="1"/>
          </p:cNvSpPr>
          <p:nvPr/>
        </p:nvSpPr>
        <p:spPr>
          <a:xfrm xmlns:a="http://schemas.openxmlformats.org/drawingml/2006/main">
            <a:off x="7000875" y="412432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606F1F2-754C-4C0F-B4E5-D786A373C58E}"/>
              </a:ext>
            </a:extLst>
          </p:cNvPr>
          <p:cNvSpPr>
            <a:spLocks xmlns:a="http://schemas.openxmlformats.org/drawingml/2006/main" noGrp="1"/>
          </p:cNvSpPr>
          <p:nvPr/>
        </p:nvSpPr>
        <p:spPr>
          <a:xfrm xmlns:a="http://schemas.openxmlformats.org/drawingml/2006/main">
            <a:off x="7239000" y="39624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任意RF位相・強い非局所輸送の完全記述</a:t>
            </a:r>
          </a:p>
        </p:txBody>
      </p:sp>
      <p:sp>
        <p:nvSpPr>
          <p:cNvPr id="24" name="">
            <a:extLst xmlns:a="http://schemas.openxmlformats.org/drawingml/2006/main">
              <a:ext uri="{FF2B5EF4-FFF2-40B4-BE49-F238E27FC236}">
                <a16:creationId xmlns:a16="http://schemas.microsoft.com/office/drawing/2014/main" id="{8E0853F4-766F-49E7-84A7-2B1BFCF89DB2}"/>
              </a:ext>
            </a:extLst>
          </p:cNvPr>
          <p:cNvSpPr>
            <a:spLocks xmlns:a="http://schemas.openxmlformats.org/drawingml/2006/main" noGrp="1"/>
          </p:cNvSpPr>
          <p:nvPr/>
        </p:nvSpPr>
        <p:spPr>
          <a:xfrm xmlns:a="http://schemas.openxmlformats.org/drawingml/2006/main">
            <a:off x="7000875" y="475297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19A0567-1445-4E31-A4F2-FE513555C0E0}"/>
              </a:ext>
            </a:extLst>
          </p:cNvPr>
          <p:cNvSpPr>
            <a:spLocks xmlns:a="http://schemas.openxmlformats.org/drawingml/2006/main" noGrp="1"/>
          </p:cNvSpPr>
          <p:nvPr/>
        </p:nvSpPr>
        <p:spPr>
          <a:xfrm xmlns:a="http://schemas.openxmlformats.org/drawingml/2006/main">
            <a:off x="7239000" y="45910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DCSを与えない場合の厳密な高次角度散乱</a:t>
            </a:r>
          </a:p>
        </p:txBody>
      </p:sp>
      <p:sp>
        <p:nvSpPr>
          <p:cNvPr id="26" name="takeaway-bullet">
            <a:extLst xmlns:a="http://schemas.openxmlformats.org/drawingml/2006/main">
              <a:ext uri="{FF2B5EF4-FFF2-40B4-BE49-F238E27FC236}">
                <a16:creationId xmlns:a16="http://schemas.microsoft.com/office/drawing/2014/main" id="{00FFFD0A-8D35-4A30-8292-D8706CE7A21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7" name="takeaway">
            <a:extLst xmlns:a="http://schemas.openxmlformats.org/drawingml/2006/main">
              <a:ext uri="{FF2B5EF4-FFF2-40B4-BE49-F238E27FC236}">
                <a16:creationId xmlns:a16="http://schemas.microsoft.com/office/drawing/2014/main" id="{0BA5BBA0-F75E-48A1-A688-BF6BEE86817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有用性は「電子物性の仮定を比較し、装置モデルへ伝播する不確かさを絞る」ことにある。</a:t>
            </a:r>
          </a:p>
        </p:txBody>
      </p:sp>
      <p:sp>
        <p:nvSpPr>
          <p:cNvPr id="29" name="footer">
            <a:extLst xmlns:a="http://schemas.openxmlformats.org/drawingml/2006/main">
              <a:ext uri="{FF2B5EF4-FFF2-40B4-BE49-F238E27FC236}">
                <a16:creationId xmlns:a16="http://schemas.microsoft.com/office/drawing/2014/main" id="{6C183814-FD0B-442C-BE04-5E2171B8E6C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0" name="page">
            <a:extLst xmlns:a="http://schemas.openxmlformats.org/drawingml/2006/main">
              <a:ext uri="{FF2B5EF4-FFF2-40B4-BE49-F238E27FC236}">
                <a16:creationId xmlns:a16="http://schemas.microsoft.com/office/drawing/2014/main" id="{A211AE25-D147-40ED-B9B7-67B669ADC83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08</a:t>
            </a:r>
          </a:p>
        </p:txBody>
      </p:sp>
      <p:sp>
        <p:nvSpPr>
          <p:cNvPr id="31" name="section">
            <a:extLst xmlns:a="http://schemas.openxmlformats.org/drawingml/2006/main">
              <a:ext uri="{FF2B5EF4-FFF2-40B4-BE49-F238E27FC236}">
                <a16:creationId xmlns:a16="http://schemas.microsoft.com/office/drawing/2014/main" id="{65C1E03D-981C-497F-9FBC-40822D6BC63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Tree>
    <p:extLst>
      <p:ext uri="{BB962C8B-B14F-4D97-AF65-F5344CB8AC3E}">
        <p14:creationId xmlns:p14="http://schemas.microsoft.com/office/powerpoint/2010/main" val="8591265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25768AE-1D51-41CA-A67F-8ABAD9E8E6C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4手法の違いを先に俯瞰する</a:t>
            </a:r>
          </a:p>
        </p:txBody>
      </p:sp>
      <p:graphicFrame>
        <p:nvGraphicFramePr>
          <p:cNvPr id="14" name=""/>
          <p:cNvGraphicFramePr/>
          <p:nvPr/>
        </p:nvGraphicFramePr>
        <p:xfrm>
          <a:off xmlns:a="http://schemas.openxmlformats.org/drawingml/2006/main" x="361950" y="1381125"/>
          <a:ext xmlns:a="http://schemas.openxmlformats.org/drawingml/2006/main" cx="11477625" cy="3714750"/>
        </p:xfrm>
        <a:graphic xmlns:a="http://schemas.openxmlformats.org/drawingml/2006/main">
          <a:graphicData uri="http://schemas.openxmlformats.org/drawingml/2006/table">
            <a:tbl>
              <a:tblPr/>
              <a:tblGrid>
                <a:gridCol w="1434703"/>
                <a:gridCol w="2295525"/>
                <a:gridCol w="2582466"/>
                <a:gridCol w="1205151"/>
                <a:gridCol w="1205151"/>
                <a:gridCol w="2754630"/>
              </a:tblGrid>
              <a:tr h="742950">
                <a:tc>
                  <a:txBody>
                    <a:bodyPr lIns="57150" tIns="47625" rIns="57150" bIns="47625">
                      <a:normAutofit/>
                    </a:bodyPr>
                    <a:lstStyle/>
                    <a:p>
                      <a:pPr algn="l">
                        <a:buNone/>
                      </a:pPr>
                      <a:r>
                        <a:rPr sz="1050" b="1">
                          <a:solidFill>
                            <a:srgbClr val="FFFFFF"/>
                          </a:solidFill>
                          <a:latin typeface="Noto Sans JP"/>
                          <a:ea typeface="Noto Sans JP"/>
                          <a:cs typeface="Noto Sans JP"/>
                        </a:rPr>
                        <a:t>手法</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何を未知量として解くか</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主な近似・制約</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統計ノイズ</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相対コスト</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最も有用な場面</a:t>
                      </a:r>
                    </a:p>
                  </a:txBody>
                  <a:tcPr marL="91440" marR="91440" marT="45720" marB="45720" anchor="ctr">
                    <a:solidFill>
                      <a:srgbClr val="00A6D6"/>
                    </a:solidFill>
                  </a:tcPr>
                </a:tc>
              </a:tr>
              <a:tr h="742950">
                <a:tc>
                  <a:txBody>
                    <a:bodyPr lIns="57150" tIns="47625" rIns="57150" bIns="47625">
                      <a:normAutofit/>
                    </a:bodyPr>
                    <a:lstStyle/>
                    <a:p>
                      <a:pPr algn="l">
                        <a:buNone/>
                      </a:pPr>
                      <a:r>
                        <a:rPr sz="975" b="1">
                          <a:solidFill>
                            <a:srgbClr val="333333"/>
                          </a:solidFill>
                          <a:latin typeface="Noto Sans JP"/>
                          <a:ea typeface="Noto Sans JP"/>
                          <a:cs typeface="Noto Sans JP"/>
                        </a:rPr>
                        <a:t>two-term</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等方成分F₀と流れ成分F₁</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ℓ≥2の角度成分を省略</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なし</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低</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広いE/N・混合比の条件探索</a:t>
                      </a:r>
                    </a:p>
                  </a:txBody>
                  <a:tcPr marL="91440" marR="91440" marT="45720" marB="45720" anchor="ctr">
                    <a:solidFill>
                      <a:srgbClr val="FFFFFF"/>
                    </a:solidFill>
                  </a:tcPr>
                </a:tc>
              </a:tr>
              <a:tr h="742950">
                <a:tc>
                  <a:txBody>
                    <a:bodyPr lIns="57150" tIns="47625" rIns="57150" bIns="47625">
                      <a:normAutofit/>
                    </a:bodyPr>
                    <a:lstStyle/>
                    <a:p>
                      <a:pPr algn="l">
                        <a:buNone/>
                      </a:pPr>
                      <a:r>
                        <a:rPr sz="975" b="1">
                          <a:solidFill>
                            <a:srgbClr val="333333"/>
                          </a:solidFill>
                          <a:latin typeface="Noto Sans JP"/>
                          <a:ea typeface="Noto Sans JP"/>
                          <a:cs typeface="Noto Sans JP"/>
                        </a:rPr>
                        <a:t>multi-term PN</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F₀…F_LのLegendre成分</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L切断と角度散乱情報</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なし</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中</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角度異方性・二項近似誤差の評価</a:t>
                      </a:r>
                    </a:p>
                  </a:txBody>
                  <a:tcPr marL="91440" marR="91440" marT="45720" marB="45720" anchor="ctr">
                    <a:solidFill>
                      <a:srgbClr val="F2F3F4"/>
                    </a:solidFill>
                  </a:tcPr>
                </a:tc>
              </a:tr>
              <a:tr h="742950">
                <a:tc>
                  <a:txBody>
                    <a:bodyPr lIns="57150" tIns="47625" rIns="57150" bIns="47625">
                      <a:normAutofit/>
                    </a:bodyPr>
                    <a:lstStyle/>
                    <a:p>
                      <a:pPr algn="l">
                        <a:buNone/>
                      </a:pPr>
                      <a:r>
                        <a:rPr sz="975" b="1">
                          <a:solidFill>
                            <a:srgbClr val="333333"/>
                          </a:solidFill>
                          <a:latin typeface="Noto Sans JP"/>
                          <a:ea typeface="Noto Sans JP"/>
                          <a:cs typeface="Noto Sans JP"/>
                        </a:rPr>
                        <a:t>Monte Carlo</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多数の電子軌道と衝突履歴</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有限標本・衝突モデル</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あり</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高</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選択条件の独立検算、B場・複雑軌道</a:t>
                      </a:r>
                    </a:p>
                  </a:txBody>
                  <a:tcPr marL="91440" marR="91440" marT="45720" marB="45720" anchor="ctr">
                    <a:solidFill>
                      <a:srgbClr val="FFFFFF"/>
                    </a:solidFill>
                  </a:tcPr>
                </a:tc>
              </a:tr>
              <a:tr h="742950">
                <a:tc>
                  <a:txBody>
                    <a:bodyPr lIns="57150" tIns="47625" rIns="57150" bIns="47625">
                      <a:normAutofit/>
                    </a:bodyPr>
                    <a:lstStyle/>
                    <a:p>
                      <a:pPr algn="l">
                        <a:buNone/>
                      </a:pPr>
                      <a:r>
                        <a:rPr sz="975" b="1">
                          <a:solidFill>
                            <a:srgbClr val="333333"/>
                          </a:solidFill>
                          <a:latin typeface="Noto Sans JP"/>
                          <a:ea typeface="Noto Sans JP"/>
                          <a:cs typeface="Noto Sans JP"/>
                        </a:rPr>
                        <a:t>propagator P1</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(ε, μ)セルの確率質量</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角度1次までの衝突モデル、出力物性が限定</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なし</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中〜高</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独立な離散化・定常分布の検算</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D6AAC1A5-A8E0-4065-9325-E4D1D9B55CFA}"/>
              </a:ext>
            </a:extLst>
          </p:cNvPr>
          <p:cNvSpPr>
            <a:spLocks xmlns:a="http://schemas.openxmlformats.org/drawingml/2006/main" noGrp="1"/>
          </p:cNvSpPr>
          <p:nvPr/>
        </p:nvSpPr>
        <p:spPr>
          <a:xfrm xmlns:a="http://schemas.openxmlformats.org/drawingml/2006/main">
            <a:off x="809625" y="5381625"/>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比較の前提</a:t>
            </a:r>
          </a:p>
        </p:txBody>
      </p:sp>
      <p:sp>
        <p:nvSpPr>
          <p:cNvPr id="5" name="">
            <a:extLst xmlns:a="http://schemas.openxmlformats.org/drawingml/2006/main">
              <a:ext uri="{FF2B5EF4-FFF2-40B4-BE49-F238E27FC236}">
                <a16:creationId xmlns:a16="http://schemas.microsoft.com/office/drawing/2014/main" id="{231CEE68-A048-4E6C-B390-CE710F771709}"/>
              </a:ext>
            </a:extLst>
          </p:cNvPr>
          <p:cNvSpPr>
            <a:spLocks xmlns:a="http://schemas.openxmlformats.org/drawingml/2006/main" noGrp="1"/>
          </p:cNvSpPr>
          <p:nvPr/>
        </p:nvSpPr>
        <p:spPr>
          <a:xfrm xmlns:a="http://schemas.openxmlformats.org/drawingml/2006/main">
            <a:off x="2571750" y="5314950"/>
            <a:ext cx="866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同じ断面積・混合比・E/N・角度散乱仮定・観測量定義で比較する。</a:t>
            </a:r>
          </a:p>
        </p:txBody>
      </p:sp>
      <p:sp>
        <p:nvSpPr>
          <p:cNvPr id="6" name="takeaway-bullet">
            <a:extLst xmlns:a="http://schemas.openxmlformats.org/drawingml/2006/main">
              <a:ext uri="{FF2B5EF4-FFF2-40B4-BE49-F238E27FC236}">
                <a16:creationId xmlns:a16="http://schemas.microsoft.com/office/drawing/2014/main" id="{876A13D2-D7D3-4B72-A227-01928835462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F22B9B14-9D38-41F8-AFA4-B9AE5F9F0F7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手法名ではなく、支配的な誤差源に直交する検算手法を選ぶ。</a:t>
            </a:r>
          </a:p>
        </p:txBody>
      </p:sp>
      <p:sp>
        <p:nvSpPr>
          <p:cNvPr id="9" name="footer">
            <a:extLst xmlns:a="http://schemas.openxmlformats.org/drawingml/2006/main">
              <a:ext uri="{FF2B5EF4-FFF2-40B4-BE49-F238E27FC236}">
                <a16:creationId xmlns:a16="http://schemas.microsoft.com/office/drawing/2014/main" id="{E22A29C8-A5E6-4ADE-9508-56632FD2FCA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4DAB6D94-5D88-4D6B-86E9-197806E3654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09</a:t>
            </a:r>
          </a:p>
        </p:txBody>
      </p:sp>
      <p:sp>
        <p:nvSpPr>
          <p:cNvPr id="12" name="section">
            <a:extLst xmlns:a="http://schemas.openxmlformats.org/drawingml/2006/main">
              <a:ext uri="{FF2B5EF4-FFF2-40B4-BE49-F238E27FC236}">
                <a16:creationId xmlns:a16="http://schemas.microsoft.com/office/drawing/2014/main" id="{F469CE21-F7E0-45BC-ABF3-123DD9B5D7B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2983142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D14143E-DD92-4BB1-B03D-E6ED8429A65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開発目的から計算法を選ぶ</a:t>
            </a:r>
          </a:p>
        </p:txBody>
      </p:sp>
      <p:graphicFrame>
        <p:nvGraphicFramePr>
          <p:cNvPr id="14" name=""/>
          <p:cNvGraphicFramePr/>
          <p:nvPr/>
        </p:nvGraphicFramePr>
        <p:xfrm>
          <a:off xmlns:a="http://schemas.openxmlformats.org/drawingml/2006/main" x="476250" y="1381125"/>
          <a:ext xmlns:a="http://schemas.openxmlformats.org/drawingml/2006/main" cx="11239500" cy="3857625"/>
        </p:xfrm>
        <a:graphic xmlns:a="http://schemas.openxmlformats.org/drawingml/2006/main">
          <a:graphicData uri="http://schemas.openxmlformats.org/drawingml/2006/table">
            <a:tbl>
              <a:tblPr/>
              <a:tblGrid>
                <a:gridCol w="2750090"/>
                <a:gridCol w="2032676"/>
                <a:gridCol w="3228367"/>
                <a:gridCol w="3228367"/>
              </a:tblGrid>
              <a:tr h="642938">
                <a:tc>
                  <a:txBody>
                    <a:bodyPr lIns="57150" tIns="47625" rIns="57150" bIns="47625">
                      <a:normAutofit/>
                    </a:bodyPr>
                    <a:lstStyle/>
                    <a:p>
                      <a:pPr algn="l">
                        <a:buNone/>
                      </a:pPr>
                      <a:r>
                        <a:rPr sz="1125" b="1">
                          <a:solidFill>
                            <a:srgbClr val="FFFFFF"/>
                          </a:solidFill>
                          <a:latin typeface="Noto Sans JP"/>
                          <a:ea typeface="Noto Sans JP"/>
                          <a:cs typeface="Noto Sans JP"/>
                        </a:rPr>
                        <a:t>知りたいこと</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最初に使う手法</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追加で行う検算</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判断の根拠</a:t>
                      </a:r>
                    </a:p>
                  </a:txBody>
                  <a:tcPr marL="91440" marR="91440" marT="45720" marB="45720" anchor="ctr">
                    <a:solidFill>
                      <a:srgbClr val="00A6D6"/>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広いE/N・混合比の傾向</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two-term</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閾値反応が変わる点だけ他手法</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高速、決定論的、掃引向き</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二項近似の角度切断誤差</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multi-term PN</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Lmax収束、DCS／角度閉包の確認</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F₂以上を直接評価</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粒子軌道・B場・複雑な衝突</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Monte Carlo</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異なる乱数系列、相対標準誤差、定常性、相関時間</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軌道を直接サンプリング</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離散化に依存しない定常EEDF検算</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propagator P1</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エネルギー・角度格子の細分化</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遷移作用素の独立構成</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COMSOL空間分布への影響</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採用条件を満たした物性表</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同一MPH・同一時刻・同一メッシュ</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入力以外の条件を固定</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5E84127-2165-4BB6-92D7-FA84DB7A1CA0}"/>
              </a:ext>
            </a:extLst>
          </p:cNvPr>
          <p:cNvSpPr>
            <a:spLocks xmlns:a="http://schemas.openxmlformats.org/drawingml/2006/main" noGrp="1"/>
          </p:cNvSpPr>
          <p:nvPr/>
        </p:nvSpPr>
        <p:spPr>
          <a:xfrm xmlns:a="http://schemas.openxmlformats.org/drawingml/2006/main">
            <a:off x="876300" y="547687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実務上の順序</a:t>
            </a:r>
          </a:p>
        </p:txBody>
      </p:sp>
      <p:sp>
        <p:nvSpPr>
          <p:cNvPr id="5" name="">
            <a:extLst xmlns:a="http://schemas.openxmlformats.org/drawingml/2006/main">
              <a:ext uri="{FF2B5EF4-FFF2-40B4-BE49-F238E27FC236}">
                <a16:creationId xmlns:a16="http://schemas.microsoft.com/office/drawing/2014/main" id="{AECED45D-C5D0-444C-849E-469F754D9ED5}"/>
              </a:ext>
            </a:extLst>
          </p:cNvPr>
          <p:cNvSpPr>
            <a:spLocks xmlns:a="http://schemas.openxmlformats.org/drawingml/2006/main" noGrp="1"/>
          </p:cNvSpPr>
          <p:nvPr/>
        </p:nvSpPr>
        <p:spPr>
          <a:xfrm xmlns:a="http://schemas.openxmlformats.org/drawingml/2006/main">
            <a:off x="2571750" y="54102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two-termで広く探索 → 差が装置KPIへ効く条件だけPN・P1・Monte Carloで検算</a:t>
            </a:r>
          </a:p>
        </p:txBody>
      </p:sp>
      <p:sp>
        <p:nvSpPr>
          <p:cNvPr id="6" name="takeaway-bullet">
            <a:extLst xmlns:a="http://schemas.openxmlformats.org/drawingml/2006/main">
              <a:ext uri="{FF2B5EF4-FFF2-40B4-BE49-F238E27FC236}">
                <a16:creationId xmlns:a16="http://schemas.microsoft.com/office/drawing/2014/main" id="{EA6FECEF-7BA0-49E0-86D6-2B0AF7D56EED}"/>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86866291-97B5-4046-9FD0-E54F613BBD4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高コスト手法を全条件に適用せず、物理感度と不確かさに応じて計算資源を配分する。</a:t>
            </a:r>
          </a:p>
        </p:txBody>
      </p:sp>
      <p:sp>
        <p:nvSpPr>
          <p:cNvPr id="9" name="footer">
            <a:extLst xmlns:a="http://schemas.openxmlformats.org/drawingml/2006/main">
              <a:ext uri="{FF2B5EF4-FFF2-40B4-BE49-F238E27FC236}">
                <a16:creationId xmlns:a16="http://schemas.microsoft.com/office/drawing/2014/main" id="{5723E861-16DE-4189-B525-0B2AF46ACF0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DC9D97A3-6DC4-4C4A-8C97-ACACF5B026B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10</a:t>
            </a:r>
          </a:p>
        </p:txBody>
      </p:sp>
      <p:sp>
        <p:nvSpPr>
          <p:cNvPr id="12" name="section">
            <a:extLst xmlns:a="http://schemas.openxmlformats.org/drawingml/2006/main">
              <a:ext uri="{FF2B5EF4-FFF2-40B4-BE49-F238E27FC236}">
                <a16:creationId xmlns:a16="http://schemas.microsoft.com/office/drawing/2014/main" id="{5C6C512A-0175-4F0F-AB90-499C9A58BF2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099248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ABA6D18-D898-4E3D-9A2C-EF3722A98BA8}"/>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Two-term法 1/3：角度分布をF₀とF₁で表す</a:t>
            </a:r>
          </a:p>
        </p:txBody>
      </p:sp>
      <p:sp>
        <p:nvSpPr>
          <p:cNvPr id="3" name="subtitle">
            <a:extLst xmlns:a="http://schemas.openxmlformats.org/drawingml/2006/main">
              <a:ext uri="{FF2B5EF4-FFF2-40B4-BE49-F238E27FC236}">
                <a16:creationId xmlns:a16="http://schemas.microsoft.com/office/drawing/2014/main" id="{D3FB5B2B-14BF-4F8F-AF69-299788B76799}"/>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速度方向の分布をLegendre展開し、等方成分と電場方向の流れ成分だけを残す</a:t>
            </a:r>
          </a:p>
        </p:txBody>
      </p:sp>
      <p:sp>
        <p:nvSpPr>
          <p:cNvPr id="4" name="">
            <a:extLst xmlns:a="http://schemas.openxmlformats.org/drawingml/2006/main">
              <a:ext uri="{FF2B5EF4-FFF2-40B4-BE49-F238E27FC236}">
                <a16:creationId xmlns:a16="http://schemas.microsoft.com/office/drawing/2014/main" id="{C852B5DD-3985-40BE-A658-8E9429D119F0}"/>
              </a:ext>
            </a:extLst>
          </p:cNvPr>
          <p:cNvSpPr>
            <a:spLocks xmlns:a="http://schemas.openxmlformats.org/drawingml/2006/main" noGrp="1"/>
          </p:cNvSpPr>
          <p:nvPr/>
        </p:nvSpPr>
        <p:spPr>
          <a:xfrm xmlns:a="http://schemas.openxmlformats.org/drawingml/2006/main">
            <a:off x="952500" y="1381125"/>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近似</a:t>
            </a:r>
          </a:p>
        </p:txBody>
      </p:sp>
      <p:sp>
        <p:nvSpPr>
          <p:cNvPr id="5" name="">
            <a:extLst xmlns:a="http://schemas.openxmlformats.org/drawingml/2006/main">
              <a:ext uri="{FF2B5EF4-FFF2-40B4-BE49-F238E27FC236}">
                <a16:creationId xmlns:a16="http://schemas.microsoft.com/office/drawing/2014/main" id="{247D48E5-17C7-4B15-BF32-CF6D7EF073E5}"/>
              </a:ext>
            </a:extLst>
          </p:cNvPr>
          <p:cNvSpPr>
            <a:spLocks xmlns:a="http://schemas.openxmlformats.org/drawingml/2006/main" noGrp="1"/>
          </p:cNvSpPr>
          <p:nvPr/>
        </p:nvSpPr>
        <p:spPr>
          <a:xfrm xmlns:a="http://schemas.openxmlformats.org/drawingml/2006/main">
            <a:off x="2095500" y="1381125"/>
            <a:ext cx="91440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f(v, μ) ≈ F₀(v)P₀(μ) + F₁(v)P₁(μ) = F₀(v) + μF₁(v)</a:t>
            </a:r>
          </a:p>
        </p:txBody>
      </p:sp>
      <p:sp>
        <p:nvSpPr>
          <p:cNvPr id="6" name="">
            <a:extLst xmlns:a="http://schemas.openxmlformats.org/drawingml/2006/main">
              <a:ext uri="{FF2B5EF4-FFF2-40B4-BE49-F238E27FC236}">
                <a16:creationId xmlns:a16="http://schemas.microsoft.com/office/drawing/2014/main" id="{8532E1AD-CE90-4D52-B561-9ADAB409FC34}"/>
              </a:ext>
            </a:extLst>
          </p:cNvPr>
          <p:cNvSpPr>
            <a:spLocks xmlns:a="http://schemas.openxmlformats.org/drawingml/2006/main" noGrp="1"/>
          </p:cNvSpPr>
          <p:nvPr/>
        </p:nvSpPr>
        <p:spPr>
          <a:xfrm xmlns:a="http://schemas.openxmlformats.org/drawingml/2006/main">
            <a:off x="2714625" y="2571750"/>
            <a:ext cx="0" cy="2047875"/>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7" name="">
            <a:extLst xmlns:a="http://schemas.openxmlformats.org/drawingml/2006/main">
              <a:ext uri="{FF2B5EF4-FFF2-40B4-BE49-F238E27FC236}">
                <a16:creationId xmlns:a16="http://schemas.microsoft.com/office/drawing/2014/main" id="{9FF7F3F2-58D5-47B1-9579-0F56DE3F7C61}"/>
              </a:ext>
            </a:extLst>
          </p:cNvPr>
          <p:cNvSpPr>
            <a:spLocks xmlns:a="http://schemas.openxmlformats.org/drawingml/2006/main" noGrp="1"/>
          </p:cNvSpPr>
          <p:nvPr/>
        </p:nvSpPr>
        <p:spPr>
          <a:xfrm xmlns:a="http://schemas.openxmlformats.org/drawingml/2006/main">
            <a:off x="1666875" y="3600450"/>
            <a:ext cx="2095500" cy="0"/>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8" name="">
            <a:extLst xmlns:a="http://schemas.openxmlformats.org/drawingml/2006/main">
              <a:ext uri="{FF2B5EF4-FFF2-40B4-BE49-F238E27FC236}">
                <a16:creationId xmlns:a16="http://schemas.microsoft.com/office/drawing/2014/main" id="{B652BF1D-2148-4958-ACC8-D94C9740A5F2}"/>
              </a:ext>
            </a:extLst>
          </p:cNvPr>
          <p:cNvSpPr>
            <a:spLocks xmlns:a="http://schemas.openxmlformats.org/drawingml/2006/main" noGrp="1"/>
          </p:cNvSpPr>
          <p:nvPr/>
        </p:nvSpPr>
        <p:spPr>
          <a:xfrm xmlns:a="http://schemas.openxmlformats.org/drawingml/2006/main">
            <a:off x="1924050" y="2724150"/>
            <a:ext cx="1762125" cy="1762125"/>
          </a:xfrm>
          <a:prstGeom xmlns:a="http://schemas.openxmlformats.org/drawingml/2006/main" prst="ellipse">
            <a:avLst/>
          </a:prstGeom>
          <a:noFill xmlns:a="http://schemas.openxmlformats.org/drawingml/2006/main"/>
          <a:ln xmlns:a="http://schemas.openxmlformats.org/drawingml/2006/main" w="20955">
            <a:solidFill>
              <a:srgbClr val="00A6D6"/>
            </a:solidFill>
            <a:prstDash val="solid"/>
          </a:ln>
        </p:spPr>
      </p:sp>
      <p:sp>
        <p:nvSpPr>
          <p:cNvPr id="9" name="">
            <a:extLst xmlns:a="http://schemas.openxmlformats.org/drawingml/2006/main">
              <a:ext uri="{FF2B5EF4-FFF2-40B4-BE49-F238E27FC236}">
                <a16:creationId xmlns:a16="http://schemas.microsoft.com/office/drawing/2014/main" id="{8D4FD509-F6E5-4260-9D5B-A483C1328686}"/>
              </a:ext>
            </a:extLst>
          </p:cNvPr>
          <p:cNvSpPr>
            <a:spLocks xmlns:a="http://schemas.openxmlformats.org/drawingml/2006/main" noGrp="1"/>
          </p:cNvSpPr>
          <p:nvPr/>
        </p:nvSpPr>
        <p:spPr>
          <a:xfrm xmlns:a="http://schemas.openxmlformats.org/drawingml/2006/main">
            <a:off x="1619250" y="4810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008DB6"/>
                </a:solidFill>
                <a:latin typeface="Noto Sans JP"/>
                <a:ea typeface="Noto Sans JP"/>
                <a:cs typeface="Noto Sans JP"/>
              </a:defRPr>
            </a:pPr>
            <a:r>
              <a:rPr sz="1350" b="1" i="0">
                <a:solidFill>
                  <a:srgbClr val="008DB6"/>
                </a:solidFill>
                <a:latin typeface="Noto Sans JP"/>
                <a:ea typeface="Noto Sans JP"/>
                <a:cs typeface="Noto Sans JP"/>
              </a:rPr>
              <a:t>F₀：等方成分</a:t>
            </a:r>
          </a:p>
        </p:txBody>
      </p:sp>
      <p:sp>
        <p:nvSpPr>
          <p:cNvPr id="10" name="">
            <a:extLst xmlns:a="http://schemas.openxmlformats.org/drawingml/2006/main">
              <a:ext uri="{FF2B5EF4-FFF2-40B4-BE49-F238E27FC236}">
                <a16:creationId xmlns:a16="http://schemas.microsoft.com/office/drawing/2014/main" id="{30FCF5E8-FF76-430E-B56C-835EE1153EB2}"/>
              </a:ext>
            </a:extLst>
          </p:cNvPr>
          <p:cNvSpPr>
            <a:spLocks xmlns:a="http://schemas.openxmlformats.org/drawingml/2006/main" noGrp="1"/>
          </p:cNvSpPr>
          <p:nvPr/>
        </p:nvSpPr>
        <p:spPr>
          <a:xfrm xmlns:a="http://schemas.openxmlformats.org/drawingml/2006/main">
            <a:off x="7000875" y="2571750"/>
            <a:ext cx="0" cy="2047875"/>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11" name="">
            <a:extLst xmlns:a="http://schemas.openxmlformats.org/drawingml/2006/main">
              <a:ext uri="{FF2B5EF4-FFF2-40B4-BE49-F238E27FC236}">
                <a16:creationId xmlns:a16="http://schemas.microsoft.com/office/drawing/2014/main" id="{E945059F-05EB-4D30-957F-D807D0E88C1E}"/>
              </a:ext>
            </a:extLst>
          </p:cNvPr>
          <p:cNvSpPr>
            <a:spLocks xmlns:a="http://schemas.openxmlformats.org/drawingml/2006/main" noGrp="1"/>
          </p:cNvSpPr>
          <p:nvPr/>
        </p:nvSpPr>
        <p:spPr>
          <a:xfrm xmlns:a="http://schemas.openxmlformats.org/drawingml/2006/main">
            <a:off x="5953125" y="3600450"/>
            <a:ext cx="2095500" cy="0"/>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12" name="">
            <a:extLst xmlns:a="http://schemas.openxmlformats.org/drawingml/2006/main">
              <a:ext uri="{FF2B5EF4-FFF2-40B4-BE49-F238E27FC236}">
                <a16:creationId xmlns:a16="http://schemas.microsoft.com/office/drawing/2014/main" id="{0B3B053C-0242-43D8-9E3A-E9BF50A90B8D}"/>
              </a:ext>
            </a:extLst>
          </p:cNvPr>
          <p:cNvSpPr>
            <a:spLocks xmlns:a="http://schemas.openxmlformats.org/drawingml/2006/main" noGrp="1"/>
          </p:cNvSpPr>
          <p:nvPr/>
        </p:nvSpPr>
        <p:spPr>
          <a:xfrm xmlns:a="http://schemas.openxmlformats.org/drawingml/2006/main">
            <a:off x="6334125" y="2857500"/>
            <a:ext cx="1762125" cy="1762125"/>
          </a:xfrm>
          <a:prstGeom xmlns:a="http://schemas.openxmlformats.org/drawingml/2006/main" prst="ellipse">
            <a:avLst/>
          </a:prstGeom>
          <a:noFill xmlns:a="http://schemas.openxmlformats.org/drawingml/2006/main"/>
          <a:ln xmlns:a="http://schemas.openxmlformats.org/drawingml/2006/main" w="20955">
            <a:solidFill>
              <a:srgbClr val="00A6D6"/>
            </a:solidFill>
            <a:prstDash val="solid"/>
          </a:ln>
        </p:spPr>
      </p:sp>
      <p:sp>
        <p:nvSpPr>
          <p:cNvPr id="13" name="">
            <a:extLst xmlns:a="http://schemas.openxmlformats.org/drawingml/2006/main">
              <a:ext uri="{FF2B5EF4-FFF2-40B4-BE49-F238E27FC236}">
                <a16:creationId xmlns:a16="http://schemas.microsoft.com/office/drawing/2014/main" id="{677498A7-7A68-4FDB-9249-99A245CD5EE9}"/>
              </a:ext>
            </a:extLst>
          </p:cNvPr>
          <p:cNvSpPr>
            <a:spLocks xmlns:a="http://schemas.openxmlformats.org/drawingml/2006/main" noGrp="1"/>
          </p:cNvSpPr>
          <p:nvPr/>
        </p:nvSpPr>
        <p:spPr>
          <a:xfrm xmlns:a="http://schemas.openxmlformats.org/drawingml/2006/main">
            <a:off x="6191250" y="2362200"/>
            <a:ext cx="1143000" cy="190500"/>
          </a:xfrm>
          <a:prstGeom xmlns:a="http://schemas.openxmlformats.org/drawingml/2006/main" prst="rightArrow">
            <a:avLst/>
          </a:prstGeom>
          <a:solidFill xmlns:a="http://schemas.openxmlformats.org/drawingml/2006/main">
            <a:srgbClr val="D640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DF2CA25-0C3C-4A6E-BD79-9EC91E7434FC}"/>
              </a:ext>
            </a:extLst>
          </p:cNvPr>
          <p:cNvSpPr>
            <a:spLocks xmlns:a="http://schemas.openxmlformats.org/drawingml/2006/main" noGrp="1"/>
          </p:cNvSpPr>
          <p:nvPr/>
        </p:nvSpPr>
        <p:spPr>
          <a:xfrm xmlns:a="http://schemas.openxmlformats.org/drawingml/2006/main">
            <a:off x="7381875" y="2276475"/>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1" i="0">
                <a:solidFill>
                  <a:srgbClr val="D64045"/>
                </a:solidFill>
                <a:latin typeface="Noto Sans JP"/>
                <a:ea typeface="Noto Sans JP"/>
                <a:cs typeface="Noto Sans JP"/>
              </a:defRPr>
            </a:pPr>
            <a:r>
              <a:rPr sz="1200" b="1" i="0">
                <a:solidFill>
                  <a:srgbClr val="D64045"/>
                </a:solidFill>
                <a:latin typeface="Noto Sans JP"/>
                <a:ea typeface="Noto Sans JP"/>
                <a:cs typeface="Noto Sans JP"/>
              </a:rPr>
              <a:t>+E</a:t>
            </a:r>
          </a:p>
        </p:txBody>
      </p:sp>
      <p:sp>
        <p:nvSpPr>
          <p:cNvPr id="15" name="">
            <a:extLst xmlns:a="http://schemas.openxmlformats.org/drawingml/2006/main">
              <a:ext uri="{FF2B5EF4-FFF2-40B4-BE49-F238E27FC236}">
                <a16:creationId xmlns:a16="http://schemas.microsoft.com/office/drawing/2014/main" id="{F2413D16-1B3E-4BA8-B741-A8407D5095FB}"/>
              </a:ext>
            </a:extLst>
          </p:cNvPr>
          <p:cNvSpPr>
            <a:spLocks xmlns:a="http://schemas.openxmlformats.org/drawingml/2006/main" noGrp="1"/>
          </p:cNvSpPr>
          <p:nvPr/>
        </p:nvSpPr>
        <p:spPr>
          <a:xfrm xmlns:a="http://schemas.openxmlformats.org/drawingml/2006/main">
            <a:off x="5905500" y="4810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008DB6"/>
                </a:solidFill>
                <a:latin typeface="Noto Sans JP"/>
                <a:ea typeface="Noto Sans JP"/>
                <a:cs typeface="Noto Sans JP"/>
              </a:defRPr>
            </a:pPr>
            <a:r>
              <a:rPr sz="1350" b="1" i="0">
                <a:solidFill>
                  <a:srgbClr val="008DB6"/>
                </a:solidFill>
                <a:latin typeface="Noto Sans JP"/>
                <a:ea typeface="Noto Sans JP"/>
                <a:cs typeface="Noto Sans JP"/>
              </a:rPr>
              <a:t>F₀ + μF₁：前後非対称</a:t>
            </a:r>
          </a:p>
        </p:txBody>
      </p:sp>
      <p:sp>
        <p:nvSpPr>
          <p:cNvPr id="16" name="">
            <a:extLst xmlns:a="http://schemas.openxmlformats.org/drawingml/2006/main">
              <a:ext uri="{FF2B5EF4-FFF2-40B4-BE49-F238E27FC236}">
                <a16:creationId xmlns:a16="http://schemas.microsoft.com/office/drawing/2014/main" id="{8AA04D2E-F1E5-458D-B239-74FED50F1EB5}"/>
              </a:ext>
            </a:extLst>
          </p:cNvPr>
          <p:cNvSpPr>
            <a:spLocks xmlns:a="http://schemas.openxmlformats.org/drawingml/2006/main" noGrp="1"/>
          </p:cNvSpPr>
          <p:nvPr/>
        </p:nvSpPr>
        <p:spPr>
          <a:xfrm xmlns:a="http://schemas.openxmlformats.org/drawingml/2006/main">
            <a:off x="8858250" y="2381250"/>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720"/>
          </a:bodyPr>
          <a:lstStyle xmlns:a="http://schemas.openxmlformats.org/drawingml/2006/main"/>
          <a:p xmlns:a="http://schemas.openxmlformats.org/drawingml/2006/main">
            <a:pPr algn="ctr">
              <a:lnSpc>
                <a:spcPct val="102000"/>
              </a:lnSpc>
              <a:buNone/>
              <a:defRPr sz="1800" b="1" i="0">
                <a:solidFill>
                  <a:srgbClr val="008DB6"/>
                </a:solidFill>
                <a:latin typeface="Noto Sans JP"/>
                <a:ea typeface="Noto Sans JP"/>
                <a:cs typeface="Noto Sans JP"/>
              </a:defRPr>
            </a:pPr>
            <a:r>
              <a:rPr sz="1800" b="1" i="0">
                <a:solidFill>
                  <a:srgbClr val="008DB6"/>
                </a:solidFill>
                <a:latin typeface="Noto Sans JP"/>
                <a:ea typeface="Noto Sans JP"/>
                <a:cs typeface="Noto Sans JP"/>
              </a:rPr>
              <a:t>F₀</a:t>
            </a:r>
          </a:p>
        </p:txBody>
      </p:sp>
      <p:sp>
        <p:nvSpPr>
          <p:cNvPr id="17" name="">
            <a:extLst xmlns:a="http://schemas.openxmlformats.org/drawingml/2006/main">
              <a:ext uri="{FF2B5EF4-FFF2-40B4-BE49-F238E27FC236}">
                <a16:creationId xmlns:a16="http://schemas.microsoft.com/office/drawing/2014/main" id="{F45FF32A-7BB1-45CF-BC46-FD149EE83138}"/>
              </a:ext>
            </a:extLst>
          </p:cNvPr>
          <p:cNvSpPr>
            <a:spLocks xmlns:a="http://schemas.openxmlformats.org/drawingml/2006/main" noGrp="1"/>
          </p:cNvSpPr>
          <p:nvPr/>
        </p:nvSpPr>
        <p:spPr>
          <a:xfrm xmlns:a="http://schemas.openxmlformats.org/drawingml/2006/main">
            <a:off x="9620250" y="23336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3714"/>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粒子数・EEDF・平均エネルギー</a:t>
            </a:r>
          </a:p>
        </p:txBody>
      </p:sp>
      <p:sp>
        <p:nvSpPr>
          <p:cNvPr id="18" name="">
            <a:extLst xmlns:a="http://schemas.openxmlformats.org/drawingml/2006/main">
              <a:ext uri="{FF2B5EF4-FFF2-40B4-BE49-F238E27FC236}">
                <a16:creationId xmlns:a16="http://schemas.microsoft.com/office/drawing/2014/main" id="{2A9BB349-E5FF-41F0-A52B-7DD8DAF79A22}"/>
              </a:ext>
            </a:extLst>
          </p:cNvPr>
          <p:cNvSpPr>
            <a:spLocks xmlns:a="http://schemas.openxmlformats.org/drawingml/2006/main" noGrp="1"/>
          </p:cNvSpPr>
          <p:nvPr/>
        </p:nvSpPr>
        <p:spPr>
          <a:xfrm xmlns:a="http://schemas.openxmlformats.org/drawingml/2006/main">
            <a:off x="8858250" y="309562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720"/>
          </a:bodyPr>
          <a:lstStyle xmlns:a="http://schemas.openxmlformats.org/drawingml/2006/main"/>
          <a:p xmlns:a="http://schemas.openxmlformats.org/drawingml/2006/main">
            <a:pPr algn="ctr">
              <a:lnSpc>
                <a:spcPct val="102000"/>
              </a:lnSpc>
              <a:buNone/>
              <a:defRPr sz="1800" b="1" i="0">
                <a:solidFill>
                  <a:srgbClr val="7B2FA3"/>
                </a:solidFill>
                <a:latin typeface="Noto Sans JP"/>
                <a:ea typeface="Noto Sans JP"/>
                <a:cs typeface="Noto Sans JP"/>
              </a:defRPr>
            </a:pPr>
            <a:r>
              <a:rPr sz="1800" b="1" i="0">
                <a:solidFill>
                  <a:srgbClr val="7B2FA3"/>
                </a:solidFill>
                <a:latin typeface="Noto Sans JP"/>
                <a:ea typeface="Noto Sans JP"/>
                <a:cs typeface="Noto Sans JP"/>
              </a:rPr>
              <a:t>F₁</a:t>
            </a:r>
          </a:p>
        </p:txBody>
      </p:sp>
      <p:sp>
        <p:nvSpPr>
          <p:cNvPr id="19" name="">
            <a:extLst xmlns:a="http://schemas.openxmlformats.org/drawingml/2006/main">
              <a:ext uri="{FF2B5EF4-FFF2-40B4-BE49-F238E27FC236}">
                <a16:creationId xmlns:a16="http://schemas.microsoft.com/office/drawing/2014/main" id="{F182BBA7-4577-466E-ACC5-BF63CA939E01}"/>
              </a:ext>
            </a:extLst>
          </p:cNvPr>
          <p:cNvSpPr>
            <a:spLocks xmlns:a="http://schemas.openxmlformats.org/drawingml/2006/main" noGrp="1"/>
          </p:cNvSpPr>
          <p:nvPr/>
        </p:nvSpPr>
        <p:spPr>
          <a:xfrm xmlns:a="http://schemas.openxmlformats.org/drawingml/2006/main">
            <a:off x="9620250" y="30480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485"/>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電場方向のドリフト・流束</a:t>
            </a:r>
          </a:p>
        </p:txBody>
      </p:sp>
      <p:sp>
        <p:nvSpPr>
          <p:cNvPr id="20" name="">
            <a:extLst xmlns:a="http://schemas.openxmlformats.org/drawingml/2006/main">
              <a:ext uri="{FF2B5EF4-FFF2-40B4-BE49-F238E27FC236}">
                <a16:creationId xmlns:a16="http://schemas.microsoft.com/office/drawing/2014/main" id="{49648890-BAF3-4BE9-8E5F-E278172C6031}"/>
              </a:ext>
            </a:extLst>
          </p:cNvPr>
          <p:cNvSpPr>
            <a:spLocks xmlns:a="http://schemas.openxmlformats.org/drawingml/2006/main" noGrp="1"/>
          </p:cNvSpPr>
          <p:nvPr/>
        </p:nvSpPr>
        <p:spPr>
          <a:xfrm xmlns:a="http://schemas.openxmlformats.org/drawingml/2006/main">
            <a:off x="8763000" y="3905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D64045"/>
                </a:solidFill>
                <a:latin typeface="Noto Sans JP"/>
                <a:ea typeface="Noto Sans JP"/>
                <a:cs typeface="Noto Sans JP"/>
              </a:defRPr>
            </a:pPr>
            <a:r>
              <a:rPr sz="1350" b="1" i="0">
                <a:solidFill>
                  <a:srgbClr val="D64045"/>
                </a:solidFill>
                <a:latin typeface="Noto Sans JP"/>
                <a:ea typeface="Noto Sans JP"/>
                <a:cs typeface="Noto Sans JP"/>
              </a:rPr>
              <a:t>省略するもの</a:t>
            </a:r>
          </a:p>
        </p:txBody>
      </p:sp>
      <p:sp>
        <p:nvSpPr>
          <p:cNvPr id="21" name="">
            <a:extLst xmlns:a="http://schemas.openxmlformats.org/drawingml/2006/main">
              <a:ext uri="{FF2B5EF4-FFF2-40B4-BE49-F238E27FC236}">
                <a16:creationId xmlns:a16="http://schemas.microsoft.com/office/drawing/2014/main" id="{6D379816-A7F5-4FE2-8BE2-BA3130CBB524}"/>
              </a:ext>
            </a:extLst>
          </p:cNvPr>
          <p:cNvSpPr>
            <a:spLocks xmlns:a="http://schemas.openxmlformats.org/drawingml/2006/main" noGrp="1"/>
          </p:cNvSpPr>
          <p:nvPr/>
        </p:nvSpPr>
        <p:spPr>
          <a:xfrm xmlns:a="http://schemas.openxmlformats.org/drawingml/2006/main">
            <a:off x="9048750" y="4286250"/>
            <a:ext cx="2428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F₂, F₃, …：分布の曲率や高次の角度異方性</a:t>
            </a:r>
          </a:p>
        </p:txBody>
      </p:sp>
      <p:sp>
        <p:nvSpPr>
          <p:cNvPr id="22" name="takeaway-bullet">
            <a:extLst xmlns:a="http://schemas.openxmlformats.org/drawingml/2006/main">
              <a:ext uri="{FF2B5EF4-FFF2-40B4-BE49-F238E27FC236}">
                <a16:creationId xmlns:a16="http://schemas.microsoft.com/office/drawing/2014/main" id="{9222406A-9B66-4BF2-981A-9B26609894AF}"/>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takeaway">
            <a:extLst xmlns:a="http://schemas.openxmlformats.org/drawingml/2006/main">
              <a:ext uri="{FF2B5EF4-FFF2-40B4-BE49-F238E27FC236}">
                <a16:creationId xmlns:a16="http://schemas.microsoft.com/office/drawing/2014/main" id="{FB96C7E7-8CD0-4A1C-A7FB-B783C2A1A9B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|F₁/F₀|が小さい条件では高速で有効。高E/N・前方散乱・B場ではF₂以上の切断誤差を確認する。</a:t>
            </a:r>
          </a:p>
        </p:txBody>
      </p:sp>
      <p:sp>
        <p:nvSpPr>
          <p:cNvPr id="24" name="source">
            <a:extLst xmlns:a="http://schemas.openxmlformats.org/drawingml/2006/main">
              <a:ext uri="{FF2B5EF4-FFF2-40B4-BE49-F238E27FC236}">
                <a16:creationId xmlns:a16="http://schemas.microsoft.com/office/drawing/2014/main" id="{AD8250A5-8998-4043-A2AF-C52623B85A03}"/>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Legendre expansion and two-term approximation: [R1], [R3], [R4]</a:t>
            </a:r>
          </a:p>
        </p:txBody>
      </p:sp>
      <p:sp>
        <p:nvSpPr>
          <p:cNvPr id="26" name="footer">
            <a:extLst xmlns:a="http://schemas.openxmlformats.org/drawingml/2006/main">
              <a:ext uri="{FF2B5EF4-FFF2-40B4-BE49-F238E27FC236}">
                <a16:creationId xmlns:a16="http://schemas.microsoft.com/office/drawing/2014/main" id="{1DC0C0DA-771C-4529-84C3-32479FAE74D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7" name="page">
            <a:extLst xmlns:a="http://schemas.openxmlformats.org/drawingml/2006/main">
              <a:ext uri="{FF2B5EF4-FFF2-40B4-BE49-F238E27FC236}">
                <a16:creationId xmlns:a16="http://schemas.microsoft.com/office/drawing/2014/main" id="{F2057F41-FDD0-4701-BD22-929B6370D89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11</a:t>
            </a:r>
          </a:p>
        </p:txBody>
      </p:sp>
      <p:sp>
        <p:nvSpPr>
          <p:cNvPr id="28" name="section">
            <a:extLst xmlns:a="http://schemas.openxmlformats.org/drawingml/2006/main">
              <a:ext uri="{FF2B5EF4-FFF2-40B4-BE49-F238E27FC236}">
                <a16:creationId xmlns:a16="http://schemas.microsoft.com/office/drawing/2014/main" id="{BCDF3D1E-E63A-40A7-BF36-261EB62A02E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2637482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8FD9F28-4FCD-4845-8873-FA19141E5AD7}"/>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Two-term法 2/3：1次元エネルギー空間でEEDFを解く</a:t>
            </a:r>
          </a:p>
        </p:txBody>
      </p:sp>
      <p:sp>
        <p:nvSpPr>
          <p:cNvPr id="3" name="">
            <a:extLst xmlns:a="http://schemas.openxmlformats.org/drawingml/2006/main">
              <a:ext uri="{FF2B5EF4-FFF2-40B4-BE49-F238E27FC236}">
                <a16:creationId xmlns:a16="http://schemas.microsoft.com/office/drawing/2014/main" id="{5A78B56B-FE7E-48CC-91A7-06A8C7D4102B}"/>
              </a:ext>
            </a:extLst>
          </p:cNvPr>
          <p:cNvSpPr>
            <a:spLocks xmlns:a="http://schemas.openxmlformats.org/drawingml/2006/main" noGrp="1"/>
          </p:cNvSpPr>
          <p:nvPr/>
        </p:nvSpPr>
        <p:spPr>
          <a:xfrm xmlns:a="http://schemas.openxmlformats.org/drawingml/2006/main">
            <a:off x="857250" y="1333500"/>
            <a:ext cx="1143000" cy="68580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保存則</a:t>
            </a:r>
          </a:p>
        </p:txBody>
      </p:sp>
      <p:sp>
        <p:nvSpPr>
          <p:cNvPr id="4" name="">
            <a:extLst xmlns:a="http://schemas.openxmlformats.org/drawingml/2006/main">
              <a:ext uri="{FF2B5EF4-FFF2-40B4-BE49-F238E27FC236}">
                <a16:creationId xmlns:a16="http://schemas.microsoft.com/office/drawing/2014/main" id="{E1187084-63B1-4F9E-9DD3-2BB54832FDAA}"/>
              </a:ext>
            </a:extLst>
          </p:cNvPr>
          <p:cNvSpPr>
            <a:spLocks xmlns:a="http://schemas.openxmlformats.org/drawingml/2006/main" noGrp="1"/>
          </p:cNvSpPr>
          <p:nvPr/>
        </p:nvSpPr>
        <p:spPr>
          <a:xfrm xmlns:a="http://schemas.openxmlformats.org/drawingml/2006/main">
            <a:off x="2000250" y="1333500"/>
            <a:ext cx="9334500" cy="68580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∂p/∂t = −∂Jε/∂ε + C_inel[p] ,    Jε = A(ε)p − D(ε)∂p/∂ε</a:t>
            </a:r>
          </a:p>
        </p:txBody>
      </p:sp>
      <p:sp>
        <p:nvSpPr>
          <p:cNvPr id="5" name="">
            <a:extLst xmlns:a="http://schemas.openxmlformats.org/drawingml/2006/main">
              <a:ext uri="{FF2B5EF4-FFF2-40B4-BE49-F238E27FC236}">
                <a16:creationId xmlns:a16="http://schemas.microsoft.com/office/drawing/2014/main" id="{022E34C9-C153-4194-8666-C9AEE5F12FA9}"/>
              </a:ext>
            </a:extLst>
          </p:cNvPr>
          <p:cNvSpPr>
            <a:spLocks xmlns:a="http://schemas.openxmlformats.org/drawingml/2006/main" noGrp="1"/>
          </p:cNvSpPr>
          <p:nvPr/>
        </p:nvSpPr>
        <p:spPr>
          <a:xfrm xmlns:a="http://schemas.openxmlformats.org/drawingml/2006/main">
            <a:off x="762000" y="23812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エネルギー格子</a:t>
            </a:r>
          </a:p>
        </p:txBody>
      </p:sp>
      <p:sp>
        <p:nvSpPr>
          <p:cNvPr id="6" name="">
            <a:extLst xmlns:a="http://schemas.openxmlformats.org/drawingml/2006/main">
              <a:ext uri="{FF2B5EF4-FFF2-40B4-BE49-F238E27FC236}">
                <a16:creationId xmlns:a16="http://schemas.microsoft.com/office/drawing/2014/main" id="{825E35EC-B6F2-4AE5-8CC6-9F919DD01364}"/>
              </a:ext>
            </a:extLst>
          </p:cNvPr>
          <p:cNvSpPr>
            <a:spLocks xmlns:a="http://schemas.openxmlformats.org/drawingml/2006/main" noGrp="1"/>
          </p:cNvSpPr>
          <p:nvPr/>
        </p:nvSpPr>
        <p:spPr>
          <a:xfrm xmlns:a="http://schemas.openxmlformats.org/drawingml/2006/main">
            <a:off x="952500" y="3333750"/>
            <a:ext cx="9810750" cy="0"/>
          </a:xfrm>
          <a:prstGeom xmlns:a="http://schemas.openxmlformats.org/drawingml/2006/main" prst="line">
            <a:avLst/>
          </a:prstGeom>
          <a:noFill xmlns:a="http://schemas.openxmlformats.org/drawingml/2006/main"/>
          <a:ln xmlns:a="http://schemas.openxmlformats.org/drawingml/2006/main" w="19050">
            <a:solidFill>
              <a:srgbClr val="241646"/>
            </a:solidFill>
            <a:prstDash val="solid"/>
          </a:ln>
        </p:spPr>
      </p:sp>
      <p:sp>
        <p:nvSpPr>
          <p:cNvPr id="7" name="">
            <a:extLst xmlns:a="http://schemas.openxmlformats.org/drawingml/2006/main">
              <a:ext uri="{FF2B5EF4-FFF2-40B4-BE49-F238E27FC236}">
                <a16:creationId xmlns:a16="http://schemas.microsoft.com/office/drawing/2014/main" id="{0F26F226-CEF9-44AC-ABAC-8A9154D82F50}"/>
              </a:ext>
            </a:extLst>
          </p:cNvPr>
          <p:cNvSpPr>
            <a:spLocks xmlns:a="http://schemas.openxmlformats.org/drawingml/2006/main" noGrp="1"/>
          </p:cNvSpPr>
          <p:nvPr/>
        </p:nvSpPr>
        <p:spPr>
          <a:xfrm xmlns:a="http://schemas.openxmlformats.org/drawingml/2006/main">
            <a:off x="952500"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8" name="">
            <a:extLst xmlns:a="http://schemas.openxmlformats.org/drawingml/2006/main">
              <a:ext uri="{FF2B5EF4-FFF2-40B4-BE49-F238E27FC236}">
                <a16:creationId xmlns:a16="http://schemas.microsoft.com/office/drawing/2014/main" id="{6C8D4984-64C5-44BD-A1F1-505AA6D96186}"/>
              </a:ext>
            </a:extLst>
          </p:cNvPr>
          <p:cNvSpPr>
            <a:spLocks xmlns:a="http://schemas.openxmlformats.org/drawingml/2006/main" noGrp="1"/>
          </p:cNvSpPr>
          <p:nvPr/>
        </p:nvSpPr>
        <p:spPr>
          <a:xfrm xmlns:a="http://schemas.openxmlformats.org/drawingml/2006/main">
            <a:off x="742950"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0</a:t>
            </a:r>
          </a:p>
        </p:txBody>
      </p:sp>
      <p:sp>
        <p:nvSpPr>
          <p:cNvPr id="9" name="">
            <a:extLst xmlns:a="http://schemas.openxmlformats.org/drawingml/2006/main">
              <a:ext uri="{FF2B5EF4-FFF2-40B4-BE49-F238E27FC236}">
                <a16:creationId xmlns:a16="http://schemas.microsoft.com/office/drawing/2014/main" id="{D97A43A2-0B46-4471-B262-2E57A3187112}"/>
              </a:ext>
            </a:extLst>
          </p:cNvPr>
          <p:cNvSpPr>
            <a:spLocks xmlns:a="http://schemas.openxmlformats.org/drawingml/2006/main" noGrp="1"/>
          </p:cNvSpPr>
          <p:nvPr/>
        </p:nvSpPr>
        <p:spPr>
          <a:xfrm xmlns:a="http://schemas.openxmlformats.org/drawingml/2006/main">
            <a:off x="1844386"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0" name="">
            <a:extLst xmlns:a="http://schemas.openxmlformats.org/drawingml/2006/main">
              <a:ext uri="{FF2B5EF4-FFF2-40B4-BE49-F238E27FC236}">
                <a16:creationId xmlns:a16="http://schemas.microsoft.com/office/drawing/2014/main" id="{45F21080-9951-41E0-BAB8-B68C354B0B74}"/>
              </a:ext>
            </a:extLst>
          </p:cNvPr>
          <p:cNvSpPr>
            <a:spLocks xmlns:a="http://schemas.openxmlformats.org/drawingml/2006/main" noGrp="1"/>
          </p:cNvSpPr>
          <p:nvPr/>
        </p:nvSpPr>
        <p:spPr>
          <a:xfrm xmlns:a="http://schemas.openxmlformats.org/drawingml/2006/main">
            <a:off x="1634836"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8087BA7D-4D6C-45C4-B9FB-BD7A65399268}"/>
              </a:ext>
            </a:extLst>
          </p:cNvPr>
          <p:cNvSpPr>
            <a:spLocks xmlns:a="http://schemas.openxmlformats.org/drawingml/2006/main" noGrp="1"/>
          </p:cNvSpPr>
          <p:nvPr/>
        </p:nvSpPr>
        <p:spPr>
          <a:xfrm xmlns:a="http://schemas.openxmlformats.org/drawingml/2006/main">
            <a:off x="2736273"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2" name="">
            <a:extLst xmlns:a="http://schemas.openxmlformats.org/drawingml/2006/main">
              <a:ext uri="{FF2B5EF4-FFF2-40B4-BE49-F238E27FC236}">
                <a16:creationId xmlns:a16="http://schemas.microsoft.com/office/drawing/2014/main" id="{6ABA41ED-3473-4314-815A-DE804AAA8B3D}"/>
              </a:ext>
            </a:extLst>
          </p:cNvPr>
          <p:cNvSpPr>
            <a:spLocks xmlns:a="http://schemas.openxmlformats.org/drawingml/2006/main" noGrp="1"/>
          </p:cNvSpPr>
          <p:nvPr/>
        </p:nvSpPr>
        <p:spPr>
          <a:xfrm xmlns:a="http://schemas.openxmlformats.org/drawingml/2006/main">
            <a:off x="2526723"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182E49A4-FDB2-4F0E-B5CC-40C9999AB9AC}"/>
              </a:ext>
            </a:extLst>
          </p:cNvPr>
          <p:cNvSpPr>
            <a:spLocks xmlns:a="http://schemas.openxmlformats.org/drawingml/2006/main" noGrp="1"/>
          </p:cNvSpPr>
          <p:nvPr/>
        </p:nvSpPr>
        <p:spPr>
          <a:xfrm xmlns:a="http://schemas.openxmlformats.org/drawingml/2006/main">
            <a:off x="3628159"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4" name="">
            <a:extLst xmlns:a="http://schemas.openxmlformats.org/drawingml/2006/main">
              <a:ext uri="{FF2B5EF4-FFF2-40B4-BE49-F238E27FC236}">
                <a16:creationId xmlns:a16="http://schemas.microsoft.com/office/drawing/2014/main" id="{59F6AA2E-49D0-4A27-B5DD-378EFEDC1AD4}"/>
              </a:ext>
            </a:extLst>
          </p:cNvPr>
          <p:cNvSpPr>
            <a:spLocks xmlns:a="http://schemas.openxmlformats.org/drawingml/2006/main" noGrp="1"/>
          </p:cNvSpPr>
          <p:nvPr/>
        </p:nvSpPr>
        <p:spPr>
          <a:xfrm xmlns:a="http://schemas.openxmlformats.org/drawingml/2006/main">
            <a:off x="3418609"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6</a:t>
            </a:r>
          </a:p>
        </p:txBody>
      </p:sp>
      <p:sp>
        <p:nvSpPr>
          <p:cNvPr id="15" name="">
            <a:extLst xmlns:a="http://schemas.openxmlformats.org/drawingml/2006/main">
              <a:ext uri="{FF2B5EF4-FFF2-40B4-BE49-F238E27FC236}">
                <a16:creationId xmlns:a16="http://schemas.microsoft.com/office/drawing/2014/main" id="{CB07CCB9-DCD3-4515-BBF8-EF0D1B692EEF}"/>
              </a:ext>
            </a:extLst>
          </p:cNvPr>
          <p:cNvSpPr>
            <a:spLocks xmlns:a="http://schemas.openxmlformats.org/drawingml/2006/main" noGrp="1"/>
          </p:cNvSpPr>
          <p:nvPr/>
        </p:nvSpPr>
        <p:spPr>
          <a:xfrm xmlns:a="http://schemas.openxmlformats.org/drawingml/2006/main">
            <a:off x="4520045"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6" name="">
            <a:extLst xmlns:a="http://schemas.openxmlformats.org/drawingml/2006/main">
              <a:ext uri="{FF2B5EF4-FFF2-40B4-BE49-F238E27FC236}">
                <a16:creationId xmlns:a16="http://schemas.microsoft.com/office/drawing/2014/main" id="{FDA5EFE8-37AC-4B00-95D3-88AAE3CE8419}"/>
              </a:ext>
            </a:extLst>
          </p:cNvPr>
          <p:cNvSpPr>
            <a:spLocks xmlns:a="http://schemas.openxmlformats.org/drawingml/2006/main" noGrp="1"/>
          </p:cNvSpPr>
          <p:nvPr/>
        </p:nvSpPr>
        <p:spPr>
          <a:xfrm xmlns:a="http://schemas.openxmlformats.org/drawingml/2006/main">
            <a:off x="4310495"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8</a:t>
            </a:r>
          </a:p>
        </p:txBody>
      </p:sp>
      <p:sp>
        <p:nvSpPr>
          <p:cNvPr id="17" name="">
            <a:extLst xmlns:a="http://schemas.openxmlformats.org/drawingml/2006/main">
              <a:ext uri="{FF2B5EF4-FFF2-40B4-BE49-F238E27FC236}">
                <a16:creationId xmlns:a16="http://schemas.microsoft.com/office/drawing/2014/main" id="{0AAD94D4-8A62-472C-9191-30844D7E1021}"/>
              </a:ext>
            </a:extLst>
          </p:cNvPr>
          <p:cNvSpPr>
            <a:spLocks xmlns:a="http://schemas.openxmlformats.org/drawingml/2006/main" noGrp="1"/>
          </p:cNvSpPr>
          <p:nvPr/>
        </p:nvSpPr>
        <p:spPr>
          <a:xfrm xmlns:a="http://schemas.openxmlformats.org/drawingml/2006/main">
            <a:off x="6080847"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8" name="">
            <a:extLst xmlns:a="http://schemas.openxmlformats.org/drawingml/2006/main">
              <a:ext uri="{FF2B5EF4-FFF2-40B4-BE49-F238E27FC236}">
                <a16:creationId xmlns:a16="http://schemas.microsoft.com/office/drawing/2014/main" id="{43892181-8078-4714-B359-55BCAA22CC8F}"/>
              </a:ext>
            </a:extLst>
          </p:cNvPr>
          <p:cNvSpPr>
            <a:spLocks xmlns:a="http://schemas.openxmlformats.org/drawingml/2006/main" noGrp="1"/>
          </p:cNvSpPr>
          <p:nvPr/>
        </p:nvSpPr>
        <p:spPr>
          <a:xfrm xmlns:a="http://schemas.openxmlformats.org/drawingml/2006/main">
            <a:off x="5871297"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11.5</a:t>
            </a:r>
          </a:p>
        </p:txBody>
      </p:sp>
      <p:sp>
        <p:nvSpPr>
          <p:cNvPr id="19" name="">
            <a:extLst xmlns:a="http://schemas.openxmlformats.org/drawingml/2006/main">
              <a:ext uri="{FF2B5EF4-FFF2-40B4-BE49-F238E27FC236}">
                <a16:creationId xmlns:a16="http://schemas.microsoft.com/office/drawing/2014/main" id="{D6D5CF99-F035-4DA1-ABDC-A09C4CB3C838}"/>
              </a:ext>
            </a:extLst>
          </p:cNvPr>
          <p:cNvSpPr>
            <a:spLocks xmlns:a="http://schemas.openxmlformats.org/drawingml/2006/main" noGrp="1"/>
          </p:cNvSpPr>
          <p:nvPr/>
        </p:nvSpPr>
        <p:spPr>
          <a:xfrm xmlns:a="http://schemas.openxmlformats.org/drawingml/2006/main">
            <a:off x="7998402"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20" name="">
            <a:extLst xmlns:a="http://schemas.openxmlformats.org/drawingml/2006/main">
              <a:ext uri="{FF2B5EF4-FFF2-40B4-BE49-F238E27FC236}">
                <a16:creationId xmlns:a16="http://schemas.microsoft.com/office/drawing/2014/main" id="{E1AECD3D-EFE8-42C0-AC0F-7CD2F05586BE}"/>
              </a:ext>
            </a:extLst>
          </p:cNvPr>
          <p:cNvSpPr>
            <a:spLocks xmlns:a="http://schemas.openxmlformats.org/drawingml/2006/main" noGrp="1"/>
          </p:cNvSpPr>
          <p:nvPr/>
        </p:nvSpPr>
        <p:spPr>
          <a:xfrm xmlns:a="http://schemas.openxmlformats.org/drawingml/2006/main">
            <a:off x="7788852"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15.8</a:t>
            </a:r>
          </a:p>
        </p:txBody>
      </p:sp>
      <p:sp>
        <p:nvSpPr>
          <p:cNvPr id="21" name="">
            <a:extLst xmlns:a="http://schemas.openxmlformats.org/drawingml/2006/main">
              <a:ext uri="{FF2B5EF4-FFF2-40B4-BE49-F238E27FC236}">
                <a16:creationId xmlns:a16="http://schemas.microsoft.com/office/drawing/2014/main" id="{53EA818B-4C8B-4621-81AE-A597459C8E81}"/>
              </a:ext>
            </a:extLst>
          </p:cNvPr>
          <p:cNvSpPr>
            <a:spLocks xmlns:a="http://schemas.openxmlformats.org/drawingml/2006/main" noGrp="1"/>
          </p:cNvSpPr>
          <p:nvPr/>
        </p:nvSpPr>
        <p:spPr>
          <a:xfrm xmlns:a="http://schemas.openxmlformats.org/drawingml/2006/main">
            <a:off x="10763250"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22" name="">
            <a:extLst xmlns:a="http://schemas.openxmlformats.org/drawingml/2006/main">
              <a:ext uri="{FF2B5EF4-FFF2-40B4-BE49-F238E27FC236}">
                <a16:creationId xmlns:a16="http://schemas.microsoft.com/office/drawing/2014/main" id="{BFAEC26B-A6ED-4A04-BD2F-BC71ECC889E3}"/>
              </a:ext>
            </a:extLst>
          </p:cNvPr>
          <p:cNvSpPr>
            <a:spLocks xmlns:a="http://schemas.openxmlformats.org/drawingml/2006/main" noGrp="1"/>
          </p:cNvSpPr>
          <p:nvPr/>
        </p:nvSpPr>
        <p:spPr>
          <a:xfrm xmlns:a="http://schemas.openxmlformats.org/drawingml/2006/main">
            <a:off x="10553700"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22</a:t>
            </a:r>
          </a:p>
        </p:txBody>
      </p:sp>
      <p:sp>
        <p:nvSpPr>
          <p:cNvPr id="23" name="">
            <a:extLst xmlns:a="http://schemas.openxmlformats.org/drawingml/2006/main">
              <a:ext uri="{FF2B5EF4-FFF2-40B4-BE49-F238E27FC236}">
                <a16:creationId xmlns:a16="http://schemas.microsoft.com/office/drawing/2014/main" id="{8F466565-5962-4710-8D2C-4BB0A4210689}"/>
              </a:ext>
            </a:extLst>
          </p:cNvPr>
          <p:cNvSpPr>
            <a:spLocks xmlns:a="http://schemas.openxmlformats.org/drawingml/2006/main" noGrp="1"/>
          </p:cNvSpPr>
          <p:nvPr/>
        </p:nvSpPr>
        <p:spPr>
          <a:xfrm xmlns:a="http://schemas.openxmlformats.org/drawingml/2006/main">
            <a:off x="10858500" y="32194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666666"/>
                </a:solidFill>
                <a:latin typeface="Noto Sans JP"/>
                <a:ea typeface="Noto Sans JP"/>
                <a:cs typeface="Noto Sans JP"/>
              </a:defRPr>
            </a:pPr>
            <a:r>
              <a:rPr sz="1125" b="0" i="0">
                <a:solidFill>
                  <a:srgbClr val="666666"/>
                </a:solidFill>
                <a:latin typeface="Noto Sans JP"/>
                <a:ea typeface="Noto Sans JP"/>
                <a:cs typeface="Noto Sans JP"/>
              </a:rPr>
              <a:t>ε [eV]</a:t>
            </a:r>
          </a:p>
        </p:txBody>
      </p:sp>
      <p:sp>
        <p:nvSpPr>
          <p:cNvPr id="24" name="">
            <a:extLst xmlns:a="http://schemas.openxmlformats.org/drawingml/2006/main">
              <a:ext uri="{FF2B5EF4-FFF2-40B4-BE49-F238E27FC236}">
                <a16:creationId xmlns:a16="http://schemas.microsoft.com/office/drawing/2014/main" id="{EF303E8A-0B7D-4E35-8296-2267C40E436B}"/>
              </a:ext>
            </a:extLst>
          </p:cNvPr>
          <p:cNvSpPr>
            <a:spLocks xmlns:a="http://schemas.openxmlformats.org/drawingml/2006/main" noGrp="1"/>
          </p:cNvSpPr>
          <p:nvPr/>
        </p:nvSpPr>
        <p:spPr>
          <a:xfrm xmlns:a="http://schemas.openxmlformats.org/drawingml/2006/main">
            <a:off x="2381250" y="2781300"/>
            <a:ext cx="2381250" cy="171450"/>
          </a:xfrm>
          <a:prstGeom xmlns:a="http://schemas.openxmlformats.org/drawingml/2006/main" prst="rightArrow">
            <a:avLst/>
          </a:prstGeom>
          <a:solidFill xmlns:a="http://schemas.openxmlformats.org/drawingml/2006/main">
            <a:srgbClr val="00A6D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30AED7C-FAF5-45EA-84B4-D26F42D3F9BD}"/>
              </a:ext>
            </a:extLst>
          </p:cNvPr>
          <p:cNvSpPr>
            <a:spLocks xmlns:a="http://schemas.openxmlformats.org/drawingml/2006/main" noGrp="1"/>
          </p:cNvSpPr>
          <p:nvPr/>
        </p:nvSpPr>
        <p:spPr>
          <a:xfrm xmlns:a="http://schemas.openxmlformats.org/drawingml/2006/main">
            <a:off x="2428875" y="2476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電場加熱：高エネルギー側へ</a:t>
            </a:r>
          </a:p>
        </p:txBody>
      </p:sp>
      <p:sp>
        <p:nvSpPr>
          <p:cNvPr id="26" name="">
            <a:extLst xmlns:a="http://schemas.openxmlformats.org/drawingml/2006/main">
              <a:ext uri="{FF2B5EF4-FFF2-40B4-BE49-F238E27FC236}">
                <a16:creationId xmlns:a16="http://schemas.microsoft.com/office/drawing/2014/main" id="{FE6E6301-8B09-418B-B62D-895F0F57E6AE}"/>
              </a:ext>
            </a:extLst>
          </p:cNvPr>
          <p:cNvSpPr>
            <a:spLocks xmlns:a="http://schemas.openxmlformats.org/drawingml/2006/main" noGrp="1"/>
          </p:cNvSpPr>
          <p:nvPr/>
        </p:nvSpPr>
        <p:spPr>
          <a:xfrm xmlns:a="http://schemas.openxmlformats.org/drawingml/2006/main" flipH="1">
            <a:off x="6048375" y="4000500"/>
            <a:ext cx="2000250" cy="171450"/>
          </a:xfrm>
          <a:prstGeom xmlns:a="http://schemas.openxmlformats.org/drawingml/2006/main" prst="rightArrow">
            <a:avLst/>
          </a:prstGeom>
          <a:solidFill xmlns:a="http://schemas.openxmlformats.org/drawingml/2006/main">
            <a:srgbClr val="00AFA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46DC0AD-2CD4-4635-8396-113F16F8633B}"/>
              </a:ext>
            </a:extLst>
          </p:cNvPr>
          <p:cNvSpPr>
            <a:spLocks xmlns:a="http://schemas.openxmlformats.org/drawingml/2006/main" noGrp="1"/>
          </p:cNvSpPr>
          <p:nvPr/>
        </p:nvSpPr>
        <p:spPr>
          <a:xfrm xmlns:a="http://schemas.openxmlformats.org/drawingml/2006/main">
            <a:off x="5810250" y="42386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AFA5"/>
                </a:solidFill>
                <a:latin typeface="Noto Sans JP"/>
                <a:ea typeface="Noto Sans JP"/>
                <a:cs typeface="Noto Sans JP"/>
              </a:defRPr>
            </a:pPr>
            <a:r>
              <a:rPr sz="1200" b="1" i="0">
                <a:solidFill>
                  <a:srgbClr val="00AFA5"/>
                </a:solidFill>
                <a:latin typeface="Noto Sans JP"/>
                <a:ea typeface="Noto Sans JP"/>
                <a:cs typeface="Noto Sans JP"/>
              </a:rPr>
              <a:t>弾性衝突・熱運動：冷却</a:t>
            </a:r>
          </a:p>
        </p:txBody>
      </p:sp>
      <p:sp>
        <p:nvSpPr>
          <p:cNvPr id="28" name="">
            <a:extLst xmlns:a="http://schemas.openxmlformats.org/drawingml/2006/main">
              <a:ext uri="{FF2B5EF4-FFF2-40B4-BE49-F238E27FC236}">
                <a16:creationId xmlns:a16="http://schemas.microsoft.com/office/drawing/2014/main" id="{0F8EFA18-94EE-46DB-A8E8-8D074BE8C2E3}"/>
              </a:ext>
            </a:extLst>
          </p:cNvPr>
          <p:cNvSpPr>
            <a:spLocks xmlns:a="http://schemas.openxmlformats.org/drawingml/2006/main" noGrp="1"/>
          </p:cNvSpPr>
          <p:nvPr/>
        </p:nvSpPr>
        <p:spPr>
          <a:xfrm xmlns:a="http://schemas.openxmlformats.org/drawingml/2006/main">
            <a:off x="6080847" y="2809875"/>
            <a:ext cx="0" cy="1381125"/>
          </a:xfrm>
          <a:prstGeom xmlns:a="http://schemas.openxmlformats.org/drawingml/2006/main" prst="line">
            <a:avLst/>
          </a:prstGeom>
          <a:noFill xmlns:a="http://schemas.openxmlformats.org/drawingml/2006/main"/>
          <a:ln xmlns:a="http://schemas.openxmlformats.org/drawingml/2006/main" w="19050">
            <a:solidFill>
              <a:srgbClr val="7B2FA3"/>
            </a:solidFill>
            <a:prstDash val="dash"/>
          </a:ln>
        </p:spPr>
      </p:sp>
      <p:sp>
        <p:nvSpPr>
          <p:cNvPr id="29" name="">
            <a:extLst xmlns:a="http://schemas.openxmlformats.org/drawingml/2006/main">
              <a:ext uri="{FF2B5EF4-FFF2-40B4-BE49-F238E27FC236}">
                <a16:creationId xmlns:a16="http://schemas.microsoft.com/office/drawing/2014/main" id="{CE0F2B79-9EFB-4D28-BEF1-D84F39A23452}"/>
              </a:ext>
            </a:extLst>
          </p:cNvPr>
          <p:cNvSpPr>
            <a:spLocks xmlns:a="http://schemas.openxmlformats.org/drawingml/2006/main" noGrp="1"/>
          </p:cNvSpPr>
          <p:nvPr/>
        </p:nvSpPr>
        <p:spPr>
          <a:xfrm xmlns:a="http://schemas.openxmlformats.org/drawingml/2006/main">
            <a:off x="5623647" y="25717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7B2FA3"/>
                </a:solidFill>
                <a:latin typeface="Noto Sans JP"/>
                <a:ea typeface="Noto Sans JP"/>
                <a:cs typeface="Noto Sans JP"/>
              </a:defRPr>
            </a:pPr>
            <a:r>
              <a:rPr sz="1050" b="1" i="0">
                <a:solidFill>
                  <a:srgbClr val="7B2FA3"/>
                </a:solidFill>
                <a:latin typeface="Noto Sans JP"/>
                <a:ea typeface="Noto Sans JP"/>
                <a:cs typeface="Noto Sans JP"/>
              </a:rPr>
              <a:t>Ar励起</a:t>
            </a:r>
          </a:p>
        </p:txBody>
      </p:sp>
      <p:sp>
        <p:nvSpPr>
          <p:cNvPr id="30" name="">
            <a:extLst xmlns:a="http://schemas.openxmlformats.org/drawingml/2006/main">
              <a:ext uri="{FF2B5EF4-FFF2-40B4-BE49-F238E27FC236}">
                <a16:creationId xmlns:a16="http://schemas.microsoft.com/office/drawing/2014/main" id="{0B0FC2FF-ED28-4026-B257-AE0CCA72ACB7}"/>
              </a:ext>
            </a:extLst>
          </p:cNvPr>
          <p:cNvSpPr>
            <a:spLocks xmlns:a="http://schemas.openxmlformats.org/drawingml/2006/main" noGrp="1"/>
          </p:cNvSpPr>
          <p:nvPr/>
        </p:nvSpPr>
        <p:spPr>
          <a:xfrm xmlns:a="http://schemas.openxmlformats.org/drawingml/2006/main">
            <a:off x="7998402" y="2809875"/>
            <a:ext cx="0" cy="1381125"/>
          </a:xfrm>
          <a:prstGeom xmlns:a="http://schemas.openxmlformats.org/drawingml/2006/main" prst="line">
            <a:avLst/>
          </a:prstGeom>
          <a:noFill xmlns:a="http://schemas.openxmlformats.org/drawingml/2006/main"/>
          <a:ln xmlns:a="http://schemas.openxmlformats.org/drawingml/2006/main" w="19050">
            <a:solidFill>
              <a:srgbClr val="D64045"/>
            </a:solidFill>
            <a:prstDash val="dash"/>
          </a:ln>
        </p:spPr>
      </p:sp>
      <p:sp>
        <p:nvSpPr>
          <p:cNvPr id="31" name="">
            <a:extLst xmlns:a="http://schemas.openxmlformats.org/drawingml/2006/main">
              <a:ext uri="{FF2B5EF4-FFF2-40B4-BE49-F238E27FC236}">
                <a16:creationId xmlns:a16="http://schemas.microsoft.com/office/drawing/2014/main" id="{E35686BA-2EFB-448B-BC97-7B95CB608B17}"/>
              </a:ext>
            </a:extLst>
          </p:cNvPr>
          <p:cNvSpPr>
            <a:spLocks xmlns:a="http://schemas.openxmlformats.org/drawingml/2006/main" noGrp="1"/>
          </p:cNvSpPr>
          <p:nvPr/>
        </p:nvSpPr>
        <p:spPr>
          <a:xfrm xmlns:a="http://schemas.openxmlformats.org/drawingml/2006/main">
            <a:off x="7541202" y="25717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D64045"/>
                </a:solidFill>
                <a:latin typeface="Noto Sans JP"/>
                <a:ea typeface="Noto Sans JP"/>
                <a:cs typeface="Noto Sans JP"/>
              </a:defRPr>
            </a:pPr>
            <a:r>
              <a:rPr sz="1050" b="1" i="0">
                <a:solidFill>
                  <a:srgbClr val="D64045"/>
                </a:solidFill>
                <a:latin typeface="Noto Sans JP"/>
                <a:ea typeface="Noto Sans JP"/>
                <a:cs typeface="Noto Sans JP"/>
              </a:rPr>
              <a:t>Ar電離</a:t>
            </a:r>
          </a:p>
        </p:txBody>
      </p:sp>
      <p:sp>
        <p:nvSpPr>
          <p:cNvPr id="32" name="">
            <a:extLst xmlns:a="http://schemas.openxmlformats.org/drawingml/2006/main">
              <a:ext uri="{FF2B5EF4-FFF2-40B4-BE49-F238E27FC236}">
                <a16:creationId xmlns:a16="http://schemas.microsoft.com/office/drawing/2014/main" id="{A0C7A4C2-764A-44F3-99DB-4E5B55CA65D7}"/>
              </a:ext>
            </a:extLst>
          </p:cNvPr>
          <p:cNvSpPr>
            <a:spLocks xmlns:a="http://schemas.openxmlformats.org/drawingml/2006/main" noGrp="1"/>
          </p:cNvSpPr>
          <p:nvPr/>
        </p:nvSpPr>
        <p:spPr>
          <a:xfrm xmlns:a="http://schemas.openxmlformats.org/drawingml/2006/main">
            <a:off x="857250" y="4714875"/>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未知量</a:t>
            </a:r>
          </a:p>
        </p:txBody>
      </p:sp>
      <p:sp>
        <p:nvSpPr>
          <p:cNvPr id="33" name="">
            <a:extLst xmlns:a="http://schemas.openxmlformats.org/drawingml/2006/main">
              <a:ext uri="{FF2B5EF4-FFF2-40B4-BE49-F238E27FC236}">
                <a16:creationId xmlns:a16="http://schemas.microsoft.com/office/drawing/2014/main" id="{BD6FB270-A84D-4372-8ADD-152F1B132FF6}"/>
              </a:ext>
            </a:extLst>
          </p:cNvPr>
          <p:cNvSpPr>
            <a:spLocks xmlns:a="http://schemas.openxmlformats.org/drawingml/2006/main" noGrp="1"/>
          </p:cNvSpPr>
          <p:nvPr/>
        </p:nvSpPr>
        <p:spPr>
          <a:xfrm xmlns:a="http://schemas.openxmlformats.org/drawingml/2006/main">
            <a:off x="2000250" y="4667250"/>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各エネルギー区間の確率質量 pᵢ</a:t>
            </a:r>
          </a:p>
        </p:txBody>
      </p:sp>
      <p:sp>
        <p:nvSpPr>
          <p:cNvPr id="34" name="">
            <a:extLst xmlns:a="http://schemas.openxmlformats.org/drawingml/2006/main">
              <a:ext uri="{FF2B5EF4-FFF2-40B4-BE49-F238E27FC236}">
                <a16:creationId xmlns:a16="http://schemas.microsoft.com/office/drawing/2014/main" id="{251A01B9-C4DC-4B77-B8D7-FF2C2DA801E5}"/>
              </a:ext>
            </a:extLst>
          </p:cNvPr>
          <p:cNvSpPr>
            <a:spLocks xmlns:a="http://schemas.openxmlformats.org/drawingml/2006/main" noGrp="1"/>
          </p:cNvSpPr>
          <p:nvPr/>
        </p:nvSpPr>
        <p:spPr>
          <a:xfrm xmlns:a="http://schemas.openxmlformats.org/drawingml/2006/main">
            <a:off x="6286500" y="4714875"/>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数値方法</a:t>
            </a:r>
          </a:p>
        </p:txBody>
      </p:sp>
      <p:sp>
        <p:nvSpPr>
          <p:cNvPr id="35" name="">
            <a:extLst xmlns:a="http://schemas.openxmlformats.org/drawingml/2006/main">
              <a:ext uri="{FF2B5EF4-FFF2-40B4-BE49-F238E27FC236}">
                <a16:creationId xmlns:a16="http://schemas.microsoft.com/office/drawing/2014/main" id="{0C226762-7FA5-4F3E-B348-2716B99C159F}"/>
              </a:ext>
            </a:extLst>
          </p:cNvPr>
          <p:cNvSpPr>
            <a:spLocks xmlns:a="http://schemas.openxmlformats.org/drawingml/2006/main" noGrp="1"/>
          </p:cNvSpPr>
          <p:nvPr/>
        </p:nvSpPr>
        <p:spPr>
          <a:xfrm xmlns:a="http://schemas.openxmlformats.org/drawingml/2006/main">
            <a:off x="7429500" y="4667250"/>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有限体積法。境界流束を隣接区間で符号反転させ、粒子数を保存</a:t>
            </a:r>
          </a:p>
        </p:txBody>
      </p:sp>
      <p:sp>
        <p:nvSpPr>
          <p:cNvPr id="36" name="">
            <a:extLst xmlns:a="http://schemas.openxmlformats.org/drawingml/2006/main">
              <a:ext uri="{FF2B5EF4-FFF2-40B4-BE49-F238E27FC236}">
                <a16:creationId xmlns:a16="http://schemas.microsoft.com/office/drawing/2014/main" id="{AEB3AF83-83CC-44DC-8CAD-CB28942383B5}"/>
              </a:ext>
            </a:extLst>
          </p:cNvPr>
          <p:cNvSpPr>
            <a:spLocks xmlns:a="http://schemas.openxmlformats.org/drawingml/2006/main" noGrp="1"/>
          </p:cNvSpPr>
          <p:nvPr/>
        </p:nvSpPr>
        <p:spPr>
          <a:xfrm xmlns:a="http://schemas.openxmlformats.org/drawingml/2006/main">
            <a:off x="857250" y="5238750"/>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安定化</a:t>
            </a:r>
          </a:p>
        </p:txBody>
      </p:sp>
      <p:sp>
        <p:nvSpPr>
          <p:cNvPr id="37" name="">
            <a:extLst xmlns:a="http://schemas.openxmlformats.org/drawingml/2006/main">
              <a:ext uri="{FF2B5EF4-FFF2-40B4-BE49-F238E27FC236}">
                <a16:creationId xmlns:a16="http://schemas.microsoft.com/office/drawing/2014/main" id="{6E209033-ACCF-41E0-B41C-211572F40717}"/>
              </a:ext>
            </a:extLst>
          </p:cNvPr>
          <p:cNvSpPr>
            <a:spLocks xmlns:a="http://schemas.openxmlformats.org/drawingml/2006/main" noGrp="1"/>
          </p:cNvSpPr>
          <p:nvPr/>
        </p:nvSpPr>
        <p:spPr>
          <a:xfrm xmlns:a="http://schemas.openxmlformats.org/drawingml/2006/main">
            <a:off x="2000250" y="519112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ドリフト優勢でも正値性を保ちやすい指数適合流束</a:t>
            </a:r>
          </a:p>
        </p:txBody>
      </p:sp>
      <p:sp>
        <p:nvSpPr>
          <p:cNvPr id="38" name="">
            <a:extLst xmlns:a="http://schemas.openxmlformats.org/drawingml/2006/main">
              <a:ext uri="{FF2B5EF4-FFF2-40B4-BE49-F238E27FC236}">
                <a16:creationId xmlns:a16="http://schemas.microsoft.com/office/drawing/2014/main" id="{ADE08788-9399-417A-97B5-9ADB24936A5E}"/>
              </a:ext>
            </a:extLst>
          </p:cNvPr>
          <p:cNvSpPr>
            <a:spLocks xmlns:a="http://schemas.openxmlformats.org/drawingml/2006/main" noGrp="1"/>
          </p:cNvSpPr>
          <p:nvPr/>
        </p:nvSpPr>
        <p:spPr>
          <a:xfrm xmlns:a="http://schemas.openxmlformats.org/drawingml/2006/main">
            <a:off x="6286500" y="5238750"/>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出力</a:t>
            </a:r>
          </a:p>
        </p:txBody>
      </p:sp>
      <p:sp>
        <p:nvSpPr>
          <p:cNvPr id="39" name="">
            <a:extLst xmlns:a="http://schemas.openxmlformats.org/drawingml/2006/main">
              <a:ext uri="{FF2B5EF4-FFF2-40B4-BE49-F238E27FC236}">
                <a16:creationId xmlns:a16="http://schemas.microsoft.com/office/drawing/2014/main" id="{B3A21C71-0E35-4564-8B03-685F4FE26DC9}"/>
              </a:ext>
            </a:extLst>
          </p:cNvPr>
          <p:cNvSpPr>
            <a:spLocks xmlns:a="http://schemas.openxmlformats.org/drawingml/2006/main" noGrp="1"/>
          </p:cNvSpPr>
          <p:nvPr/>
        </p:nvSpPr>
        <p:spPr>
          <a:xfrm xmlns:a="http://schemas.openxmlformats.org/drawingml/2006/main">
            <a:off x="7429500" y="519112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EEDF、平均エネルギー、μN、DN、反応速度係数</a:t>
            </a:r>
          </a:p>
        </p:txBody>
      </p:sp>
      <p:sp>
        <p:nvSpPr>
          <p:cNvPr id="40" name="takeaway-bullet">
            <a:extLst xmlns:a="http://schemas.openxmlformats.org/drawingml/2006/main">
              <a:ext uri="{FF2B5EF4-FFF2-40B4-BE49-F238E27FC236}">
                <a16:creationId xmlns:a16="http://schemas.microsoft.com/office/drawing/2014/main" id="{0B2025E4-599E-463E-A86F-60BE9A59E0A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1" name="takeaway">
            <a:extLst xmlns:a="http://schemas.openxmlformats.org/drawingml/2006/main">
              <a:ext uri="{FF2B5EF4-FFF2-40B4-BE49-F238E27FC236}">
                <a16:creationId xmlns:a16="http://schemas.microsoft.com/office/drawing/2014/main" id="{7945ED64-E53F-4C72-878C-82729EE7ECA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決定論的で統計ノイズはない。格子・上限エネルギー・反復残差を変えて数値収束を確認する。</a:t>
            </a:r>
          </a:p>
        </p:txBody>
      </p:sp>
      <p:sp>
        <p:nvSpPr>
          <p:cNvPr id="43" name="footer">
            <a:extLst xmlns:a="http://schemas.openxmlformats.org/drawingml/2006/main">
              <a:ext uri="{FF2B5EF4-FFF2-40B4-BE49-F238E27FC236}">
                <a16:creationId xmlns:a16="http://schemas.microsoft.com/office/drawing/2014/main" id="{3CF7EC03-BCC6-4A3C-A49D-96CC50E2D66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44" name="page">
            <a:extLst xmlns:a="http://schemas.openxmlformats.org/drawingml/2006/main">
              <a:ext uri="{FF2B5EF4-FFF2-40B4-BE49-F238E27FC236}">
                <a16:creationId xmlns:a16="http://schemas.microsoft.com/office/drawing/2014/main" id="{D1CFB9D4-2A3E-4C86-8D52-F4919B06803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12</a:t>
            </a:r>
          </a:p>
        </p:txBody>
      </p:sp>
      <p:sp>
        <p:nvSpPr>
          <p:cNvPr id="45" name="section">
            <a:extLst xmlns:a="http://schemas.openxmlformats.org/drawingml/2006/main">
              <a:ext uri="{FF2B5EF4-FFF2-40B4-BE49-F238E27FC236}">
                <a16:creationId xmlns:a16="http://schemas.microsoft.com/office/drawing/2014/main" id="{F040497E-F86C-4F64-9219-4D0EE393619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200215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116685D-8269-42B8-A523-05F9428BF69C}"/>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Two-term法 3/3：高速な条件探索に向く</a:t>
            </a:r>
          </a:p>
        </p:txBody>
      </p:sp>
      <p:graphicFrame>
        <p:nvGraphicFramePr>
          <p:cNvPr id="16" name=""/>
          <p:cNvGraphicFramePr/>
          <p:nvPr/>
        </p:nvGraphicFramePr>
        <p:xfrm>
          <a:off xmlns:a="http://schemas.openxmlformats.org/drawingml/2006/main" x="428625" y="1381125"/>
          <a:ext xmlns:a="http://schemas.openxmlformats.org/drawingml/2006/main" cx="11334750" cy="3857625"/>
        </p:xfrm>
        <a:graphic xmlns:a="http://schemas.openxmlformats.org/drawingml/2006/main">
          <a:graphicData uri="http://schemas.openxmlformats.org/drawingml/2006/table">
            <a:tbl>
              <a:tblPr/>
              <a:tblGrid>
                <a:gridCol w="1574271"/>
                <a:gridCol w="3022600"/>
                <a:gridCol w="3652308"/>
                <a:gridCol w="3085571"/>
              </a:tblGrid>
              <a:tr h="642938">
                <a:tc>
                  <a:txBody>
                    <a:bodyPr lIns="57150" tIns="47625" rIns="57150" bIns="47625">
                      <a:normAutofit/>
                    </a:bodyPr>
                    <a:lstStyle/>
                    <a:p>
                      <a:pPr algn="l">
                        <a:buNone/>
                      </a:pPr>
                      <a:r>
                        <a:rPr sz="1125" b="1">
                          <a:solidFill>
                            <a:srgbClr val="FFFFFF"/>
                          </a:solidFill>
                          <a:latin typeface="Noto Sans JP"/>
                          <a:ea typeface="Noto Sans JP"/>
                          <a:cs typeface="Noto Sans JP"/>
                        </a:rPr>
                        <a:t>観点</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強み</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限界・失敗の兆候</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推奨する使い方</a:t>
                      </a:r>
                    </a:p>
                  </a:txBody>
                  <a:tcPr marL="91440" marR="91440" marT="45720" marB="45720" anchor="ctr">
                    <a:solidFill>
                      <a:srgbClr val="00A6D6"/>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計算</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高速、決定論的、同じ入力なら再現可能</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格子収束しても角度切断誤差は残る</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E/N・混合比・断面積感度の広い掃引</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EEDF</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正規化と平均エネルギーを安定に計算</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強い前後非対称でF₂以上が無視できない</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multi-termのLmax収束と比較</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輸送</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移動度・拡散を一貫して算出</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重心／フラックス輸送量の定義や角度モデルに依存</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COMSOL入力定義を固定</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反応速度</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多数反応を同じEEDFから積分</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尾部・閾値反応は小さなEEDF差を増幅</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励起・電離・解離・付着を個別確認</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適用条件</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一様DC、弱〜中程度の異方性</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高E/N、前方散乱、磁化、RF周期内の非局所応答</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選択点だけPN・MC・P1で独立検算</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2CD14EF-BFF9-40E3-AA7C-443B7D555EDB}"/>
              </a:ext>
            </a:extLst>
          </p:cNvPr>
          <p:cNvSpPr>
            <a:spLocks xmlns:a="http://schemas.openxmlformats.org/drawingml/2006/main" noGrp="1"/>
          </p:cNvSpPr>
          <p:nvPr/>
        </p:nvSpPr>
        <p:spPr>
          <a:xfrm xmlns:a="http://schemas.openxmlformats.org/drawingml/2006/main">
            <a:off x="857250" y="54768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相対計算コスト</a:t>
            </a:r>
          </a:p>
        </p:txBody>
      </p:sp>
      <p:sp>
        <p:nvSpPr>
          <p:cNvPr id="5" name="">
            <a:extLst xmlns:a="http://schemas.openxmlformats.org/drawingml/2006/main">
              <a:ext uri="{FF2B5EF4-FFF2-40B4-BE49-F238E27FC236}">
                <a16:creationId xmlns:a16="http://schemas.microsoft.com/office/drawing/2014/main" id="{1C8B059D-14C4-4CB3-84C3-7DAABF8C42F4}"/>
              </a:ext>
            </a:extLst>
          </p:cNvPr>
          <p:cNvSpPr>
            <a:spLocks xmlns:a="http://schemas.openxmlformats.org/drawingml/2006/main" noGrp="1"/>
          </p:cNvSpPr>
          <p:nvPr/>
        </p:nvSpPr>
        <p:spPr>
          <a:xfrm xmlns:a="http://schemas.openxmlformats.org/drawingml/2006/main">
            <a:off x="2952750" y="5524500"/>
            <a:ext cx="1762125" cy="142875"/>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2B553C-3FC8-4614-AB0D-4FD9EA5BA889}"/>
              </a:ext>
            </a:extLst>
          </p:cNvPr>
          <p:cNvSpPr>
            <a:spLocks xmlns:a="http://schemas.openxmlformats.org/drawingml/2006/main" noGrp="1"/>
          </p:cNvSpPr>
          <p:nvPr/>
        </p:nvSpPr>
        <p:spPr>
          <a:xfrm xmlns:a="http://schemas.openxmlformats.org/drawingml/2006/main">
            <a:off x="4857750" y="5400675"/>
            <a:ext cx="61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低</a:t>
            </a:r>
          </a:p>
        </p:txBody>
      </p:sp>
      <p:sp>
        <p:nvSpPr>
          <p:cNvPr id="7" name="">
            <a:extLst xmlns:a="http://schemas.openxmlformats.org/drawingml/2006/main">
              <a:ext uri="{FF2B5EF4-FFF2-40B4-BE49-F238E27FC236}">
                <a16:creationId xmlns:a16="http://schemas.microsoft.com/office/drawing/2014/main" id="{9900283D-1FE3-4E21-9F9D-4FF543DF630D}"/>
              </a:ext>
            </a:extLst>
          </p:cNvPr>
          <p:cNvSpPr>
            <a:spLocks xmlns:a="http://schemas.openxmlformats.org/drawingml/2006/main" noGrp="1"/>
          </p:cNvSpPr>
          <p:nvPr/>
        </p:nvSpPr>
        <p:spPr>
          <a:xfrm xmlns:a="http://schemas.openxmlformats.org/drawingml/2006/main">
            <a:off x="5905500" y="53435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広い掃引の基準解として使い、差が重要な点だけ高次手法へ進む</a:t>
            </a:r>
          </a:p>
        </p:txBody>
      </p:sp>
      <p:sp>
        <p:nvSpPr>
          <p:cNvPr id="8" name="takeaway-bullet">
            <a:extLst xmlns:a="http://schemas.openxmlformats.org/drawingml/2006/main">
              <a:ext uri="{FF2B5EF4-FFF2-40B4-BE49-F238E27FC236}">
                <a16:creationId xmlns:a16="http://schemas.microsoft.com/office/drawing/2014/main" id="{C6D40801-AF70-4C45-8CC8-A41F79625F7A}"/>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takeaway">
            <a:extLst xmlns:a="http://schemas.openxmlformats.org/drawingml/2006/main">
              <a:ext uri="{FF2B5EF4-FFF2-40B4-BE49-F238E27FC236}">
                <a16:creationId xmlns:a16="http://schemas.microsoft.com/office/drawing/2014/main" id="{1785A8A7-69D0-46F5-92F3-E66FE13929B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速さは正確さの証明ではない。two-termとの差を、角度切断誤差の指標として使う。</a:t>
            </a:r>
          </a:p>
        </p:txBody>
      </p:sp>
      <p:sp>
        <p:nvSpPr>
          <p:cNvPr id="11" name="footer">
            <a:extLst xmlns:a="http://schemas.openxmlformats.org/drawingml/2006/main">
              <a:ext uri="{FF2B5EF4-FFF2-40B4-BE49-F238E27FC236}">
                <a16:creationId xmlns:a16="http://schemas.microsoft.com/office/drawing/2014/main" id="{A1BFE26E-CB90-4745-9D43-BB275D3C50A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2" name="page">
            <a:extLst xmlns:a="http://schemas.openxmlformats.org/drawingml/2006/main">
              <a:ext uri="{FF2B5EF4-FFF2-40B4-BE49-F238E27FC236}">
                <a16:creationId xmlns:a16="http://schemas.microsoft.com/office/drawing/2014/main" id="{663DFEE4-5A84-48A2-B5D8-2804ECC7794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13</a:t>
            </a:r>
          </a:p>
        </p:txBody>
      </p:sp>
      <p:sp>
        <p:nvSpPr>
          <p:cNvPr id="14" name="section">
            <a:extLst xmlns:a="http://schemas.openxmlformats.org/drawingml/2006/main">
              <a:ext uri="{FF2B5EF4-FFF2-40B4-BE49-F238E27FC236}">
                <a16:creationId xmlns:a16="http://schemas.microsoft.com/office/drawing/2014/main" id="{D506FFE9-5D48-4D24-BF8A-3BF11CC8477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5927599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5010A10-C1EB-4F7E-9B2D-8B5FEE465F7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Multi-term PN法 1/3：F₀からF_Lまで角度情報を残す</a:t>
            </a:r>
          </a:p>
        </p:txBody>
      </p:sp>
      <p:sp>
        <p:nvSpPr>
          <p:cNvPr id="3" name="">
            <a:extLst xmlns:a="http://schemas.openxmlformats.org/drawingml/2006/main">
              <a:ext uri="{FF2B5EF4-FFF2-40B4-BE49-F238E27FC236}">
                <a16:creationId xmlns:a16="http://schemas.microsoft.com/office/drawing/2014/main" id="{B3DF9109-C864-48ED-8393-E60167D14417}"/>
              </a:ext>
            </a:extLst>
          </p:cNvPr>
          <p:cNvSpPr>
            <a:spLocks xmlns:a="http://schemas.openxmlformats.org/drawingml/2006/main" noGrp="1"/>
          </p:cNvSpPr>
          <p:nvPr/>
        </p:nvSpPr>
        <p:spPr>
          <a:xfrm xmlns:a="http://schemas.openxmlformats.org/drawingml/2006/main">
            <a:off x="1809750" y="1381125"/>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展開</a:t>
            </a:r>
          </a:p>
        </p:txBody>
      </p:sp>
      <p:sp>
        <p:nvSpPr>
          <p:cNvPr id="4" name="">
            <a:extLst xmlns:a="http://schemas.openxmlformats.org/drawingml/2006/main">
              <a:ext uri="{FF2B5EF4-FFF2-40B4-BE49-F238E27FC236}">
                <a16:creationId xmlns:a16="http://schemas.microsoft.com/office/drawing/2014/main" id="{07A3FE54-4EC4-45EB-BF96-A8A9FF200C5B}"/>
              </a:ext>
            </a:extLst>
          </p:cNvPr>
          <p:cNvSpPr>
            <a:spLocks xmlns:a="http://schemas.openxmlformats.org/drawingml/2006/main" noGrp="1"/>
          </p:cNvSpPr>
          <p:nvPr/>
        </p:nvSpPr>
        <p:spPr>
          <a:xfrm xmlns:a="http://schemas.openxmlformats.org/drawingml/2006/main">
            <a:off x="2952750" y="1381125"/>
            <a:ext cx="74295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f(v, μ) = Σℓ₌₀ᴸ Fℓ(v)Pℓ(μ)</a:t>
            </a:r>
          </a:p>
        </p:txBody>
      </p:sp>
      <p:sp>
        <p:nvSpPr>
          <p:cNvPr id="5" name="">
            <a:extLst xmlns:a="http://schemas.openxmlformats.org/drawingml/2006/main">
              <a:ext uri="{FF2B5EF4-FFF2-40B4-BE49-F238E27FC236}">
                <a16:creationId xmlns:a16="http://schemas.microsoft.com/office/drawing/2014/main" id="{09B2905B-71BC-4A87-9973-45785B2D16E2}"/>
              </a:ext>
            </a:extLst>
          </p:cNvPr>
          <p:cNvSpPr>
            <a:spLocks xmlns:a="http://schemas.openxmlformats.org/drawingml/2006/main" noGrp="1"/>
          </p:cNvSpPr>
          <p:nvPr/>
        </p:nvSpPr>
        <p:spPr>
          <a:xfrm xmlns:a="http://schemas.openxmlformats.org/drawingml/2006/main">
            <a:off x="3048000" y="2333625"/>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D64045"/>
                </a:solidFill>
                <a:latin typeface="Noto Sans JP"/>
                <a:ea typeface="Noto Sans JP"/>
                <a:cs typeface="Noto Sans JP"/>
              </a:defRPr>
            </a:pPr>
            <a:r>
              <a:rPr sz="1500" b="1" i="0">
                <a:solidFill>
                  <a:srgbClr val="D64045"/>
                </a:solidFill>
                <a:latin typeface="Noto Sans JP"/>
                <a:ea typeface="Noto Sans JP"/>
                <a:cs typeface="Noto Sans JP"/>
              </a:rPr>
              <a:t>電場演算子は隣接する角度次数を結合</a:t>
            </a:r>
          </a:p>
        </p:txBody>
      </p:sp>
      <p:sp>
        <p:nvSpPr>
          <p:cNvPr id="6" name="">
            <a:extLst xmlns:a="http://schemas.openxmlformats.org/drawingml/2006/main">
              <a:ext uri="{FF2B5EF4-FFF2-40B4-BE49-F238E27FC236}">
                <a16:creationId xmlns:a16="http://schemas.microsoft.com/office/drawing/2014/main" id="{F751CE46-D446-455B-AEE3-2389322CEEA5}"/>
              </a:ext>
            </a:extLst>
          </p:cNvPr>
          <p:cNvSpPr>
            <a:spLocks xmlns:a="http://schemas.openxmlformats.org/drawingml/2006/main" noGrp="1"/>
          </p:cNvSpPr>
          <p:nvPr/>
        </p:nvSpPr>
        <p:spPr>
          <a:xfrm xmlns:a="http://schemas.openxmlformats.org/drawingml/2006/main">
            <a:off x="57150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00A6D6"/>
            </a:solidFill>
            <a:prstDash val="solid"/>
          </a:ln>
        </p:spPr>
      </p:sp>
      <p:sp>
        <p:nvSpPr>
          <p:cNvPr id="7" name="">
            <a:extLst xmlns:a="http://schemas.openxmlformats.org/drawingml/2006/main">
              <a:ext uri="{FF2B5EF4-FFF2-40B4-BE49-F238E27FC236}">
                <a16:creationId xmlns:a16="http://schemas.microsoft.com/office/drawing/2014/main" id="{A05DED33-C83A-40B4-A506-F719229CCA44}"/>
              </a:ext>
            </a:extLst>
          </p:cNvPr>
          <p:cNvSpPr>
            <a:spLocks xmlns:a="http://schemas.openxmlformats.org/drawingml/2006/main" noGrp="1"/>
          </p:cNvSpPr>
          <p:nvPr/>
        </p:nvSpPr>
        <p:spPr>
          <a:xfrm xmlns:a="http://schemas.openxmlformats.org/drawingml/2006/main">
            <a:off x="71437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00A6D6"/>
                </a:solidFill>
                <a:latin typeface="Noto Sans JP"/>
                <a:ea typeface="Noto Sans JP"/>
                <a:cs typeface="Noto Sans JP"/>
              </a:defRPr>
            </a:pPr>
            <a:r>
              <a:rPr sz="1950" b="1" i="0">
                <a:solidFill>
                  <a:srgbClr val="00A6D6"/>
                </a:solidFill>
                <a:latin typeface="Noto Sans JP"/>
                <a:ea typeface="Noto Sans JP"/>
                <a:cs typeface="Noto Sans JP"/>
              </a:rPr>
              <a:t>F₀</a:t>
            </a:r>
          </a:p>
        </p:txBody>
      </p:sp>
      <p:sp>
        <p:nvSpPr>
          <p:cNvPr id="8" name="">
            <a:extLst xmlns:a="http://schemas.openxmlformats.org/drawingml/2006/main">
              <a:ext uri="{FF2B5EF4-FFF2-40B4-BE49-F238E27FC236}">
                <a16:creationId xmlns:a16="http://schemas.microsoft.com/office/drawing/2014/main" id="{B2601C1A-6EED-4F01-AE5E-A653398B2899}"/>
              </a:ext>
            </a:extLst>
          </p:cNvPr>
          <p:cNvSpPr>
            <a:spLocks xmlns:a="http://schemas.openxmlformats.org/drawingml/2006/main" noGrp="1"/>
          </p:cNvSpPr>
          <p:nvPr/>
        </p:nvSpPr>
        <p:spPr>
          <a:xfrm xmlns:a="http://schemas.openxmlformats.org/drawingml/2006/main">
            <a:off x="71437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EEDF・粒子数</a:t>
            </a:r>
          </a:p>
        </p:txBody>
      </p:sp>
      <p:sp>
        <p:nvSpPr>
          <p:cNvPr id="9" name="">
            <a:extLst xmlns:a="http://schemas.openxmlformats.org/drawingml/2006/main">
              <a:ext uri="{FF2B5EF4-FFF2-40B4-BE49-F238E27FC236}">
                <a16:creationId xmlns:a16="http://schemas.microsoft.com/office/drawing/2014/main" id="{1C4F7E74-25C3-425C-B372-0F71EC7E2E62}"/>
              </a:ext>
            </a:extLst>
          </p:cNvPr>
          <p:cNvSpPr>
            <a:spLocks xmlns:a="http://schemas.openxmlformats.org/drawingml/2006/main" noGrp="1"/>
          </p:cNvSpPr>
          <p:nvPr/>
        </p:nvSpPr>
        <p:spPr>
          <a:xfrm xmlns:a="http://schemas.openxmlformats.org/drawingml/2006/main">
            <a:off x="287655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00AFA5"/>
            </a:solidFill>
            <a:prstDash val="solid"/>
          </a:ln>
        </p:spPr>
      </p:sp>
      <p:sp>
        <p:nvSpPr>
          <p:cNvPr id="10" name="">
            <a:extLst xmlns:a="http://schemas.openxmlformats.org/drawingml/2006/main">
              <a:ext uri="{FF2B5EF4-FFF2-40B4-BE49-F238E27FC236}">
                <a16:creationId xmlns:a16="http://schemas.microsoft.com/office/drawing/2014/main" id="{1737EF2F-D2AC-40FF-96BC-05F19E1350DE}"/>
              </a:ext>
            </a:extLst>
          </p:cNvPr>
          <p:cNvSpPr>
            <a:spLocks xmlns:a="http://schemas.openxmlformats.org/drawingml/2006/main" noGrp="1"/>
          </p:cNvSpPr>
          <p:nvPr/>
        </p:nvSpPr>
        <p:spPr>
          <a:xfrm xmlns:a="http://schemas.openxmlformats.org/drawingml/2006/main">
            <a:off x="301942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00AFA5"/>
                </a:solidFill>
                <a:latin typeface="Noto Sans JP"/>
                <a:ea typeface="Noto Sans JP"/>
                <a:cs typeface="Noto Sans JP"/>
              </a:defRPr>
            </a:pPr>
            <a:r>
              <a:rPr sz="1950" b="1" i="0">
                <a:solidFill>
                  <a:srgbClr val="00AFA5"/>
                </a:solidFill>
                <a:latin typeface="Noto Sans JP"/>
                <a:ea typeface="Noto Sans JP"/>
                <a:cs typeface="Noto Sans JP"/>
              </a:rPr>
              <a:t>F₁</a:t>
            </a:r>
          </a:p>
        </p:txBody>
      </p:sp>
      <p:sp>
        <p:nvSpPr>
          <p:cNvPr id="11" name="">
            <a:extLst xmlns:a="http://schemas.openxmlformats.org/drawingml/2006/main">
              <a:ext uri="{FF2B5EF4-FFF2-40B4-BE49-F238E27FC236}">
                <a16:creationId xmlns:a16="http://schemas.microsoft.com/office/drawing/2014/main" id="{1F3FBD0D-564F-4D63-A71F-12E0920C21CB}"/>
              </a:ext>
            </a:extLst>
          </p:cNvPr>
          <p:cNvSpPr>
            <a:spLocks xmlns:a="http://schemas.openxmlformats.org/drawingml/2006/main" noGrp="1"/>
          </p:cNvSpPr>
          <p:nvPr/>
        </p:nvSpPr>
        <p:spPr>
          <a:xfrm xmlns:a="http://schemas.openxmlformats.org/drawingml/2006/main">
            <a:off x="301942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ドリフト・流束</a:t>
            </a:r>
          </a:p>
        </p:txBody>
      </p:sp>
      <p:sp>
        <p:nvSpPr>
          <p:cNvPr id="12" name="">
            <a:extLst xmlns:a="http://schemas.openxmlformats.org/drawingml/2006/main">
              <a:ext uri="{FF2B5EF4-FFF2-40B4-BE49-F238E27FC236}">
                <a16:creationId xmlns:a16="http://schemas.microsoft.com/office/drawing/2014/main" id="{B8E05E79-CD0F-4AF4-8A92-BDB03F90C74D}"/>
              </a:ext>
            </a:extLst>
          </p:cNvPr>
          <p:cNvSpPr>
            <a:spLocks xmlns:a="http://schemas.openxmlformats.org/drawingml/2006/main" noGrp="1"/>
          </p:cNvSpPr>
          <p:nvPr/>
        </p:nvSpPr>
        <p:spPr>
          <a:xfrm xmlns:a="http://schemas.openxmlformats.org/drawingml/2006/main">
            <a:off x="518160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7B2FA3"/>
            </a:solidFill>
            <a:prstDash val="solid"/>
          </a:ln>
        </p:spPr>
      </p:sp>
      <p:sp>
        <p:nvSpPr>
          <p:cNvPr id="13" name="">
            <a:extLst xmlns:a="http://schemas.openxmlformats.org/drawingml/2006/main">
              <a:ext uri="{FF2B5EF4-FFF2-40B4-BE49-F238E27FC236}">
                <a16:creationId xmlns:a16="http://schemas.microsoft.com/office/drawing/2014/main" id="{BA5B6BC3-59B6-498F-819A-5E693B436776}"/>
              </a:ext>
            </a:extLst>
          </p:cNvPr>
          <p:cNvSpPr>
            <a:spLocks xmlns:a="http://schemas.openxmlformats.org/drawingml/2006/main" noGrp="1"/>
          </p:cNvSpPr>
          <p:nvPr/>
        </p:nvSpPr>
        <p:spPr>
          <a:xfrm xmlns:a="http://schemas.openxmlformats.org/drawingml/2006/main">
            <a:off x="532447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7B2FA3"/>
                </a:solidFill>
                <a:latin typeface="Noto Sans JP"/>
                <a:ea typeface="Noto Sans JP"/>
                <a:cs typeface="Noto Sans JP"/>
              </a:defRPr>
            </a:pPr>
            <a:r>
              <a:rPr sz="1950" b="1" i="0">
                <a:solidFill>
                  <a:srgbClr val="7B2FA3"/>
                </a:solidFill>
                <a:latin typeface="Noto Sans JP"/>
                <a:ea typeface="Noto Sans JP"/>
                <a:cs typeface="Noto Sans JP"/>
              </a:rPr>
              <a:t>F₂</a:t>
            </a:r>
          </a:p>
        </p:txBody>
      </p:sp>
      <p:sp>
        <p:nvSpPr>
          <p:cNvPr id="14" name="">
            <a:extLst xmlns:a="http://schemas.openxmlformats.org/drawingml/2006/main">
              <a:ext uri="{FF2B5EF4-FFF2-40B4-BE49-F238E27FC236}">
                <a16:creationId xmlns:a16="http://schemas.microsoft.com/office/drawing/2014/main" id="{69904F58-BAA3-48C9-B9B0-1C11BD0BFBF4}"/>
              </a:ext>
            </a:extLst>
          </p:cNvPr>
          <p:cNvSpPr>
            <a:spLocks xmlns:a="http://schemas.openxmlformats.org/drawingml/2006/main" noGrp="1"/>
          </p:cNvSpPr>
          <p:nvPr/>
        </p:nvSpPr>
        <p:spPr>
          <a:xfrm xmlns:a="http://schemas.openxmlformats.org/drawingml/2006/main">
            <a:off x="532447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分布の曲率</a:t>
            </a:r>
          </a:p>
        </p:txBody>
      </p:sp>
      <p:sp>
        <p:nvSpPr>
          <p:cNvPr id="15" name="">
            <a:extLst xmlns:a="http://schemas.openxmlformats.org/drawingml/2006/main">
              <a:ext uri="{FF2B5EF4-FFF2-40B4-BE49-F238E27FC236}">
                <a16:creationId xmlns:a16="http://schemas.microsoft.com/office/drawing/2014/main" id="{023E568D-1B0D-4C8A-900A-5D650B79499F}"/>
              </a:ext>
            </a:extLst>
          </p:cNvPr>
          <p:cNvSpPr>
            <a:spLocks xmlns:a="http://schemas.openxmlformats.org/drawingml/2006/main" noGrp="1"/>
          </p:cNvSpPr>
          <p:nvPr/>
        </p:nvSpPr>
        <p:spPr>
          <a:xfrm xmlns:a="http://schemas.openxmlformats.org/drawingml/2006/main">
            <a:off x="748665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C88700"/>
            </a:solidFill>
            <a:prstDash val="solid"/>
          </a:ln>
        </p:spPr>
      </p:sp>
      <p:sp>
        <p:nvSpPr>
          <p:cNvPr id="16" name="">
            <a:extLst xmlns:a="http://schemas.openxmlformats.org/drawingml/2006/main">
              <a:ext uri="{FF2B5EF4-FFF2-40B4-BE49-F238E27FC236}">
                <a16:creationId xmlns:a16="http://schemas.microsoft.com/office/drawing/2014/main" id="{C9445107-8922-4B34-8593-690FF1C6701B}"/>
              </a:ext>
            </a:extLst>
          </p:cNvPr>
          <p:cNvSpPr>
            <a:spLocks xmlns:a="http://schemas.openxmlformats.org/drawingml/2006/main" noGrp="1"/>
          </p:cNvSpPr>
          <p:nvPr/>
        </p:nvSpPr>
        <p:spPr>
          <a:xfrm xmlns:a="http://schemas.openxmlformats.org/drawingml/2006/main">
            <a:off x="762952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C88700"/>
                </a:solidFill>
                <a:latin typeface="Noto Sans JP"/>
                <a:ea typeface="Noto Sans JP"/>
                <a:cs typeface="Noto Sans JP"/>
              </a:defRPr>
            </a:pPr>
            <a:r>
              <a:rPr sz="1950" b="1" i="0">
                <a:solidFill>
                  <a:srgbClr val="C88700"/>
                </a:solidFill>
                <a:latin typeface="Noto Sans JP"/>
                <a:ea typeface="Noto Sans JP"/>
                <a:cs typeface="Noto Sans JP"/>
              </a:rPr>
              <a:t>F₃</a:t>
            </a:r>
          </a:p>
        </p:txBody>
      </p:sp>
      <p:sp>
        <p:nvSpPr>
          <p:cNvPr id="17" name="">
            <a:extLst xmlns:a="http://schemas.openxmlformats.org/drawingml/2006/main">
              <a:ext uri="{FF2B5EF4-FFF2-40B4-BE49-F238E27FC236}">
                <a16:creationId xmlns:a16="http://schemas.microsoft.com/office/drawing/2014/main" id="{E223B1C8-4C68-450E-B5F8-4FBC724AFF68}"/>
              </a:ext>
            </a:extLst>
          </p:cNvPr>
          <p:cNvSpPr>
            <a:spLocks xmlns:a="http://schemas.openxmlformats.org/drawingml/2006/main" noGrp="1"/>
          </p:cNvSpPr>
          <p:nvPr/>
        </p:nvSpPr>
        <p:spPr>
          <a:xfrm xmlns:a="http://schemas.openxmlformats.org/drawingml/2006/main">
            <a:off x="762952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高次の奇成分</a:t>
            </a:r>
          </a:p>
        </p:txBody>
      </p:sp>
      <p:sp>
        <p:nvSpPr>
          <p:cNvPr id="18" name="">
            <a:extLst xmlns:a="http://schemas.openxmlformats.org/drawingml/2006/main">
              <a:ext uri="{FF2B5EF4-FFF2-40B4-BE49-F238E27FC236}">
                <a16:creationId xmlns:a16="http://schemas.microsoft.com/office/drawing/2014/main" id="{85F16934-7028-4C45-8080-2C692CC4597B}"/>
              </a:ext>
            </a:extLst>
          </p:cNvPr>
          <p:cNvSpPr>
            <a:spLocks xmlns:a="http://schemas.openxmlformats.org/drawingml/2006/main" noGrp="1"/>
          </p:cNvSpPr>
          <p:nvPr/>
        </p:nvSpPr>
        <p:spPr>
          <a:xfrm xmlns:a="http://schemas.openxmlformats.org/drawingml/2006/main">
            <a:off x="979170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6DBB20"/>
            </a:solidFill>
            <a:prstDash val="solid"/>
          </a:ln>
        </p:spPr>
      </p:sp>
      <p:sp>
        <p:nvSpPr>
          <p:cNvPr id="19" name="">
            <a:extLst xmlns:a="http://schemas.openxmlformats.org/drawingml/2006/main">
              <a:ext uri="{FF2B5EF4-FFF2-40B4-BE49-F238E27FC236}">
                <a16:creationId xmlns:a16="http://schemas.microsoft.com/office/drawing/2014/main" id="{1EC0EA62-F000-40DB-87BC-68F4654D3847}"/>
              </a:ext>
            </a:extLst>
          </p:cNvPr>
          <p:cNvSpPr>
            <a:spLocks xmlns:a="http://schemas.openxmlformats.org/drawingml/2006/main" noGrp="1"/>
          </p:cNvSpPr>
          <p:nvPr/>
        </p:nvSpPr>
        <p:spPr>
          <a:xfrm xmlns:a="http://schemas.openxmlformats.org/drawingml/2006/main">
            <a:off x="993457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6DBB20"/>
                </a:solidFill>
                <a:latin typeface="Noto Sans JP"/>
                <a:ea typeface="Noto Sans JP"/>
                <a:cs typeface="Noto Sans JP"/>
              </a:defRPr>
            </a:pPr>
            <a:r>
              <a:rPr sz="1950" b="1" i="0">
                <a:solidFill>
                  <a:srgbClr val="6DBB20"/>
                </a:solidFill>
                <a:latin typeface="Noto Sans JP"/>
                <a:ea typeface="Noto Sans JP"/>
                <a:cs typeface="Noto Sans JP"/>
              </a:rPr>
              <a:t>… F_L</a:t>
            </a:r>
          </a:p>
        </p:txBody>
      </p:sp>
      <p:sp>
        <p:nvSpPr>
          <p:cNvPr id="20" name="">
            <a:extLst xmlns:a="http://schemas.openxmlformats.org/drawingml/2006/main">
              <a:ext uri="{FF2B5EF4-FFF2-40B4-BE49-F238E27FC236}">
                <a16:creationId xmlns:a16="http://schemas.microsoft.com/office/drawing/2014/main" id="{0B7A7135-E948-4102-8B02-FA87737FB679}"/>
              </a:ext>
            </a:extLst>
          </p:cNvPr>
          <p:cNvSpPr>
            <a:spLocks xmlns:a="http://schemas.openxmlformats.org/drawingml/2006/main" noGrp="1"/>
          </p:cNvSpPr>
          <p:nvPr/>
        </p:nvSpPr>
        <p:spPr>
          <a:xfrm xmlns:a="http://schemas.openxmlformats.org/drawingml/2006/main">
            <a:off x="993457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細かな角度構造</a:t>
            </a:r>
          </a:p>
        </p:txBody>
      </p:sp>
      <p:cxnSp>
        <p:nvCxnSpPr>
          <p:cNvPr id="79" name=""/>
          <p:cNvCxnSpPr>
            <a:stCxn xmlns:a="http://schemas.openxmlformats.org/drawingml/2006/main" id="6" idx="3"/>
            <a:endCxn xmlns:a="http://schemas.openxmlformats.org/drawingml/2006/main" id="9" idx="1"/>
          </p:cNvCxnSpPr>
          <p:nvPr/>
        </p:nvCxnSpPr>
        <p:spPr>
          <a:xfrm xmlns:a="http://schemas.openxmlformats.org/drawingml/2006/main">
            <a:off x="223837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cxnSp>
        <p:nvCxnSpPr>
          <p:cNvPr id="80" name=""/>
          <p:cNvCxnSpPr>
            <a:stCxn xmlns:a="http://schemas.openxmlformats.org/drawingml/2006/main" id="9" idx="3"/>
            <a:endCxn xmlns:a="http://schemas.openxmlformats.org/drawingml/2006/main" id="12" idx="1"/>
          </p:cNvCxnSpPr>
          <p:nvPr/>
        </p:nvCxnSpPr>
        <p:spPr>
          <a:xfrm xmlns:a="http://schemas.openxmlformats.org/drawingml/2006/main">
            <a:off x="454342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cxnSp>
        <p:nvCxnSpPr>
          <p:cNvPr id="81" name=""/>
          <p:cNvCxnSpPr>
            <a:stCxn xmlns:a="http://schemas.openxmlformats.org/drawingml/2006/main" id="12" idx="3"/>
            <a:endCxn xmlns:a="http://schemas.openxmlformats.org/drawingml/2006/main" id="15" idx="1"/>
          </p:cNvCxnSpPr>
          <p:nvPr/>
        </p:nvCxnSpPr>
        <p:spPr>
          <a:xfrm xmlns:a="http://schemas.openxmlformats.org/drawingml/2006/main">
            <a:off x="684847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cxnSp>
        <p:nvCxnSpPr>
          <p:cNvPr id="82" name=""/>
          <p:cNvCxnSpPr>
            <a:stCxn xmlns:a="http://schemas.openxmlformats.org/drawingml/2006/main" id="15" idx="3"/>
            <a:endCxn xmlns:a="http://schemas.openxmlformats.org/drawingml/2006/main" id="18" idx="1"/>
          </p:cNvCxnSpPr>
          <p:nvPr/>
        </p:nvCxnSpPr>
        <p:spPr>
          <a:xfrm xmlns:a="http://schemas.openxmlformats.org/drawingml/2006/main">
            <a:off x="915352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sp>
        <p:nvSpPr>
          <p:cNvPr id="25" name="">
            <a:extLst xmlns:a="http://schemas.openxmlformats.org/drawingml/2006/main">
              <a:ext uri="{FF2B5EF4-FFF2-40B4-BE49-F238E27FC236}">
                <a16:creationId xmlns:a16="http://schemas.microsoft.com/office/drawing/2014/main" id="{46150FFB-85EA-4123-9FA9-7ED7D3FF9E8A}"/>
              </a:ext>
            </a:extLst>
          </p:cNvPr>
          <p:cNvSpPr>
            <a:spLocks xmlns:a="http://schemas.openxmlformats.org/drawingml/2006/main" noGrp="1"/>
          </p:cNvSpPr>
          <p:nvPr/>
        </p:nvSpPr>
        <p:spPr>
          <a:xfrm xmlns:a="http://schemas.openxmlformats.org/drawingml/2006/main">
            <a:off x="2571750" y="45720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7B2FA3"/>
                </a:solidFill>
                <a:latin typeface="Noto Sans JP"/>
                <a:ea typeface="Noto Sans JP"/>
                <a:cs typeface="Noto Sans JP"/>
              </a:defRPr>
            </a:pPr>
            <a:r>
              <a:rPr sz="1350" b="1" i="0">
                <a:solidFill>
                  <a:srgbClr val="7B2FA3"/>
                </a:solidFill>
                <a:latin typeface="Noto Sans JP"/>
                <a:ea typeface="Noto Sans JP"/>
                <a:cs typeface="Noto Sans JP"/>
              </a:rPr>
              <a:t>偶数ℓ</a:t>
            </a:r>
          </a:p>
        </p:txBody>
      </p:sp>
      <p:sp>
        <p:nvSpPr>
          <p:cNvPr id="26" name="">
            <a:extLst xmlns:a="http://schemas.openxmlformats.org/drawingml/2006/main">
              <a:ext uri="{FF2B5EF4-FFF2-40B4-BE49-F238E27FC236}">
                <a16:creationId xmlns:a16="http://schemas.microsoft.com/office/drawing/2014/main" id="{79A80C70-3F68-41DC-A31F-F10B5CFC8622}"/>
              </a:ext>
            </a:extLst>
          </p:cNvPr>
          <p:cNvSpPr>
            <a:spLocks xmlns:a="http://schemas.openxmlformats.org/drawingml/2006/main" noGrp="1"/>
          </p:cNvSpPr>
          <p:nvPr/>
        </p:nvSpPr>
        <p:spPr>
          <a:xfrm xmlns:a="http://schemas.openxmlformats.org/drawingml/2006/main">
            <a:off x="2571750" y="49053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分布形状</a:t>
            </a:r>
          </a:p>
        </p:txBody>
      </p:sp>
      <p:sp>
        <p:nvSpPr>
          <p:cNvPr id="27" name="">
            <a:extLst xmlns:a="http://schemas.openxmlformats.org/drawingml/2006/main">
              <a:ext uri="{FF2B5EF4-FFF2-40B4-BE49-F238E27FC236}">
                <a16:creationId xmlns:a16="http://schemas.microsoft.com/office/drawing/2014/main" id="{A9EFAE1F-B194-4C8B-A82B-4B780F8A46FE}"/>
              </a:ext>
            </a:extLst>
          </p:cNvPr>
          <p:cNvSpPr>
            <a:spLocks xmlns:a="http://schemas.openxmlformats.org/drawingml/2006/main" noGrp="1"/>
          </p:cNvSpPr>
          <p:nvPr/>
        </p:nvSpPr>
        <p:spPr>
          <a:xfrm xmlns:a="http://schemas.openxmlformats.org/drawingml/2006/main">
            <a:off x="6905625" y="45720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00AFA5"/>
                </a:solidFill>
                <a:latin typeface="Noto Sans JP"/>
                <a:ea typeface="Noto Sans JP"/>
                <a:cs typeface="Noto Sans JP"/>
              </a:defRPr>
            </a:pPr>
            <a:r>
              <a:rPr sz="1350" b="1" i="0">
                <a:solidFill>
                  <a:srgbClr val="00AFA5"/>
                </a:solidFill>
                <a:latin typeface="Noto Sans JP"/>
                <a:ea typeface="Noto Sans JP"/>
                <a:cs typeface="Noto Sans JP"/>
              </a:rPr>
              <a:t>奇数ℓ</a:t>
            </a:r>
          </a:p>
        </p:txBody>
      </p:sp>
      <p:sp>
        <p:nvSpPr>
          <p:cNvPr id="28" name="">
            <a:extLst xmlns:a="http://schemas.openxmlformats.org/drawingml/2006/main">
              <a:ext uri="{FF2B5EF4-FFF2-40B4-BE49-F238E27FC236}">
                <a16:creationId xmlns:a16="http://schemas.microsoft.com/office/drawing/2014/main" id="{A9043C18-72D9-4145-B47D-C3CFA5DB5AE5}"/>
              </a:ext>
            </a:extLst>
          </p:cNvPr>
          <p:cNvSpPr>
            <a:spLocks xmlns:a="http://schemas.openxmlformats.org/drawingml/2006/main" noGrp="1"/>
          </p:cNvSpPr>
          <p:nvPr/>
        </p:nvSpPr>
        <p:spPr>
          <a:xfrm xmlns:a="http://schemas.openxmlformats.org/drawingml/2006/main">
            <a:off x="6667500" y="49053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流束・非対称性</a:t>
            </a:r>
          </a:p>
        </p:txBody>
      </p:sp>
      <p:sp>
        <p:nvSpPr>
          <p:cNvPr id="29" name="">
            <a:extLst xmlns:a="http://schemas.openxmlformats.org/drawingml/2006/main">
              <a:ext uri="{FF2B5EF4-FFF2-40B4-BE49-F238E27FC236}">
                <a16:creationId xmlns:a16="http://schemas.microsoft.com/office/drawing/2014/main" id="{64DBF28B-9500-4111-A22E-215BD78D0A9B}"/>
              </a:ext>
            </a:extLst>
          </p:cNvPr>
          <p:cNvSpPr>
            <a:spLocks xmlns:a="http://schemas.openxmlformats.org/drawingml/2006/main" noGrp="1"/>
          </p:cNvSpPr>
          <p:nvPr/>
        </p:nvSpPr>
        <p:spPr>
          <a:xfrm xmlns:a="http://schemas.openxmlformats.org/drawingml/2006/main">
            <a:off x="8810625" y="46672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Lを増やして観測量が収束するか確認</a:t>
            </a:r>
          </a:p>
        </p:txBody>
      </p:sp>
      <p:sp>
        <p:nvSpPr>
          <p:cNvPr id="30" name="takeaway-bullet">
            <a:extLst xmlns:a="http://schemas.openxmlformats.org/drawingml/2006/main">
              <a:ext uri="{FF2B5EF4-FFF2-40B4-BE49-F238E27FC236}">
                <a16:creationId xmlns:a16="http://schemas.microsoft.com/office/drawing/2014/main" id="{0A0F287F-19B6-4C0B-B35B-920EA53F253B}"/>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1" name="takeaway">
            <a:extLst xmlns:a="http://schemas.openxmlformats.org/drawingml/2006/main">
              <a:ext uri="{FF2B5EF4-FFF2-40B4-BE49-F238E27FC236}">
                <a16:creationId xmlns:a16="http://schemas.microsoft.com/office/drawing/2014/main" id="{F7509F8B-FE83-4D17-B506-6B0CC77F28B6}"/>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Multi-termの価値は高次角度成分を解くこと。Lを増やした収束が、two-term切断誤差の証拠になる。</a:t>
            </a:r>
          </a:p>
        </p:txBody>
      </p:sp>
      <p:sp>
        <p:nvSpPr>
          <p:cNvPr id="32" name="source">
            <a:extLst xmlns:a="http://schemas.openxmlformats.org/drawingml/2006/main">
              <a:ext uri="{FF2B5EF4-FFF2-40B4-BE49-F238E27FC236}">
                <a16:creationId xmlns:a16="http://schemas.microsoft.com/office/drawing/2014/main" id="{9D9C1B74-0530-451F-95EA-06C773839561}"/>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PN / spherical-harmonic hierarchy: [R3], [R4]</a:t>
            </a:r>
          </a:p>
        </p:txBody>
      </p:sp>
      <p:sp>
        <p:nvSpPr>
          <p:cNvPr id="34" name="footer">
            <a:extLst xmlns:a="http://schemas.openxmlformats.org/drawingml/2006/main">
              <a:ext uri="{FF2B5EF4-FFF2-40B4-BE49-F238E27FC236}">
                <a16:creationId xmlns:a16="http://schemas.microsoft.com/office/drawing/2014/main" id="{2A84103E-4A7F-49E1-9D6B-7FF124C37B2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5" name="page">
            <a:extLst xmlns:a="http://schemas.openxmlformats.org/drawingml/2006/main">
              <a:ext uri="{FF2B5EF4-FFF2-40B4-BE49-F238E27FC236}">
                <a16:creationId xmlns:a16="http://schemas.microsoft.com/office/drawing/2014/main" id="{030660E6-6ADE-47B2-AACB-AAD25C5FA47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14</a:t>
            </a:r>
          </a:p>
        </p:txBody>
      </p:sp>
      <p:sp>
        <p:nvSpPr>
          <p:cNvPr id="59" name="section">
            <a:extLst xmlns:a="http://schemas.openxmlformats.org/drawingml/2006/main">
              <a:ext uri="{FF2B5EF4-FFF2-40B4-BE49-F238E27FC236}">
                <a16:creationId xmlns:a16="http://schemas.microsoft.com/office/drawing/2014/main" id="{334F8C55-75F2-4B06-BE58-1A1529B5ACE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9051744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3D68C13-CD8C-4114-93B2-04628B6A4A8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Multi-term PN法 2/3：角度散乱データが必要</a:t>
            </a:r>
          </a:p>
        </p:txBody>
      </p:sp>
      <p:sp>
        <p:nvSpPr>
          <p:cNvPr id="3" name="">
            <a:extLst xmlns:a="http://schemas.openxmlformats.org/drawingml/2006/main">
              <a:ext uri="{FF2B5EF4-FFF2-40B4-BE49-F238E27FC236}">
                <a16:creationId xmlns:a16="http://schemas.microsoft.com/office/drawing/2014/main" id="{A4F57F67-CE08-4046-86C0-D756D7464F22}"/>
              </a:ext>
            </a:extLst>
          </p:cNvPr>
          <p:cNvSpPr>
            <a:spLocks xmlns:a="http://schemas.openxmlformats.org/drawingml/2006/main" noGrp="1"/>
          </p:cNvSpPr>
          <p:nvPr/>
        </p:nvSpPr>
        <p:spPr>
          <a:xfrm xmlns:a="http://schemas.openxmlformats.org/drawingml/2006/main">
            <a:off x="666750" y="106680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0" i="0">
                <a:solidFill>
                  <a:srgbClr val="666666"/>
                </a:solidFill>
                <a:latin typeface="Noto Sans JP"/>
                <a:ea typeface="Noto Sans JP"/>
                <a:cs typeface="Noto Sans JP"/>
              </a:defRPr>
            </a:pPr>
            <a:r>
              <a:rPr sz="1050" b="0" i="0">
                <a:solidFill>
                  <a:srgbClr val="666666"/>
                </a:solidFill>
                <a:latin typeface="Noto Sans JP"/>
                <a:ea typeface="Noto Sans JP"/>
                <a:cs typeface="Noto Sans JP"/>
              </a:rPr>
              <a:t>DCS＝微分断面積、σℓ＝Legendre角度モーメント</a:t>
            </a:r>
          </a:p>
        </p:txBody>
      </p:sp>
      <p:sp>
        <p:nvSpPr>
          <p:cNvPr id="4" name="">
            <a:extLst xmlns:a="http://schemas.openxmlformats.org/drawingml/2006/main">
              <a:ext uri="{FF2B5EF4-FFF2-40B4-BE49-F238E27FC236}">
                <a16:creationId xmlns:a16="http://schemas.microsoft.com/office/drawing/2014/main" id="{EB577965-7BD0-48E4-A94B-FB83602C59D9}"/>
              </a:ext>
            </a:extLst>
          </p:cNvPr>
          <p:cNvSpPr>
            <a:spLocks xmlns:a="http://schemas.openxmlformats.org/drawingml/2006/main" noGrp="1"/>
          </p:cNvSpPr>
          <p:nvPr/>
        </p:nvSpPr>
        <p:spPr>
          <a:xfrm xmlns:a="http://schemas.openxmlformats.org/drawingml/2006/main">
            <a:off x="1333500" y="1381125"/>
            <a:ext cx="1143000" cy="68580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角度モーメント</a:t>
            </a:r>
          </a:p>
        </p:txBody>
      </p:sp>
      <p:sp>
        <p:nvSpPr>
          <p:cNvPr id="5" name="">
            <a:extLst xmlns:a="http://schemas.openxmlformats.org/drawingml/2006/main">
              <a:ext uri="{FF2B5EF4-FFF2-40B4-BE49-F238E27FC236}">
                <a16:creationId xmlns:a16="http://schemas.microsoft.com/office/drawing/2014/main" id="{E2287FAD-D65E-4EC1-A135-234624DAD300}"/>
              </a:ext>
            </a:extLst>
          </p:cNvPr>
          <p:cNvSpPr>
            <a:spLocks xmlns:a="http://schemas.openxmlformats.org/drawingml/2006/main" noGrp="1"/>
          </p:cNvSpPr>
          <p:nvPr/>
        </p:nvSpPr>
        <p:spPr>
          <a:xfrm xmlns:a="http://schemas.openxmlformats.org/drawingml/2006/main">
            <a:off x="2476500" y="1381125"/>
            <a:ext cx="8382000" cy="68580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σℓ(ε) = 2π ∫₋₁¹ σ(ε,χ) Pℓ(cosχ) d(cosχ)</a:t>
            </a:r>
          </a:p>
        </p:txBody>
      </p:sp>
      <p:graphicFrame>
        <p:nvGraphicFramePr>
          <p:cNvPr id="20" name=""/>
          <p:cNvGraphicFramePr/>
          <p:nvPr/>
        </p:nvGraphicFramePr>
        <p:xfrm>
          <a:off xmlns:a="http://schemas.openxmlformats.org/drawingml/2006/main" x="523875" y="2428875"/>
          <a:ext xmlns:a="http://schemas.openxmlformats.org/drawingml/2006/main" cx="11144250" cy="2571750"/>
        </p:xfrm>
        <a:graphic xmlns:a="http://schemas.openxmlformats.org/drawingml/2006/main">
          <a:graphicData uri="http://schemas.openxmlformats.org/drawingml/2006/table">
            <a:tbl>
              <a:tblPr/>
              <a:tblGrid>
                <a:gridCol w="2516444"/>
                <a:gridCol w="3235427"/>
                <a:gridCol w="2875935"/>
                <a:gridCol w="2516444"/>
              </a:tblGrid>
              <a:tr h="642938">
                <a:tc>
                  <a:txBody>
                    <a:bodyPr lIns="57150" tIns="47625" rIns="57150" bIns="47625">
                      <a:normAutofit/>
                    </a:bodyPr>
                    <a:lstStyle/>
                    <a:p>
                      <a:pPr algn="l">
                        <a:buNone/>
                      </a:pPr>
                      <a:r>
                        <a:rPr sz="1125" b="1">
                          <a:solidFill>
                            <a:srgbClr val="FFFFFF"/>
                          </a:solidFill>
                          <a:latin typeface="Noto Sans JP"/>
                          <a:ea typeface="Noto Sans JP"/>
                          <a:cs typeface="Noto Sans JP"/>
                        </a:rPr>
                        <a:t>利用できる入力</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決められる角度情報</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計算での扱い</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結果の表現</a:t>
                      </a:r>
                    </a:p>
                  </a:txBody>
                  <a:tcPr marL="91440" marR="91440" marT="45720" marB="45720" anchor="ctr">
                    <a:solidFill>
                      <a:srgbClr val="00A6D6"/>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DCSまたは検証済みσℓ表</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各ℓの衝突減衰を直接決定</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入力モーメントを使用</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DCSモーメントを用いるPN法</a:t>
                      </a:r>
                    </a:p>
                  </a:txBody>
                  <a:tcPr marL="91440" marR="91440" marT="45720" marB="45720" anchor="ctr">
                    <a:solidFill>
                      <a:srgbClr val="FFFFFF"/>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全断面積＋運動量移行断面積</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σ₀と一部の低次情報のみ</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明示した角度閉包を仮定</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角度分布を仮定したPN法</a:t>
                      </a:r>
                    </a:p>
                  </a:txBody>
                  <a:tcPr marL="91440" marR="91440" marT="45720" marB="45720" anchor="ctr">
                    <a:solidFill>
                      <a:srgbClr val="F2F3F4"/>
                    </a:solidFill>
                  </a:tcPr>
                </a:tc>
              </a:tr>
              <a:tr h="642938">
                <a:tc>
                  <a:txBody>
                    <a:bodyPr lIns="57150" tIns="47625" rIns="57150" bIns="47625">
                      <a:normAutofit/>
                    </a:bodyPr>
                    <a:lstStyle/>
                    <a:p>
                      <a:pPr algn="l">
                        <a:buNone/>
                      </a:pPr>
                      <a:r>
                        <a:rPr sz="1050" b="1">
                          <a:solidFill>
                            <a:srgbClr val="333333"/>
                          </a:solidFill>
                          <a:latin typeface="Noto Sans JP"/>
                          <a:ea typeface="Noto Sans JP"/>
                          <a:cs typeface="Noto Sans JP"/>
                        </a:rPr>
                        <a:t>全断面積のみ</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散乱角分布は一意に決まらない</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等方散乱などの仮定が必要</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等方散乱などを仮定したPN法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26ECD59-8E63-4436-8CB8-20BB47EE3AF9}"/>
              </a:ext>
            </a:extLst>
          </p:cNvPr>
          <p:cNvSpPr>
            <a:spLocks xmlns:a="http://schemas.openxmlformats.org/drawingml/2006/main" noGrp="1"/>
          </p:cNvSpPr>
          <p:nvPr/>
        </p:nvSpPr>
        <p:spPr>
          <a:xfrm xmlns:a="http://schemas.openxmlformats.org/drawingml/2006/main">
            <a:off x="857250" y="52863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D64045"/>
                </a:solidFill>
                <a:latin typeface="Noto Sans JP"/>
                <a:ea typeface="Noto Sans JP"/>
                <a:cs typeface="Noto Sans JP"/>
              </a:defRPr>
            </a:pPr>
            <a:r>
              <a:rPr sz="1425" b="1" i="0">
                <a:solidFill>
                  <a:srgbClr val="D64045"/>
                </a:solidFill>
                <a:latin typeface="Noto Sans JP"/>
                <a:ea typeface="Noto Sans JP"/>
                <a:cs typeface="Noto Sans JP"/>
              </a:rPr>
              <a:t>重要な物理的注意</a:t>
            </a:r>
          </a:p>
        </p:txBody>
      </p:sp>
      <p:sp>
        <p:nvSpPr>
          <p:cNvPr id="8" name="">
            <a:extLst xmlns:a="http://schemas.openxmlformats.org/drawingml/2006/main">
              <a:ext uri="{FF2B5EF4-FFF2-40B4-BE49-F238E27FC236}">
                <a16:creationId xmlns:a16="http://schemas.microsoft.com/office/drawing/2014/main" id="{0DB2CA33-9803-4DE6-9E2D-859BA6EB1C90}"/>
              </a:ext>
            </a:extLst>
          </p:cNvPr>
          <p:cNvSpPr>
            <a:spLocks xmlns:a="http://schemas.openxmlformats.org/drawingml/2006/main" noGrp="1"/>
          </p:cNvSpPr>
          <p:nvPr/>
        </p:nvSpPr>
        <p:spPr>
          <a:xfrm xmlns:a="http://schemas.openxmlformats.org/drawingml/2006/main">
            <a:off x="3286125" y="5191125"/>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通常の積分断面積だけから、全ての微分断面積や高次角度モーメントを一意に再構成できない。</a:t>
            </a:r>
          </a:p>
        </p:txBody>
      </p:sp>
      <p:sp>
        <p:nvSpPr>
          <p:cNvPr id="9" name="takeaway-bullet">
            <a:extLst xmlns:a="http://schemas.openxmlformats.org/drawingml/2006/main">
              <a:ext uri="{FF2B5EF4-FFF2-40B4-BE49-F238E27FC236}">
                <a16:creationId xmlns:a16="http://schemas.microsoft.com/office/drawing/2014/main" id="{9791C789-39B0-4663-87AF-E794628473D5}"/>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0" name="takeaway">
            <a:extLst xmlns:a="http://schemas.openxmlformats.org/drawingml/2006/main">
              <a:ext uri="{FF2B5EF4-FFF2-40B4-BE49-F238E27FC236}">
                <a16:creationId xmlns:a16="http://schemas.microsoft.com/office/drawing/2014/main" id="{8BD1733B-A388-4D58-ADA1-1FD0BC2BBAE7}"/>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DCSを与えていないmulti-term結果を「厳密なDCSベース解」と呼ばず、角度閉包仮定を結果に残す。</a:t>
            </a:r>
          </a:p>
        </p:txBody>
      </p:sp>
      <p:sp>
        <p:nvSpPr>
          <p:cNvPr id="12" name="footer">
            <a:extLst xmlns:a="http://schemas.openxmlformats.org/drawingml/2006/main">
              <a:ext uri="{FF2B5EF4-FFF2-40B4-BE49-F238E27FC236}">
                <a16:creationId xmlns:a16="http://schemas.microsoft.com/office/drawing/2014/main" id="{56E89E5C-179E-43BA-A05A-3C2260881CF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3" name="page">
            <a:extLst xmlns:a="http://schemas.openxmlformats.org/drawingml/2006/main">
              <a:ext uri="{FF2B5EF4-FFF2-40B4-BE49-F238E27FC236}">
                <a16:creationId xmlns:a16="http://schemas.microsoft.com/office/drawing/2014/main" id="{64916A2F-5739-4FB6-A220-5BA630F92EC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15</a:t>
            </a:r>
          </a:p>
        </p:txBody>
      </p:sp>
      <p:sp>
        <p:nvSpPr>
          <p:cNvPr id="15" name="section">
            <a:extLst xmlns:a="http://schemas.openxmlformats.org/drawingml/2006/main">
              <a:ext uri="{FF2B5EF4-FFF2-40B4-BE49-F238E27FC236}">
                <a16:creationId xmlns:a16="http://schemas.microsoft.com/office/drawing/2014/main" id="{0A72B47A-6599-4B82-9D7D-F52F1CDA121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0952190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D814380-E4D1-41C8-9523-39E29406AC8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Multi-term PN法 3/3：Lmax収束と高エネルギー尾部反応を確認する</a:t>
            </a:r>
          </a:p>
        </p:txBody>
      </p:sp>
      <p:sp>
        <p:nvSpPr>
          <p:cNvPr id="3" name="">
            <a:extLst xmlns:a="http://schemas.openxmlformats.org/drawingml/2006/main">
              <a:ext uri="{FF2B5EF4-FFF2-40B4-BE49-F238E27FC236}">
                <a16:creationId xmlns:a16="http://schemas.microsoft.com/office/drawing/2014/main" id="{1C469D90-944D-464C-B6B6-194E088580C9}"/>
              </a:ext>
            </a:extLst>
          </p:cNvPr>
          <p:cNvSpPr>
            <a:spLocks xmlns:a="http://schemas.openxmlformats.org/drawingml/2006/main" noGrp="1"/>
          </p:cNvSpPr>
          <p:nvPr/>
        </p:nvSpPr>
        <p:spPr>
          <a:xfrm xmlns:a="http://schemas.openxmlformats.org/drawingml/2006/main">
            <a:off x="666750" y="13335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650" b="1" i="0">
                <a:solidFill>
                  <a:srgbClr val="241646"/>
                </a:solidFill>
                <a:latin typeface="Noto Sans JP"/>
                <a:ea typeface="Noto Sans JP"/>
                <a:cs typeface="Noto Sans JP"/>
              </a:defRPr>
            </a:pPr>
            <a:r>
              <a:rPr sz="1650" b="1" i="0">
                <a:solidFill>
                  <a:srgbClr val="241646"/>
                </a:solidFill>
                <a:latin typeface="Noto Sans JP"/>
                <a:ea typeface="Noto Sans JP"/>
                <a:cs typeface="Noto Sans JP"/>
              </a:rPr>
              <a:t>Ar, 50 Tdの実計算例</a:t>
            </a:r>
          </a:p>
        </p:txBody>
      </p:sp>
      <p:graphicFrame>
        <p:nvGraphicFramePr>
          <p:cNvPr id="25" name=""/>
          <p:cNvGraphicFramePr/>
          <p:nvPr/>
        </p:nvGraphicFramePr>
        <p:xfrm>
          <a:off xmlns:a="http://schemas.openxmlformats.org/drawingml/2006/main" x="619125" y="1809750"/>
          <a:ext xmlns:a="http://schemas.openxmlformats.org/drawingml/2006/main" cx="6667500" cy="2619375"/>
        </p:xfrm>
        <a:graphic xmlns:a="http://schemas.openxmlformats.org/drawingml/2006/main">
          <a:graphicData uri="http://schemas.openxmlformats.org/drawingml/2006/table">
            <a:tbl>
              <a:tblPr/>
              <a:tblGrid>
                <a:gridCol w="2255184"/>
                <a:gridCol w="1470772"/>
                <a:gridCol w="1666875"/>
                <a:gridCol w="1274669"/>
              </a:tblGrid>
              <a:tr h="654844">
                <a:tc>
                  <a:txBody>
                    <a:bodyPr lIns="57150" tIns="47625" rIns="57150" bIns="47625">
                      <a:normAutofit/>
                    </a:bodyPr>
                    <a:lstStyle/>
                    <a:p>
                      <a:pPr algn="l">
                        <a:buNone/>
                      </a:pPr>
                      <a:r>
                        <a:rPr sz="1125" b="1">
                          <a:solidFill>
                            <a:srgbClr val="FFFFFF"/>
                          </a:solidFill>
                          <a:latin typeface="Noto Sans JP"/>
                          <a:ea typeface="Noto Sans JP"/>
                          <a:cs typeface="Noto Sans JP"/>
                        </a:rPr>
                        <a:t>観測量</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two-term</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multi-term PN</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相対差</a:t>
                      </a:r>
                    </a:p>
                  </a:txBody>
                  <a:tcPr marL="91440" marR="91440" marT="45720" marB="45720" anchor="ctr">
                    <a:solidFill>
                      <a:srgbClr val="00A6D6"/>
                    </a:solidFill>
                  </a:tcPr>
                </a:tc>
              </a:tr>
              <a:tr h="654844">
                <a:tc>
                  <a:txBody>
                    <a:bodyPr lIns="57150" tIns="47625" rIns="57150" bIns="47625">
                      <a:normAutofit/>
                    </a:bodyPr>
                    <a:lstStyle/>
                    <a:p>
                      <a:pPr algn="l">
                        <a:buNone/>
                      </a:pPr>
                      <a:r>
                        <a:rPr sz="1125" b="1">
                          <a:solidFill>
                            <a:srgbClr val="333333"/>
                          </a:solidFill>
                          <a:latin typeface="Noto Sans JP"/>
                          <a:ea typeface="Noto Sans JP"/>
                          <a:cs typeface="Noto Sans JP"/>
                        </a:rPr>
                        <a:t>平均エネルギー [eV]</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5.60606</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5.58966</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−0.293%</a:t>
                      </a:r>
                    </a:p>
                  </a:txBody>
                  <a:tcPr marL="91440" marR="91440" marT="45720" marB="45720" anchor="ctr">
                    <a:solidFill>
                      <a:srgbClr val="FFFFFF"/>
                    </a:solidFill>
                  </a:tcPr>
                </a:tc>
              </a:tr>
              <a:tr h="654844">
                <a:tc>
                  <a:txBody>
                    <a:bodyPr lIns="57150" tIns="47625" rIns="57150" bIns="47625">
                      <a:normAutofit/>
                    </a:bodyPr>
                    <a:lstStyle/>
                    <a:p>
                      <a:pPr algn="l">
                        <a:buNone/>
                      </a:pPr>
                      <a:r>
                        <a:rPr sz="1125" b="1">
                          <a:solidFill>
                            <a:srgbClr val="333333"/>
                          </a:solidFill>
                          <a:latin typeface="Noto Sans JP"/>
                          <a:ea typeface="Noto Sans JP"/>
                          <a:cs typeface="Noto Sans JP"/>
                        </a:rPr>
                        <a:t>ドリフト速度 [m s⁻¹]</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122056.9</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121552.7</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−0.413%</a:t>
                      </a:r>
                    </a:p>
                  </a:txBody>
                  <a:tcPr marL="91440" marR="91440" marT="45720" marB="45720" anchor="ctr">
                    <a:solidFill>
                      <a:srgbClr val="F2F3F4"/>
                    </a:solidFill>
                  </a:tcPr>
                </a:tc>
              </a:tr>
              <a:tr h="654844">
                <a:tc>
                  <a:txBody>
                    <a:bodyPr lIns="57150" tIns="47625" rIns="57150" bIns="47625">
                      <a:normAutofit/>
                    </a:bodyPr>
                    <a:lstStyle/>
                    <a:p>
                      <a:pPr algn="l">
                        <a:buNone/>
                      </a:pPr>
                      <a:r>
                        <a:rPr sz="1125" b="1">
                          <a:solidFill>
                            <a:srgbClr val="333333"/>
                          </a:solidFill>
                          <a:latin typeface="Noto Sans JP"/>
                          <a:ea typeface="Noto Sans JP"/>
                          <a:cs typeface="Noto Sans JP"/>
                        </a:rPr>
                        <a:t>正味電離周波数 [s⁻¹]</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244949</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283771</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+15.85%</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30809AE-6FE0-4C4B-B394-8B5310776DBB}"/>
              </a:ext>
            </a:extLst>
          </p:cNvPr>
          <p:cNvSpPr>
            <a:spLocks xmlns:a="http://schemas.openxmlformats.org/drawingml/2006/main" noGrp="1"/>
          </p:cNvSpPr>
          <p:nvPr/>
        </p:nvSpPr>
        <p:spPr>
          <a:xfrm xmlns:a="http://schemas.openxmlformats.org/drawingml/2006/main">
            <a:off x="7953375" y="16192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7B2FA3"/>
                </a:solidFill>
                <a:latin typeface="Noto Sans JP"/>
                <a:ea typeface="Noto Sans JP"/>
                <a:cs typeface="Noto Sans JP"/>
              </a:defRPr>
            </a:pPr>
            <a:r>
              <a:rPr sz="1650" b="1" i="0">
                <a:solidFill>
                  <a:srgbClr val="7B2FA3"/>
                </a:solidFill>
                <a:latin typeface="Noto Sans JP"/>
                <a:ea typeface="Noto Sans JP"/>
                <a:cs typeface="Noto Sans JP"/>
              </a:rPr>
              <a:t>読み方</a:t>
            </a:r>
          </a:p>
        </p:txBody>
      </p:sp>
      <p:sp>
        <p:nvSpPr>
          <p:cNvPr id="6" name="">
            <a:extLst xmlns:a="http://schemas.openxmlformats.org/drawingml/2006/main">
              <a:ext uri="{FF2B5EF4-FFF2-40B4-BE49-F238E27FC236}">
                <a16:creationId xmlns:a16="http://schemas.microsoft.com/office/drawing/2014/main" id="{10B1A751-F073-4200-9AA5-281C5D3FAAAC}"/>
              </a:ext>
            </a:extLst>
          </p:cNvPr>
          <p:cNvSpPr>
            <a:spLocks xmlns:a="http://schemas.openxmlformats.org/drawingml/2006/main" noGrp="1"/>
          </p:cNvSpPr>
          <p:nvPr/>
        </p:nvSpPr>
        <p:spPr>
          <a:xfrm xmlns:a="http://schemas.openxmlformats.org/drawingml/2006/main">
            <a:off x="7715250" y="2381250"/>
            <a:ext cx="76200" cy="76200"/>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7DA5767-8345-4497-A689-15D86C54F12A}"/>
              </a:ext>
            </a:extLst>
          </p:cNvPr>
          <p:cNvSpPr>
            <a:spLocks xmlns:a="http://schemas.openxmlformats.org/drawingml/2006/main" noGrp="1"/>
          </p:cNvSpPr>
          <p:nvPr/>
        </p:nvSpPr>
        <p:spPr>
          <a:xfrm xmlns:a="http://schemas.openxmlformats.org/drawingml/2006/main">
            <a:off x="7953375" y="22193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平均量が0.5%以内でも、電離は約16%変わる</a:t>
            </a:r>
          </a:p>
        </p:txBody>
      </p:sp>
      <p:sp>
        <p:nvSpPr>
          <p:cNvPr id="8" name="">
            <a:extLst xmlns:a="http://schemas.openxmlformats.org/drawingml/2006/main">
              <a:ext uri="{FF2B5EF4-FFF2-40B4-BE49-F238E27FC236}">
                <a16:creationId xmlns:a16="http://schemas.microsoft.com/office/drawing/2014/main" id="{93D93654-E889-4B2C-B45B-98EF5D61D205}"/>
              </a:ext>
            </a:extLst>
          </p:cNvPr>
          <p:cNvSpPr>
            <a:spLocks xmlns:a="http://schemas.openxmlformats.org/drawingml/2006/main" noGrp="1"/>
          </p:cNvSpPr>
          <p:nvPr/>
        </p:nvSpPr>
        <p:spPr>
          <a:xfrm xmlns:a="http://schemas.openxmlformats.org/drawingml/2006/main">
            <a:off x="7715250" y="30289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B08B50-2681-42AF-BF62-983B9B41905E}"/>
              </a:ext>
            </a:extLst>
          </p:cNvPr>
          <p:cNvSpPr>
            <a:spLocks xmlns:a="http://schemas.openxmlformats.org/drawingml/2006/main" noGrp="1"/>
          </p:cNvSpPr>
          <p:nvPr/>
        </p:nvSpPr>
        <p:spPr>
          <a:xfrm xmlns:a="http://schemas.openxmlformats.org/drawingml/2006/main">
            <a:off x="7953375" y="28670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高エネルギー尾部は小さな角度分布差を増幅</a:t>
            </a:r>
          </a:p>
        </p:txBody>
      </p:sp>
      <p:sp>
        <p:nvSpPr>
          <p:cNvPr id="10" name="">
            <a:extLst xmlns:a="http://schemas.openxmlformats.org/drawingml/2006/main">
              <a:ext uri="{FF2B5EF4-FFF2-40B4-BE49-F238E27FC236}">
                <a16:creationId xmlns:a16="http://schemas.microsoft.com/office/drawing/2014/main" id="{424BA622-0DA9-4B62-A926-B283B43D5E09}"/>
              </a:ext>
            </a:extLst>
          </p:cNvPr>
          <p:cNvSpPr>
            <a:spLocks xmlns:a="http://schemas.openxmlformats.org/drawingml/2006/main" noGrp="1"/>
          </p:cNvSpPr>
          <p:nvPr/>
        </p:nvSpPr>
        <p:spPr>
          <a:xfrm xmlns:a="http://schemas.openxmlformats.org/drawingml/2006/main">
            <a:off x="7715250" y="36766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848C69F-5436-45DE-B29F-F5E5273DC8FA}"/>
              </a:ext>
            </a:extLst>
          </p:cNvPr>
          <p:cNvSpPr>
            <a:spLocks xmlns:a="http://schemas.openxmlformats.org/drawingml/2006/main" noGrp="1"/>
          </p:cNvSpPr>
          <p:nvPr/>
        </p:nvSpPr>
        <p:spPr>
          <a:xfrm xmlns:a="http://schemas.openxmlformats.org/drawingml/2006/main">
            <a:off x="7953375" y="35147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Lを増やし、EEDF・輸送・反応速度を別々に収束確認</a:t>
            </a:r>
          </a:p>
        </p:txBody>
      </p:sp>
      <p:sp>
        <p:nvSpPr>
          <p:cNvPr id="12" name="">
            <a:extLst xmlns:a="http://schemas.openxmlformats.org/drawingml/2006/main">
              <a:ext uri="{FF2B5EF4-FFF2-40B4-BE49-F238E27FC236}">
                <a16:creationId xmlns:a16="http://schemas.microsoft.com/office/drawing/2014/main" id="{D53F0E8D-A4E2-4774-B594-CB9C665503A8}"/>
              </a:ext>
            </a:extLst>
          </p:cNvPr>
          <p:cNvSpPr>
            <a:spLocks xmlns:a="http://schemas.openxmlformats.org/drawingml/2006/main" noGrp="1"/>
          </p:cNvSpPr>
          <p:nvPr/>
        </p:nvSpPr>
        <p:spPr>
          <a:xfrm xmlns:a="http://schemas.openxmlformats.org/drawingml/2006/main">
            <a:off x="7715250" y="43243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8B3D840-1D4C-47EA-9F64-3214C6C59A30}"/>
              </a:ext>
            </a:extLst>
          </p:cNvPr>
          <p:cNvSpPr>
            <a:spLocks xmlns:a="http://schemas.openxmlformats.org/drawingml/2006/main" noGrp="1"/>
          </p:cNvSpPr>
          <p:nvPr/>
        </p:nvSpPr>
        <p:spPr>
          <a:xfrm xmlns:a="http://schemas.openxmlformats.org/drawingml/2006/main">
            <a:off x="7953375" y="41624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DCS情報の不足はLmax収束では解消しない</a:t>
            </a:r>
          </a:p>
        </p:txBody>
      </p:sp>
      <p:sp>
        <p:nvSpPr>
          <p:cNvPr id="14" name="">
            <a:extLst xmlns:a="http://schemas.openxmlformats.org/drawingml/2006/main">
              <a:ext uri="{FF2B5EF4-FFF2-40B4-BE49-F238E27FC236}">
                <a16:creationId xmlns:a16="http://schemas.microsoft.com/office/drawing/2014/main" id="{7B07C604-6A91-4B1A-93C0-90CD61AD25E5}"/>
              </a:ext>
            </a:extLst>
          </p:cNvPr>
          <p:cNvSpPr>
            <a:spLocks xmlns:a="http://schemas.openxmlformats.org/drawingml/2006/main" noGrp="1"/>
          </p:cNvSpPr>
          <p:nvPr/>
        </p:nvSpPr>
        <p:spPr>
          <a:xfrm xmlns:a="http://schemas.openxmlformats.org/drawingml/2006/main">
            <a:off x="857250" y="48577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008DB6"/>
                </a:solidFill>
                <a:latin typeface="Noto Sans JP"/>
                <a:ea typeface="Noto Sans JP"/>
                <a:cs typeface="Noto Sans JP"/>
              </a:defRPr>
            </a:pPr>
            <a:r>
              <a:rPr sz="1350" b="1" i="0">
                <a:solidFill>
                  <a:srgbClr val="008DB6"/>
                </a:solidFill>
                <a:latin typeface="Noto Sans JP"/>
                <a:ea typeface="Noto Sans JP"/>
                <a:cs typeface="Noto Sans JP"/>
              </a:rPr>
              <a:t>使う場面</a:t>
            </a:r>
          </a:p>
        </p:txBody>
      </p:sp>
      <p:sp>
        <p:nvSpPr>
          <p:cNvPr id="15" name="">
            <a:extLst xmlns:a="http://schemas.openxmlformats.org/drawingml/2006/main">
              <a:ext uri="{FF2B5EF4-FFF2-40B4-BE49-F238E27FC236}">
                <a16:creationId xmlns:a16="http://schemas.microsoft.com/office/drawing/2014/main" id="{EFF7297B-845E-4410-8727-993ABC08D052}"/>
              </a:ext>
            </a:extLst>
          </p:cNvPr>
          <p:cNvSpPr>
            <a:spLocks xmlns:a="http://schemas.openxmlformats.org/drawingml/2006/main" noGrp="1"/>
          </p:cNvSpPr>
          <p:nvPr/>
        </p:nvSpPr>
        <p:spPr>
          <a:xfrm xmlns:a="http://schemas.openxmlformats.org/drawingml/2006/main">
            <a:off x="2333625" y="47625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855"/>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two-termの角度切断誤差が装置KPIへ効くかを、選択したE/Nで確認する。</a:t>
            </a:r>
          </a:p>
        </p:txBody>
      </p:sp>
      <p:sp>
        <p:nvSpPr>
          <p:cNvPr id="16" name="takeaway-bullet">
            <a:extLst xmlns:a="http://schemas.openxmlformats.org/drawingml/2006/main">
              <a:ext uri="{FF2B5EF4-FFF2-40B4-BE49-F238E27FC236}">
                <a16:creationId xmlns:a16="http://schemas.microsoft.com/office/drawing/2014/main" id="{91B03218-F8DD-46B0-9F2B-3C86EB44BDC1}"/>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7" name="takeaway">
            <a:extLst xmlns:a="http://schemas.openxmlformats.org/drawingml/2006/main">
              <a:ext uri="{FF2B5EF4-FFF2-40B4-BE49-F238E27FC236}">
                <a16:creationId xmlns:a16="http://schemas.microsoft.com/office/drawing/2014/main" id="{0C45EB81-C703-45FC-B721-98F4D75C4990}"/>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平均エネルギーの一致だけで妥当性を判断せず、閾値反応とLmax収束を同時に見る。</a:t>
            </a:r>
          </a:p>
        </p:txBody>
      </p:sp>
      <p:sp>
        <p:nvSpPr>
          <p:cNvPr id="19" name="footer">
            <a:extLst xmlns:a="http://schemas.openxmlformats.org/drawingml/2006/main">
              <a:ext uri="{FF2B5EF4-FFF2-40B4-BE49-F238E27FC236}">
                <a16:creationId xmlns:a16="http://schemas.microsoft.com/office/drawing/2014/main" id="{9B93C09D-7082-4272-A35B-DB183ED48CA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0" name="page">
            <a:extLst xmlns:a="http://schemas.openxmlformats.org/drawingml/2006/main">
              <a:ext uri="{FF2B5EF4-FFF2-40B4-BE49-F238E27FC236}">
                <a16:creationId xmlns:a16="http://schemas.microsoft.com/office/drawing/2014/main" id="{97699C23-02AB-48DE-86C1-9431173C7E6B}"/>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16</a:t>
            </a:r>
          </a:p>
        </p:txBody>
      </p:sp>
      <p:sp>
        <p:nvSpPr>
          <p:cNvPr id="22" name="section">
            <a:extLst xmlns:a="http://schemas.openxmlformats.org/drawingml/2006/main">
              <a:ext uri="{FF2B5EF4-FFF2-40B4-BE49-F238E27FC236}">
                <a16:creationId xmlns:a16="http://schemas.microsoft.com/office/drawing/2014/main" id="{7BC953ED-FA21-47B2-AB96-51609A119E8E}"/>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205272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D0CEAC9-9B14-4647-8E6E-95A72806607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Monte Carlo法 1/3：電子軌道と衝突</a:t>
            </a:r>
          </a:p>
        </p:txBody>
      </p:sp>
      <p:sp>
        <p:nvSpPr>
          <p:cNvPr id="3" name="">
            <a:extLst xmlns:a="http://schemas.openxmlformats.org/drawingml/2006/main">
              <a:ext uri="{FF2B5EF4-FFF2-40B4-BE49-F238E27FC236}">
                <a16:creationId xmlns:a16="http://schemas.microsoft.com/office/drawing/2014/main" id="{B591790D-5501-4419-99BD-D7A93A916760}"/>
              </a:ext>
            </a:extLst>
          </p:cNvPr>
          <p:cNvSpPr>
            <a:spLocks xmlns:a="http://schemas.openxmlformats.org/drawingml/2006/main" noGrp="1"/>
          </p:cNvSpPr>
          <p:nvPr/>
        </p:nvSpPr>
        <p:spPr>
          <a:xfrm xmlns:a="http://schemas.openxmlformats.org/drawingml/2006/main">
            <a:off x="1238250" y="1333500"/>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軌道</a:t>
            </a:r>
          </a:p>
        </p:txBody>
      </p:sp>
      <p:sp>
        <p:nvSpPr>
          <p:cNvPr id="4" name="">
            <a:extLst xmlns:a="http://schemas.openxmlformats.org/drawingml/2006/main">
              <a:ext uri="{FF2B5EF4-FFF2-40B4-BE49-F238E27FC236}">
                <a16:creationId xmlns:a16="http://schemas.microsoft.com/office/drawing/2014/main" id="{87C6A8B6-D9F4-4FE0-8022-BE5FD8D12139}"/>
              </a:ext>
            </a:extLst>
          </p:cNvPr>
          <p:cNvSpPr>
            <a:spLocks xmlns:a="http://schemas.openxmlformats.org/drawingml/2006/main" noGrp="1"/>
          </p:cNvSpPr>
          <p:nvPr/>
        </p:nvSpPr>
        <p:spPr>
          <a:xfrm xmlns:a="http://schemas.openxmlformats.org/drawingml/2006/main">
            <a:off x="2381250" y="1333500"/>
            <a:ext cx="85725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mₑ dv/dt = −e(E + v×B),    dr/dt = v</a:t>
            </a:r>
          </a:p>
        </p:txBody>
      </p:sp>
      <p:sp>
        <p:nvSpPr>
          <p:cNvPr id="5" name="">
            <a:extLst xmlns:a="http://schemas.openxmlformats.org/drawingml/2006/main">
              <a:ext uri="{FF2B5EF4-FFF2-40B4-BE49-F238E27FC236}">
                <a16:creationId xmlns:a16="http://schemas.microsoft.com/office/drawing/2014/main" id="{30DD2540-C7F5-4ACC-AED3-2552818C8C2C}"/>
              </a:ext>
            </a:extLst>
          </p:cNvPr>
          <p:cNvSpPr>
            <a:spLocks xmlns:a="http://schemas.openxmlformats.org/drawingml/2006/main" noGrp="1"/>
          </p:cNvSpPr>
          <p:nvPr/>
        </p:nvSpPr>
        <p:spPr>
          <a:xfrm xmlns:a="http://schemas.openxmlformats.org/drawingml/2006/main">
            <a:off x="523875" y="2333625"/>
            <a:ext cx="6381750" cy="2857500"/>
          </a:xfrm>
          <a:prstGeom xmlns:a="http://schemas.openxmlformats.org/drawingml/2006/main" prst="rect">
            <a:avLst/>
          </a:prstGeom>
          <a:solidFill xmlns:a="http://schemas.openxmlformats.org/drawingml/2006/main">
            <a:srgbClr val="FAFBFB"/>
          </a:solidFill>
          <a:ln xmlns:a="http://schemas.openxmlformats.org/drawingml/2006/main" w="9525">
            <a:solidFill>
              <a:srgbClr val="CBD2D6"/>
            </a:solidFill>
            <a:prstDash val="solid"/>
          </a:ln>
        </p:spPr>
      </p:sp>
      <p:sp>
        <p:nvSpPr>
          <p:cNvPr id="6" name="">
            <a:extLst xmlns:a="http://schemas.openxmlformats.org/drawingml/2006/main">
              <a:ext uri="{FF2B5EF4-FFF2-40B4-BE49-F238E27FC236}">
                <a16:creationId xmlns:a16="http://schemas.microsoft.com/office/drawing/2014/main" id="{0CAF742D-55CC-403E-9B77-6780018E4AAB}"/>
              </a:ext>
            </a:extLst>
          </p:cNvPr>
          <p:cNvSpPr>
            <a:spLocks xmlns:a="http://schemas.openxmlformats.org/drawingml/2006/main" noGrp="1"/>
          </p:cNvSpPr>
          <p:nvPr/>
        </p:nvSpPr>
        <p:spPr>
          <a:xfrm xmlns:a="http://schemas.openxmlformats.org/drawingml/2006/main">
            <a:off x="904875" y="4619625"/>
            <a:ext cx="5524500" cy="0"/>
          </a:xfrm>
          <a:prstGeom xmlns:a="http://schemas.openxmlformats.org/drawingml/2006/main" prst="line">
            <a:avLst/>
          </a:prstGeom>
          <a:noFill xmlns:a="http://schemas.openxmlformats.org/drawingml/2006/main"/>
          <a:ln xmlns:a="http://schemas.openxmlformats.org/drawingml/2006/main" w="11430">
            <a:solidFill>
              <a:srgbClr val="6E777B"/>
            </a:solidFill>
            <a:prstDash val="solid"/>
          </a:ln>
        </p:spPr>
      </p:sp>
      <p:sp>
        <p:nvSpPr>
          <p:cNvPr id="7" name="">
            <a:extLst xmlns:a="http://schemas.openxmlformats.org/drawingml/2006/main">
              <a:ext uri="{FF2B5EF4-FFF2-40B4-BE49-F238E27FC236}">
                <a16:creationId xmlns:a16="http://schemas.microsoft.com/office/drawing/2014/main" id="{93C34059-4CC3-4B94-899E-04EFB5739C7F}"/>
              </a:ext>
            </a:extLst>
          </p:cNvPr>
          <p:cNvSpPr>
            <a:spLocks xmlns:a="http://schemas.openxmlformats.org/drawingml/2006/main" noGrp="1"/>
          </p:cNvSpPr>
          <p:nvPr/>
        </p:nvSpPr>
        <p:spPr>
          <a:xfrm xmlns:a="http://schemas.openxmlformats.org/drawingml/2006/main">
            <a:off x="904875" y="2667000"/>
            <a:ext cx="0" cy="1952625"/>
          </a:xfrm>
          <a:prstGeom xmlns:a="http://schemas.openxmlformats.org/drawingml/2006/main" prst="line">
            <a:avLst/>
          </a:prstGeom>
          <a:noFill xmlns:a="http://schemas.openxmlformats.org/drawingml/2006/main"/>
          <a:ln xmlns:a="http://schemas.openxmlformats.org/drawingml/2006/main" w="11430">
            <a:solidFill>
              <a:srgbClr val="6E777B"/>
            </a:solidFill>
            <a:prstDash val="solid"/>
          </a:ln>
        </p:spPr>
      </p:sp>
      <p:sp>
        <p:nvSpPr>
          <p:cNvPr id="8" name="">
            <a:extLst xmlns:a="http://schemas.openxmlformats.org/drawingml/2006/main">
              <a:ext uri="{FF2B5EF4-FFF2-40B4-BE49-F238E27FC236}">
                <a16:creationId xmlns:a16="http://schemas.microsoft.com/office/drawing/2014/main" id="{AF2303CF-1AA9-4FF1-A26D-7B83D73C5A70}"/>
              </a:ext>
            </a:extLst>
          </p:cNvPr>
          <p:cNvSpPr>
            <a:spLocks xmlns:a="http://schemas.openxmlformats.org/drawingml/2006/main" noGrp="1"/>
          </p:cNvSpPr>
          <p:nvPr/>
        </p:nvSpPr>
        <p:spPr>
          <a:xfrm xmlns:a="http://schemas.openxmlformats.org/drawingml/2006/main">
            <a:off x="1143000" y="3000375"/>
            <a:ext cx="952500" cy="33337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9" name="">
            <a:extLst xmlns:a="http://schemas.openxmlformats.org/drawingml/2006/main">
              <a:ext uri="{FF2B5EF4-FFF2-40B4-BE49-F238E27FC236}">
                <a16:creationId xmlns:a16="http://schemas.microsoft.com/office/drawing/2014/main" id="{7D6571E0-33DF-404C-B10E-BB94B3EBACD2}"/>
              </a:ext>
            </a:extLst>
          </p:cNvPr>
          <p:cNvSpPr>
            <a:spLocks xmlns:a="http://schemas.openxmlformats.org/drawingml/2006/main" noGrp="1"/>
          </p:cNvSpPr>
          <p:nvPr/>
        </p:nvSpPr>
        <p:spPr>
          <a:xfrm xmlns:a="http://schemas.openxmlformats.org/drawingml/2006/main">
            <a:off x="2095500" y="3095625"/>
            <a:ext cx="1095375" cy="23812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10" name="">
            <a:extLst xmlns:a="http://schemas.openxmlformats.org/drawingml/2006/main">
              <a:ext uri="{FF2B5EF4-FFF2-40B4-BE49-F238E27FC236}">
                <a16:creationId xmlns:a16="http://schemas.microsoft.com/office/drawing/2014/main" id="{AD788BEC-064F-4E23-96D1-9F9F37AEB064}"/>
              </a:ext>
            </a:extLst>
          </p:cNvPr>
          <p:cNvSpPr>
            <a:spLocks xmlns:a="http://schemas.openxmlformats.org/drawingml/2006/main" noGrp="1"/>
          </p:cNvSpPr>
          <p:nvPr/>
        </p:nvSpPr>
        <p:spPr>
          <a:xfrm xmlns:a="http://schemas.openxmlformats.org/drawingml/2006/main">
            <a:off x="3190875" y="3095625"/>
            <a:ext cx="1047750" cy="619125"/>
          </a:xfrm>
          <a:prstGeom xmlns:a="http://schemas.openxmlformats.org/drawingml/2006/main" prst="line">
            <a:avLst/>
          </a:prstGeom>
          <a:noFill xmlns:a="http://schemas.openxmlformats.org/drawingml/2006/main"/>
          <a:ln xmlns:a="http://schemas.openxmlformats.org/drawingml/2006/main" w="24765">
            <a:solidFill>
              <a:srgbClr val="C88700"/>
            </a:solidFill>
            <a:prstDash val="solid"/>
          </a:ln>
        </p:spPr>
      </p:sp>
      <p:sp>
        <p:nvSpPr>
          <p:cNvPr id="11" name="">
            <a:extLst xmlns:a="http://schemas.openxmlformats.org/drawingml/2006/main">
              <a:ext uri="{FF2B5EF4-FFF2-40B4-BE49-F238E27FC236}">
                <a16:creationId xmlns:a16="http://schemas.microsoft.com/office/drawing/2014/main" id="{E8F4998D-E351-4B3F-B839-A864D0C949E4}"/>
              </a:ext>
            </a:extLst>
          </p:cNvPr>
          <p:cNvSpPr>
            <a:spLocks xmlns:a="http://schemas.openxmlformats.org/drawingml/2006/main" noGrp="1"/>
          </p:cNvSpPr>
          <p:nvPr/>
        </p:nvSpPr>
        <p:spPr>
          <a:xfrm xmlns:a="http://schemas.openxmlformats.org/drawingml/2006/main">
            <a:off x="4238625" y="3476625"/>
            <a:ext cx="1047750" cy="23812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12" name="">
            <a:extLst xmlns:a="http://schemas.openxmlformats.org/drawingml/2006/main">
              <a:ext uri="{FF2B5EF4-FFF2-40B4-BE49-F238E27FC236}">
                <a16:creationId xmlns:a16="http://schemas.microsoft.com/office/drawing/2014/main" id="{83D46DF3-A48D-49BC-B480-DD993DCD94C5}"/>
              </a:ext>
            </a:extLst>
          </p:cNvPr>
          <p:cNvSpPr>
            <a:spLocks xmlns:a="http://schemas.openxmlformats.org/drawingml/2006/main" noGrp="1"/>
          </p:cNvSpPr>
          <p:nvPr/>
        </p:nvSpPr>
        <p:spPr>
          <a:xfrm xmlns:a="http://schemas.openxmlformats.org/drawingml/2006/main">
            <a:off x="5286375" y="3476625"/>
            <a:ext cx="1047750" cy="71437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13" name="">
            <a:extLst xmlns:a="http://schemas.openxmlformats.org/drawingml/2006/main">
              <a:ext uri="{FF2B5EF4-FFF2-40B4-BE49-F238E27FC236}">
                <a16:creationId xmlns:a16="http://schemas.microsoft.com/office/drawing/2014/main" id="{2411471F-5EC7-4BCA-8409-086DFE2E3905}"/>
              </a:ext>
            </a:extLst>
          </p:cNvPr>
          <p:cNvSpPr>
            <a:spLocks xmlns:a="http://schemas.openxmlformats.org/drawingml/2006/main" noGrp="1"/>
          </p:cNvSpPr>
          <p:nvPr/>
        </p:nvSpPr>
        <p:spPr>
          <a:xfrm xmlns:a="http://schemas.openxmlformats.org/drawingml/2006/main">
            <a:off x="1066800" y="2924175"/>
            <a:ext cx="152400" cy="152400"/>
          </a:xfrm>
          <a:prstGeom xmlns:a="http://schemas.openxmlformats.org/drawingml/2006/main" prst="ellipse">
            <a:avLst/>
          </a:prstGeom>
          <a:solidFill xmlns:a="http://schemas.openxmlformats.org/drawingml/2006/main">
            <a:srgbClr val="FFFFFF"/>
          </a:solidFill>
          <a:ln xmlns:a="http://schemas.openxmlformats.org/drawingml/2006/main" w="14288">
            <a:solidFill>
              <a:srgbClr val="D64045"/>
            </a:solidFill>
            <a:prstDash val="solid"/>
          </a:ln>
        </p:spPr>
      </p:sp>
      <p:sp>
        <p:nvSpPr>
          <p:cNvPr id="14" name="">
            <a:extLst xmlns:a="http://schemas.openxmlformats.org/drawingml/2006/main">
              <a:ext uri="{FF2B5EF4-FFF2-40B4-BE49-F238E27FC236}">
                <a16:creationId xmlns:a16="http://schemas.microsoft.com/office/drawing/2014/main" id="{1D37991D-36E1-4F7D-AE5B-0D08A38465EA}"/>
              </a:ext>
            </a:extLst>
          </p:cNvPr>
          <p:cNvSpPr>
            <a:spLocks xmlns:a="http://schemas.openxmlformats.org/drawingml/2006/main" noGrp="1"/>
          </p:cNvSpPr>
          <p:nvPr/>
        </p:nvSpPr>
        <p:spPr>
          <a:xfrm xmlns:a="http://schemas.openxmlformats.org/drawingml/2006/main">
            <a:off x="2019300" y="3257550"/>
            <a:ext cx="152400" cy="152400"/>
          </a:xfrm>
          <a:prstGeom xmlns:a="http://schemas.openxmlformats.org/drawingml/2006/main" prst="ellipse">
            <a:avLst/>
          </a:prstGeom>
          <a:solidFill xmlns:a="http://schemas.openxmlformats.org/drawingml/2006/main">
            <a:srgbClr val="D64045"/>
          </a:solidFill>
          <a:ln xmlns:a="http://schemas.openxmlformats.org/drawingml/2006/main" w="14288">
            <a:solidFill>
              <a:srgbClr val="D64045"/>
            </a:solidFill>
            <a:prstDash val="solid"/>
          </a:ln>
        </p:spPr>
      </p:sp>
      <p:sp>
        <p:nvSpPr>
          <p:cNvPr id="15" name="">
            <a:extLst xmlns:a="http://schemas.openxmlformats.org/drawingml/2006/main">
              <a:ext uri="{FF2B5EF4-FFF2-40B4-BE49-F238E27FC236}">
                <a16:creationId xmlns:a16="http://schemas.microsoft.com/office/drawing/2014/main" id="{CBA2C644-FEBB-4E17-8963-9A9870DE08E8}"/>
              </a:ext>
            </a:extLst>
          </p:cNvPr>
          <p:cNvSpPr>
            <a:spLocks xmlns:a="http://schemas.openxmlformats.org/drawingml/2006/main" noGrp="1"/>
          </p:cNvSpPr>
          <p:nvPr/>
        </p:nvSpPr>
        <p:spPr>
          <a:xfrm xmlns:a="http://schemas.openxmlformats.org/drawingml/2006/main">
            <a:off x="3114675" y="3019425"/>
            <a:ext cx="152400" cy="152400"/>
          </a:xfrm>
          <a:prstGeom xmlns:a="http://schemas.openxmlformats.org/drawingml/2006/main" prst="ellipse">
            <a:avLst/>
          </a:prstGeom>
          <a:solidFill xmlns:a="http://schemas.openxmlformats.org/drawingml/2006/main">
            <a:srgbClr val="FFFFFF"/>
          </a:solidFill>
          <a:ln xmlns:a="http://schemas.openxmlformats.org/drawingml/2006/main" w="14288">
            <a:solidFill>
              <a:srgbClr val="D64045"/>
            </a:solidFill>
            <a:prstDash val="solid"/>
          </a:ln>
        </p:spPr>
      </p:sp>
      <p:sp>
        <p:nvSpPr>
          <p:cNvPr id="16" name="">
            <a:extLst xmlns:a="http://schemas.openxmlformats.org/drawingml/2006/main">
              <a:ext uri="{FF2B5EF4-FFF2-40B4-BE49-F238E27FC236}">
                <a16:creationId xmlns:a16="http://schemas.microsoft.com/office/drawing/2014/main" id="{180C8C09-BDFF-4C76-9489-8EBF886EA462}"/>
              </a:ext>
            </a:extLst>
          </p:cNvPr>
          <p:cNvSpPr>
            <a:spLocks xmlns:a="http://schemas.openxmlformats.org/drawingml/2006/main" noGrp="1"/>
          </p:cNvSpPr>
          <p:nvPr/>
        </p:nvSpPr>
        <p:spPr>
          <a:xfrm xmlns:a="http://schemas.openxmlformats.org/drawingml/2006/main">
            <a:off x="4162425" y="3638550"/>
            <a:ext cx="152400" cy="152400"/>
          </a:xfrm>
          <a:prstGeom xmlns:a="http://schemas.openxmlformats.org/drawingml/2006/main" prst="ellipse">
            <a:avLst/>
          </a:prstGeom>
          <a:solidFill xmlns:a="http://schemas.openxmlformats.org/drawingml/2006/main">
            <a:srgbClr val="D64045"/>
          </a:solidFill>
          <a:ln xmlns:a="http://schemas.openxmlformats.org/drawingml/2006/main" w="14288">
            <a:solidFill>
              <a:srgbClr val="D64045"/>
            </a:solidFill>
            <a:prstDash val="solid"/>
          </a:ln>
        </p:spPr>
      </p:sp>
      <p:sp>
        <p:nvSpPr>
          <p:cNvPr id="17" name="">
            <a:extLst xmlns:a="http://schemas.openxmlformats.org/drawingml/2006/main">
              <a:ext uri="{FF2B5EF4-FFF2-40B4-BE49-F238E27FC236}">
                <a16:creationId xmlns:a16="http://schemas.microsoft.com/office/drawing/2014/main" id="{69015CA0-3182-44C6-A744-641F6CDF8FB9}"/>
              </a:ext>
            </a:extLst>
          </p:cNvPr>
          <p:cNvSpPr>
            <a:spLocks xmlns:a="http://schemas.openxmlformats.org/drawingml/2006/main" noGrp="1"/>
          </p:cNvSpPr>
          <p:nvPr/>
        </p:nvSpPr>
        <p:spPr>
          <a:xfrm xmlns:a="http://schemas.openxmlformats.org/drawingml/2006/main">
            <a:off x="5210175" y="3400425"/>
            <a:ext cx="152400" cy="152400"/>
          </a:xfrm>
          <a:prstGeom xmlns:a="http://schemas.openxmlformats.org/drawingml/2006/main" prst="ellipse">
            <a:avLst/>
          </a:prstGeom>
          <a:solidFill xmlns:a="http://schemas.openxmlformats.org/drawingml/2006/main">
            <a:srgbClr val="FFFFFF"/>
          </a:solidFill>
          <a:ln xmlns:a="http://schemas.openxmlformats.org/drawingml/2006/main" w="14288">
            <a:solidFill>
              <a:srgbClr val="D64045"/>
            </a:solidFill>
            <a:prstDash val="solid"/>
          </a:ln>
        </p:spPr>
      </p:sp>
      <p:sp>
        <p:nvSpPr>
          <p:cNvPr id="18" name="">
            <a:extLst xmlns:a="http://schemas.openxmlformats.org/drawingml/2006/main">
              <a:ext uri="{FF2B5EF4-FFF2-40B4-BE49-F238E27FC236}">
                <a16:creationId xmlns:a16="http://schemas.microsoft.com/office/drawing/2014/main" id="{66E4B9CB-41F5-485C-815D-C4FA4FDC3E72}"/>
              </a:ext>
            </a:extLst>
          </p:cNvPr>
          <p:cNvSpPr>
            <a:spLocks xmlns:a="http://schemas.openxmlformats.org/drawingml/2006/main" noGrp="1"/>
          </p:cNvSpPr>
          <p:nvPr/>
        </p:nvSpPr>
        <p:spPr>
          <a:xfrm xmlns:a="http://schemas.openxmlformats.org/drawingml/2006/main">
            <a:off x="6257925" y="4114800"/>
            <a:ext cx="152400" cy="152400"/>
          </a:xfrm>
          <a:prstGeom xmlns:a="http://schemas.openxmlformats.org/drawingml/2006/main" prst="ellipse">
            <a:avLst/>
          </a:prstGeom>
          <a:solidFill xmlns:a="http://schemas.openxmlformats.org/drawingml/2006/main">
            <a:srgbClr val="D64045"/>
          </a:solidFill>
          <a:ln xmlns:a="http://schemas.openxmlformats.org/drawingml/2006/main" w="14288">
            <a:solidFill>
              <a:srgbClr val="D64045"/>
            </a:solidFill>
            <a:prstDash val="solid"/>
          </a:ln>
        </p:spPr>
      </p:sp>
      <p:sp>
        <p:nvSpPr>
          <p:cNvPr id="19" name="">
            <a:extLst xmlns:a="http://schemas.openxmlformats.org/drawingml/2006/main">
              <a:ext uri="{FF2B5EF4-FFF2-40B4-BE49-F238E27FC236}">
                <a16:creationId xmlns:a16="http://schemas.microsoft.com/office/drawing/2014/main" id="{77D0A192-3476-4A5F-AF24-F94B46ABA1F7}"/>
              </a:ext>
            </a:extLst>
          </p:cNvPr>
          <p:cNvSpPr>
            <a:spLocks xmlns:a="http://schemas.openxmlformats.org/drawingml/2006/main" noGrp="1"/>
          </p:cNvSpPr>
          <p:nvPr/>
        </p:nvSpPr>
        <p:spPr>
          <a:xfrm xmlns:a="http://schemas.openxmlformats.org/drawingml/2006/main">
            <a:off x="1190625" y="27146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008DB6"/>
                </a:solidFill>
                <a:latin typeface="Noto Sans JP"/>
                <a:ea typeface="Noto Sans JP"/>
                <a:cs typeface="Noto Sans JP"/>
              </a:defRPr>
            </a:pPr>
            <a:r>
              <a:rPr sz="1125" b="0" i="0">
                <a:solidFill>
                  <a:srgbClr val="008DB6"/>
                </a:solidFill>
                <a:latin typeface="Noto Sans JP"/>
                <a:ea typeface="Noto Sans JP"/>
                <a:cs typeface="Noto Sans JP"/>
              </a:rPr>
              <a:t>自由飛行</a:t>
            </a:r>
          </a:p>
        </p:txBody>
      </p:sp>
      <p:sp>
        <p:nvSpPr>
          <p:cNvPr id="20" name="">
            <a:extLst xmlns:a="http://schemas.openxmlformats.org/drawingml/2006/main">
              <a:ext uri="{FF2B5EF4-FFF2-40B4-BE49-F238E27FC236}">
                <a16:creationId xmlns:a16="http://schemas.microsoft.com/office/drawing/2014/main" id="{EA683775-306F-406F-88FC-F7A94141E01C}"/>
              </a:ext>
            </a:extLst>
          </p:cNvPr>
          <p:cNvSpPr>
            <a:spLocks xmlns:a="http://schemas.openxmlformats.org/drawingml/2006/main" noGrp="1"/>
          </p:cNvSpPr>
          <p:nvPr/>
        </p:nvSpPr>
        <p:spPr>
          <a:xfrm xmlns:a="http://schemas.openxmlformats.org/drawingml/2006/main">
            <a:off x="3143250" y="27622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D64045"/>
                </a:solidFill>
                <a:latin typeface="Noto Sans JP"/>
                <a:ea typeface="Noto Sans JP"/>
                <a:cs typeface="Noto Sans JP"/>
              </a:defRPr>
            </a:pPr>
            <a:r>
              <a:rPr sz="1125" b="0" i="0">
                <a:solidFill>
                  <a:srgbClr val="D64045"/>
                </a:solidFill>
                <a:latin typeface="Noto Sans JP"/>
                <a:ea typeface="Noto Sans JP"/>
                <a:cs typeface="Noto Sans JP"/>
              </a:rPr>
              <a:t>ヌル衝突</a:t>
            </a:r>
          </a:p>
        </p:txBody>
      </p:sp>
      <p:sp>
        <p:nvSpPr>
          <p:cNvPr id="21" name="">
            <a:extLst xmlns:a="http://schemas.openxmlformats.org/drawingml/2006/main">
              <a:ext uri="{FF2B5EF4-FFF2-40B4-BE49-F238E27FC236}">
                <a16:creationId xmlns:a16="http://schemas.microsoft.com/office/drawing/2014/main" id="{649C0A86-7B4D-47B5-9B08-466976EF6444}"/>
              </a:ext>
            </a:extLst>
          </p:cNvPr>
          <p:cNvSpPr>
            <a:spLocks xmlns:a="http://schemas.openxmlformats.org/drawingml/2006/main" noGrp="1"/>
          </p:cNvSpPr>
          <p:nvPr/>
        </p:nvSpPr>
        <p:spPr>
          <a:xfrm xmlns:a="http://schemas.openxmlformats.org/drawingml/2006/main">
            <a:off x="4048125" y="3762375"/>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1" i="0">
                <a:solidFill>
                  <a:srgbClr val="D64045"/>
                </a:solidFill>
                <a:latin typeface="Noto Sans JP"/>
                <a:ea typeface="Noto Sans JP"/>
                <a:cs typeface="Noto Sans JP"/>
              </a:defRPr>
            </a:pPr>
            <a:r>
              <a:rPr sz="1125" b="1" i="0">
                <a:solidFill>
                  <a:srgbClr val="D64045"/>
                </a:solidFill>
                <a:latin typeface="Noto Sans JP"/>
                <a:ea typeface="Noto Sans JP"/>
                <a:cs typeface="Noto Sans JP"/>
              </a:rPr>
              <a:t>実衝突</a:t>
            </a:r>
          </a:p>
        </p:txBody>
      </p:sp>
      <p:sp>
        <p:nvSpPr>
          <p:cNvPr id="22" name="">
            <a:extLst xmlns:a="http://schemas.openxmlformats.org/drawingml/2006/main">
              <a:ext uri="{FF2B5EF4-FFF2-40B4-BE49-F238E27FC236}">
                <a16:creationId xmlns:a16="http://schemas.microsoft.com/office/drawing/2014/main" id="{FA1120ED-6FB1-4C68-8557-916A38A91AF0}"/>
              </a:ext>
            </a:extLst>
          </p:cNvPr>
          <p:cNvSpPr>
            <a:spLocks xmlns:a="http://schemas.openxmlformats.org/drawingml/2006/main" noGrp="1"/>
          </p:cNvSpPr>
          <p:nvPr/>
        </p:nvSpPr>
        <p:spPr>
          <a:xfrm xmlns:a="http://schemas.openxmlformats.org/drawingml/2006/main">
            <a:off x="2667000" y="48101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0" i="0">
                <a:solidFill>
                  <a:srgbClr val="666666"/>
                </a:solidFill>
                <a:latin typeface="Noto Sans JP"/>
                <a:ea typeface="Noto Sans JP"/>
                <a:cs typeface="Noto Sans JP"/>
              </a:defRPr>
            </a:pPr>
            <a:r>
              <a:rPr sz="1050" b="0" i="0">
                <a:solidFill>
                  <a:srgbClr val="666666"/>
                </a:solidFill>
                <a:latin typeface="Noto Sans JP"/>
                <a:ea typeface="Noto Sans JP"/>
                <a:cs typeface="Noto Sans JP"/>
              </a:rPr>
              <a:t>電子軌道の概念図</a:t>
            </a:r>
          </a:p>
        </p:txBody>
      </p:sp>
      <p:sp>
        <p:nvSpPr>
          <p:cNvPr id="23" name="">
            <a:extLst xmlns:a="http://schemas.openxmlformats.org/drawingml/2006/main">
              <a:ext uri="{FF2B5EF4-FFF2-40B4-BE49-F238E27FC236}">
                <a16:creationId xmlns:a16="http://schemas.microsoft.com/office/drawing/2014/main" id="{D5DFE496-78FC-4FC5-96BE-04B769F71107}"/>
              </a:ext>
            </a:extLst>
          </p:cNvPr>
          <p:cNvSpPr>
            <a:spLocks xmlns:a="http://schemas.openxmlformats.org/drawingml/2006/main" noGrp="1"/>
          </p:cNvSpPr>
          <p:nvPr/>
        </p:nvSpPr>
        <p:spPr>
          <a:xfrm xmlns:a="http://schemas.openxmlformats.org/drawingml/2006/main">
            <a:off x="7429500" y="233362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1</a:t>
            </a:r>
          </a:p>
        </p:txBody>
      </p:sp>
      <p:sp>
        <p:nvSpPr>
          <p:cNvPr id="24" name="">
            <a:extLst xmlns:a="http://schemas.openxmlformats.org/drawingml/2006/main">
              <a:ext uri="{FF2B5EF4-FFF2-40B4-BE49-F238E27FC236}">
                <a16:creationId xmlns:a16="http://schemas.microsoft.com/office/drawing/2014/main" id="{1E1EB3AF-542A-4456-952F-D437DF55782E}"/>
              </a:ext>
            </a:extLst>
          </p:cNvPr>
          <p:cNvSpPr>
            <a:spLocks xmlns:a="http://schemas.openxmlformats.org/drawingml/2006/main" noGrp="1"/>
          </p:cNvSpPr>
          <p:nvPr/>
        </p:nvSpPr>
        <p:spPr>
          <a:xfrm xmlns:a="http://schemas.openxmlformats.org/drawingml/2006/main">
            <a:off x="8048625" y="227647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次の候補衝突時刻を乱数で選ぶ</a:t>
            </a:r>
          </a:p>
        </p:txBody>
      </p:sp>
      <p:sp>
        <p:nvSpPr>
          <p:cNvPr id="25" name="">
            <a:extLst xmlns:a="http://schemas.openxmlformats.org/drawingml/2006/main">
              <a:ext uri="{FF2B5EF4-FFF2-40B4-BE49-F238E27FC236}">
                <a16:creationId xmlns:a16="http://schemas.microsoft.com/office/drawing/2014/main" id="{596EC7D9-BB18-4964-9BD5-846E3A5F93EC}"/>
              </a:ext>
            </a:extLst>
          </p:cNvPr>
          <p:cNvSpPr>
            <a:spLocks xmlns:a="http://schemas.openxmlformats.org/drawingml/2006/main" noGrp="1"/>
          </p:cNvSpPr>
          <p:nvPr/>
        </p:nvSpPr>
        <p:spPr>
          <a:xfrm xmlns:a="http://schemas.openxmlformats.org/drawingml/2006/main">
            <a:off x="7429500" y="303847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2</a:t>
            </a:r>
          </a:p>
        </p:txBody>
      </p:sp>
      <p:sp>
        <p:nvSpPr>
          <p:cNvPr id="26" name="">
            <a:extLst xmlns:a="http://schemas.openxmlformats.org/drawingml/2006/main">
              <a:ext uri="{FF2B5EF4-FFF2-40B4-BE49-F238E27FC236}">
                <a16:creationId xmlns:a16="http://schemas.microsoft.com/office/drawing/2014/main" id="{34582E9E-99CF-489D-B415-2F4E5FD7A370}"/>
              </a:ext>
            </a:extLst>
          </p:cNvPr>
          <p:cNvSpPr>
            <a:spLocks xmlns:a="http://schemas.openxmlformats.org/drawingml/2006/main" noGrp="1"/>
          </p:cNvSpPr>
          <p:nvPr/>
        </p:nvSpPr>
        <p:spPr>
          <a:xfrm xmlns:a="http://schemas.openxmlformats.org/drawingml/2006/main">
            <a:off x="8048625" y="298132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E・B場中で軌道を時間発展</a:t>
            </a:r>
          </a:p>
        </p:txBody>
      </p:sp>
      <p:sp>
        <p:nvSpPr>
          <p:cNvPr id="27" name="">
            <a:extLst xmlns:a="http://schemas.openxmlformats.org/drawingml/2006/main">
              <a:ext uri="{FF2B5EF4-FFF2-40B4-BE49-F238E27FC236}">
                <a16:creationId xmlns:a16="http://schemas.microsoft.com/office/drawing/2014/main" id="{94D5A816-EA0F-45E0-84AE-C3AF83EDD331}"/>
              </a:ext>
            </a:extLst>
          </p:cNvPr>
          <p:cNvSpPr>
            <a:spLocks xmlns:a="http://schemas.openxmlformats.org/drawingml/2006/main" noGrp="1"/>
          </p:cNvSpPr>
          <p:nvPr/>
        </p:nvSpPr>
        <p:spPr>
          <a:xfrm xmlns:a="http://schemas.openxmlformats.org/drawingml/2006/main">
            <a:off x="7429500" y="374332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3</a:t>
            </a:r>
          </a:p>
        </p:txBody>
      </p:sp>
      <p:sp>
        <p:nvSpPr>
          <p:cNvPr id="28" name="">
            <a:extLst xmlns:a="http://schemas.openxmlformats.org/drawingml/2006/main">
              <a:ext uri="{FF2B5EF4-FFF2-40B4-BE49-F238E27FC236}">
                <a16:creationId xmlns:a16="http://schemas.microsoft.com/office/drawing/2014/main" id="{479DCCD4-34B4-4993-89FD-4939F1AC3403}"/>
              </a:ext>
            </a:extLst>
          </p:cNvPr>
          <p:cNvSpPr>
            <a:spLocks xmlns:a="http://schemas.openxmlformats.org/drawingml/2006/main" noGrp="1"/>
          </p:cNvSpPr>
          <p:nvPr/>
        </p:nvSpPr>
        <p:spPr>
          <a:xfrm xmlns:a="http://schemas.openxmlformats.org/drawingml/2006/main">
            <a:off x="8048625" y="368617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実衝突かヌル衝突かを判定</a:t>
            </a:r>
          </a:p>
        </p:txBody>
      </p:sp>
      <p:sp>
        <p:nvSpPr>
          <p:cNvPr id="29" name="">
            <a:extLst xmlns:a="http://schemas.openxmlformats.org/drawingml/2006/main">
              <a:ext uri="{FF2B5EF4-FFF2-40B4-BE49-F238E27FC236}">
                <a16:creationId xmlns:a16="http://schemas.microsoft.com/office/drawing/2014/main" id="{79973933-B16F-4E30-B5DF-AFC4645674D8}"/>
              </a:ext>
            </a:extLst>
          </p:cNvPr>
          <p:cNvSpPr>
            <a:spLocks xmlns:a="http://schemas.openxmlformats.org/drawingml/2006/main" noGrp="1"/>
          </p:cNvSpPr>
          <p:nvPr/>
        </p:nvSpPr>
        <p:spPr>
          <a:xfrm xmlns:a="http://schemas.openxmlformats.org/drawingml/2006/main">
            <a:off x="7429500" y="444817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4</a:t>
            </a:r>
          </a:p>
        </p:txBody>
      </p:sp>
      <p:sp>
        <p:nvSpPr>
          <p:cNvPr id="30" name="">
            <a:extLst xmlns:a="http://schemas.openxmlformats.org/drawingml/2006/main">
              <a:ext uri="{FF2B5EF4-FFF2-40B4-BE49-F238E27FC236}">
                <a16:creationId xmlns:a16="http://schemas.microsoft.com/office/drawing/2014/main" id="{5E7A0781-82E1-4DE0-9978-E437F7DCECC4}"/>
              </a:ext>
            </a:extLst>
          </p:cNvPr>
          <p:cNvSpPr>
            <a:spLocks xmlns:a="http://schemas.openxmlformats.org/drawingml/2006/main" noGrp="1"/>
          </p:cNvSpPr>
          <p:nvPr/>
        </p:nvSpPr>
        <p:spPr>
          <a:xfrm xmlns:a="http://schemas.openxmlformats.org/drawingml/2006/main">
            <a:off x="8048625" y="439102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反応チャネルと衝突後速度を標本化</a:t>
            </a:r>
          </a:p>
        </p:txBody>
      </p:sp>
      <p:sp>
        <p:nvSpPr>
          <p:cNvPr id="31" name="takeaway-bullet">
            <a:extLst xmlns:a="http://schemas.openxmlformats.org/drawingml/2006/main">
              <a:ext uri="{FF2B5EF4-FFF2-40B4-BE49-F238E27FC236}">
                <a16:creationId xmlns:a16="http://schemas.microsoft.com/office/drawing/2014/main" id="{7C3DD906-F93F-49D4-96E4-522164ED20ED}"/>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2" name="takeaway">
            <a:extLst xmlns:a="http://schemas.openxmlformats.org/drawingml/2006/main">
              <a:ext uri="{FF2B5EF4-FFF2-40B4-BE49-F238E27FC236}">
                <a16:creationId xmlns:a16="http://schemas.microsoft.com/office/drawing/2014/main" id="{490321FC-29EA-49B2-B123-26FB878AF54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軌道形式は複雑な衝突やB場を自然に扱えるが、実際に有効化した物理は結果メタデータで確認する。</a:t>
            </a:r>
          </a:p>
        </p:txBody>
      </p:sp>
      <p:sp>
        <p:nvSpPr>
          <p:cNvPr id="33" name="source">
            <a:extLst xmlns:a="http://schemas.openxmlformats.org/drawingml/2006/main">
              <a:ext uri="{FF2B5EF4-FFF2-40B4-BE49-F238E27FC236}">
                <a16:creationId xmlns:a16="http://schemas.microsoft.com/office/drawing/2014/main" id="{1ADA9635-2DBA-4BE9-80C1-3D20E1F3C347}"/>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Null-collision Monte Carlo and particle-trajectory methods: [R5], [R6]</a:t>
            </a:r>
          </a:p>
        </p:txBody>
      </p:sp>
      <p:sp>
        <p:nvSpPr>
          <p:cNvPr id="35" name="footer">
            <a:extLst xmlns:a="http://schemas.openxmlformats.org/drawingml/2006/main">
              <a:ext uri="{FF2B5EF4-FFF2-40B4-BE49-F238E27FC236}">
                <a16:creationId xmlns:a16="http://schemas.microsoft.com/office/drawing/2014/main" id="{E76E5470-B2F1-4CBA-AB27-DF738C43948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6" name="page">
            <a:extLst xmlns:a="http://schemas.openxmlformats.org/drawingml/2006/main">
              <a:ext uri="{FF2B5EF4-FFF2-40B4-BE49-F238E27FC236}">
                <a16:creationId xmlns:a16="http://schemas.microsoft.com/office/drawing/2014/main" id="{EA66A371-3B7F-43FA-A7DE-4E90FBB23C8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17</a:t>
            </a:r>
          </a:p>
        </p:txBody>
      </p:sp>
      <p:sp>
        <p:nvSpPr>
          <p:cNvPr id="37" name="section">
            <a:extLst xmlns:a="http://schemas.openxmlformats.org/drawingml/2006/main">
              <a:ext uri="{FF2B5EF4-FFF2-40B4-BE49-F238E27FC236}">
                <a16:creationId xmlns:a16="http://schemas.microsoft.com/office/drawing/2014/main" id="{C6D36F9D-507A-4799-96E1-0ABE633ACCC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78003803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777F9B6-4D18-43C4-9C3E-3A674435351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Monte Carlo法 2/3：滞在時間と衝突イベントから物性を推定する</a:t>
            </a:r>
          </a:p>
        </p:txBody>
      </p:sp>
      <p:sp>
        <p:nvSpPr>
          <p:cNvPr id="3" name="">
            <a:extLst xmlns:a="http://schemas.openxmlformats.org/drawingml/2006/main">
              <a:ext uri="{FF2B5EF4-FFF2-40B4-BE49-F238E27FC236}">
                <a16:creationId xmlns:a16="http://schemas.microsoft.com/office/drawing/2014/main" id="{48D218C5-9EB6-4EBC-940C-1F9E67F36D20}"/>
              </a:ext>
            </a:extLst>
          </p:cNvPr>
          <p:cNvSpPr>
            <a:spLocks xmlns:a="http://schemas.openxmlformats.org/drawingml/2006/main" noGrp="1"/>
          </p:cNvSpPr>
          <p:nvPr/>
        </p:nvSpPr>
        <p:spPr>
          <a:xfrm xmlns:a="http://schemas.openxmlformats.org/drawingml/2006/main">
            <a:off x="666750" y="1381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008DB6"/>
                </a:solidFill>
                <a:latin typeface="Noto Sans JP"/>
                <a:ea typeface="Noto Sans JP"/>
                <a:cs typeface="Noto Sans JP"/>
              </a:defRPr>
            </a:pPr>
            <a:r>
              <a:rPr sz="1650" b="1" i="0">
                <a:solidFill>
                  <a:srgbClr val="008DB6"/>
                </a:solidFill>
                <a:latin typeface="Noto Sans JP"/>
                <a:ea typeface="Noto Sans JP"/>
                <a:cs typeface="Noto Sans JP"/>
              </a:rPr>
              <a:t>EEDF推定</a:t>
            </a:r>
          </a:p>
        </p:txBody>
      </p:sp>
      <p:sp>
        <p:nvSpPr>
          <p:cNvPr id="4" name="">
            <a:extLst xmlns:a="http://schemas.openxmlformats.org/drawingml/2006/main">
              <a:ext uri="{FF2B5EF4-FFF2-40B4-BE49-F238E27FC236}">
                <a16:creationId xmlns:a16="http://schemas.microsoft.com/office/drawing/2014/main" id="{EEFA52BF-9FAA-43AF-A3EA-73F456E2887F}"/>
              </a:ext>
            </a:extLst>
          </p:cNvPr>
          <p:cNvSpPr>
            <a:spLocks xmlns:a="http://schemas.openxmlformats.org/drawingml/2006/main" noGrp="1"/>
          </p:cNvSpPr>
          <p:nvPr/>
        </p:nvSpPr>
        <p:spPr>
          <a:xfrm xmlns:a="http://schemas.openxmlformats.org/drawingml/2006/main">
            <a:off x="666750" y="1857375"/>
            <a:ext cx="4953000" cy="666750"/>
          </a:xfrm>
          <a:prstGeom xmlns:a="http://schemas.openxmlformats.org/drawingml/2006/main" prst="rect">
            <a:avLst/>
          </a:prstGeom>
          <a:solidFill xmlns:a="http://schemas.openxmlformats.org/drawingml/2006/main">
            <a:srgbClr val="F2F3F4"/>
          </a:solidFill>
          <a:ln xmlns:a="http://schemas.openxmlformats.org/drawingml/2006/main" w="7620">
            <a:solidFill>
              <a:srgbClr val="CC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725" b="0" i="0">
                <a:solidFill>
                  <a:srgbClr val="333333"/>
                </a:solidFill>
                <a:latin typeface="Cambria Math"/>
                <a:ea typeface="Cambria Math"/>
                <a:cs typeface="Cambria Math"/>
              </a:defRPr>
            </a:pPr>
            <a:r>
              <a:rPr sz="1725" b="0" i="0">
                <a:solidFill>
                  <a:srgbClr val="333333"/>
                </a:solidFill>
                <a:latin typeface="Cambria Math"/>
                <a:ea typeface="Cambria Math"/>
                <a:cs typeface="Cambria Math"/>
              </a:rPr>
              <a:t>pᵢ = Σ(i番目区間) wΔt / [Δεᵢ Σ(全区間) wΔt]</a:t>
            </a:r>
          </a:p>
        </p:txBody>
      </p:sp>
      <p:sp>
        <p:nvSpPr>
          <p:cNvPr id="5" name="">
            <a:extLst xmlns:a="http://schemas.openxmlformats.org/drawingml/2006/main">
              <a:ext uri="{FF2B5EF4-FFF2-40B4-BE49-F238E27FC236}">
                <a16:creationId xmlns:a16="http://schemas.microsoft.com/office/drawing/2014/main" id="{EDABE8B3-BCCA-4BC3-923C-1D6CA4F15BED}"/>
              </a:ext>
            </a:extLst>
          </p:cNvPr>
          <p:cNvSpPr>
            <a:spLocks xmlns:a="http://schemas.openxmlformats.org/drawingml/2006/main" noGrp="1"/>
          </p:cNvSpPr>
          <p:nvPr/>
        </p:nvSpPr>
        <p:spPr>
          <a:xfrm xmlns:a="http://schemas.openxmlformats.org/drawingml/2006/main">
            <a:off x="6572250" y="1381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7B2FA3"/>
                </a:solidFill>
                <a:latin typeface="Noto Sans JP"/>
                <a:ea typeface="Noto Sans JP"/>
                <a:cs typeface="Noto Sans JP"/>
              </a:defRPr>
            </a:pPr>
            <a:r>
              <a:rPr sz="1650" b="1" i="0">
                <a:solidFill>
                  <a:srgbClr val="7B2FA3"/>
                </a:solidFill>
                <a:latin typeface="Noto Sans JP"/>
                <a:ea typeface="Noto Sans JP"/>
                <a:cs typeface="Noto Sans JP"/>
              </a:rPr>
              <a:t>反応速度推定</a:t>
            </a:r>
          </a:p>
        </p:txBody>
      </p:sp>
      <p:sp>
        <p:nvSpPr>
          <p:cNvPr id="6" name="">
            <a:extLst xmlns:a="http://schemas.openxmlformats.org/drawingml/2006/main">
              <a:ext uri="{FF2B5EF4-FFF2-40B4-BE49-F238E27FC236}">
                <a16:creationId xmlns:a16="http://schemas.microsoft.com/office/drawing/2014/main" id="{19B23514-1132-4E8C-B479-EDEA026FA5FB}"/>
              </a:ext>
            </a:extLst>
          </p:cNvPr>
          <p:cNvSpPr>
            <a:spLocks xmlns:a="http://schemas.openxmlformats.org/drawingml/2006/main" noGrp="1"/>
          </p:cNvSpPr>
          <p:nvPr/>
        </p:nvSpPr>
        <p:spPr>
          <a:xfrm xmlns:a="http://schemas.openxmlformats.org/drawingml/2006/main">
            <a:off x="6572250" y="1857375"/>
            <a:ext cx="4953000" cy="666750"/>
          </a:xfrm>
          <a:prstGeom xmlns:a="http://schemas.openxmlformats.org/drawingml/2006/main" prst="rect">
            <a:avLst/>
          </a:prstGeom>
          <a:solidFill xmlns:a="http://schemas.openxmlformats.org/drawingml/2006/main">
            <a:srgbClr val="F2F3F4"/>
          </a:solidFill>
          <a:ln xmlns:a="http://schemas.openxmlformats.org/drawingml/2006/main" w="7620">
            <a:solidFill>
              <a:srgbClr val="CC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725" b="0" i="0">
                <a:solidFill>
                  <a:srgbClr val="333333"/>
                </a:solidFill>
                <a:latin typeface="Cambria Math"/>
                <a:ea typeface="Cambria Math"/>
                <a:cs typeface="Cambria Math"/>
              </a:defRPr>
            </a:pPr>
            <a:r>
              <a:rPr sz="1725" b="0" i="0">
                <a:solidFill>
                  <a:srgbClr val="333333"/>
                </a:solidFill>
                <a:latin typeface="Cambria Math"/>
                <a:ea typeface="Cambria Math"/>
                <a:cs typeface="Cambria Math"/>
              </a:rPr>
              <a:t>k̂ⱼ = Σ w ∫自由飛行 Nσⱼ[ε(t)]v(t)dt / Σ wΔt</a:t>
            </a:r>
          </a:p>
        </p:txBody>
      </p:sp>
      <p:sp>
        <p:nvSpPr>
          <p:cNvPr id="7" name="">
            <a:extLst xmlns:a="http://schemas.openxmlformats.org/drawingml/2006/main">
              <a:ext uri="{FF2B5EF4-FFF2-40B4-BE49-F238E27FC236}">
                <a16:creationId xmlns:a16="http://schemas.microsoft.com/office/drawing/2014/main" id="{36B2D3FA-7D38-4A6A-A4F4-EF9AF17AD43B}"/>
              </a:ext>
            </a:extLst>
          </p:cNvPr>
          <p:cNvSpPr>
            <a:spLocks xmlns:a="http://schemas.openxmlformats.org/drawingml/2006/main" noGrp="1"/>
          </p:cNvSpPr>
          <p:nvPr/>
        </p:nvSpPr>
        <p:spPr>
          <a:xfrm xmlns:a="http://schemas.openxmlformats.org/drawingml/2006/main">
            <a:off x="6096000" y="1333500"/>
            <a:ext cx="0" cy="4000500"/>
          </a:xfrm>
          <a:prstGeom xmlns:a="http://schemas.openxmlformats.org/drawingml/2006/main" prst="line">
            <a:avLst/>
          </a:prstGeom>
          <a:noFill xmlns:a="http://schemas.openxmlformats.org/drawingml/2006/main"/>
          <a:ln xmlns:a="http://schemas.openxmlformats.org/drawingml/2006/main" w="9525">
            <a:solidFill>
              <a:srgbClr val="C8D0D4"/>
            </a:solidFill>
            <a:prstDash val="solid"/>
          </a:ln>
        </p:spPr>
      </p:sp>
      <p:sp>
        <p:nvSpPr>
          <p:cNvPr id="8" name="">
            <a:extLst xmlns:a="http://schemas.openxmlformats.org/drawingml/2006/main">
              <a:ext uri="{FF2B5EF4-FFF2-40B4-BE49-F238E27FC236}">
                <a16:creationId xmlns:a16="http://schemas.microsoft.com/office/drawing/2014/main" id="{AE9E6742-5792-40C2-9CDE-C576C0717328}"/>
              </a:ext>
            </a:extLst>
          </p:cNvPr>
          <p:cNvSpPr>
            <a:spLocks xmlns:a="http://schemas.openxmlformats.org/drawingml/2006/main" noGrp="1"/>
          </p:cNvSpPr>
          <p:nvPr/>
        </p:nvSpPr>
        <p:spPr>
          <a:xfrm xmlns:a="http://schemas.openxmlformats.org/drawingml/2006/main">
            <a:off x="762000" y="295275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滞在時間</a:t>
            </a:r>
          </a:p>
        </p:txBody>
      </p:sp>
      <p:sp>
        <p:nvSpPr>
          <p:cNvPr id="9" name="">
            <a:extLst xmlns:a="http://schemas.openxmlformats.org/drawingml/2006/main">
              <a:ext uri="{FF2B5EF4-FFF2-40B4-BE49-F238E27FC236}">
                <a16:creationId xmlns:a16="http://schemas.microsoft.com/office/drawing/2014/main" id="{24116F4F-6480-4DD3-B9E5-B7790F45DADE}"/>
              </a:ext>
            </a:extLst>
          </p:cNvPr>
          <p:cNvSpPr>
            <a:spLocks xmlns:a="http://schemas.openxmlformats.org/drawingml/2006/main" noGrp="1"/>
          </p:cNvSpPr>
          <p:nvPr/>
        </p:nvSpPr>
        <p:spPr>
          <a:xfrm xmlns:a="http://schemas.openxmlformats.org/drawingml/2006/main">
            <a:off x="2047875" y="28956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各エネルギー区間にいた時間を加算</a:t>
            </a:r>
          </a:p>
        </p:txBody>
      </p:sp>
      <p:sp>
        <p:nvSpPr>
          <p:cNvPr id="10" name="">
            <a:extLst xmlns:a="http://schemas.openxmlformats.org/drawingml/2006/main">
              <a:ext uri="{FF2B5EF4-FFF2-40B4-BE49-F238E27FC236}">
                <a16:creationId xmlns:a16="http://schemas.microsoft.com/office/drawing/2014/main" id="{45AF18A3-4993-4C96-9F52-A8E49E69A5AC}"/>
              </a:ext>
            </a:extLst>
          </p:cNvPr>
          <p:cNvSpPr>
            <a:spLocks xmlns:a="http://schemas.openxmlformats.org/drawingml/2006/main" noGrp="1"/>
          </p:cNvSpPr>
          <p:nvPr/>
        </p:nvSpPr>
        <p:spPr>
          <a:xfrm xmlns:a="http://schemas.openxmlformats.org/drawingml/2006/main">
            <a:off x="762000" y="354330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重み w</a:t>
            </a:r>
          </a:p>
        </p:txBody>
      </p:sp>
      <p:sp>
        <p:nvSpPr>
          <p:cNvPr id="11" name="">
            <a:extLst xmlns:a="http://schemas.openxmlformats.org/drawingml/2006/main">
              <a:ext uri="{FF2B5EF4-FFF2-40B4-BE49-F238E27FC236}">
                <a16:creationId xmlns:a16="http://schemas.microsoft.com/office/drawing/2014/main" id="{D2E17848-54D2-44B5-89B2-C6F969845BF3}"/>
              </a:ext>
            </a:extLst>
          </p:cNvPr>
          <p:cNvSpPr>
            <a:spLocks xmlns:a="http://schemas.openxmlformats.org/drawingml/2006/main" noGrp="1"/>
          </p:cNvSpPr>
          <p:nvPr/>
        </p:nvSpPr>
        <p:spPr>
          <a:xfrm xmlns:a="http://schemas.openxmlformats.org/drawingml/2006/main">
            <a:off x="2047875" y="348615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電離による分岐や粒子制御を補正</a:t>
            </a:r>
          </a:p>
        </p:txBody>
      </p:sp>
      <p:sp>
        <p:nvSpPr>
          <p:cNvPr id="12" name="">
            <a:extLst xmlns:a="http://schemas.openxmlformats.org/drawingml/2006/main">
              <a:ext uri="{FF2B5EF4-FFF2-40B4-BE49-F238E27FC236}">
                <a16:creationId xmlns:a16="http://schemas.microsoft.com/office/drawing/2014/main" id="{285F06F9-A6B2-4FFE-AE98-13587818603B}"/>
              </a:ext>
            </a:extLst>
          </p:cNvPr>
          <p:cNvSpPr>
            <a:spLocks xmlns:a="http://schemas.openxmlformats.org/drawingml/2006/main" noGrp="1"/>
          </p:cNvSpPr>
          <p:nvPr/>
        </p:nvSpPr>
        <p:spPr>
          <a:xfrm xmlns:a="http://schemas.openxmlformats.org/drawingml/2006/main">
            <a:off x="762000" y="413385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正規化</a:t>
            </a:r>
          </a:p>
        </p:txBody>
      </p:sp>
      <p:sp>
        <p:nvSpPr>
          <p:cNvPr id="13" name="">
            <a:extLst xmlns:a="http://schemas.openxmlformats.org/drawingml/2006/main">
              <a:ext uri="{FF2B5EF4-FFF2-40B4-BE49-F238E27FC236}">
                <a16:creationId xmlns:a16="http://schemas.microsoft.com/office/drawing/2014/main" id="{EE0ED2AD-FD72-4835-BF5F-E0CD6E45ACB1}"/>
              </a:ext>
            </a:extLst>
          </p:cNvPr>
          <p:cNvSpPr>
            <a:spLocks xmlns:a="http://schemas.openxmlformats.org/drawingml/2006/main" noGrp="1"/>
          </p:cNvSpPr>
          <p:nvPr/>
        </p:nvSpPr>
        <p:spPr>
          <a:xfrm xmlns:a="http://schemas.openxmlformats.org/drawingml/2006/main">
            <a:off x="2047875" y="40767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Σ pᵢΔεᵢ = 1 を確認</a:t>
            </a:r>
          </a:p>
        </p:txBody>
      </p:sp>
      <p:sp>
        <p:nvSpPr>
          <p:cNvPr id="14" name="">
            <a:extLst xmlns:a="http://schemas.openxmlformats.org/drawingml/2006/main">
              <a:ext uri="{FF2B5EF4-FFF2-40B4-BE49-F238E27FC236}">
                <a16:creationId xmlns:a16="http://schemas.microsoft.com/office/drawing/2014/main" id="{13AFA27F-00DB-4B7D-BD0F-567B126FDDB7}"/>
              </a:ext>
            </a:extLst>
          </p:cNvPr>
          <p:cNvSpPr>
            <a:spLocks xmlns:a="http://schemas.openxmlformats.org/drawingml/2006/main" noGrp="1"/>
          </p:cNvSpPr>
          <p:nvPr/>
        </p:nvSpPr>
        <p:spPr>
          <a:xfrm xmlns:a="http://schemas.openxmlformats.org/drawingml/2006/main">
            <a:off x="762000" y="472440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平均量</a:t>
            </a:r>
          </a:p>
        </p:txBody>
      </p:sp>
      <p:sp>
        <p:nvSpPr>
          <p:cNvPr id="15" name="">
            <a:extLst xmlns:a="http://schemas.openxmlformats.org/drawingml/2006/main">
              <a:ext uri="{FF2B5EF4-FFF2-40B4-BE49-F238E27FC236}">
                <a16:creationId xmlns:a16="http://schemas.microsoft.com/office/drawing/2014/main" id="{0AA6B4BA-CD8C-4261-9CC7-1B72462E5456}"/>
              </a:ext>
            </a:extLst>
          </p:cNvPr>
          <p:cNvSpPr>
            <a:spLocks xmlns:a="http://schemas.openxmlformats.org/drawingml/2006/main" noGrp="1"/>
          </p:cNvSpPr>
          <p:nvPr/>
        </p:nvSpPr>
        <p:spPr>
          <a:xfrm xmlns:a="http://schemas.openxmlformats.org/drawingml/2006/main">
            <a:off x="2047875" y="466725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Σ εᵢpᵢΔεᵢ、ドリフト、拡散を推定</a:t>
            </a:r>
          </a:p>
        </p:txBody>
      </p:sp>
      <p:sp>
        <p:nvSpPr>
          <p:cNvPr id="16" name="">
            <a:extLst xmlns:a="http://schemas.openxmlformats.org/drawingml/2006/main">
              <a:ext uri="{FF2B5EF4-FFF2-40B4-BE49-F238E27FC236}">
                <a16:creationId xmlns:a16="http://schemas.microsoft.com/office/drawing/2014/main" id="{54571274-20F1-4387-8392-A2123344A7D4}"/>
              </a:ext>
            </a:extLst>
          </p:cNvPr>
          <p:cNvSpPr>
            <a:spLocks xmlns:a="http://schemas.openxmlformats.org/drawingml/2006/main" noGrp="1"/>
          </p:cNvSpPr>
          <p:nvPr/>
        </p:nvSpPr>
        <p:spPr>
          <a:xfrm xmlns:a="http://schemas.openxmlformats.org/drawingml/2006/main">
            <a:off x="6715125" y="295275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弾性</a:t>
            </a:r>
          </a:p>
        </p:txBody>
      </p:sp>
      <p:sp>
        <p:nvSpPr>
          <p:cNvPr id="17" name="">
            <a:extLst xmlns:a="http://schemas.openxmlformats.org/drawingml/2006/main">
              <a:ext uri="{FF2B5EF4-FFF2-40B4-BE49-F238E27FC236}">
                <a16:creationId xmlns:a16="http://schemas.microsoft.com/office/drawing/2014/main" id="{AF414558-0F23-4132-87DD-81DD8A6FDEFD}"/>
              </a:ext>
            </a:extLst>
          </p:cNvPr>
          <p:cNvSpPr>
            <a:spLocks xmlns:a="http://schemas.openxmlformats.org/drawingml/2006/main" noGrp="1"/>
          </p:cNvSpPr>
          <p:nvPr/>
        </p:nvSpPr>
        <p:spPr>
          <a:xfrm xmlns:a="http://schemas.openxmlformats.org/drawingml/2006/main">
            <a:off x="8001000" y="289560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運動量移行と散乱角を更新</a:t>
            </a:r>
          </a:p>
        </p:txBody>
      </p:sp>
      <p:sp>
        <p:nvSpPr>
          <p:cNvPr id="18" name="">
            <a:extLst xmlns:a="http://schemas.openxmlformats.org/drawingml/2006/main">
              <a:ext uri="{FF2B5EF4-FFF2-40B4-BE49-F238E27FC236}">
                <a16:creationId xmlns:a16="http://schemas.microsoft.com/office/drawing/2014/main" id="{B676A60F-9712-4FA2-BDF8-56ADEF58BF2D}"/>
              </a:ext>
            </a:extLst>
          </p:cNvPr>
          <p:cNvSpPr>
            <a:spLocks xmlns:a="http://schemas.openxmlformats.org/drawingml/2006/main" noGrp="1"/>
          </p:cNvSpPr>
          <p:nvPr/>
        </p:nvSpPr>
        <p:spPr>
          <a:xfrm xmlns:a="http://schemas.openxmlformats.org/drawingml/2006/main">
            <a:off x="6715125" y="354330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励起</a:t>
            </a:r>
          </a:p>
        </p:txBody>
      </p:sp>
      <p:sp>
        <p:nvSpPr>
          <p:cNvPr id="19" name="">
            <a:extLst xmlns:a="http://schemas.openxmlformats.org/drawingml/2006/main">
              <a:ext uri="{FF2B5EF4-FFF2-40B4-BE49-F238E27FC236}">
                <a16:creationId xmlns:a16="http://schemas.microsoft.com/office/drawing/2014/main" id="{945DDFC6-0746-4088-BF67-2EA310CF426B}"/>
              </a:ext>
            </a:extLst>
          </p:cNvPr>
          <p:cNvSpPr>
            <a:spLocks xmlns:a="http://schemas.openxmlformats.org/drawingml/2006/main" noGrp="1"/>
          </p:cNvSpPr>
          <p:nvPr/>
        </p:nvSpPr>
        <p:spPr>
          <a:xfrm xmlns:a="http://schemas.openxmlformats.org/drawingml/2006/main">
            <a:off x="8001000" y="348615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電子エネルギーを閾値分だけ減少</a:t>
            </a:r>
          </a:p>
        </p:txBody>
      </p:sp>
      <p:sp>
        <p:nvSpPr>
          <p:cNvPr id="20" name="">
            <a:extLst xmlns:a="http://schemas.openxmlformats.org/drawingml/2006/main">
              <a:ext uri="{FF2B5EF4-FFF2-40B4-BE49-F238E27FC236}">
                <a16:creationId xmlns:a16="http://schemas.microsoft.com/office/drawing/2014/main" id="{F1EC1783-2DEB-4BF9-AD28-85A4D0A5670E}"/>
              </a:ext>
            </a:extLst>
          </p:cNvPr>
          <p:cNvSpPr>
            <a:spLocks xmlns:a="http://schemas.openxmlformats.org/drawingml/2006/main" noGrp="1"/>
          </p:cNvSpPr>
          <p:nvPr/>
        </p:nvSpPr>
        <p:spPr>
          <a:xfrm xmlns:a="http://schemas.openxmlformats.org/drawingml/2006/main">
            <a:off x="6715125" y="413385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電離</a:t>
            </a:r>
          </a:p>
        </p:txBody>
      </p:sp>
      <p:sp>
        <p:nvSpPr>
          <p:cNvPr id="21" name="">
            <a:extLst xmlns:a="http://schemas.openxmlformats.org/drawingml/2006/main">
              <a:ext uri="{FF2B5EF4-FFF2-40B4-BE49-F238E27FC236}">
                <a16:creationId xmlns:a16="http://schemas.microsoft.com/office/drawing/2014/main" id="{778F6992-DB90-4F29-8545-28A936829B45}"/>
              </a:ext>
            </a:extLst>
          </p:cNvPr>
          <p:cNvSpPr>
            <a:spLocks xmlns:a="http://schemas.openxmlformats.org/drawingml/2006/main" noGrp="1"/>
          </p:cNvSpPr>
          <p:nvPr/>
        </p:nvSpPr>
        <p:spPr>
          <a:xfrm xmlns:a="http://schemas.openxmlformats.org/drawingml/2006/main">
            <a:off x="8001000" y="407670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一次・二次電子へエネルギー分配</a:t>
            </a:r>
          </a:p>
        </p:txBody>
      </p:sp>
      <p:sp>
        <p:nvSpPr>
          <p:cNvPr id="22" name="">
            <a:extLst xmlns:a="http://schemas.openxmlformats.org/drawingml/2006/main">
              <a:ext uri="{FF2B5EF4-FFF2-40B4-BE49-F238E27FC236}">
                <a16:creationId xmlns:a16="http://schemas.microsoft.com/office/drawing/2014/main" id="{B44B8659-7CAF-491C-BAC5-CAE100E567C9}"/>
              </a:ext>
            </a:extLst>
          </p:cNvPr>
          <p:cNvSpPr>
            <a:spLocks xmlns:a="http://schemas.openxmlformats.org/drawingml/2006/main" noGrp="1"/>
          </p:cNvSpPr>
          <p:nvPr/>
        </p:nvSpPr>
        <p:spPr>
          <a:xfrm xmlns:a="http://schemas.openxmlformats.org/drawingml/2006/main">
            <a:off x="6715125" y="472440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付着</a:t>
            </a:r>
          </a:p>
        </p:txBody>
      </p:sp>
      <p:sp>
        <p:nvSpPr>
          <p:cNvPr id="23" name="">
            <a:extLst xmlns:a="http://schemas.openxmlformats.org/drawingml/2006/main">
              <a:ext uri="{FF2B5EF4-FFF2-40B4-BE49-F238E27FC236}">
                <a16:creationId xmlns:a16="http://schemas.microsoft.com/office/drawing/2014/main" id="{FB8DCFC4-9606-4D6C-8ADC-58CA5A3B7FD3}"/>
              </a:ext>
            </a:extLst>
          </p:cNvPr>
          <p:cNvSpPr>
            <a:spLocks xmlns:a="http://schemas.openxmlformats.org/drawingml/2006/main" noGrp="1"/>
          </p:cNvSpPr>
          <p:nvPr/>
        </p:nvSpPr>
        <p:spPr>
          <a:xfrm xmlns:a="http://schemas.openxmlformats.org/drawingml/2006/main">
            <a:off x="8001000" y="466725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現行軌道損失の対応範囲を別途確認</a:t>
            </a:r>
          </a:p>
        </p:txBody>
      </p:sp>
      <p:sp>
        <p:nvSpPr>
          <p:cNvPr id="24" name="takeaway-bullet">
            <a:extLst xmlns:a="http://schemas.openxmlformats.org/drawingml/2006/main">
              <a:ext uri="{FF2B5EF4-FFF2-40B4-BE49-F238E27FC236}">
                <a16:creationId xmlns:a16="http://schemas.microsoft.com/office/drawing/2014/main" id="{3585D376-C1BC-4DB2-8ADA-6CCF97163770}"/>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5" name="takeaway">
            <a:extLst xmlns:a="http://schemas.openxmlformats.org/drawingml/2006/main">
              <a:ext uri="{FF2B5EF4-FFF2-40B4-BE49-F238E27FC236}">
                <a16:creationId xmlns:a16="http://schemas.microsoft.com/office/drawing/2014/main" id="{9A3F1F19-6CDC-48BF-A58D-7F818D35446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EEDFと反応速度を同じ自由飛行から積分し、相互整合を確認できる。</a:t>
            </a:r>
          </a:p>
        </p:txBody>
      </p:sp>
      <p:sp>
        <p:nvSpPr>
          <p:cNvPr id="27" name="footer">
            <a:extLst xmlns:a="http://schemas.openxmlformats.org/drawingml/2006/main">
              <a:ext uri="{FF2B5EF4-FFF2-40B4-BE49-F238E27FC236}">
                <a16:creationId xmlns:a16="http://schemas.microsoft.com/office/drawing/2014/main" id="{8206794B-B615-4B7D-BA2B-43CD9B45B31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8" name="page">
            <a:extLst xmlns:a="http://schemas.openxmlformats.org/drawingml/2006/main">
              <a:ext uri="{FF2B5EF4-FFF2-40B4-BE49-F238E27FC236}">
                <a16:creationId xmlns:a16="http://schemas.microsoft.com/office/drawing/2014/main" id="{2896F3A4-B3B6-4BC2-B61D-E025E055C38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18</a:t>
            </a:r>
          </a:p>
        </p:txBody>
      </p:sp>
      <p:sp>
        <p:nvSpPr>
          <p:cNvPr id="29" name="section">
            <a:extLst xmlns:a="http://schemas.openxmlformats.org/drawingml/2006/main">
              <a:ext uri="{FF2B5EF4-FFF2-40B4-BE49-F238E27FC236}">
                <a16:creationId xmlns:a16="http://schemas.microsoft.com/office/drawing/2014/main" id="{C6FA502F-3141-408D-A789-397FB325EB5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7442557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0334221-6ADA-4F20-B902-A9650A50BE4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Monte Carlo法 3/3：統計品質の評価</a:t>
            </a:r>
          </a:p>
        </p:txBody>
      </p:sp>
      <p:graphicFrame>
        <p:nvGraphicFramePr>
          <p:cNvPr id="16" name=""/>
          <p:cNvGraphicFramePr/>
          <p:nvPr/>
        </p:nvGraphicFramePr>
        <p:xfrm>
          <a:off xmlns:a="http://schemas.openxmlformats.org/drawingml/2006/main" x="457200" y="1333500"/>
          <a:ext xmlns:a="http://schemas.openxmlformats.org/drawingml/2006/main" cx="11287125" cy="4095750"/>
        </p:xfrm>
        <a:graphic xmlns:a="http://schemas.openxmlformats.org/drawingml/2006/main">
          <a:graphicData uri="http://schemas.openxmlformats.org/drawingml/2006/table">
            <a:tbl>
              <a:tblPr/>
              <a:tblGrid>
                <a:gridCol w="1983798"/>
                <a:gridCol w="2873086"/>
                <a:gridCol w="3557155"/>
                <a:gridCol w="2873086"/>
              </a:tblGrid>
              <a:tr h="585107">
                <a:tc>
                  <a:txBody>
                    <a:bodyPr lIns="57150" tIns="47625" rIns="57150" bIns="47625">
                      <a:normAutofit/>
                    </a:bodyPr>
                    <a:lstStyle/>
                    <a:p>
                      <a:pPr algn="l">
                        <a:buNone/>
                      </a:pPr>
                      <a:r>
                        <a:rPr sz="1050" b="1">
                          <a:solidFill>
                            <a:srgbClr val="FFFFFF"/>
                          </a:solidFill>
                          <a:latin typeface="Noto Sans JP"/>
                          <a:ea typeface="Noto Sans JP"/>
                          <a:cs typeface="Noto Sans JP"/>
                        </a:rPr>
                        <a:t>確認項目</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確認する量</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未達が示す問題</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対処</a:t>
                      </a:r>
                    </a:p>
                  </a:txBody>
                  <a:tcPr marL="91440" marR="91440" marT="45720" marB="45720" anchor="ctr">
                    <a:solidFill>
                      <a:srgbClr val="00A6D6"/>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正規化</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|ΣpᵢΔεᵢ − 1|</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ヒストグラム・重みの不整合</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推定器とエネルギー区間を点検</a:t>
                      </a:r>
                    </a:p>
                  </a:txBody>
                  <a:tcPr marL="91440" marR="91440" marT="45720" marB="45720" anchor="ctr">
                    <a:solidFill>
                      <a:srgbClr val="FFFFFF"/>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定常性</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時間窓ごとの平均・成長率</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初期過渡が残る</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計算時間を延長</a:t>
                      </a:r>
                    </a:p>
                  </a:txBody>
                  <a:tcPr marL="91440" marR="91440" marT="45720" marB="45720" anchor="ctr">
                    <a:solidFill>
                      <a:srgbClr val="F2F3F4"/>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独立反復</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平均、95%CI、相対標準誤差</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乱数種によるばらつき</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独立反復・粒子数を増加</a:t>
                      </a:r>
                    </a:p>
                  </a:txBody>
                  <a:tcPr marL="91440" marR="91440" marT="45720" marB="45720" anchor="ctr">
                    <a:solidFill>
                      <a:srgbClr val="FFFFFF"/>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相関時間</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拡散係数の遅れ時間依存</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拡散の観測時間不足</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遅れ時間と軌道長を延長</a:t>
                      </a:r>
                    </a:p>
                  </a:txBody>
                  <a:tcPr marL="91440" marR="91440" marT="45720" marB="45720" anchor="ctr">
                    <a:solidFill>
                      <a:srgbClr val="F2F3F4"/>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有効標本数</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有効標本数（ESS）、系譜の寄与率</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粒子系譜の退化</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再標本化・粒子数増加</a:t>
                      </a:r>
                    </a:p>
                  </a:txBody>
                  <a:tcPr marL="91440" marR="91440" marT="45720" marB="45720" anchor="ctr">
                    <a:solidFill>
                      <a:srgbClr val="FFFFFF"/>
                    </a:solidFill>
                  </a:tcPr>
                </a:tc>
              </a:tr>
              <a:tr h="585107">
                <a:tc>
                  <a:txBody>
                    <a:bodyPr lIns="57150" tIns="47625" rIns="57150" bIns="47625">
                      <a:normAutofit/>
                    </a:bodyPr>
                    <a:lstStyle/>
                    <a:p>
                      <a:pPr algn="l">
                        <a:buNone/>
                      </a:pPr>
                      <a:r>
                        <a:rPr sz="975" b="1">
                          <a:solidFill>
                            <a:srgbClr val="333333"/>
                          </a:solidFill>
                          <a:latin typeface="Noto Sans JP"/>
                          <a:ea typeface="Noto Sans JP"/>
                          <a:cs typeface="Noto Sans JP"/>
                        </a:rPr>
                        <a:t>EEDF–反応速度整合</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EEDF積分と衝突イベント推定の差</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高エネルギー標本不足・実装差</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希少反応の標本を増加</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684A1B72-6353-4121-8074-C45851AA27B1}"/>
              </a:ext>
            </a:extLst>
          </p:cNvPr>
          <p:cNvSpPr>
            <a:spLocks xmlns:a="http://schemas.openxmlformats.org/drawingml/2006/main" noGrp="1"/>
          </p:cNvSpPr>
          <p:nvPr/>
        </p:nvSpPr>
        <p:spPr>
          <a:xfrm xmlns:a="http://schemas.openxmlformats.org/drawingml/2006/main">
            <a:off x="762000" y="5572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長所</a:t>
            </a:r>
          </a:p>
        </p:txBody>
      </p:sp>
      <p:sp>
        <p:nvSpPr>
          <p:cNvPr id="5" name="">
            <a:extLst xmlns:a="http://schemas.openxmlformats.org/drawingml/2006/main">
              <a:ext uri="{FF2B5EF4-FFF2-40B4-BE49-F238E27FC236}">
                <a16:creationId xmlns:a16="http://schemas.microsoft.com/office/drawing/2014/main" id="{AB70D52B-808A-4040-ABF4-96A859A47ED5}"/>
              </a:ext>
            </a:extLst>
          </p:cNvPr>
          <p:cNvSpPr>
            <a:spLocks xmlns:a="http://schemas.openxmlformats.org/drawingml/2006/main" noGrp="1"/>
          </p:cNvSpPr>
          <p:nvPr/>
        </p:nvSpPr>
        <p:spPr>
          <a:xfrm xmlns:a="http://schemas.openxmlformats.org/drawingml/2006/main">
            <a:off x="1666875" y="54959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軌道・衝突を直接標本化し、角度展開の切断を避ける</a:t>
            </a:r>
          </a:p>
        </p:txBody>
      </p:sp>
      <p:sp>
        <p:nvSpPr>
          <p:cNvPr id="6" name="">
            <a:extLst xmlns:a="http://schemas.openxmlformats.org/drawingml/2006/main">
              <a:ext uri="{FF2B5EF4-FFF2-40B4-BE49-F238E27FC236}">
                <a16:creationId xmlns:a16="http://schemas.microsoft.com/office/drawing/2014/main" id="{2A5E6CB3-EAF0-4B3C-9D62-23C4FD35220F}"/>
              </a:ext>
            </a:extLst>
          </p:cNvPr>
          <p:cNvSpPr>
            <a:spLocks xmlns:a="http://schemas.openxmlformats.org/drawingml/2006/main" noGrp="1"/>
          </p:cNvSpPr>
          <p:nvPr/>
        </p:nvSpPr>
        <p:spPr>
          <a:xfrm xmlns:a="http://schemas.openxmlformats.org/drawingml/2006/main">
            <a:off x="6286500" y="5572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D64045"/>
                </a:solidFill>
                <a:latin typeface="Noto Sans JP"/>
                <a:ea typeface="Noto Sans JP"/>
                <a:cs typeface="Noto Sans JP"/>
              </a:defRPr>
            </a:pPr>
            <a:r>
              <a:rPr sz="1275" b="1" i="0">
                <a:solidFill>
                  <a:srgbClr val="D64045"/>
                </a:solidFill>
                <a:latin typeface="Noto Sans JP"/>
                <a:ea typeface="Noto Sans JP"/>
                <a:cs typeface="Noto Sans JP"/>
              </a:rPr>
              <a:t>短所</a:t>
            </a:r>
          </a:p>
        </p:txBody>
      </p:sp>
      <p:sp>
        <p:nvSpPr>
          <p:cNvPr id="7" name="">
            <a:extLst xmlns:a="http://schemas.openxmlformats.org/drawingml/2006/main">
              <a:ext uri="{FF2B5EF4-FFF2-40B4-BE49-F238E27FC236}">
                <a16:creationId xmlns:a16="http://schemas.microsoft.com/office/drawing/2014/main" id="{58C64F69-4607-4E21-B4F6-05ECC0206C3C}"/>
              </a:ext>
            </a:extLst>
          </p:cNvPr>
          <p:cNvSpPr>
            <a:spLocks xmlns:a="http://schemas.openxmlformats.org/drawingml/2006/main" noGrp="1"/>
          </p:cNvSpPr>
          <p:nvPr/>
        </p:nvSpPr>
        <p:spPr>
          <a:xfrm xmlns:a="http://schemas.openxmlformats.org/drawingml/2006/main">
            <a:off x="7191375" y="54959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1912"/>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高コスト。高エネルギー尾部反応、分岐、付着では標本不足になりやすい</a:t>
            </a:r>
          </a:p>
        </p:txBody>
      </p:sp>
      <p:sp>
        <p:nvSpPr>
          <p:cNvPr id="8" name="takeaway-bullet">
            <a:extLst xmlns:a="http://schemas.openxmlformats.org/drawingml/2006/main">
              <a:ext uri="{FF2B5EF4-FFF2-40B4-BE49-F238E27FC236}">
                <a16:creationId xmlns:a16="http://schemas.microsoft.com/office/drawing/2014/main" id="{7739AD94-63E9-4490-9CE7-B3D4AC9E8ED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takeaway">
            <a:extLst xmlns:a="http://schemas.openxmlformats.org/drawingml/2006/main">
              <a:ext uri="{FF2B5EF4-FFF2-40B4-BE49-F238E27FC236}">
                <a16:creationId xmlns:a16="http://schemas.microsoft.com/office/drawing/2014/main" id="{0D9E1EDF-6077-4F76-AF5E-DFA466342E2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Monte Carloは選択点の独立検算に使う。小さな相対標準誤差だけでなく、定常性・相関・系譜を別々に確認する。</a:t>
            </a:r>
          </a:p>
        </p:txBody>
      </p:sp>
      <p:sp>
        <p:nvSpPr>
          <p:cNvPr id="11" name="footer">
            <a:extLst xmlns:a="http://schemas.openxmlformats.org/drawingml/2006/main">
              <a:ext uri="{FF2B5EF4-FFF2-40B4-BE49-F238E27FC236}">
                <a16:creationId xmlns:a16="http://schemas.microsoft.com/office/drawing/2014/main" id="{CEFD8F37-5D5D-4C94-AED1-7D035583005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2" name="page">
            <a:extLst xmlns:a="http://schemas.openxmlformats.org/drawingml/2006/main">
              <a:ext uri="{FF2B5EF4-FFF2-40B4-BE49-F238E27FC236}">
                <a16:creationId xmlns:a16="http://schemas.microsoft.com/office/drawing/2014/main" id="{6390907A-D5BE-4DD0-B81D-BBC51DFB4EF7}"/>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19</a:t>
            </a:r>
          </a:p>
        </p:txBody>
      </p:sp>
      <p:sp>
        <p:nvSpPr>
          <p:cNvPr id="14" name="section">
            <a:extLst xmlns:a="http://schemas.openxmlformats.org/drawingml/2006/main">
              <a:ext uri="{FF2B5EF4-FFF2-40B4-BE49-F238E27FC236}">
                <a16:creationId xmlns:a16="http://schemas.microsoft.com/office/drawing/2014/main" id="{D767B631-1C1D-4217-B72A-815D127BC5E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859346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09A39A9-2705-45C9-BCC3-9AE07A0EFFF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Propagator法 1/3：(ε, μ)セル間の確率移動を組み立てる</a:t>
            </a:r>
          </a:p>
        </p:txBody>
      </p:sp>
      <p:sp>
        <p:nvSpPr>
          <p:cNvPr id="3" name="">
            <a:extLst xmlns:a="http://schemas.openxmlformats.org/drawingml/2006/main">
              <a:ext uri="{FF2B5EF4-FFF2-40B4-BE49-F238E27FC236}">
                <a16:creationId xmlns:a16="http://schemas.microsoft.com/office/drawing/2014/main" id="{A9354319-8ACF-467A-83EE-EB6AAE531BB5}"/>
              </a:ext>
            </a:extLst>
          </p:cNvPr>
          <p:cNvSpPr>
            <a:spLocks xmlns:a="http://schemas.openxmlformats.org/drawingml/2006/main" noGrp="1"/>
          </p:cNvSpPr>
          <p:nvPr/>
        </p:nvSpPr>
        <p:spPr>
          <a:xfrm xmlns:a="http://schemas.openxmlformats.org/drawingml/2006/main">
            <a:off x="1524000" y="1333500"/>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位相空間</a:t>
            </a:r>
          </a:p>
        </p:txBody>
      </p:sp>
      <p:sp>
        <p:nvSpPr>
          <p:cNvPr id="4" name="">
            <a:extLst xmlns:a="http://schemas.openxmlformats.org/drawingml/2006/main">
              <a:ext uri="{FF2B5EF4-FFF2-40B4-BE49-F238E27FC236}">
                <a16:creationId xmlns:a16="http://schemas.microsoft.com/office/drawing/2014/main" id="{37C521D5-5871-4295-B42A-5819EEBFF70F}"/>
              </a:ext>
            </a:extLst>
          </p:cNvPr>
          <p:cNvSpPr>
            <a:spLocks xmlns:a="http://schemas.openxmlformats.org/drawingml/2006/main" noGrp="1"/>
          </p:cNvSpPr>
          <p:nvPr/>
        </p:nvSpPr>
        <p:spPr>
          <a:xfrm xmlns:a="http://schemas.openxmlformats.org/drawingml/2006/main">
            <a:off x="2667000" y="1333500"/>
            <a:ext cx="80010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pᵢⱼ = ∫cell(i,j) f(ε,μ)dεdμ ≥ 0</a:t>
            </a:r>
          </a:p>
        </p:txBody>
      </p:sp>
      <p:sp>
        <p:nvSpPr>
          <p:cNvPr id="5" name="">
            <a:extLst xmlns:a="http://schemas.openxmlformats.org/drawingml/2006/main">
              <a:ext uri="{FF2B5EF4-FFF2-40B4-BE49-F238E27FC236}">
                <a16:creationId xmlns:a16="http://schemas.microsoft.com/office/drawing/2014/main" id="{3D2F8111-8F93-4782-B70A-8FA91837F2C8}"/>
              </a:ext>
            </a:extLst>
          </p:cNvPr>
          <p:cNvSpPr>
            <a:spLocks xmlns:a="http://schemas.openxmlformats.org/drawingml/2006/main" noGrp="1"/>
          </p:cNvSpPr>
          <p:nvPr/>
        </p:nvSpPr>
        <p:spPr>
          <a:xfrm xmlns:a="http://schemas.openxmlformats.org/drawingml/2006/main">
            <a:off x="666750" y="2381250"/>
            <a:ext cx="63817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BFC8CD"/>
            </a:solidFill>
            <a:prstDash val="solid"/>
          </a:ln>
        </p:spPr>
      </p:sp>
      <p:sp>
        <p:nvSpPr>
          <p:cNvPr id="6" name="">
            <a:extLst xmlns:a="http://schemas.openxmlformats.org/drawingml/2006/main">
              <a:ext uri="{FF2B5EF4-FFF2-40B4-BE49-F238E27FC236}">
                <a16:creationId xmlns:a16="http://schemas.microsoft.com/office/drawing/2014/main" id="{CA4C5FFE-0246-4A77-8D31-A534F5A547C7}"/>
              </a:ext>
            </a:extLst>
          </p:cNvPr>
          <p:cNvSpPr>
            <a:spLocks xmlns:a="http://schemas.openxmlformats.org/drawingml/2006/main" noGrp="1"/>
          </p:cNvSpPr>
          <p:nvPr/>
        </p:nvSpPr>
        <p:spPr>
          <a:xfrm xmlns:a="http://schemas.openxmlformats.org/drawingml/2006/main">
            <a:off x="9525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7" name="">
            <a:extLst xmlns:a="http://schemas.openxmlformats.org/drawingml/2006/main">
              <a:ext uri="{FF2B5EF4-FFF2-40B4-BE49-F238E27FC236}">
                <a16:creationId xmlns:a16="http://schemas.microsoft.com/office/drawing/2014/main" id="{ED621DDB-2F11-47A7-AB88-7EA80DE9E8FE}"/>
              </a:ext>
            </a:extLst>
          </p:cNvPr>
          <p:cNvSpPr>
            <a:spLocks xmlns:a="http://schemas.openxmlformats.org/drawingml/2006/main" noGrp="1"/>
          </p:cNvSpPr>
          <p:nvPr/>
        </p:nvSpPr>
        <p:spPr>
          <a:xfrm xmlns:a="http://schemas.openxmlformats.org/drawingml/2006/main">
            <a:off x="15430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8" name="">
            <a:extLst xmlns:a="http://schemas.openxmlformats.org/drawingml/2006/main">
              <a:ext uri="{FF2B5EF4-FFF2-40B4-BE49-F238E27FC236}">
                <a16:creationId xmlns:a16="http://schemas.microsoft.com/office/drawing/2014/main" id="{DFFF32A3-FAA0-423A-90D0-F3F56E0D5D9F}"/>
              </a:ext>
            </a:extLst>
          </p:cNvPr>
          <p:cNvSpPr>
            <a:spLocks xmlns:a="http://schemas.openxmlformats.org/drawingml/2006/main" noGrp="1"/>
          </p:cNvSpPr>
          <p:nvPr/>
        </p:nvSpPr>
        <p:spPr>
          <a:xfrm xmlns:a="http://schemas.openxmlformats.org/drawingml/2006/main">
            <a:off x="21336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9" name="">
            <a:extLst xmlns:a="http://schemas.openxmlformats.org/drawingml/2006/main">
              <a:ext uri="{FF2B5EF4-FFF2-40B4-BE49-F238E27FC236}">
                <a16:creationId xmlns:a16="http://schemas.microsoft.com/office/drawing/2014/main" id="{DCB19CE8-CECC-4701-9D09-B6C284AE110A}"/>
              </a:ext>
            </a:extLst>
          </p:cNvPr>
          <p:cNvSpPr>
            <a:spLocks xmlns:a="http://schemas.openxmlformats.org/drawingml/2006/main" noGrp="1"/>
          </p:cNvSpPr>
          <p:nvPr/>
        </p:nvSpPr>
        <p:spPr>
          <a:xfrm xmlns:a="http://schemas.openxmlformats.org/drawingml/2006/main">
            <a:off x="27241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0" name="">
            <a:extLst xmlns:a="http://schemas.openxmlformats.org/drawingml/2006/main">
              <a:ext uri="{FF2B5EF4-FFF2-40B4-BE49-F238E27FC236}">
                <a16:creationId xmlns:a16="http://schemas.microsoft.com/office/drawing/2014/main" id="{75BD6241-6910-4213-8BBB-40996346FCBE}"/>
              </a:ext>
            </a:extLst>
          </p:cNvPr>
          <p:cNvSpPr>
            <a:spLocks xmlns:a="http://schemas.openxmlformats.org/drawingml/2006/main" noGrp="1"/>
          </p:cNvSpPr>
          <p:nvPr/>
        </p:nvSpPr>
        <p:spPr>
          <a:xfrm xmlns:a="http://schemas.openxmlformats.org/drawingml/2006/main">
            <a:off x="33147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1" name="">
            <a:extLst xmlns:a="http://schemas.openxmlformats.org/drawingml/2006/main">
              <a:ext uri="{FF2B5EF4-FFF2-40B4-BE49-F238E27FC236}">
                <a16:creationId xmlns:a16="http://schemas.microsoft.com/office/drawing/2014/main" id="{31648744-F548-459B-999E-ED27F0A703DA}"/>
              </a:ext>
            </a:extLst>
          </p:cNvPr>
          <p:cNvSpPr>
            <a:spLocks xmlns:a="http://schemas.openxmlformats.org/drawingml/2006/main" noGrp="1"/>
          </p:cNvSpPr>
          <p:nvPr/>
        </p:nvSpPr>
        <p:spPr>
          <a:xfrm xmlns:a="http://schemas.openxmlformats.org/drawingml/2006/main">
            <a:off x="39052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2" name="">
            <a:extLst xmlns:a="http://schemas.openxmlformats.org/drawingml/2006/main">
              <a:ext uri="{FF2B5EF4-FFF2-40B4-BE49-F238E27FC236}">
                <a16:creationId xmlns:a16="http://schemas.microsoft.com/office/drawing/2014/main" id="{1D601468-F038-4F03-8A2A-807806043E5F}"/>
              </a:ext>
            </a:extLst>
          </p:cNvPr>
          <p:cNvSpPr>
            <a:spLocks xmlns:a="http://schemas.openxmlformats.org/drawingml/2006/main" noGrp="1"/>
          </p:cNvSpPr>
          <p:nvPr/>
        </p:nvSpPr>
        <p:spPr>
          <a:xfrm xmlns:a="http://schemas.openxmlformats.org/drawingml/2006/main">
            <a:off x="44958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3" name="">
            <a:extLst xmlns:a="http://schemas.openxmlformats.org/drawingml/2006/main">
              <a:ext uri="{FF2B5EF4-FFF2-40B4-BE49-F238E27FC236}">
                <a16:creationId xmlns:a16="http://schemas.microsoft.com/office/drawing/2014/main" id="{2E8C7CD9-ABDB-4504-8C2F-2D7F7E8B1D90}"/>
              </a:ext>
            </a:extLst>
          </p:cNvPr>
          <p:cNvSpPr>
            <a:spLocks xmlns:a="http://schemas.openxmlformats.org/drawingml/2006/main" noGrp="1"/>
          </p:cNvSpPr>
          <p:nvPr/>
        </p:nvSpPr>
        <p:spPr>
          <a:xfrm xmlns:a="http://schemas.openxmlformats.org/drawingml/2006/main">
            <a:off x="50863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4" name="">
            <a:extLst xmlns:a="http://schemas.openxmlformats.org/drawingml/2006/main">
              <a:ext uri="{FF2B5EF4-FFF2-40B4-BE49-F238E27FC236}">
                <a16:creationId xmlns:a16="http://schemas.microsoft.com/office/drawing/2014/main" id="{D9DD52BC-5CF9-4205-856F-DBCAA8E99B48}"/>
              </a:ext>
            </a:extLst>
          </p:cNvPr>
          <p:cNvSpPr>
            <a:spLocks xmlns:a="http://schemas.openxmlformats.org/drawingml/2006/main" noGrp="1"/>
          </p:cNvSpPr>
          <p:nvPr/>
        </p:nvSpPr>
        <p:spPr>
          <a:xfrm xmlns:a="http://schemas.openxmlformats.org/drawingml/2006/main">
            <a:off x="56769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5" name="">
            <a:extLst xmlns:a="http://schemas.openxmlformats.org/drawingml/2006/main">
              <a:ext uri="{FF2B5EF4-FFF2-40B4-BE49-F238E27FC236}">
                <a16:creationId xmlns:a16="http://schemas.microsoft.com/office/drawing/2014/main" id="{D0E66E4F-12EA-45BB-84A3-3ABA7A8D5021}"/>
              </a:ext>
            </a:extLst>
          </p:cNvPr>
          <p:cNvSpPr>
            <a:spLocks xmlns:a="http://schemas.openxmlformats.org/drawingml/2006/main" noGrp="1"/>
          </p:cNvSpPr>
          <p:nvPr/>
        </p:nvSpPr>
        <p:spPr>
          <a:xfrm xmlns:a="http://schemas.openxmlformats.org/drawingml/2006/main">
            <a:off x="62674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6" name="">
            <a:extLst xmlns:a="http://schemas.openxmlformats.org/drawingml/2006/main">
              <a:ext uri="{FF2B5EF4-FFF2-40B4-BE49-F238E27FC236}">
                <a16:creationId xmlns:a16="http://schemas.microsoft.com/office/drawing/2014/main" id="{B864D31D-D788-4195-A82E-F89C5B920207}"/>
              </a:ext>
            </a:extLst>
          </p:cNvPr>
          <p:cNvSpPr>
            <a:spLocks xmlns:a="http://schemas.openxmlformats.org/drawingml/2006/main" noGrp="1"/>
          </p:cNvSpPr>
          <p:nvPr/>
        </p:nvSpPr>
        <p:spPr>
          <a:xfrm xmlns:a="http://schemas.openxmlformats.org/drawingml/2006/main">
            <a:off x="9525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7" name="">
            <a:extLst xmlns:a="http://schemas.openxmlformats.org/drawingml/2006/main">
              <a:ext uri="{FF2B5EF4-FFF2-40B4-BE49-F238E27FC236}">
                <a16:creationId xmlns:a16="http://schemas.microsoft.com/office/drawing/2014/main" id="{902C3AAF-274F-4243-95F1-9B58A917749A}"/>
              </a:ext>
            </a:extLst>
          </p:cNvPr>
          <p:cNvSpPr>
            <a:spLocks xmlns:a="http://schemas.openxmlformats.org/drawingml/2006/main" noGrp="1"/>
          </p:cNvSpPr>
          <p:nvPr/>
        </p:nvSpPr>
        <p:spPr>
          <a:xfrm xmlns:a="http://schemas.openxmlformats.org/drawingml/2006/main">
            <a:off x="15430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8" name="">
            <a:extLst xmlns:a="http://schemas.openxmlformats.org/drawingml/2006/main">
              <a:ext uri="{FF2B5EF4-FFF2-40B4-BE49-F238E27FC236}">
                <a16:creationId xmlns:a16="http://schemas.microsoft.com/office/drawing/2014/main" id="{4DAC0049-A2E4-41EC-8088-3462179C9F9D}"/>
              </a:ext>
            </a:extLst>
          </p:cNvPr>
          <p:cNvSpPr>
            <a:spLocks xmlns:a="http://schemas.openxmlformats.org/drawingml/2006/main" noGrp="1"/>
          </p:cNvSpPr>
          <p:nvPr/>
        </p:nvSpPr>
        <p:spPr>
          <a:xfrm xmlns:a="http://schemas.openxmlformats.org/drawingml/2006/main">
            <a:off x="21336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9" name="">
            <a:extLst xmlns:a="http://schemas.openxmlformats.org/drawingml/2006/main">
              <a:ext uri="{FF2B5EF4-FFF2-40B4-BE49-F238E27FC236}">
                <a16:creationId xmlns:a16="http://schemas.microsoft.com/office/drawing/2014/main" id="{8C183C22-8CAC-4B26-AF40-488CBAE4CD7B}"/>
              </a:ext>
            </a:extLst>
          </p:cNvPr>
          <p:cNvSpPr>
            <a:spLocks xmlns:a="http://schemas.openxmlformats.org/drawingml/2006/main" noGrp="1"/>
          </p:cNvSpPr>
          <p:nvPr/>
        </p:nvSpPr>
        <p:spPr>
          <a:xfrm xmlns:a="http://schemas.openxmlformats.org/drawingml/2006/main">
            <a:off x="27241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0" name="">
            <a:extLst xmlns:a="http://schemas.openxmlformats.org/drawingml/2006/main">
              <a:ext uri="{FF2B5EF4-FFF2-40B4-BE49-F238E27FC236}">
                <a16:creationId xmlns:a16="http://schemas.microsoft.com/office/drawing/2014/main" id="{8B8CE7DD-C93C-48C7-90D8-6FA8F08DA688}"/>
              </a:ext>
            </a:extLst>
          </p:cNvPr>
          <p:cNvSpPr>
            <a:spLocks xmlns:a="http://schemas.openxmlformats.org/drawingml/2006/main" noGrp="1"/>
          </p:cNvSpPr>
          <p:nvPr/>
        </p:nvSpPr>
        <p:spPr>
          <a:xfrm xmlns:a="http://schemas.openxmlformats.org/drawingml/2006/main">
            <a:off x="33147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1" name="">
            <a:extLst xmlns:a="http://schemas.openxmlformats.org/drawingml/2006/main">
              <a:ext uri="{FF2B5EF4-FFF2-40B4-BE49-F238E27FC236}">
                <a16:creationId xmlns:a16="http://schemas.microsoft.com/office/drawing/2014/main" id="{94135213-55DD-4391-B97E-6C5F5729EBF3}"/>
              </a:ext>
            </a:extLst>
          </p:cNvPr>
          <p:cNvSpPr>
            <a:spLocks xmlns:a="http://schemas.openxmlformats.org/drawingml/2006/main" noGrp="1"/>
          </p:cNvSpPr>
          <p:nvPr/>
        </p:nvSpPr>
        <p:spPr>
          <a:xfrm xmlns:a="http://schemas.openxmlformats.org/drawingml/2006/main">
            <a:off x="39052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2" name="">
            <a:extLst xmlns:a="http://schemas.openxmlformats.org/drawingml/2006/main">
              <a:ext uri="{FF2B5EF4-FFF2-40B4-BE49-F238E27FC236}">
                <a16:creationId xmlns:a16="http://schemas.microsoft.com/office/drawing/2014/main" id="{CF521E2C-0DB7-43F1-A87D-F85B10904B4F}"/>
              </a:ext>
            </a:extLst>
          </p:cNvPr>
          <p:cNvSpPr>
            <a:spLocks xmlns:a="http://schemas.openxmlformats.org/drawingml/2006/main" noGrp="1"/>
          </p:cNvSpPr>
          <p:nvPr/>
        </p:nvSpPr>
        <p:spPr>
          <a:xfrm xmlns:a="http://schemas.openxmlformats.org/drawingml/2006/main">
            <a:off x="44958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3" name="">
            <a:extLst xmlns:a="http://schemas.openxmlformats.org/drawingml/2006/main">
              <a:ext uri="{FF2B5EF4-FFF2-40B4-BE49-F238E27FC236}">
                <a16:creationId xmlns:a16="http://schemas.microsoft.com/office/drawing/2014/main" id="{5B5C5F4D-1338-4EEC-B8DA-66938D9FD58E}"/>
              </a:ext>
            </a:extLst>
          </p:cNvPr>
          <p:cNvSpPr>
            <a:spLocks xmlns:a="http://schemas.openxmlformats.org/drawingml/2006/main" noGrp="1"/>
          </p:cNvSpPr>
          <p:nvPr/>
        </p:nvSpPr>
        <p:spPr>
          <a:xfrm xmlns:a="http://schemas.openxmlformats.org/drawingml/2006/main">
            <a:off x="50863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4" name="">
            <a:extLst xmlns:a="http://schemas.openxmlformats.org/drawingml/2006/main">
              <a:ext uri="{FF2B5EF4-FFF2-40B4-BE49-F238E27FC236}">
                <a16:creationId xmlns:a16="http://schemas.microsoft.com/office/drawing/2014/main" id="{CD4D98AB-CF78-40ED-8940-506BBBFC16C8}"/>
              </a:ext>
            </a:extLst>
          </p:cNvPr>
          <p:cNvSpPr>
            <a:spLocks xmlns:a="http://schemas.openxmlformats.org/drawingml/2006/main" noGrp="1"/>
          </p:cNvSpPr>
          <p:nvPr/>
        </p:nvSpPr>
        <p:spPr>
          <a:xfrm xmlns:a="http://schemas.openxmlformats.org/drawingml/2006/main">
            <a:off x="56769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5" name="">
            <a:extLst xmlns:a="http://schemas.openxmlformats.org/drawingml/2006/main">
              <a:ext uri="{FF2B5EF4-FFF2-40B4-BE49-F238E27FC236}">
                <a16:creationId xmlns:a16="http://schemas.microsoft.com/office/drawing/2014/main" id="{06DAE908-2195-4C45-BD98-A7F12519FC53}"/>
              </a:ext>
            </a:extLst>
          </p:cNvPr>
          <p:cNvSpPr>
            <a:spLocks xmlns:a="http://schemas.openxmlformats.org/drawingml/2006/main" noGrp="1"/>
          </p:cNvSpPr>
          <p:nvPr/>
        </p:nvSpPr>
        <p:spPr>
          <a:xfrm xmlns:a="http://schemas.openxmlformats.org/drawingml/2006/main">
            <a:off x="62674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6" name="">
            <a:extLst xmlns:a="http://schemas.openxmlformats.org/drawingml/2006/main">
              <a:ext uri="{FF2B5EF4-FFF2-40B4-BE49-F238E27FC236}">
                <a16:creationId xmlns:a16="http://schemas.microsoft.com/office/drawing/2014/main" id="{3B00A832-01DB-4649-8B58-C1FC6B947EE4}"/>
              </a:ext>
            </a:extLst>
          </p:cNvPr>
          <p:cNvSpPr>
            <a:spLocks xmlns:a="http://schemas.openxmlformats.org/drawingml/2006/main" noGrp="1"/>
          </p:cNvSpPr>
          <p:nvPr/>
        </p:nvSpPr>
        <p:spPr>
          <a:xfrm xmlns:a="http://schemas.openxmlformats.org/drawingml/2006/main">
            <a:off x="9525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7" name="">
            <a:extLst xmlns:a="http://schemas.openxmlformats.org/drawingml/2006/main">
              <a:ext uri="{FF2B5EF4-FFF2-40B4-BE49-F238E27FC236}">
                <a16:creationId xmlns:a16="http://schemas.microsoft.com/office/drawing/2014/main" id="{6416D03A-F133-4539-89C0-5FEB2645C4FC}"/>
              </a:ext>
            </a:extLst>
          </p:cNvPr>
          <p:cNvSpPr>
            <a:spLocks xmlns:a="http://schemas.openxmlformats.org/drawingml/2006/main" noGrp="1"/>
          </p:cNvSpPr>
          <p:nvPr/>
        </p:nvSpPr>
        <p:spPr>
          <a:xfrm xmlns:a="http://schemas.openxmlformats.org/drawingml/2006/main">
            <a:off x="15430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8" name="">
            <a:extLst xmlns:a="http://schemas.openxmlformats.org/drawingml/2006/main">
              <a:ext uri="{FF2B5EF4-FFF2-40B4-BE49-F238E27FC236}">
                <a16:creationId xmlns:a16="http://schemas.microsoft.com/office/drawing/2014/main" id="{87F6B647-F054-40C6-BB34-1C82242686BF}"/>
              </a:ext>
            </a:extLst>
          </p:cNvPr>
          <p:cNvSpPr>
            <a:spLocks xmlns:a="http://schemas.openxmlformats.org/drawingml/2006/main" noGrp="1"/>
          </p:cNvSpPr>
          <p:nvPr/>
        </p:nvSpPr>
        <p:spPr>
          <a:xfrm xmlns:a="http://schemas.openxmlformats.org/drawingml/2006/main">
            <a:off x="21336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9" name="">
            <a:extLst xmlns:a="http://schemas.openxmlformats.org/drawingml/2006/main">
              <a:ext uri="{FF2B5EF4-FFF2-40B4-BE49-F238E27FC236}">
                <a16:creationId xmlns:a16="http://schemas.microsoft.com/office/drawing/2014/main" id="{8FF90B95-5F76-474B-8B6C-C4777A107039}"/>
              </a:ext>
            </a:extLst>
          </p:cNvPr>
          <p:cNvSpPr>
            <a:spLocks xmlns:a="http://schemas.openxmlformats.org/drawingml/2006/main" noGrp="1"/>
          </p:cNvSpPr>
          <p:nvPr/>
        </p:nvSpPr>
        <p:spPr>
          <a:xfrm xmlns:a="http://schemas.openxmlformats.org/drawingml/2006/main">
            <a:off x="27241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0" name="">
            <a:extLst xmlns:a="http://schemas.openxmlformats.org/drawingml/2006/main">
              <a:ext uri="{FF2B5EF4-FFF2-40B4-BE49-F238E27FC236}">
                <a16:creationId xmlns:a16="http://schemas.microsoft.com/office/drawing/2014/main" id="{08C9BE83-A4D8-4708-B6B8-7E0A2E5B16F3}"/>
              </a:ext>
            </a:extLst>
          </p:cNvPr>
          <p:cNvSpPr>
            <a:spLocks xmlns:a="http://schemas.openxmlformats.org/drawingml/2006/main" noGrp="1"/>
          </p:cNvSpPr>
          <p:nvPr/>
        </p:nvSpPr>
        <p:spPr>
          <a:xfrm xmlns:a="http://schemas.openxmlformats.org/drawingml/2006/main">
            <a:off x="33147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1" name="">
            <a:extLst xmlns:a="http://schemas.openxmlformats.org/drawingml/2006/main">
              <a:ext uri="{FF2B5EF4-FFF2-40B4-BE49-F238E27FC236}">
                <a16:creationId xmlns:a16="http://schemas.microsoft.com/office/drawing/2014/main" id="{F3632C2A-C2C4-4FE7-B052-E6871262DECA}"/>
              </a:ext>
            </a:extLst>
          </p:cNvPr>
          <p:cNvSpPr>
            <a:spLocks xmlns:a="http://schemas.openxmlformats.org/drawingml/2006/main" noGrp="1"/>
          </p:cNvSpPr>
          <p:nvPr/>
        </p:nvSpPr>
        <p:spPr>
          <a:xfrm xmlns:a="http://schemas.openxmlformats.org/drawingml/2006/main">
            <a:off x="39052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2" name="">
            <a:extLst xmlns:a="http://schemas.openxmlformats.org/drawingml/2006/main">
              <a:ext uri="{FF2B5EF4-FFF2-40B4-BE49-F238E27FC236}">
                <a16:creationId xmlns:a16="http://schemas.microsoft.com/office/drawing/2014/main" id="{E94C465F-B8A1-40B9-84EF-8284BB2132F7}"/>
              </a:ext>
            </a:extLst>
          </p:cNvPr>
          <p:cNvSpPr>
            <a:spLocks xmlns:a="http://schemas.openxmlformats.org/drawingml/2006/main" noGrp="1"/>
          </p:cNvSpPr>
          <p:nvPr/>
        </p:nvSpPr>
        <p:spPr>
          <a:xfrm xmlns:a="http://schemas.openxmlformats.org/drawingml/2006/main">
            <a:off x="44958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3" name="">
            <a:extLst xmlns:a="http://schemas.openxmlformats.org/drawingml/2006/main">
              <a:ext uri="{FF2B5EF4-FFF2-40B4-BE49-F238E27FC236}">
                <a16:creationId xmlns:a16="http://schemas.microsoft.com/office/drawing/2014/main" id="{A07F23A6-4137-4347-9299-060803966753}"/>
              </a:ext>
            </a:extLst>
          </p:cNvPr>
          <p:cNvSpPr>
            <a:spLocks xmlns:a="http://schemas.openxmlformats.org/drawingml/2006/main" noGrp="1"/>
          </p:cNvSpPr>
          <p:nvPr/>
        </p:nvSpPr>
        <p:spPr>
          <a:xfrm xmlns:a="http://schemas.openxmlformats.org/drawingml/2006/main">
            <a:off x="50863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4" name="">
            <a:extLst xmlns:a="http://schemas.openxmlformats.org/drawingml/2006/main">
              <a:ext uri="{FF2B5EF4-FFF2-40B4-BE49-F238E27FC236}">
                <a16:creationId xmlns:a16="http://schemas.microsoft.com/office/drawing/2014/main" id="{53FF2217-65E6-4184-85E1-96543250571F}"/>
              </a:ext>
            </a:extLst>
          </p:cNvPr>
          <p:cNvSpPr>
            <a:spLocks xmlns:a="http://schemas.openxmlformats.org/drawingml/2006/main" noGrp="1"/>
          </p:cNvSpPr>
          <p:nvPr/>
        </p:nvSpPr>
        <p:spPr>
          <a:xfrm xmlns:a="http://schemas.openxmlformats.org/drawingml/2006/main">
            <a:off x="56769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5" name="">
            <a:extLst xmlns:a="http://schemas.openxmlformats.org/drawingml/2006/main">
              <a:ext uri="{FF2B5EF4-FFF2-40B4-BE49-F238E27FC236}">
                <a16:creationId xmlns:a16="http://schemas.microsoft.com/office/drawing/2014/main" id="{86D23581-9137-475B-9BF9-C9532228CDEA}"/>
              </a:ext>
            </a:extLst>
          </p:cNvPr>
          <p:cNvSpPr>
            <a:spLocks xmlns:a="http://schemas.openxmlformats.org/drawingml/2006/main" noGrp="1"/>
          </p:cNvSpPr>
          <p:nvPr/>
        </p:nvSpPr>
        <p:spPr>
          <a:xfrm xmlns:a="http://schemas.openxmlformats.org/drawingml/2006/main">
            <a:off x="62674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6" name="">
            <a:extLst xmlns:a="http://schemas.openxmlformats.org/drawingml/2006/main">
              <a:ext uri="{FF2B5EF4-FFF2-40B4-BE49-F238E27FC236}">
                <a16:creationId xmlns:a16="http://schemas.microsoft.com/office/drawing/2014/main" id="{0ECD1DE3-88DD-4446-AE94-38BCFF2B15E6}"/>
              </a:ext>
            </a:extLst>
          </p:cNvPr>
          <p:cNvSpPr>
            <a:spLocks xmlns:a="http://schemas.openxmlformats.org/drawingml/2006/main" noGrp="1"/>
          </p:cNvSpPr>
          <p:nvPr/>
        </p:nvSpPr>
        <p:spPr>
          <a:xfrm xmlns:a="http://schemas.openxmlformats.org/drawingml/2006/main">
            <a:off x="9525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7" name="">
            <a:extLst xmlns:a="http://schemas.openxmlformats.org/drawingml/2006/main">
              <a:ext uri="{FF2B5EF4-FFF2-40B4-BE49-F238E27FC236}">
                <a16:creationId xmlns:a16="http://schemas.microsoft.com/office/drawing/2014/main" id="{5C4DB039-910A-445E-9BBF-3203861FCA85}"/>
              </a:ext>
            </a:extLst>
          </p:cNvPr>
          <p:cNvSpPr>
            <a:spLocks xmlns:a="http://schemas.openxmlformats.org/drawingml/2006/main" noGrp="1"/>
          </p:cNvSpPr>
          <p:nvPr/>
        </p:nvSpPr>
        <p:spPr>
          <a:xfrm xmlns:a="http://schemas.openxmlformats.org/drawingml/2006/main">
            <a:off x="15430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8" name="">
            <a:extLst xmlns:a="http://schemas.openxmlformats.org/drawingml/2006/main">
              <a:ext uri="{FF2B5EF4-FFF2-40B4-BE49-F238E27FC236}">
                <a16:creationId xmlns:a16="http://schemas.microsoft.com/office/drawing/2014/main" id="{5A5A7324-E9C4-4796-953F-BF820C5F3C42}"/>
              </a:ext>
            </a:extLst>
          </p:cNvPr>
          <p:cNvSpPr>
            <a:spLocks xmlns:a="http://schemas.openxmlformats.org/drawingml/2006/main" noGrp="1"/>
          </p:cNvSpPr>
          <p:nvPr/>
        </p:nvSpPr>
        <p:spPr>
          <a:xfrm xmlns:a="http://schemas.openxmlformats.org/drawingml/2006/main">
            <a:off x="21336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9" name="">
            <a:extLst xmlns:a="http://schemas.openxmlformats.org/drawingml/2006/main">
              <a:ext uri="{FF2B5EF4-FFF2-40B4-BE49-F238E27FC236}">
                <a16:creationId xmlns:a16="http://schemas.microsoft.com/office/drawing/2014/main" id="{E591DB64-D810-494D-8A9B-E49716719718}"/>
              </a:ext>
            </a:extLst>
          </p:cNvPr>
          <p:cNvSpPr>
            <a:spLocks xmlns:a="http://schemas.openxmlformats.org/drawingml/2006/main" noGrp="1"/>
          </p:cNvSpPr>
          <p:nvPr/>
        </p:nvSpPr>
        <p:spPr>
          <a:xfrm xmlns:a="http://schemas.openxmlformats.org/drawingml/2006/main">
            <a:off x="27241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0" name="">
            <a:extLst xmlns:a="http://schemas.openxmlformats.org/drawingml/2006/main">
              <a:ext uri="{FF2B5EF4-FFF2-40B4-BE49-F238E27FC236}">
                <a16:creationId xmlns:a16="http://schemas.microsoft.com/office/drawing/2014/main" id="{EDE2C80A-BCB2-4326-9FAC-BB2B992E57E5}"/>
              </a:ext>
            </a:extLst>
          </p:cNvPr>
          <p:cNvSpPr>
            <a:spLocks xmlns:a="http://schemas.openxmlformats.org/drawingml/2006/main" noGrp="1"/>
          </p:cNvSpPr>
          <p:nvPr/>
        </p:nvSpPr>
        <p:spPr>
          <a:xfrm xmlns:a="http://schemas.openxmlformats.org/drawingml/2006/main">
            <a:off x="33147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1" name="">
            <a:extLst xmlns:a="http://schemas.openxmlformats.org/drawingml/2006/main">
              <a:ext uri="{FF2B5EF4-FFF2-40B4-BE49-F238E27FC236}">
                <a16:creationId xmlns:a16="http://schemas.microsoft.com/office/drawing/2014/main" id="{473129BC-D81C-4D89-9524-572F52DAE12F}"/>
              </a:ext>
            </a:extLst>
          </p:cNvPr>
          <p:cNvSpPr>
            <a:spLocks xmlns:a="http://schemas.openxmlformats.org/drawingml/2006/main" noGrp="1"/>
          </p:cNvSpPr>
          <p:nvPr/>
        </p:nvSpPr>
        <p:spPr>
          <a:xfrm xmlns:a="http://schemas.openxmlformats.org/drawingml/2006/main">
            <a:off x="39052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2" name="">
            <a:extLst xmlns:a="http://schemas.openxmlformats.org/drawingml/2006/main">
              <a:ext uri="{FF2B5EF4-FFF2-40B4-BE49-F238E27FC236}">
                <a16:creationId xmlns:a16="http://schemas.microsoft.com/office/drawing/2014/main" id="{8758FE0B-A9B7-40CD-A79A-BE689DE6EE52}"/>
              </a:ext>
            </a:extLst>
          </p:cNvPr>
          <p:cNvSpPr>
            <a:spLocks xmlns:a="http://schemas.openxmlformats.org/drawingml/2006/main" noGrp="1"/>
          </p:cNvSpPr>
          <p:nvPr/>
        </p:nvSpPr>
        <p:spPr>
          <a:xfrm xmlns:a="http://schemas.openxmlformats.org/drawingml/2006/main">
            <a:off x="44958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3" name="">
            <a:extLst xmlns:a="http://schemas.openxmlformats.org/drawingml/2006/main">
              <a:ext uri="{FF2B5EF4-FFF2-40B4-BE49-F238E27FC236}">
                <a16:creationId xmlns:a16="http://schemas.microsoft.com/office/drawing/2014/main" id="{CB7EC37D-443D-46F8-A3ED-A90EBC3F45F9}"/>
              </a:ext>
            </a:extLst>
          </p:cNvPr>
          <p:cNvSpPr>
            <a:spLocks xmlns:a="http://schemas.openxmlformats.org/drawingml/2006/main" noGrp="1"/>
          </p:cNvSpPr>
          <p:nvPr/>
        </p:nvSpPr>
        <p:spPr>
          <a:xfrm xmlns:a="http://schemas.openxmlformats.org/drawingml/2006/main">
            <a:off x="50863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4" name="">
            <a:extLst xmlns:a="http://schemas.openxmlformats.org/drawingml/2006/main">
              <a:ext uri="{FF2B5EF4-FFF2-40B4-BE49-F238E27FC236}">
                <a16:creationId xmlns:a16="http://schemas.microsoft.com/office/drawing/2014/main" id="{33AD3D63-5CEC-41A2-BCD6-1C2B7B25A375}"/>
              </a:ext>
            </a:extLst>
          </p:cNvPr>
          <p:cNvSpPr>
            <a:spLocks xmlns:a="http://schemas.openxmlformats.org/drawingml/2006/main" noGrp="1"/>
          </p:cNvSpPr>
          <p:nvPr/>
        </p:nvSpPr>
        <p:spPr>
          <a:xfrm xmlns:a="http://schemas.openxmlformats.org/drawingml/2006/main">
            <a:off x="56769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5" name="">
            <a:extLst xmlns:a="http://schemas.openxmlformats.org/drawingml/2006/main">
              <a:ext uri="{FF2B5EF4-FFF2-40B4-BE49-F238E27FC236}">
                <a16:creationId xmlns:a16="http://schemas.microsoft.com/office/drawing/2014/main" id="{ECFF5C6D-1143-4817-9D30-24421EC36837}"/>
              </a:ext>
            </a:extLst>
          </p:cNvPr>
          <p:cNvSpPr>
            <a:spLocks xmlns:a="http://schemas.openxmlformats.org/drawingml/2006/main" noGrp="1"/>
          </p:cNvSpPr>
          <p:nvPr/>
        </p:nvSpPr>
        <p:spPr>
          <a:xfrm xmlns:a="http://schemas.openxmlformats.org/drawingml/2006/main">
            <a:off x="62674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6" name="">
            <a:extLst xmlns:a="http://schemas.openxmlformats.org/drawingml/2006/main">
              <a:ext uri="{FF2B5EF4-FFF2-40B4-BE49-F238E27FC236}">
                <a16:creationId xmlns:a16="http://schemas.microsoft.com/office/drawing/2014/main" id="{F4B58481-A757-42CE-9EB3-71A449384FF1}"/>
              </a:ext>
            </a:extLst>
          </p:cNvPr>
          <p:cNvSpPr>
            <a:spLocks xmlns:a="http://schemas.openxmlformats.org/drawingml/2006/main" noGrp="1"/>
          </p:cNvSpPr>
          <p:nvPr/>
        </p:nvSpPr>
        <p:spPr>
          <a:xfrm xmlns:a="http://schemas.openxmlformats.org/drawingml/2006/main">
            <a:off x="9525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7" name="">
            <a:extLst xmlns:a="http://schemas.openxmlformats.org/drawingml/2006/main">
              <a:ext uri="{FF2B5EF4-FFF2-40B4-BE49-F238E27FC236}">
                <a16:creationId xmlns:a16="http://schemas.microsoft.com/office/drawing/2014/main" id="{EBA907C7-FF45-4281-B1E7-AD33D74B623B}"/>
              </a:ext>
            </a:extLst>
          </p:cNvPr>
          <p:cNvSpPr>
            <a:spLocks xmlns:a="http://schemas.openxmlformats.org/drawingml/2006/main" noGrp="1"/>
          </p:cNvSpPr>
          <p:nvPr/>
        </p:nvSpPr>
        <p:spPr>
          <a:xfrm xmlns:a="http://schemas.openxmlformats.org/drawingml/2006/main">
            <a:off x="15430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8" name="">
            <a:extLst xmlns:a="http://schemas.openxmlformats.org/drawingml/2006/main">
              <a:ext uri="{FF2B5EF4-FFF2-40B4-BE49-F238E27FC236}">
                <a16:creationId xmlns:a16="http://schemas.microsoft.com/office/drawing/2014/main" id="{EE8B883C-BABF-4F51-A1DF-14134EEF127B}"/>
              </a:ext>
            </a:extLst>
          </p:cNvPr>
          <p:cNvSpPr>
            <a:spLocks xmlns:a="http://schemas.openxmlformats.org/drawingml/2006/main" noGrp="1"/>
          </p:cNvSpPr>
          <p:nvPr/>
        </p:nvSpPr>
        <p:spPr>
          <a:xfrm xmlns:a="http://schemas.openxmlformats.org/drawingml/2006/main">
            <a:off x="21336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9" name="">
            <a:extLst xmlns:a="http://schemas.openxmlformats.org/drawingml/2006/main">
              <a:ext uri="{FF2B5EF4-FFF2-40B4-BE49-F238E27FC236}">
                <a16:creationId xmlns:a16="http://schemas.microsoft.com/office/drawing/2014/main" id="{D46D2512-4DD7-4DB0-A6C5-6BD6CA1F3D9D}"/>
              </a:ext>
            </a:extLst>
          </p:cNvPr>
          <p:cNvSpPr>
            <a:spLocks xmlns:a="http://schemas.openxmlformats.org/drawingml/2006/main" noGrp="1"/>
          </p:cNvSpPr>
          <p:nvPr/>
        </p:nvSpPr>
        <p:spPr>
          <a:xfrm xmlns:a="http://schemas.openxmlformats.org/drawingml/2006/main">
            <a:off x="27241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0" name="">
            <a:extLst xmlns:a="http://schemas.openxmlformats.org/drawingml/2006/main">
              <a:ext uri="{FF2B5EF4-FFF2-40B4-BE49-F238E27FC236}">
                <a16:creationId xmlns:a16="http://schemas.microsoft.com/office/drawing/2014/main" id="{1AAC8B81-D362-47D6-8F93-C983CBB16C5F}"/>
              </a:ext>
            </a:extLst>
          </p:cNvPr>
          <p:cNvSpPr>
            <a:spLocks xmlns:a="http://schemas.openxmlformats.org/drawingml/2006/main" noGrp="1"/>
          </p:cNvSpPr>
          <p:nvPr/>
        </p:nvSpPr>
        <p:spPr>
          <a:xfrm xmlns:a="http://schemas.openxmlformats.org/drawingml/2006/main">
            <a:off x="33147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51" name="">
            <a:extLst xmlns:a="http://schemas.openxmlformats.org/drawingml/2006/main">
              <a:ext uri="{FF2B5EF4-FFF2-40B4-BE49-F238E27FC236}">
                <a16:creationId xmlns:a16="http://schemas.microsoft.com/office/drawing/2014/main" id="{182F1CC8-7D46-4F3E-9738-40684E937262}"/>
              </a:ext>
            </a:extLst>
          </p:cNvPr>
          <p:cNvSpPr>
            <a:spLocks xmlns:a="http://schemas.openxmlformats.org/drawingml/2006/main" noGrp="1"/>
          </p:cNvSpPr>
          <p:nvPr/>
        </p:nvSpPr>
        <p:spPr>
          <a:xfrm xmlns:a="http://schemas.openxmlformats.org/drawingml/2006/main">
            <a:off x="39052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2" name="">
            <a:extLst xmlns:a="http://schemas.openxmlformats.org/drawingml/2006/main">
              <a:ext uri="{FF2B5EF4-FFF2-40B4-BE49-F238E27FC236}">
                <a16:creationId xmlns:a16="http://schemas.microsoft.com/office/drawing/2014/main" id="{7789591E-736F-4C10-9C4E-C62956FC798D}"/>
              </a:ext>
            </a:extLst>
          </p:cNvPr>
          <p:cNvSpPr>
            <a:spLocks xmlns:a="http://schemas.openxmlformats.org/drawingml/2006/main" noGrp="1"/>
          </p:cNvSpPr>
          <p:nvPr/>
        </p:nvSpPr>
        <p:spPr>
          <a:xfrm xmlns:a="http://schemas.openxmlformats.org/drawingml/2006/main">
            <a:off x="44958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53" name="">
            <a:extLst xmlns:a="http://schemas.openxmlformats.org/drawingml/2006/main">
              <a:ext uri="{FF2B5EF4-FFF2-40B4-BE49-F238E27FC236}">
                <a16:creationId xmlns:a16="http://schemas.microsoft.com/office/drawing/2014/main" id="{7009108B-B205-47CD-8B56-E7C35DDC0B33}"/>
              </a:ext>
            </a:extLst>
          </p:cNvPr>
          <p:cNvSpPr>
            <a:spLocks xmlns:a="http://schemas.openxmlformats.org/drawingml/2006/main" noGrp="1"/>
          </p:cNvSpPr>
          <p:nvPr/>
        </p:nvSpPr>
        <p:spPr>
          <a:xfrm xmlns:a="http://schemas.openxmlformats.org/drawingml/2006/main">
            <a:off x="50863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4" name="">
            <a:extLst xmlns:a="http://schemas.openxmlformats.org/drawingml/2006/main">
              <a:ext uri="{FF2B5EF4-FFF2-40B4-BE49-F238E27FC236}">
                <a16:creationId xmlns:a16="http://schemas.microsoft.com/office/drawing/2014/main" id="{350404A2-5FC2-43D2-87B7-C5362F155911}"/>
              </a:ext>
            </a:extLst>
          </p:cNvPr>
          <p:cNvSpPr>
            <a:spLocks xmlns:a="http://schemas.openxmlformats.org/drawingml/2006/main" noGrp="1"/>
          </p:cNvSpPr>
          <p:nvPr/>
        </p:nvSpPr>
        <p:spPr>
          <a:xfrm xmlns:a="http://schemas.openxmlformats.org/drawingml/2006/main">
            <a:off x="56769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55" name="">
            <a:extLst xmlns:a="http://schemas.openxmlformats.org/drawingml/2006/main">
              <a:ext uri="{FF2B5EF4-FFF2-40B4-BE49-F238E27FC236}">
                <a16:creationId xmlns:a16="http://schemas.microsoft.com/office/drawing/2014/main" id="{A291F524-DB93-4398-AB71-1772BCBB2DB5}"/>
              </a:ext>
            </a:extLst>
          </p:cNvPr>
          <p:cNvSpPr>
            <a:spLocks xmlns:a="http://schemas.openxmlformats.org/drawingml/2006/main" noGrp="1"/>
          </p:cNvSpPr>
          <p:nvPr/>
        </p:nvSpPr>
        <p:spPr>
          <a:xfrm xmlns:a="http://schemas.openxmlformats.org/drawingml/2006/main">
            <a:off x="62674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6" name="">
            <a:extLst xmlns:a="http://schemas.openxmlformats.org/drawingml/2006/main">
              <a:ext uri="{FF2B5EF4-FFF2-40B4-BE49-F238E27FC236}">
                <a16:creationId xmlns:a16="http://schemas.microsoft.com/office/drawing/2014/main" id="{C7B01EED-AA60-4B2E-94E9-F93B66F5EB9D}"/>
              </a:ext>
            </a:extLst>
          </p:cNvPr>
          <p:cNvSpPr>
            <a:spLocks xmlns:a="http://schemas.openxmlformats.org/drawingml/2006/main" noGrp="1"/>
          </p:cNvSpPr>
          <p:nvPr/>
        </p:nvSpPr>
        <p:spPr>
          <a:xfrm xmlns:a="http://schemas.openxmlformats.org/drawingml/2006/main">
            <a:off x="476250" y="2571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μ = +1</a:t>
            </a:r>
          </a:p>
        </p:txBody>
      </p:sp>
      <p:sp>
        <p:nvSpPr>
          <p:cNvPr id="57" name="">
            <a:extLst xmlns:a="http://schemas.openxmlformats.org/drawingml/2006/main">
              <a:ext uri="{FF2B5EF4-FFF2-40B4-BE49-F238E27FC236}">
                <a16:creationId xmlns:a16="http://schemas.microsoft.com/office/drawing/2014/main" id="{33D2C3AB-887D-4496-A531-932B7ECF1F5D}"/>
              </a:ext>
            </a:extLst>
          </p:cNvPr>
          <p:cNvSpPr>
            <a:spLocks xmlns:a="http://schemas.openxmlformats.org/drawingml/2006/main" noGrp="1"/>
          </p:cNvSpPr>
          <p:nvPr/>
        </p:nvSpPr>
        <p:spPr>
          <a:xfrm xmlns:a="http://schemas.openxmlformats.org/drawingml/2006/main">
            <a:off x="476250" y="46958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μ = −1</a:t>
            </a:r>
          </a:p>
        </p:txBody>
      </p:sp>
      <p:sp>
        <p:nvSpPr>
          <p:cNvPr id="58" name="">
            <a:extLst xmlns:a="http://schemas.openxmlformats.org/drawingml/2006/main">
              <a:ext uri="{FF2B5EF4-FFF2-40B4-BE49-F238E27FC236}">
                <a16:creationId xmlns:a16="http://schemas.microsoft.com/office/drawing/2014/main" id="{390193B5-3988-491E-9AB2-905C1A1020BC}"/>
              </a:ext>
            </a:extLst>
          </p:cNvPr>
          <p:cNvSpPr>
            <a:spLocks xmlns:a="http://schemas.openxmlformats.org/drawingml/2006/main" noGrp="1"/>
          </p:cNvSpPr>
          <p:nvPr/>
        </p:nvSpPr>
        <p:spPr>
          <a:xfrm xmlns:a="http://schemas.openxmlformats.org/drawingml/2006/main">
            <a:off x="857250" y="4953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低 ε</a:t>
            </a:r>
          </a:p>
        </p:txBody>
      </p:sp>
      <p:sp>
        <p:nvSpPr>
          <p:cNvPr id="59" name="">
            <a:extLst xmlns:a="http://schemas.openxmlformats.org/drawingml/2006/main">
              <a:ext uri="{FF2B5EF4-FFF2-40B4-BE49-F238E27FC236}">
                <a16:creationId xmlns:a16="http://schemas.microsoft.com/office/drawing/2014/main" id="{F9523E58-600D-45BE-B085-45D775E45B3F}"/>
              </a:ext>
            </a:extLst>
          </p:cNvPr>
          <p:cNvSpPr>
            <a:spLocks xmlns:a="http://schemas.openxmlformats.org/drawingml/2006/main" noGrp="1"/>
          </p:cNvSpPr>
          <p:nvPr/>
        </p:nvSpPr>
        <p:spPr>
          <a:xfrm xmlns:a="http://schemas.openxmlformats.org/drawingml/2006/main">
            <a:off x="6286500" y="4953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高 ε</a:t>
            </a:r>
          </a:p>
        </p:txBody>
      </p:sp>
      <p:sp>
        <p:nvSpPr>
          <p:cNvPr id="60" name="">
            <a:extLst xmlns:a="http://schemas.openxmlformats.org/drawingml/2006/main">
              <a:ext uri="{FF2B5EF4-FFF2-40B4-BE49-F238E27FC236}">
                <a16:creationId xmlns:a16="http://schemas.microsoft.com/office/drawing/2014/main" id="{CDDF8F2A-15FE-4D21-88AC-CD398BDF4398}"/>
              </a:ext>
            </a:extLst>
          </p:cNvPr>
          <p:cNvSpPr>
            <a:spLocks xmlns:a="http://schemas.openxmlformats.org/drawingml/2006/main" noGrp="1"/>
          </p:cNvSpPr>
          <p:nvPr/>
        </p:nvSpPr>
        <p:spPr>
          <a:xfrm xmlns:a="http://schemas.openxmlformats.org/drawingml/2006/main">
            <a:off x="1381125" y="3048000"/>
            <a:ext cx="1619250" cy="523875"/>
          </a:xfrm>
          <a:prstGeom xmlns:a="http://schemas.openxmlformats.org/drawingml/2006/main" prst="line">
            <a:avLst/>
          </a:prstGeom>
          <a:noFill xmlns:a="http://schemas.openxmlformats.org/drawingml/2006/main"/>
          <a:ln xmlns:a="http://schemas.openxmlformats.org/drawingml/2006/main" w="20955">
            <a:solidFill>
              <a:srgbClr val="6DBB20"/>
            </a:solidFill>
            <a:prstDash val="solid"/>
          </a:ln>
        </p:spPr>
      </p:sp>
      <p:sp>
        <p:nvSpPr>
          <p:cNvPr id="61" name="">
            <a:extLst xmlns:a="http://schemas.openxmlformats.org/drawingml/2006/main">
              <a:ext uri="{FF2B5EF4-FFF2-40B4-BE49-F238E27FC236}">
                <a16:creationId xmlns:a16="http://schemas.microsoft.com/office/drawing/2014/main" id="{FC6184D2-915B-4302-AF5D-3E7ACDCD0EC2}"/>
              </a:ext>
            </a:extLst>
          </p:cNvPr>
          <p:cNvSpPr>
            <a:spLocks xmlns:a="http://schemas.openxmlformats.org/drawingml/2006/main" noGrp="1"/>
          </p:cNvSpPr>
          <p:nvPr/>
        </p:nvSpPr>
        <p:spPr>
          <a:xfrm xmlns:a="http://schemas.openxmlformats.org/drawingml/2006/main">
            <a:off x="2943225" y="3514725"/>
            <a:ext cx="114300" cy="114300"/>
          </a:xfrm>
          <a:prstGeom xmlns:a="http://schemas.openxmlformats.org/drawingml/2006/main" prst="ellipse">
            <a:avLst/>
          </a:prstGeom>
          <a:solidFill xmlns:a="http://schemas.openxmlformats.org/drawingml/2006/main">
            <a:srgbClr val="6DBB20"/>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97F15FA9-B8E3-45D3-9B50-64EE8299FE62}"/>
              </a:ext>
            </a:extLst>
          </p:cNvPr>
          <p:cNvSpPr>
            <a:spLocks xmlns:a="http://schemas.openxmlformats.org/drawingml/2006/main" noGrp="1"/>
          </p:cNvSpPr>
          <p:nvPr/>
        </p:nvSpPr>
        <p:spPr>
          <a:xfrm xmlns:a="http://schemas.openxmlformats.org/drawingml/2006/main">
            <a:off x="2571750" y="3000375"/>
            <a:ext cx="1476375" cy="428625"/>
          </a:xfrm>
          <a:prstGeom xmlns:a="http://schemas.openxmlformats.org/drawingml/2006/main" prst="line">
            <a:avLst/>
          </a:prstGeom>
          <a:noFill xmlns:a="http://schemas.openxmlformats.org/drawingml/2006/main"/>
          <a:ln xmlns:a="http://schemas.openxmlformats.org/drawingml/2006/main" w="20955">
            <a:solidFill>
              <a:srgbClr val="D64045"/>
            </a:solidFill>
            <a:prstDash val="solid"/>
          </a:ln>
        </p:spPr>
      </p:sp>
      <p:sp>
        <p:nvSpPr>
          <p:cNvPr id="63" name="">
            <a:extLst xmlns:a="http://schemas.openxmlformats.org/drawingml/2006/main">
              <a:ext uri="{FF2B5EF4-FFF2-40B4-BE49-F238E27FC236}">
                <a16:creationId xmlns:a16="http://schemas.microsoft.com/office/drawing/2014/main" id="{6D6F6E38-604C-4C56-89CD-70F8ED7330E0}"/>
              </a:ext>
            </a:extLst>
          </p:cNvPr>
          <p:cNvSpPr>
            <a:spLocks xmlns:a="http://schemas.openxmlformats.org/drawingml/2006/main" noGrp="1"/>
          </p:cNvSpPr>
          <p:nvPr/>
        </p:nvSpPr>
        <p:spPr>
          <a:xfrm xmlns:a="http://schemas.openxmlformats.org/drawingml/2006/main">
            <a:off x="3990975" y="2943225"/>
            <a:ext cx="114300" cy="11430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626E1A49-4CAF-4D28-9E52-E1823F601ABD}"/>
              </a:ext>
            </a:extLst>
          </p:cNvPr>
          <p:cNvSpPr>
            <a:spLocks xmlns:a="http://schemas.openxmlformats.org/drawingml/2006/main" noGrp="1"/>
          </p:cNvSpPr>
          <p:nvPr/>
        </p:nvSpPr>
        <p:spPr>
          <a:xfrm xmlns:a="http://schemas.openxmlformats.org/drawingml/2006/main">
            <a:off x="4095750" y="3857625"/>
            <a:ext cx="1571625" cy="523875"/>
          </a:xfrm>
          <a:prstGeom xmlns:a="http://schemas.openxmlformats.org/drawingml/2006/main" prst="line">
            <a:avLst/>
          </a:prstGeom>
          <a:noFill xmlns:a="http://schemas.openxmlformats.org/drawingml/2006/main"/>
          <a:ln xmlns:a="http://schemas.openxmlformats.org/drawingml/2006/main" w="20955">
            <a:solidFill>
              <a:srgbClr val="6DBB20"/>
            </a:solidFill>
            <a:prstDash val="solid"/>
          </a:ln>
        </p:spPr>
      </p:sp>
      <p:sp>
        <p:nvSpPr>
          <p:cNvPr id="65" name="">
            <a:extLst xmlns:a="http://schemas.openxmlformats.org/drawingml/2006/main">
              <a:ext uri="{FF2B5EF4-FFF2-40B4-BE49-F238E27FC236}">
                <a16:creationId xmlns:a16="http://schemas.microsoft.com/office/drawing/2014/main" id="{9E62F8B8-90A1-49F9-9CAF-F7B17F8EE284}"/>
              </a:ext>
            </a:extLst>
          </p:cNvPr>
          <p:cNvSpPr>
            <a:spLocks xmlns:a="http://schemas.openxmlformats.org/drawingml/2006/main" noGrp="1"/>
          </p:cNvSpPr>
          <p:nvPr/>
        </p:nvSpPr>
        <p:spPr>
          <a:xfrm xmlns:a="http://schemas.openxmlformats.org/drawingml/2006/main">
            <a:off x="5610225" y="4324350"/>
            <a:ext cx="114300" cy="114300"/>
          </a:xfrm>
          <a:prstGeom xmlns:a="http://schemas.openxmlformats.org/drawingml/2006/main" prst="ellipse">
            <a:avLst/>
          </a:prstGeom>
          <a:solidFill xmlns:a="http://schemas.openxmlformats.org/drawingml/2006/main">
            <a:srgbClr val="6DBB20"/>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1BAF437-2F1E-420C-8EEE-AAC0BA7C9A65}"/>
              </a:ext>
            </a:extLst>
          </p:cNvPr>
          <p:cNvSpPr>
            <a:spLocks xmlns:a="http://schemas.openxmlformats.org/drawingml/2006/main" noGrp="1"/>
          </p:cNvSpPr>
          <p:nvPr/>
        </p:nvSpPr>
        <p:spPr>
          <a:xfrm xmlns:a="http://schemas.openxmlformats.org/drawingml/2006/main">
            <a:off x="5286375" y="3000375"/>
            <a:ext cx="1190625" cy="619125"/>
          </a:xfrm>
          <a:prstGeom xmlns:a="http://schemas.openxmlformats.org/drawingml/2006/main" prst="line">
            <a:avLst/>
          </a:prstGeom>
          <a:noFill xmlns:a="http://schemas.openxmlformats.org/drawingml/2006/main"/>
          <a:ln xmlns:a="http://schemas.openxmlformats.org/drawingml/2006/main" w="20955">
            <a:solidFill>
              <a:srgbClr val="D64045"/>
            </a:solidFill>
            <a:prstDash val="solid"/>
          </a:ln>
        </p:spPr>
      </p:sp>
      <p:sp>
        <p:nvSpPr>
          <p:cNvPr id="67" name="">
            <a:extLst xmlns:a="http://schemas.openxmlformats.org/drawingml/2006/main">
              <a:ext uri="{FF2B5EF4-FFF2-40B4-BE49-F238E27FC236}">
                <a16:creationId xmlns:a16="http://schemas.microsoft.com/office/drawing/2014/main" id="{3A8EB4AB-840C-4D6E-BB35-71B3C1E509D8}"/>
              </a:ext>
            </a:extLst>
          </p:cNvPr>
          <p:cNvSpPr>
            <a:spLocks xmlns:a="http://schemas.openxmlformats.org/drawingml/2006/main" noGrp="1"/>
          </p:cNvSpPr>
          <p:nvPr/>
        </p:nvSpPr>
        <p:spPr>
          <a:xfrm xmlns:a="http://schemas.openxmlformats.org/drawingml/2006/main">
            <a:off x="6419850" y="3562350"/>
            <a:ext cx="114300" cy="11430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0C2AA545-164A-4084-BDD3-88B0B1EEF193}"/>
              </a:ext>
            </a:extLst>
          </p:cNvPr>
          <p:cNvSpPr>
            <a:spLocks xmlns:a="http://schemas.openxmlformats.org/drawingml/2006/main" noGrp="1"/>
          </p:cNvSpPr>
          <p:nvPr/>
        </p:nvSpPr>
        <p:spPr>
          <a:xfrm xmlns:a="http://schemas.openxmlformats.org/drawingml/2006/main">
            <a:off x="1000125" y="528637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241646"/>
                </a:solidFill>
                <a:latin typeface="Noto Sans JP"/>
                <a:ea typeface="Noto Sans JP"/>
                <a:cs typeface="Noto Sans JP"/>
              </a:defRPr>
            </a:pPr>
            <a:r>
              <a:rPr sz="1200" b="1" i="0">
                <a:solidFill>
                  <a:srgbClr val="241646"/>
                </a:solidFill>
                <a:latin typeface="Noto Sans JP"/>
                <a:ea typeface="Noto Sans JP"/>
                <a:cs typeface="Noto Sans JP"/>
              </a:rPr>
              <a:t>セル質量を電場加速・角度散乱・非弾性衝突で別セルへ移す</a:t>
            </a:r>
          </a:p>
        </p:txBody>
      </p:sp>
      <p:sp>
        <p:nvSpPr>
          <p:cNvPr id="69" name="">
            <a:extLst xmlns:a="http://schemas.openxmlformats.org/drawingml/2006/main">
              <a:ext uri="{FF2B5EF4-FFF2-40B4-BE49-F238E27FC236}">
                <a16:creationId xmlns:a16="http://schemas.microsoft.com/office/drawing/2014/main" id="{F1EBE3D6-6BF3-4012-812C-6C9EDCCF8E1E}"/>
              </a:ext>
            </a:extLst>
          </p:cNvPr>
          <p:cNvSpPr>
            <a:spLocks xmlns:a="http://schemas.openxmlformats.org/drawingml/2006/main" noGrp="1"/>
          </p:cNvSpPr>
          <p:nvPr/>
        </p:nvSpPr>
        <p:spPr>
          <a:xfrm xmlns:a="http://schemas.openxmlformats.org/drawingml/2006/main">
            <a:off x="7620000" y="247650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離散化</a:t>
            </a:r>
          </a:p>
        </p:txBody>
      </p:sp>
      <p:sp>
        <p:nvSpPr>
          <p:cNvPr id="70" name="">
            <a:extLst xmlns:a="http://schemas.openxmlformats.org/drawingml/2006/main">
              <a:ext uri="{FF2B5EF4-FFF2-40B4-BE49-F238E27FC236}">
                <a16:creationId xmlns:a16="http://schemas.microsoft.com/office/drawing/2014/main" id="{83C848FE-96E7-4499-8BB0-04689572BE18}"/>
              </a:ext>
            </a:extLst>
          </p:cNvPr>
          <p:cNvSpPr>
            <a:spLocks xmlns:a="http://schemas.openxmlformats.org/drawingml/2006/main" noGrp="1"/>
          </p:cNvSpPr>
          <p:nvPr/>
        </p:nvSpPr>
        <p:spPr>
          <a:xfrm xmlns:a="http://schemas.openxmlformats.org/drawingml/2006/main">
            <a:off x="9001125" y="240030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エネルギー ε × 角度余弦 μ の有限体積</a:t>
            </a:r>
          </a:p>
        </p:txBody>
      </p:sp>
      <p:sp>
        <p:nvSpPr>
          <p:cNvPr id="71" name="">
            <a:extLst xmlns:a="http://schemas.openxmlformats.org/drawingml/2006/main">
              <a:ext uri="{FF2B5EF4-FFF2-40B4-BE49-F238E27FC236}">
                <a16:creationId xmlns:a16="http://schemas.microsoft.com/office/drawing/2014/main" id="{D24CF5C2-B7CE-4623-B77B-8FC1F0116A97}"/>
              </a:ext>
            </a:extLst>
          </p:cNvPr>
          <p:cNvSpPr>
            <a:spLocks xmlns:a="http://schemas.openxmlformats.org/drawingml/2006/main" noGrp="1"/>
          </p:cNvSpPr>
          <p:nvPr/>
        </p:nvSpPr>
        <p:spPr>
          <a:xfrm xmlns:a="http://schemas.openxmlformats.org/drawingml/2006/main">
            <a:off x="7620000" y="318135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遷移作用素</a:t>
            </a:r>
          </a:p>
        </p:txBody>
      </p:sp>
      <p:sp>
        <p:nvSpPr>
          <p:cNvPr id="72" name="">
            <a:extLst xmlns:a="http://schemas.openxmlformats.org/drawingml/2006/main">
              <a:ext uri="{FF2B5EF4-FFF2-40B4-BE49-F238E27FC236}">
                <a16:creationId xmlns:a16="http://schemas.microsoft.com/office/drawing/2014/main" id="{D2C98FEB-FAF4-4107-89D8-A756025BACF9}"/>
              </a:ext>
            </a:extLst>
          </p:cNvPr>
          <p:cNvSpPr>
            <a:spLocks xmlns:a="http://schemas.openxmlformats.org/drawingml/2006/main" noGrp="1"/>
          </p:cNvSpPr>
          <p:nvPr/>
        </p:nvSpPr>
        <p:spPr>
          <a:xfrm xmlns:a="http://schemas.openxmlformats.org/drawingml/2006/main">
            <a:off x="9001125" y="31051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薄い時間区間の正値な確率移動行列を構成</a:t>
            </a:r>
          </a:p>
        </p:txBody>
      </p:sp>
      <p:sp>
        <p:nvSpPr>
          <p:cNvPr id="73" name="">
            <a:extLst xmlns:a="http://schemas.openxmlformats.org/drawingml/2006/main">
              <a:ext uri="{FF2B5EF4-FFF2-40B4-BE49-F238E27FC236}">
                <a16:creationId xmlns:a16="http://schemas.microsoft.com/office/drawing/2014/main" id="{83F4D6C1-13CC-4934-AF20-83CCA6FD7A31}"/>
              </a:ext>
            </a:extLst>
          </p:cNvPr>
          <p:cNvSpPr>
            <a:spLocks xmlns:a="http://schemas.openxmlformats.org/drawingml/2006/main" noGrp="1"/>
          </p:cNvSpPr>
          <p:nvPr/>
        </p:nvSpPr>
        <p:spPr>
          <a:xfrm xmlns:a="http://schemas.openxmlformats.org/drawingml/2006/main">
            <a:off x="7620000" y="388620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衝突閾値</a:t>
            </a:r>
          </a:p>
        </p:txBody>
      </p:sp>
      <p:sp>
        <p:nvSpPr>
          <p:cNvPr id="74" name="">
            <a:extLst xmlns:a="http://schemas.openxmlformats.org/drawingml/2006/main">
              <a:ext uri="{FF2B5EF4-FFF2-40B4-BE49-F238E27FC236}">
                <a16:creationId xmlns:a16="http://schemas.microsoft.com/office/drawing/2014/main" id="{D27009DE-B7FF-491A-BB16-CE3E0E5F7D49}"/>
              </a:ext>
            </a:extLst>
          </p:cNvPr>
          <p:cNvSpPr>
            <a:spLocks xmlns:a="http://schemas.openxmlformats.org/drawingml/2006/main" noGrp="1"/>
          </p:cNvSpPr>
          <p:nvPr/>
        </p:nvSpPr>
        <p:spPr>
          <a:xfrm xmlns:a="http://schemas.openxmlformats.org/drawingml/2006/main">
            <a:off x="9001125" y="381000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セル面に閾値を追加し、高エネルギー尾部を必要範囲まで延長</a:t>
            </a:r>
          </a:p>
        </p:txBody>
      </p:sp>
      <p:sp>
        <p:nvSpPr>
          <p:cNvPr id="75" name="">
            <a:extLst xmlns:a="http://schemas.openxmlformats.org/drawingml/2006/main">
              <a:ext uri="{FF2B5EF4-FFF2-40B4-BE49-F238E27FC236}">
                <a16:creationId xmlns:a16="http://schemas.microsoft.com/office/drawing/2014/main" id="{F2621F38-018C-4BE9-8FEF-F21B060C9739}"/>
              </a:ext>
            </a:extLst>
          </p:cNvPr>
          <p:cNvSpPr>
            <a:spLocks xmlns:a="http://schemas.openxmlformats.org/drawingml/2006/main" noGrp="1"/>
          </p:cNvSpPr>
          <p:nvPr/>
        </p:nvSpPr>
        <p:spPr>
          <a:xfrm xmlns:a="http://schemas.openxmlformats.org/drawingml/2006/main">
            <a:off x="7620000" y="459105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角度モデル</a:t>
            </a:r>
          </a:p>
        </p:txBody>
      </p:sp>
      <p:sp>
        <p:nvSpPr>
          <p:cNvPr id="76" name="">
            <a:extLst xmlns:a="http://schemas.openxmlformats.org/drawingml/2006/main">
              <a:ext uri="{FF2B5EF4-FFF2-40B4-BE49-F238E27FC236}">
                <a16:creationId xmlns:a16="http://schemas.microsoft.com/office/drawing/2014/main" id="{D0AB80A7-B2DB-4880-A0AC-5A63E892068D}"/>
              </a:ext>
            </a:extLst>
          </p:cNvPr>
          <p:cNvSpPr>
            <a:spLocks xmlns:a="http://schemas.openxmlformats.org/drawingml/2006/main" noGrp="1"/>
          </p:cNvSpPr>
          <p:nvPr/>
        </p:nvSpPr>
        <p:spPr>
          <a:xfrm xmlns:a="http://schemas.openxmlformats.org/drawingml/2006/main">
            <a:off x="9001125" y="45148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現行実装はP1衝突閉包。B=0の一様DC</a:t>
            </a:r>
          </a:p>
        </p:txBody>
      </p:sp>
      <p:sp>
        <p:nvSpPr>
          <p:cNvPr id="77" name="takeaway-bullet">
            <a:extLst xmlns:a="http://schemas.openxmlformats.org/drawingml/2006/main">
              <a:ext uri="{FF2B5EF4-FFF2-40B4-BE49-F238E27FC236}">
                <a16:creationId xmlns:a16="http://schemas.microsoft.com/office/drawing/2014/main" id="{2A198EF3-1090-4365-847D-55F09B4ACC22}"/>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8" name="takeaway">
            <a:extLst xmlns:a="http://schemas.openxmlformats.org/drawingml/2006/main">
              <a:ext uri="{FF2B5EF4-FFF2-40B4-BE49-F238E27FC236}">
                <a16:creationId xmlns:a16="http://schemas.microsoft.com/office/drawing/2014/main" id="{0E58D3AC-F422-411D-B020-6E3954B0581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確率質量を直接移送するため負のEEDFを作りにくく、Monte Carloとは異なる決定論的検算になる。</a:t>
            </a:r>
          </a:p>
        </p:txBody>
      </p:sp>
      <p:sp>
        <p:nvSpPr>
          <p:cNvPr id="80" name="footer">
            <a:extLst xmlns:a="http://schemas.openxmlformats.org/drawingml/2006/main">
              <a:ext uri="{FF2B5EF4-FFF2-40B4-BE49-F238E27FC236}">
                <a16:creationId xmlns:a16="http://schemas.microsoft.com/office/drawing/2014/main" id="{B4ED2C14-A0E6-44EB-A449-D638AAB8B81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1" name="page">
            <a:extLst xmlns:a="http://schemas.openxmlformats.org/drawingml/2006/main">
              <a:ext uri="{FF2B5EF4-FFF2-40B4-BE49-F238E27FC236}">
                <a16:creationId xmlns:a16="http://schemas.microsoft.com/office/drawing/2014/main" id="{56552CE5-448E-48FE-9152-AFB989AE19E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20</a:t>
            </a:r>
          </a:p>
        </p:txBody>
      </p:sp>
      <p:sp>
        <p:nvSpPr>
          <p:cNvPr id="82" name="section">
            <a:extLst xmlns:a="http://schemas.openxmlformats.org/drawingml/2006/main">
              <a:ext uri="{FF2B5EF4-FFF2-40B4-BE49-F238E27FC236}">
                <a16:creationId xmlns:a16="http://schemas.microsoft.com/office/drawing/2014/main" id="{974EB2BA-C5E2-42B0-8506-287D31DCDC6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7737429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B6BCEFA-C60C-4679-B80B-22761D8885B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Propagator法 2/3：定常分布を求める</a:t>
            </a:r>
          </a:p>
        </p:txBody>
      </p:sp>
      <p:sp>
        <p:nvSpPr>
          <p:cNvPr id="3" name="">
            <a:extLst xmlns:a="http://schemas.openxmlformats.org/drawingml/2006/main">
              <a:ext uri="{FF2B5EF4-FFF2-40B4-BE49-F238E27FC236}">
                <a16:creationId xmlns:a16="http://schemas.microsoft.com/office/drawing/2014/main" id="{B62783CA-A7C6-489A-8C58-FD17B48FEC08}"/>
              </a:ext>
            </a:extLst>
          </p:cNvPr>
          <p:cNvSpPr>
            <a:spLocks xmlns:a="http://schemas.openxmlformats.org/drawingml/2006/main" noGrp="1"/>
          </p:cNvSpPr>
          <p:nvPr/>
        </p:nvSpPr>
        <p:spPr>
          <a:xfrm xmlns:a="http://schemas.openxmlformats.org/drawingml/2006/main">
            <a:off x="2095500" y="1333500"/>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定常条件</a:t>
            </a:r>
          </a:p>
        </p:txBody>
      </p:sp>
      <p:sp>
        <p:nvSpPr>
          <p:cNvPr id="4" name="">
            <a:extLst xmlns:a="http://schemas.openxmlformats.org/drawingml/2006/main">
              <a:ext uri="{FF2B5EF4-FFF2-40B4-BE49-F238E27FC236}">
                <a16:creationId xmlns:a16="http://schemas.microsoft.com/office/drawing/2014/main" id="{C4B0AD78-6965-4105-AC7B-AAB2F9D7C9D0}"/>
              </a:ext>
            </a:extLst>
          </p:cNvPr>
          <p:cNvSpPr>
            <a:spLocks xmlns:a="http://schemas.openxmlformats.org/drawingml/2006/main" noGrp="1"/>
          </p:cNvSpPr>
          <p:nvPr/>
        </p:nvSpPr>
        <p:spPr>
          <a:xfrm xmlns:a="http://schemas.openxmlformats.org/drawingml/2006/main">
            <a:off x="3238500" y="1333500"/>
            <a:ext cx="68580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R(g*) p* = p* ,    Σᵢⱼ p*ᵢⱼ = 1</a:t>
            </a:r>
          </a:p>
        </p:txBody>
      </p:sp>
      <p:sp>
        <p:nvSpPr>
          <p:cNvPr id="5" name="">
            <a:extLst xmlns:a="http://schemas.openxmlformats.org/drawingml/2006/main">
              <a:ext uri="{FF2B5EF4-FFF2-40B4-BE49-F238E27FC236}">
                <a16:creationId xmlns:a16="http://schemas.microsoft.com/office/drawing/2014/main" id="{A4A4BA0F-62B8-4520-B8CB-217F27A2CC06}"/>
              </a:ext>
            </a:extLst>
          </p:cNvPr>
          <p:cNvSpPr>
            <a:spLocks xmlns:a="http://schemas.openxmlformats.org/drawingml/2006/main" noGrp="1"/>
          </p:cNvSpPr>
          <p:nvPr/>
        </p:nvSpPr>
        <p:spPr>
          <a:xfrm xmlns:a="http://schemas.openxmlformats.org/drawingml/2006/main">
            <a:off x="714375" y="2619375"/>
            <a:ext cx="2381250" cy="2000250"/>
          </a:xfrm>
          <a:prstGeom xmlns:a="http://schemas.openxmlformats.org/drawingml/2006/main" prst="rect">
            <a:avLst/>
          </a:prstGeom>
          <a:solidFill xmlns:a="http://schemas.openxmlformats.org/drawingml/2006/main">
            <a:srgbClr val="F2F3F4"/>
          </a:solidFill>
          <a:ln xmlns:a="http://schemas.openxmlformats.org/drawingml/2006/main" w="9525">
            <a:solidFill>
              <a:srgbClr val="B6C0C5"/>
            </a:solidFill>
            <a:prstDash val="solid"/>
          </a:ln>
        </p:spPr>
      </p:sp>
      <p:sp>
        <p:nvSpPr>
          <p:cNvPr id="6" name="">
            <a:extLst xmlns:a="http://schemas.openxmlformats.org/drawingml/2006/main">
              <a:ext uri="{FF2B5EF4-FFF2-40B4-BE49-F238E27FC236}">
                <a16:creationId xmlns:a16="http://schemas.microsoft.com/office/drawing/2014/main" id="{7AA68AA2-458B-46D3-9BC0-75B3EECE0F6D}"/>
              </a:ext>
            </a:extLst>
          </p:cNvPr>
          <p:cNvSpPr>
            <a:spLocks xmlns:a="http://schemas.openxmlformats.org/drawingml/2006/main" noGrp="1"/>
          </p:cNvSpPr>
          <p:nvPr/>
        </p:nvSpPr>
        <p:spPr>
          <a:xfrm xmlns:a="http://schemas.openxmlformats.org/drawingml/2006/main">
            <a:off x="1000125" y="28575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7" name="">
            <a:extLst xmlns:a="http://schemas.openxmlformats.org/drawingml/2006/main">
              <a:ext uri="{FF2B5EF4-FFF2-40B4-BE49-F238E27FC236}">
                <a16:creationId xmlns:a16="http://schemas.microsoft.com/office/drawing/2014/main" id="{A94EA0FB-EE94-4DE4-85CB-03AD0311FEC0}"/>
              </a:ext>
            </a:extLst>
          </p:cNvPr>
          <p:cNvSpPr>
            <a:spLocks xmlns:a="http://schemas.openxmlformats.org/drawingml/2006/main" noGrp="1"/>
          </p:cNvSpPr>
          <p:nvPr/>
        </p:nvSpPr>
        <p:spPr>
          <a:xfrm xmlns:a="http://schemas.openxmlformats.org/drawingml/2006/main">
            <a:off x="1266825" y="28575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8" name="">
            <a:extLst xmlns:a="http://schemas.openxmlformats.org/drawingml/2006/main">
              <a:ext uri="{FF2B5EF4-FFF2-40B4-BE49-F238E27FC236}">
                <a16:creationId xmlns:a16="http://schemas.microsoft.com/office/drawing/2014/main" id="{62B3A41F-8D90-4893-AE27-44DDF1D1E18A}"/>
              </a:ext>
            </a:extLst>
          </p:cNvPr>
          <p:cNvSpPr>
            <a:spLocks xmlns:a="http://schemas.openxmlformats.org/drawingml/2006/main" noGrp="1"/>
          </p:cNvSpPr>
          <p:nvPr/>
        </p:nvSpPr>
        <p:spPr>
          <a:xfrm xmlns:a="http://schemas.openxmlformats.org/drawingml/2006/main">
            <a:off x="15335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9" name="">
            <a:extLst xmlns:a="http://schemas.openxmlformats.org/drawingml/2006/main">
              <a:ext uri="{FF2B5EF4-FFF2-40B4-BE49-F238E27FC236}">
                <a16:creationId xmlns:a16="http://schemas.microsoft.com/office/drawing/2014/main" id="{4781DFB6-AD19-49E8-A993-0C96B2F12DBE}"/>
              </a:ext>
            </a:extLst>
          </p:cNvPr>
          <p:cNvSpPr>
            <a:spLocks xmlns:a="http://schemas.openxmlformats.org/drawingml/2006/main" noGrp="1"/>
          </p:cNvSpPr>
          <p:nvPr/>
        </p:nvSpPr>
        <p:spPr>
          <a:xfrm xmlns:a="http://schemas.openxmlformats.org/drawingml/2006/main">
            <a:off x="18002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0" name="">
            <a:extLst xmlns:a="http://schemas.openxmlformats.org/drawingml/2006/main">
              <a:ext uri="{FF2B5EF4-FFF2-40B4-BE49-F238E27FC236}">
                <a16:creationId xmlns:a16="http://schemas.microsoft.com/office/drawing/2014/main" id="{A5F5650E-452C-43A4-883F-5E8A69D3BD85}"/>
              </a:ext>
            </a:extLst>
          </p:cNvPr>
          <p:cNvSpPr>
            <a:spLocks xmlns:a="http://schemas.openxmlformats.org/drawingml/2006/main" noGrp="1"/>
          </p:cNvSpPr>
          <p:nvPr/>
        </p:nvSpPr>
        <p:spPr>
          <a:xfrm xmlns:a="http://schemas.openxmlformats.org/drawingml/2006/main">
            <a:off x="20669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1" name="">
            <a:extLst xmlns:a="http://schemas.openxmlformats.org/drawingml/2006/main">
              <a:ext uri="{FF2B5EF4-FFF2-40B4-BE49-F238E27FC236}">
                <a16:creationId xmlns:a16="http://schemas.microsoft.com/office/drawing/2014/main" id="{1CA72AB2-408D-4AE8-B4CE-843A773906F0}"/>
              </a:ext>
            </a:extLst>
          </p:cNvPr>
          <p:cNvSpPr>
            <a:spLocks xmlns:a="http://schemas.openxmlformats.org/drawingml/2006/main" noGrp="1"/>
          </p:cNvSpPr>
          <p:nvPr/>
        </p:nvSpPr>
        <p:spPr>
          <a:xfrm xmlns:a="http://schemas.openxmlformats.org/drawingml/2006/main">
            <a:off x="23336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2" name="">
            <a:extLst xmlns:a="http://schemas.openxmlformats.org/drawingml/2006/main">
              <a:ext uri="{FF2B5EF4-FFF2-40B4-BE49-F238E27FC236}">
                <a16:creationId xmlns:a16="http://schemas.microsoft.com/office/drawing/2014/main" id="{79BC72BB-8B1A-41B5-8AA5-3A1E787550EB}"/>
              </a:ext>
            </a:extLst>
          </p:cNvPr>
          <p:cNvSpPr>
            <a:spLocks xmlns:a="http://schemas.openxmlformats.org/drawingml/2006/main" noGrp="1"/>
          </p:cNvSpPr>
          <p:nvPr/>
        </p:nvSpPr>
        <p:spPr>
          <a:xfrm xmlns:a="http://schemas.openxmlformats.org/drawingml/2006/main">
            <a:off x="1000125" y="31242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13" name="">
            <a:extLst xmlns:a="http://schemas.openxmlformats.org/drawingml/2006/main">
              <a:ext uri="{FF2B5EF4-FFF2-40B4-BE49-F238E27FC236}">
                <a16:creationId xmlns:a16="http://schemas.microsoft.com/office/drawing/2014/main" id="{058B5F21-C325-49F5-A736-3655E3786EF4}"/>
              </a:ext>
            </a:extLst>
          </p:cNvPr>
          <p:cNvSpPr>
            <a:spLocks xmlns:a="http://schemas.openxmlformats.org/drawingml/2006/main" noGrp="1"/>
          </p:cNvSpPr>
          <p:nvPr/>
        </p:nvSpPr>
        <p:spPr>
          <a:xfrm xmlns:a="http://schemas.openxmlformats.org/drawingml/2006/main">
            <a:off x="1266825" y="31242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14" name="">
            <a:extLst xmlns:a="http://schemas.openxmlformats.org/drawingml/2006/main">
              <a:ext uri="{FF2B5EF4-FFF2-40B4-BE49-F238E27FC236}">
                <a16:creationId xmlns:a16="http://schemas.microsoft.com/office/drawing/2014/main" id="{071C01AE-454F-4C73-A8B6-FB308D8F8BC1}"/>
              </a:ext>
            </a:extLst>
          </p:cNvPr>
          <p:cNvSpPr>
            <a:spLocks xmlns:a="http://schemas.openxmlformats.org/drawingml/2006/main" noGrp="1"/>
          </p:cNvSpPr>
          <p:nvPr/>
        </p:nvSpPr>
        <p:spPr>
          <a:xfrm xmlns:a="http://schemas.openxmlformats.org/drawingml/2006/main">
            <a:off x="1533525" y="31242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15" name="">
            <a:extLst xmlns:a="http://schemas.openxmlformats.org/drawingml/2006/main">
              <a:ext uri="{FF2B5EF4-FFF2-40B4-BE49-F238E27FC236}">
                <a16:creationId xmlns:a16="http://schemas.microsoft.com/office/drawing/2014/main" id="{B8A91D49-F9AB-486A-B04B-0140DA8B96FB}"/>
              </a:ext>
            </a:extLst>
          </p:cNvPr>
          <p:cNvSpPr>
            <a:spLocks xmlns:a="http://schemas.openxmlformats.org/drawingml/2006/main" noGrp="1"/>
          </p:cNvSpPr>
          <p:nvPr/>
        </p:nvSpPr>
        <p:spPr>
          <a:xfrm xmlns:a="http://schemas.openxmlformats.org/drawingml/2006/main">
            <a:off x="1800225" y="31242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6" name="">
            <a:extLst xmlns:a="http://schemas.openxmlformats.org/drawingml/2006/main">
              <a:ext uri="{FF2B5EF4-FFF2-40B4-BE49-F238E27FC236}">
                <a16:creationId xmlns:a16="http://schemas.microsoft.com/office/drawing/2014/main" id="{F89C6962-840C-433E-B84C-4DFDDD6E590A}"/>
              </a:ext>
            </a:extLst>
          </p:cNvPr>
          <p:cNvSpPr>
            <a:spLocks xmlns:a="http://schemas.openxmlformats.org/drawingml/2006/main" noGrp="1"/>
          </p:cNvSpPr>
          <p:nvPr/>
        </p:nvSpPr>
        <p:spPr>
          <a:xfrm xmlns:a="http://schemas.openxmlformats.org/drawingml/2006/main">
            <a:off x="2066925" y="31242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7" name="">
            <a:extLst xmlns:a="http://schemas.openxmlformats.org/drawingml/2006/main">
              <a:ext uri="{FF2B5EF4-FFF2-40B4-BE49-F238E27FC236}">
                <a16:creationId xmlns:a16="http://schemas.microsoft.com/office/drawing/2014/main" id="{BA165B71-9FD2-4D70-AB8A-FCA1C86B25B0}"/>
              </a:ext>
            </a:extLst>
          </p:cNvPr>
          <p:cNvSpPr>
            <a:spLocks xmlns:a="http://schemas.openxmlformats.org/drawingml/2006/main" noGrp="1"/>
          </p:cNvSpPr>
          <p:nvPr/>
        </p:nvSpPr>
        <p:spPr>
          <a:xfrm xmlns:a="http://schemas.openxmlformats.org/drawingml/2006/main">
            <a:off x="2333625" y="31242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8" name="">
            <a:extLst xmlns:a="http://schemas.openxmlformats.org/drawingml/2006/main">
              <a:ext uri="{FF2B5EF4-FFF2-40B4-BE49-F238E27FC236}">
                <a16:creationId xmlns:a16="http://schemas.microsoft.com/office/drawing/2014/main" id="{19B2E152-696D-42A3-849E-A65F513D3F02}"/>
              </a:ext>
            </a:extLst>
          </p:cNvPr>
          <p:cNvSpPr>
            <a:spLocks xmlns:a="http://schemas.openxmlformats.org/drawingml/2006/main" noGrp="1"/>
          </p:cNvSpPr>
          <p:nvPr/>
        </p:nvSpPr>
        <p:spPr>
          <a:xfrm xmlns:a="http://schemas.openxmlformats.org/drawingml/2006/main">
            <a:off x="1000125" y="33909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9" name="">
            <a:extLst xmlns:a="http://schemas.openxmlformats.org/drawingml/2006/main">
              <a:ext uri="{FF2B5EF4-FFF2-40B4-BE49-F238E27FC236}">
                <a16:creationId xmlns:a16="http://schemas.microsoft.com/office/drawing/2014/main" id="{9075B3DA-7E0C-4F56-B5ED-A11B8E298056}"/>
              </a:ext>
            </a:extLst>
          </p:cNvPr>
          <p:cNvSpPr>
            <a:spLocks xmlns:a="http://schemas.openxmlformats.org/drawingml/2006/main" noGrp="1"/>
          </p:cNvSpPr>
          <p:nvPr/>
        </p:nvSpPr>
        <p:spPr>
          <a:xfrm xmlns:a="http://schemas.openxmlformats.org/drawingml/2006/main">
            <a:off x="1266825" y="33909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0" name="">
            <a:extLst xmlns:a="http://schemas.openxmlformats.org/drawingml/2006/main">
              <a:ext uri="{FF2B5EF4-FFF2-40B4-BE49-F238E27FC236}">
                <a16:creationId xmlns:a16="http://schemas.microsoft.com/office/drawing/2014/main" id="{66DBCE06-4B9D-46F2-A6B6-432DAC313F23}"/>
              </a:ext>
            </a:extLst>
          </p:cNvPr>
          <p:cNvSpPr>
            <a:spLocks xmlns:a="http://schemas.openxmlformats.org/drawingml/2006/main" noGrp="1"/>
          </p:cNvSpPr>
          <p:nvPr/>
        </p:nvSpPr>
        <p:spPr>
          <a:xfrm xmlns:a="http://schemas.openxmlformats.org/drawingml/2006/main">
            <a:off x="1533525" y="33909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21" name="">
            <a:extLst xmlns:a="http://schemas.openxmlformats.org/drawingml/2006/main">
              <a:ext uri="{FF2B5EF4-FFF2-40B4-BE49-F238E27FC236}">
                <a16:creationId xmlns:a16="http://schemas.microsoft.com/office/drawing/2014/main" id="{4C22A0B5-3C3E-47F0-B1BD-07CDF04EBEA7}"/>
              </a:ext>
            </a:extLst>
          </p:cNvPr>
          <p:cNvSpPr>
            <a:spLocks xmlns:a="http://schemas.openxmlformats.org/drawingml/2006/main" noGrp="1"/>
          </p:cNvSpPr>
          <p:nvPr/>
        </p:nvSpPr>
        <p:spPr>
          <a:xfrm xmlns:a="http://schemas.openxmlformats.org/drawingml/2006/main">
            <a:off x="1800225" y="33909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2" name="">
            <a:extLst xmlns:a="http://schemas.openxmlformats.org/drawingml/2006/main">
              <a:ext uri="{FF2B5EF4-FFF2-40B4-BE49-F238E27FC236}">
                <a16:creationId xmlns:a16="http://schemas.microsoft.com/office/drawing/2014/main" id="{87326DC8-C978-4D76-A776-01F27A7AC068}"/>
              </a:ext>
            </a:extLst>
          </p:cNvPr>
          <p:cNvSpPr>
            <a:spLocks xmlns:a="http://schemas.openxmlformats.org/drawingml/2006/main" noGrp="1"/>
          </p:cNvSpPr>
          <p:nvPr/>
        </p:nvSpPr>
        <p:spPr>
          <a:xfrm xmlns:a="http://schemas.openxmlformats.org/drawingml/2006/main">
            <a:off x="2066925" y="33909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3" name="">
            <a:extLst xmlns:a="http://schemas.openxmlformats.org/drawingml/2006/main">
              <a:ext uri="{FF2B5EF4-FFF2-40B4-BE49-F238E27FC236}">
                <a16:creationId xmlns:a16="http://schemas.microsoft.com/office/drawing/2014/main" id="{D9B7077D-D542-497E-98A0-A96E4E307BEC}"/>
              </a:ext>
            </a:extLst>
          </p:cNvPr>
          <p:cNvSpPr>
            <a:spLocks xmlns:a="http://schemas.openxmlformats.org/drawingml/2006/main" noGrp="1"/>
          </p:cNvSpPr>
          <p:nvPr/>
        </p:nvSpPr>
        <p:spPr>
          <a:xfrm xmlns:a="http://schemas.openxmlformats.org/drawingml/2006/main">
            <a:off x="2333625" y="33909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4" name="">
            <a:extLst xmlns:a="http://schemas.openxmlformats.org/drawingml/2006/main">
              <a:ext uri="{FF2B5EF4-FFF2-40B4-BE49-F238E27FC236}">
                <a16:creationId xmlns:a16="http://schemas.microsoft.com/office/drawing/2014/main" id="{2C956CD0-3E6F-4146-A9DE-1A07D2C9C324}"/>
              </a:ext>
            </a:extLst>
          </p:cNvPr>
          <p:cNvSpPr>
            <a:spLocks xmlns:a="http://schemas.openxmlformats.org/drawingml/2006/main" noGrp="1"/>
          </p:cNvSpPr>
          <p:nvPr/>
        </p:nvSpPr>
        <p:spPr>
          <a:xfrm xmlns:a="http://schemas.openxmlformats.org/drawingml/2006/main">
            <a:off x="1000125" y="36576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5" name="">
            <a:extLst xmlns:a="http://schemas.openxmlformats.org/drawingml/2006/main">
              <a:ext uri="{FF2B5EF4-FFF2-40B4-BE49-F238E27FC236}">
                <a16:creationId xmlns:a16="http://schemas.microsoft.com/office/drawing/2014/main" id="{6FF834A7-4057-4DA3-AB79-AAE9D5E6DE9C}"/>
              </a:ext>
            </a:extLst>
          </p:cNvPr>
          <p:cNvSpPr>
            <a:spLocks xmlns:a="http://schemas.openxmlformats.org/drawingml/2006/main" noGrp="1"/>
          </p:cNvSpPr>
          <p:nvPr/>
        </p:nvSpPr>
        <p:spPr>
          <a:xfrm xmlns:a="http://schemas.openxmlformats.org/drawingml/2006/main">
            <a:off x="1266825" y="36576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6" name="">
            <a:extLst xmlns:a="http://schemas.openxmlformats.org/drawingml/2006/main">
              <a:ext uri="{FF2B5EF4-FFF2-40B4-BE49-F238E27FC236}">
                <a16:creationId xmlns:a16="http://schemas.microsoft.com/office/drawing/2014/main" id="{5C0B5A65-4BE9-4767-B674-81B33477666E}"/>
              </a:ext>
            </a:extLst>
          </p:cNvPr>
          <p:cNvSpPr>
            <a:spLocks xmlns:a="http://schemas.openxmlformats.org/drawingml/2006/main" noGrp="1"/>
          </p:cNvSpPr>
          <p:nvPr/>
        </p:nvSpPr>
        <p:spPr>
          <a:xfrm xmlns:a="http://schemas.openxmlformats.org/drawingml/2006/main">
            <a:off x="1533525" y="36576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7" name="">
            <a:extLst xmlns:a="http://schemas.openxmlformats.org/drawingml/2006/main">
              <a:ext uri="{FF2B5EF4-FFF2-40B4-BE49-F238E27FC236}">
                <a16:creationId xmlns:a16="http://schemas.microsoft.com/office/drawing/2014/main" id="{EE8638AD-D97D-4D72-A66B-CF5E70820722}"/>
              </a:ext>
            </a:extLst>
          </p:cNvPr>
          <p:cNvSpPr>
            <a:spLocks xmlns:a="http://schemas.openxmlformats.org/drawingml/2006/main" noGrp="1"/>
          </p:cNvSpPr>
          <p:nvPr/>
        </p:nvSpPr>
        <p:spPr>
          <a:xfrm xmlns:a="http://schemas.openxmlformats.org/drawingml/2006/main">
            <a:off x="1800225" y="36576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28" name="">
            <a:extLst xmlns:a="http://schemas.openxmlformats.org/drawingml/2006/main">
              <a:ext uri="{FF2B5EF4-FFF2-40B4-BE49-F238E27FC236}">
                <a16:creationId xmlns:a16="http://schemas.microsoft.com/office/drawing/2014/main" id="{9BC99DB5-D090-4BE6-A6B9-141CADFA92E4}"/>
              </a:ext>
            </a:extLst>
          </p:cNvPr>
          <p:cNvSpPr>
            <a:spLocks xmlns:a="http://schemas.openxmlformats.org/drawingml/2006/main" noGrp="1"/>
          </p:cNvSpPr>
          <p:nvPr/>
        </p:nvSpPr>
        <p:spPr>
          <a:xfrm xmlns:a="http://schemas.openxmlformats.org/drawingml/2006/main">
            <a:off x="2066925" y="36576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9" name="">
            <a:extLst xmlns:a="http://schemas.openxmlformats.org/drawingml/2006/main">
              <a:ext uri="{FF2B5EF4-FFF2-40B4-BE49-F238E27FC236}">
                <a16:creationId xmlns:a16="http://schemas.microsoft.com/office/drawing/2014/main" id="{09C43128-D44A-4AFC-9357-5ABC1AFE1B5F}"/>
              </a:ext>
            </a:extLst>
          </p:cNvPr>
          <p:cNvSpPr>
            <a:spLocks xmlns:a="http://schemas.openxmlformats.org/drawingml/2006/main" noGrp="1"/>
          </p:cNvSpPr>
          <p:nvPr/>
        </p:nvSpPr>
        <p:spPr>
          <a:xfrm xmlns:a="http://schemas.openxmlformats.org/drawingml/2006/main">
            <a:off x="2333625" y="36576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0" name="">
            <a:extLst xmlns:a="http://schemas.openxmlformats.org/drawingml/2006/main">
              <a:ext uri="{FF2B5EF4-FFF2-40B4-BE49-F238E27FC236}">
                <a16:creationId xmlns:a16="http://schemas.microsoft.com/office/drawing/2014/main" id="{B83B1B74-C952-4889-8B73-52362AD1827A}"/>
              </a:ext>
            </a:extLst>
          </p:cNvPr>
          <p:cNvSpPr>
            <a:spLocks xmlns:a="http://schemas.openxmlformats.org/drawingml/2006/main" noGrp="1"/>
          </p:cNvSpPr>
          <p:nvPr/>
        </p:nvSpPr>
        <p:spPr>
          <a:xfrm xmlns:a="http://schemas.openxmlformats.org/drawingml/2006/main">
            <a:off x="1000125" y="39243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1" name="">
            <a:extLst xmlns:a="http://schemas.openxmlformats.org/drawingml/2006/main">
              <a:ext uri="{FF2B5EF4-FFF2-40B4-BE49-F238E27FC236}">
                <a16:creationId xmlns:a16="http://schemas.microsoft.com/office/drawing/2014/main" id="{6D0E7EC8-CB53-47C5-AB2D-C353F7ED79F3}"/>
              </a:ext>
            </a:extLst>
          </p:cNvPr>
          <p:cNvSpPr>
            <a:spLocks xmlns:a="http://schemas.openxmlformats.org/drawingml/2006/main" noGrp="1"/>
          </p:cNvSpPr>
          <p:nvPr/>
        </p:nvSpPr>
        <p:spPr>
          <a:xfrm xmlns:a="http://schemas.openxmlformats.org/drawingml/2006/main">
            <a:off x="1266825" y="39243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2" name="">
            <a:extLst xmlns:a="http://schemas.openxmlformats.org/drawingml/2006/main">
              <a:ext uri="{FF2B5EF4-FFF2-40B4-BE49-F238E27FC236}">
                <a16:creationId xmlns:a16="http://schemas.microsoft.com/office/drawing/2014/main" id="{9FF07B34-1643-4093-BF28-6503E11E9E12}"/>
              </a:ext>
            </a:extLst>
          </p:cNvPr>
          <p:cNvSpPr>
            <a:spLocks xmlns:a="http://schemas.openxmlformats.org/drawingml/2006/main" noGrp="1"/>
          </p:cNvSpPr>
          <p:nvPr/>
        </p:nvSpPr>
        <p:spPr>
          <a:xfrm xmlns:a="http://schemas.openxmlformats.org/drawingml/2006/main">
            <a:off x="1533525" y="39243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3" name="">
            <a:extLst xmlns:a="http://schemas.openxmlformats.org/drawingml/2006/main">
              <a:ext uri="{FF2B5EF4-FFF2-40B4-BE49-F238E27FC236}">
                <a16:creationId xmlns:a16="http://schemas.microsoft.com/office/drawing/2014/main" id="{FDA026C3-8B3D-4A68-AA50-DBEB2BA02485}"/>
              </a:ext>
            </a:extLst>
          </p:cNvPr>
          <p:cNvSpPr>
            <a:spLocks xmlns:a="http://schemas.openxmlformats.org/drawingml/2006/main" noGrp="1"/>
          </p:cNvSpPr>
          <p:nvPr/>
        </p:nvSpPr>
        <p:spPr>
          <a:xfrm xmlns:a="http://schemas.openxmlformats.org/drawingml/2006/main">
            <a:off x="1800225" y="39243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34" name="">
            <a:extLst xmlns:a="http://schemas.openxmlformats.org/drawingml/2006/main">
              <a:ext uri="{FF2B5EF4-FFF2-40B4-BE49-F238E27FC236}">
                <a16:creationId xmlns:a16="http://schemas.microsoft.com/office/drawing/2014/main" id="{CC6246D5-C268-47CA-ACA6-A794EA85DB66}"/>
              </a:ext>
            </a:extLst>
          </p:cNvPr>
          <p:cNvSpPr>
            <a:spLocks xmlns:a="http://schemas.openxmlformats.org/drawingml/2006/main" noGrp="1"/>
          </p:cNvSpPr>
          <p:nvPr/>
        </p:nvSpPr>
        <p:spPr>
          <a:xfrm xmlns:a="http://schemas.openxmlformats.org/drawingml/2006/main">
            <a:off x="2066925" y="39243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35" name="">
            <a:extLst xmlns:a="http://schemas.openxmlformats.org/drawingml/2006/main">
              <a:ext uri="{FF2B5EF4-FFF2-40B4-BE49-F238E27FC236}">
                <a16:creationId xmlns:a16="http://schemas.microsoft.com/office/drawing/2014/main" id="{ED5C7786-AF7B-46EA-98F8-DE209E1A44A8}"/>
              </a:ext>
            </a:extLst>
          </p:cNvPr>
          <p:cNvSpPr>
            <a:spLocks xmlns:a="http://schemas.openxmlformats.org/drawingml/2006/main" noGrp="1"/>
          </p:cNvSpPr>
          <p:nvPr/>
        </p:nvSpPr>
        <p:spPr>
          <a:xfrm xmlns:a="http://schemas.openxmlformats.org/drawingml/2006/main">
            <a:off x="2333625" y="39243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36" name="">
            <a:extLst xmlns:a="http://schemas.openxmlformats.org/drawingml/2006/main">
              <a:ext uri="{FF2B5EF4-FFF2-40B4-BE49-F238E27FC236}">
                <a16:creationId xmlns:a16="http://schemas.microsoft.com/office/drawing/2014/main" id="{DA793D5E-52BC-4004-9B24-615961276F89}"/>
              </a:ext>
            </a:extLst>
          </p:cNvPr>
          <p:cNvSpPr>
            <a:spLocks xmlns:a="http://schemas.openxmlformats.org/drawingml/2006/main" noGrp="1"/>
          </p:cNvSpPr>
          <p:nvPr/>
        </p:nvSpPr>
        <p:spPr>
          <a:xfrm xmlns:a="http://schemas.openxmlformats.org/drawingml/2006/main">
            <a:off x="10001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7" name="">
            <a:extLst xmlns:a="http://schemas.openxmlformats.org/drawingml/2006/main">
              <a:ext uri="{FF2B5EF4-FFF2-40B4-BE49-F238E27FC236}">
                <a16:creationId xmlns:a16="http://schemas.microsoft.com/office/drawing/2014/main" id="{2003B09F-E075-46C0-AD9A-D045ADF5E568}"/>
              </a:ext>
            </a:extLst>
          </p:cNvPr>
          <p:cNvSpPr>
            <a:spLocks xmlns:a="http://schemas.openxmlformats.org/drawingml/2006/main" noGrp="1"/>
          </p:cNvSpPr>
          <p:nvPr/>
        </p:nvSpPr>
        <p:spPr>
          <a:xfrm xmlns:a="http://schemas.openxmlformats.org/drawingml/2006/main">
            <a:off x="12668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8" name="">
            <a:extLst xmlns:a="http://schemas.openxmlformats.org/drawingml/2006/main">
              <a:ext uri="{FF2B5EF4-FFF2-40B4-BE49-F238E27FC236}">
                <a16:creationId xmlns:a16="http://schemas.microsoft.com/office/drawing/2014/main" id="{BE2622D5-D071-4C12-9E84-E54184077256}"/>
              </a:ext>
            </a:extLst>
          </p:cNvPr>
          <p:cNvSpPr>
            <a:spLocks xmlns:a="http://schemas.openxmlformats.org/drawingml/2006/main" noGrp="1"/>
          </p:cNvSpPr>
          <p:nvPr/>
        </p:nvSpPr>
        <p:spPr>
          <a:xfrm xmlns:a="http://schemas.openxmlformats.org/drawingml/2006/main">
            <a:off x="15335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9" name="">
            <a:extLst xmlns:a="http://schemas.openxmlformats.org/drawingml/2006/main">
              <a:ext uri="{FF2B5EF4-FFF2-40B4-BE49-F238E27FC236}">
                <a16:creationId xmlns:a16="http://schemas.microsoft.com/office/drawing/2014/main" id="{640D0136-982E-499F-9A70-815C8DCC67BD}"/>
              </a:ext>
            </a:extLst>
          </p:cNvPr>
          <p:cNvSpPr>
            <a:spLocks xmlns:a="http://schemas.openxmlformats.org/drawingml/2006/main" noGrp="1"/>
          </p:cNvSpPr>
          <p:nvPr/>
        </p:nvSpPr>
        <p:spPr>
          <a:xfrm xmlns:a="http://schemas.openxmlformats.org/drawingml/2006/main">
            <a:off x="18002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40" name="">
            <a:extLst xmlns:a="http://schemas.openxmlformats.org/drawingml/2006/main">
              <a:ext uri="{FF2B5EF4-FFF2-40B4-BE49-F238E27FC236}">
                <a16:creationId xmlns:a16="http://schemas.microsoft.com/office/drawing/2014/main" id="{46031309-9ACD-42BD-AF9B-5B31A5D1FADC}"/>
              </a:ext>
            </a:extLst>
          </p:cNvPr>
          <p:cNvSpPr>
            <a:spLocks xmlns:a="http://schemas.openxmlformats.org/drawingml/2006/main" noGrp="1"/>
          </p:cNvSpPr>
          <p:nvPr/>
        </p:nvSpPr>
        <p:spPr>
          <a:xfrm xmlns:a="http://schemas.openxmlformats.org/drawingml/2006/main">
            <a:off x="2066925" y="41910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41" name="">
            <a:extLst xmlns:a="http://schemas.openxmlformats.org/drawingml/2006/main">
              <a:ext uri="{FF2B5EF4-FFF2-40B4-BE49-F238E27FC236}">
                <a16:creationId xmlns:a16="http://schemas.microsoft.com/office/drawing/2014/main" id="{5A34DD9B-AD87-49D7-95E0-AD84E8C58CDF}"/>
              </a:ext>
            </a:extLst>
          </p:cNvPr>
          <p:cNvSpPr>
            <a:spLocks xmlns:a="http://schemas.openxmlformats.org/drawingml/2006/main" noGrp="1"/>
          </p:cNvSpPr>
          <p:nvPr/>
        </p:nvSpPr>
        <p:spPr>
          <a:xfrm xmlns:a="http://schemas.openxmlformats.org/drawingml/2006/main">
            <a:off x="2333625" y="41910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42" name="">
            <a:extLst xmlns:a="http://schemas.openxmlformats.org/drawingml/2006/main">
              <a:ext uri="{FF2B5EF4-FFF2-40B4-BE49-F238E27FC236}">
                <a16:creationId xmlns:a16="http://schemas.microsoft.com/office/drawing/2014/main" id="{1E3D8370-E365-4546-A079-04061F849B8B}"/>
              </a:ext>
            </a:extLst>
          </p:cNvPr>
          <p:cNvSpPr>
            <a:spLocks xmlns:a="http://schemas.openxmlformats.org/drawingml/2006/main" noGrp="1"/>
          </p:cNvSpPr>
          <p:nvPr/>
        </p:nvSpPr>
        <p:spPr>
          <a:xfrm xmlns:a="http://schemas.openxmlformats.org/drawingml/2006/main">
            <a:off x="857250" y="46672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正値な遷移行列 R</a:t>
            </a:r>
          </a:p>
        </p:txBody>
      </p:sp>
      <p:sp>
        <p:nvSpPr>
          <p:cNvPr id="43" name="">
            <a:extLst xmlns:a="http://schemas.openxmlformats.org/drawingml/2006/main">
              <a:ext uri="{FF2B5EF4-FFF2-40B4-BE49-F238E27FC236}">
                <a16:creationId xmlns:a16="http://schemas.microsoft.com/office/drawing/2014/main" id="{9DF7A294-2C8F-401A-AD40-C5B3C8DBEC1E}"/>
              </a:ext>
            </a:extLst>
          </p:cNvPr>
          <p:cNvSpPr>
            <a:spLocks xmlns:a="http://schemas.openxmlformats.org/drawingml/2006/main" noGrp="1"/>
          </p:cNvSpPr>
          <p:nvPr/>
        </p:nvSpPr>
        <p:spPr>
          <a:xfrm xmlns:a="http://schemas.openxmlformats.org/drawingml/2006/main">
            <a:off x="4476750" y="2857500"/>
            <a:ext cx="1714500" cy="1714500"/>
          </a:xfrm>
          <a:prstGeom xmlns:a="http://schemas.openxmlformats.org/drawingml/2006/main" prst="ellipse">
            <a:avLst/>
          </a:prstGeom>
          <a:solidFill xmlns:a="http://schemas.openxmlformats.org/drawingml/2006/main">
            <a:srgbClr val="F4ECF8"/>
          </a:solidFill>
          <a:ln xmlns:a="http://schemas.openxmlformats.org/drawingml/2006/main" w="17145">
            <a:solidFill>
              <a:srgbClr val="7B2FA3"/>
            </a:solidFill>
            <a:prstDash val="solid"/>
          </a:ln>
        </p:spPr>
      </p:sp>
      <p:sp>
        <p:nvSpPr>
          <p:cNvPr id="44" name="">
            <a:extLst xmlns:a="http://schemas.openxmlformats.org/drawingml/2006/main">
              <a:ext uri="{FF2B5EF4-FFF2-40B4-BE49-F238E27FC236}">
                <a16:creationId xmlns:a16="http://schemas.microsoft.com/office/drawing/2014/main" id="{3AC79A70-D711-4433-8EEB-40577D9161BF}"/>
              </a:ext>
            </a:extLst>
          </p:cNvPr>
          <p:cNvSpPr>
            <a:spLocks xmlns:a="http://schemas.openxmlformats.org/drawingml/2006/main" noGrp="1"/>
          </p:cNvSpPr>
          <p:nvPr/>
        </p:nvSpPr>
        <p:spPr>
          <a:xfrm xmlns:a="http://schemas.openxmlformats.org/drawingml/2006/main">
            <a:off x="4810125" y="3333750"/>
            <a:ext cx="1047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78295"/>
          </a:bodyPr>
          <a:lstStyle xmlns:a="http://schemas.openxmlformats.org/drawingml/2006/main"/>
          <a:p xmlns:a="http://schemas.openxmlformats.org/drawingml/2006/main">
            <a:pPr algn="ctr">
              <a:lnSpc>
                <a:spcPct val="102000"/>
              </a:lnSpc>
              <a:buNone/>
              <a:defRPr sz="1800" b="1" i="0">
                <a:solidFill>
                  <a:srgbClr val="7B2FA3"/>
                </a:solidFill>
                <a:latin typeface="Noto Sans JP"/>
                <a:ea typeface="Noto Sans JP"/>
                <a:cs typeface="Noto Sans JP"/>
              </a:defRPr>
            </a:pPr>
            <a:r>
              <a:rPr sz="1800" b="1" i="0">
                <a:solidFill>
                  <a:srgbClr val="7B2FA3"/>
                </a:solidFill>
                <a:latin typeface="Noto Sans JP"/>
                <a:ea typeface="Noto Sans JP"/>
                <a:cs typeface="Noto Sans JP"/>
              </a:rPr>
              <a:t>主固有ベクトル</a:t>
            </a:r>
          </a:p>
          <a:p xmlns:a="http://schemas.openxmlformats.org/drawingml/2006/main">
            <a:pPr algn="ctr">
              <a:lnSpc>
                <a:spcPct val="102000"/>
              </a:lnSpc>
              <a:buNone/>
              <a:defRPr sz="1800" b="1" i="0">
                <a:solidFill>
                  <a:srgbClr val="7B2FA3"/>
                </a:solidFill>
                <a:latin typeface="Noto Sans JP"/>
                <a:ea typeface="Noto Sans JP"/>
                <a:cs typeface="Noto Sans JP"/>
              </a:defRPr>
            </a:pPr>
            <a:r>
              <a:rPr sz="1800" b="1" i="0">
                <a:solidFill>
                  <a:srgbClr val="7B2FA3"/>
                </a:solidFill>
                <a:latin typeface="Noto Sans JP"/>
                <a:ea typeface="Noto Sans JP"/>
                <a:cs typeface="Noto Sans JP"/>
              </a:rPr>
              <a:t>p*</a:t>
            </a:r>
          </a:p>
        </p:txBody>
      </p:sp>
      <p:sp>
        <p:nvSpPr>
          <p:cNvPr id="45" name="">
            <a:extLst xmlns:a="http://schemas.openxmlformats.org/drawingml/2006/main">
              <a:ext uri="{FF2B5EF4-FFF2-40B4-BE49-F238E27FC236}">
                <a16:creationId xmlns:a16="http://schemas.microsoft.com/office/drawing/2014/main" id="{0E938E20-D0F6-4165-9F5F-BF1795513CAD}"/>
              </a:ext>
            </a:extLst>
          </p:cNvPr>
          <p:cNvSpPr>
            <a:spLocks xmlns:a="http://schemas.openxmlformats.org/drawingml/2006/main" noGrp="1"/>
          </p:cNvSpPr>
          <p:nvPr/>
        </p:nvSpPr>
        <p:spPr>
          <a:xfrm xmlns:a="http://schemas.openxmlformats.org/drawingml/2006/main">
            <a:off x="7810500" y="2571750"/>
            <a:ext cx="32385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BFC8CD"/>
            </a:solidFill>
            <a:prstDash val="solid"/>
          </a:ln>
        </p:spPr>
      </p:sp>
      <p:sp>
        <p:nvSpPr>
          <p:cNvPr id="46" name="">
            <a:extLst xmlns:a="http://schemas.openxmlformats.org/drawingml/2006/main">
              <a:ext uri="{FF2B5EF4-FFF2-40B4-BE49-F238E27FC236}">
                <a16:creationId xmlns:a16="http://schemas.microsoft.com/office/drawing/2014/main" id="{1C13DD9B-837A-4376-9B1A-CCAAA344D698}"/>
              </a:ext>
            </a:extLst>
          </p:cNvPr>
          <p:cNvSpPr>
            <a:spLocks xmlns:a="http://schemas.openxmlformats.org/drawingml/2006/main" noGrp="1"/>
          </p:cNvSpPr>
          <p:nvPr/>
        </p:nvSpPr>
        <p:spPr>
          <a:xfrm xmlns:a="http://schemas.openxmlformats.org/drawingml/2006/main">
            <a:off x="8096250" y="4305300"/>
            <a:ext cx="171450" cy="1714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09A1469-D14E-47C7-82D3-A29E54CCB931}"/>
              </a:ext>
            </a:extLst>
          </p:cNvPr>
          <p:cNvSpPr>
            <a:spLocks xmlns:a="http://schemas.openxmlformats.org/drawingml/2006/main" noGrp="1"/>
          </p:cNvSpPr>
          <p:nvPr/>
        </p:nvSpPr>
        <p:spPr>
          <a:xfrm xmlns:a="http://schemas.openxmlformats.org/drawingml/2006/main">
            <a:off x="8353425" y="4191000"/>
            <a:ext cx="171450" cy="2857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5B37F68-BAD0-4F7E-A8DB-C73BC518FB29}"/>
              </a:ext>
            </a:extLst>
          </p:cNvPr>
          <p:cNvSpPr>
            <a:spLocks xmlns:a="http://schemas.openxmlformats.org/drawingml/2006/main" noGrp="1"/>
          </p:cNvSpPr>
          <p:nvPr/>
        </p:nvSpPr>
        <p:spPr>
          <a:xfrm xmlns:a="http://schemas.openxmlformats.org/drawingml/2006/main">
            <a:off x="8610600" y="3990975"/>
            <a:ext cx="171450" cy="485775"/>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75B3847-9833-4E93-B926-12DC6191F31C}"/>
              </a:ext>
            </a:extLst>
          </p:cNvPr>
          <p:cNvSpPr>
            <a:spLocks xmlns:a="http://schemas.openxmlformats.org/drawingml/2006/main" noGrp="1"/>
          </p:cNvSpPr>
          <p:nvPr/>
        </p:nvSpPr>
        <p:spPr>
          <a:xfrm xmlns:a="http://schemas.openxmlformats.org/drawingml/2006/main">
            <a:off x="8867775" y="3733800"/>
            <a:ext cx="171450" cy="7429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544780D-FC3C-4DE2-8AB2-A7BAC5A93E9E}"/>
              </a:ext>
            </a:extLst>
          </p:cNvPr>
          <p:cNvSpPr>
            <a:spLocks xmlns:a="http://schemas.openxmlformats.org/drawingml/2006/main" noGrp="1"/>
          </p:cNvSpPr>
          <p:nvPr/>
        </p:nvSpPr>
        <p:spPr>
          <a:xfrm xmlns:a="http://schemas.openxmlformats.org/drawingml/2006/main">
            <a:off x="9124950" y="3333750"/>
            <a:ext cx="171450" cy="114300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689AA40-1AA8-4D40-A0B6-53C4B090FDE7}"/>
              </a:ext>
            </a:extLst>
          </p:cNvPr>
          <p:cNvSpPr>
            <a:spLocks xmlns:a="http://schemas.openxmlformats.org/drawingml/2006/main" noGrp="1"/>
          </p:cNvSpPr>
          <p:nvPr/>
        </p:nvSpPr>
        <p:spPr>
          <a:xfrm xmlns:a="http://schemas.openxmlformats.org/drawingml/2006/main">
            <a:off x="9382125" y="3048000"/>
            <a:ext cx="171450" cy="14287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2BB86FB-7D62-4EFC-8E46-54A9E5F3C149}"/>
              </a:ext>
            </a:extLst>
          </p:cNvPr>
          <p:cNvSpPr>
            <a:spLocks xmlns:a="http://schemas.openxmlformats.org/drawingml/2006/main" noGrp="1"/>
          </p:cNvSpPr>
          <p:nvPr/>
        </p:nvSpPr>
        <p:spPr>
          <a:xfrm xmlns:a="http://schemas.openxmlformats.org/drawingml/2006/main">
            <a:off x="9639300" y="3376613"/>
            <a:ext cx="171450" cy="1100138"/>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DA85B77-56BA-48A3-B70E-CB58E5DD66DA}"/>
              </a:ext>
            </a:extLst>
          </p:cNvPr>
          <p:cNvSpPr>
            <a:spLocks xmlns:a="http://schemas.openxmlformats.org/drawingml/2006/main" noGrp="1"/>
          </p:cNvSpPr>
          <p:nvPr/>
        </p:nvSpPr>
        <p:spPr>
          <a:xfrm xmlns:a="http://schemas.openxmlformats.org/drawingml/2006/main">
            <a:off x="9896475" y="3833813"/>
            <a:ext cx="171450" cy="642938"/>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622269CE-82A5-4B2A-904E-2027AE6986AA}"/>
              </a:ext>
            </a:extLst>
          </p:cNvPr>
          <p:cNvSpPr>
            <a:spLocks xmlns:a="http://schemas.openxmlformats.org/drawingml/2006/main" noGrp="1"/>
          </p:cNvSpPr>
          <p:nvPr/>
        </p:nvSpPr>
        <p:spPr>
          <a:xfrm xmlns:a="http://schemas.openxmlformats.org/drawingml/2006/main">
            <a:off x="10153650" y="4162425"/>
            <a:ext cx="171450" cy="3143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AD3B5707-5A70-47CF-8876-02B7DBAB9191}"/>
              </a:ext>
            </a:extLst>
          </p:cNvPr>
          <p:cNvSpPr>
            <a:spLocks xmlns:a="http://schemas.openxmlformats.org/drawingml/2006/main" noGrp="1"/>
          </p:cNvSpPr>
          <p:nvPr/>
        </p:nvSpPr>
        <p:spPr>
          <a:xfrm xmlns:a="http://schemas.openxmlformats.org/drawingml/2006/main">
            <a:off x="10410825" y="4348163"/>
            <a:ext cx="171450" cy="128588"/>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6228A821-AAD7-42CD-8746-53020680AFB2}"/>
              </a:ext>
            </a:extLst>
          </p:cNvPr>
          <p:cNvSpPr>
            <a:spLocks xmlns:a="http://schemas.openxmlformats.org/drawingml/2006/main" noGrp="1"/>
          </p:cNvSpPr>
          <p:nvPr/>
        </p:nvSpPr>
        <p:spPr>
          <a:xfrm xmlns:a="http://schemas.openxmlformats.org/drawingml/2006/main">
            <a:off x="8048625" y="4476750"/>
            <a:ext cx="2762250" cy="0"/>
          </a:xfrm>
          <a:prstGeom xmlns:a="http://schemas.openxmlformats.org/drawingml/2006/main" prst="line">
            <a:avLst/>
          </a:prstGeom>
          <a:noFill xmlns:a="http://schemas.openxmlformats.org/drawingml/2006/main"/>
          <a:ln xmlns:a="http://schemas.openxmlformats.org/drawingml/2006/main" w="11430">
            <a:solidFill>
              <a:srgbClr val="6E777B"/>
            </a:solidFill>
            <a:prstDash val="solid"/>
          </a:ln>
        </p:spPr>
      </p:sp>
      <p:sp>
        <p:nvSpPr>
          <p:cNvPr id="57" name="">
            <a:extLst xmlns:a="http://schemas.openxmlformats.org/drawingml/2006/main">
              <a:ext uri="{FF2B5EF4-FFF2-40B4-BE49-F238E27FC236}">
                <a16:creationId xmlns:a16="http://schemas.microsoft.com/office/drawing/2014/main" id="{F0EFD659-E96C-4E80-9CBA-0F2E8A499A3F}"/>
              </a:ext>
            </a:extLst>
          </p:cNvPr>
          <p:cNvSpPr>
            <a:spLocks xmlns:a="http://schemas.openxmlformats.org/drawingml/2006/main" noGrp="1"/>
          </p:cNvSpPr>
          <p:nvPr/>
        </p:nvSpPr>
        <p:spPr>
          <a:xfrm xmlns:a="http://schemas.openxmlformats.org/drawingml/2006/main">
            <a:off x="8191500" y="46196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定常EEDF p(ε)</a:t>
            </a:r>
          </a:p>
        </p:txBody>
      </p:sp>
      <p:cxnSp>
        <p:nvCxnSpPr>
          <p:cNvPr id="183" name=""/>
          <p:cNvCxnSpPr>
            <a:stCxn xmlns:a="http://schemas.openxmlformats.org/drawingml/2006/main" id="5" idx="3"/>
            <a:endCxn xmlns:a="http://schemas.openxmlformats.org/drawingml/2006/main" id="43" idx="2"/>
          </p:cNvCxnSpPr>
          <p:nvPr/>
        </p:nvCxnSpPr>
        <p:spPr>
          <a:xfrm xmlns:a="http://schemas.openxmlformats.org/drawingml/2006/main">
            <a:off x="3095625" y="3619500"/>
            <a:ext cx="1381125" cy="95250"/>
          </a:xfrm>
          <a:prstGeom xmlns:a="http://schemas.openxmlformats.org/drawingml/2006/main" prst="straightConnector1">
            <a:avLst/>
          </a:prstGeom>
          <a:ln xmlns:a="http://schemas.openxmlformats.org/drawingml/2006/main" w="14288">
            <a:solidFill>
              <a:srgbClr val="747E83"/>
            </a:solidFill>
            <a:prstDash val="solid"/>
            <a:tailEnd type="arrow" w="sm" len="sm"/>
          </a:ln>
        </p:spPr>
      </p:cxnSp>
      <p:cxnSp>
        <p:nvCxnSpPr>
          <p:cNvPr id="184" name=""/>
          <p:cNvCxnSpPr>
            <a:stCxn xmlns:a="http://schemas.openxmlformats.org/drawingml/2006/main" id="43" idx="6"/>
            <a:endCxn xmlns:a="http://schemas.openxmlformats.org/drawingml/2006/main" id="45" idx="1"/>
          </p:cNvCxnSpPr>
          <p:nvPr/>
        </p:nvCxnSpPr>
        <p:spPr>
          <a:xfrm xmlns:a="http://schemas.openxmlformats.org/drawingml/2006/main">
            <a:off x="6191250" y="3714750"/>
            <a:ext cx="1619250" cy="47625"/>
          </a:xfrm>
          <a:prstGeom xmlns:a="http://schemas.openxmlformats.org/drawingml/2006/main" prst="straightConnector1">
            <a:avLst/>
          </a:prstGeom>
          <a:ln xmlns:a="http://schemas.openxmlformats.org/drawingml/2006/main" w="14288">
            <a:solidFill>
              <a:srgbClr val="747E83"/>
            </a:solidFill>
            <a:prstDash val="solid"/>
            <a:tailEnd type="arrow" w="sm" len="sm"/>
          </a:ln>
        </p:spPr>
      </p:cxnSp>
      <p:sp>
        <p:nvSpPr>
          <p:cNvPr id="60" name="">
            <a:extLst xmlns:a="http://schemas.openxmlformats.org/drawingml/2006/main">
              <a:ext uri="{FF2B5EF4-FFF2-40B4-BE49-F238E27FC236}">
                <a16:creationId xmlns:a16="http://schemas.microsoft.com/office/drawing/2014/main" id="{5D224355-6655-46AE-AC03-A0BBC116790B}"/>
              </a:ext>
            </a:extLst>
          </p:cNvPr>
          <p:cNvSpPr>
            <a:spLocks xmlns:a="http://schemas.openxmlformats.org/drawingml/2006/main" noGrp="1"/>
          </p:cNvSpPr>
          <p:nvPr/>
        </p:nvSpPr>
        <p:spPr>
          <a:xfrm xmlns:a="http://schemas.openxmlformats.org/drawingml/2006/main">
            <a:off x="857250" y="528637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1. 局所遷移を構成</a:t>
            </a:r>
          </a:p>
        </p:txBody>
      </p:sp>
      <p:sp>
        <p:nvSpPr>
          <p:cNvPr id="61" name="">
            <a:extLst xmlns:a="http://schemas.openxmlformats.org/drawingml/2006/main">
              <a:ext uri="{FF2B5EF4-FFF2-40B4-BE49-F238E27FC236}">
                <a16:creationId xmlns:a16="http://schemas.microsoft.com/office/drawing/2014/main" id="{0297016D-A3C4-4FC3-8544-EB29FB5643F3}"/>
              </a:ext>
            </a:extLst>
          </p:cNvPr>
          <p:cNvSpPr>
            <a:spLocks xmlns:a="http://schemas.openxmlformats.org/drawingml/2006/main" noGrp="1"/>
          </p:cNvSpPr>
          <p:nvPr/>
        </p:nvSpPr>
        <p:spPr>
          <a:xfrm xmlns:a="http://schemas.openxmlformats.org/drawingml/2006/main">
            <a:off x="3905250" y="52863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2. 成長率gを調整し固有値1を探索</a:t>
            </a:r>
          </a:p>
        </p:txBody>
      </p:sp>
      <p:sp>
        <p:nvSpPr>
          <p:cNvPr id="62" name="">
            <a:extLst xmlns:a="http://schemas.openxmlformats.org/drawingml/2006/main">
              <a:ext uri="{FF2B5EF4-FFF2-40B4-BE49-F238E27FC236}">
                <a16:creationId xmlns:a16="http://schemas.microsoft.com/office/drawing/2014/main" id="{8F0FFD28-A763-40CE-824E-596150302A08}"/>
              </a:ext>
            </a:extLst>
          </p:cNvPr>
          <p:cNvSpPr>
            <a:spLocks xmlns:a="http://schemas.openxmlformats.org/drawingml/2006/main" noGrp="1"/>
          </p:cNvSpPr>
          <p:nvPr/>
        </p:nvSpPr>
        <p:spPr>
          <a:xfrm xmlns:a="http://schemas.openxmlformats.org/drawingml/2006/main">
            <a:off x="7810500" y="52863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6DBB20"/>
                </a:solidFill>
                <a:latin typeface="Noto Sans JP"/>
                <a:ea typeface="Noto Sans JP"/>
                <a:cs typeface="Noto Sans JP"/>
              </a:defRPr>
            </a:pPr>
            <a:r>
              <a:rPr sz="1200" b="1" i="0">
                <a:solidFill>
                  <a:srgbClr val="6DBB20"/>
                </a:solidFill>
                <a:latin typeface="Noto Sans JP"/>
                <a:ea typeface="Noto Sans JP"/>
                <a:cs typeface="Noto Sans JP"/>
              </a:rPr>
              <a:t>3. 角度積分してEEDF・モーメントを算出</a:t>
            </a:r>
          </a:p>
        </p:txBody>
      </p:sp>
      <p:sp>
        <p:nvSpPr>
          <p:cNvPr id="63" name="takeaway-bullet">
            <a:extLst xmlns:a="http://schemas.openxmlformats.org/drawingml/2006/main">
              <a:ext uri="{FF2B5EF4-FFF2-40B4-BE49-F238E27FC236}">
                <a16:creationId xmlns:a16="http://schemas.microsoft.com/office/drawing/2014/main" id="{3ACD68CC-C80C-429F-912E-F1204F040199}"/>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4" name="takeaway">
            <a:extLst xmlns:a="http://schemas.openxmlformats.org/drawingml/2006/main">
              <a:ext uri="{FF2B5EF4-FFF2-40B4-BE49-F238E27FC236}">
                <a16:creationId xmlns:a16="http://schemas.microsoft.com/office/drawing/2014/main" id="{4D244FAC-650C-4484-A447-87CDC98D3BC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遷移行列Pの固有値1に対応する定常確率分布を求める。</a:t>
            </a:r>
          </a:p>
        </p:txBody>
      </p:sp>
      <p:sp>
        <p:nvSpPr>
          <p:cNvPr id="66" name="footer">
            <a:extLst xmlns:a="http://schemas.openxmlformats.org/drawingml/2006/main">
              <a:ext uri="{FF2B5EF4-FFF2-40B4-BE49-F238E27FC236}">
                <a16:creationId xmlns:a16="http://schemas.microsoft.com/office/drawing/2014/main" id="{82A574B7-28A4-4B46-B375-C1FE2384D5C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67" name="page">
            <a:extLst xmlns:a="http://schemas.openxmlformats.org/drawingml/2006/main">
              <a:ext uri="{FF2B5EF4-FFF2-40B4-BE49-F238E27FC236}">
                <a16:creationId xmlns:a16="http://schemas.microsoft.com/office/drawing/2014/main" id="{F360F508-0E37-4341-9383-7395474E7BD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21</a:t>
            </a:r>
          </a:p>
        </p:txBody>
      </p:sp>
      <p:sp>
        <p:nvSpPr>
          <p:cNvPr id="126" name="section">
            <a:extLst xmlns:a="http://schemas.openxmlformats.org/drawingml/2006/main">
              <a:ext uri="{FF2B5EF4-FFF2-40B4-BE49-F238E27FC236}">
                <a16:creationId xmlns:a16="http://schemas.microsoft.com/office/drawing/2014/main" id="{4C6EF870-C07B-4791-989B-4DF8C461A397}"/>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7757527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B5CCD25-83E8-4149-B688-FFCED10C333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Propagator法 3/3：独立な離散化検証に有用</a:t>
            </a:r>
          </a:p>
        </p:txBody>
      </p:sp>
      <p:graphicFrame>
        <p:nvGraphicFramePr>
          <p:cNvPr id="18" name=""/>
          <p:cNvGraphicFramePr/>
          <p:nvPr/>
        </p:nvGraphicFramePr>
        <p:xfrm>
          <a:off xmlns:a="http://schemas.openxmlformats.org/drawingml/2006/main" x="571500" y="1428750"/>
          <a:ext xmlns:a="http://schemas.openxmlformats.org/drawingml/2006/main" cx="11049000" cy="2524125"/>
        </p:xfrm>
        <a:graphic xmlns:a="http://schemas.openxmlformats.org/drawingml/2006/main">
          <a:graphicData uri="http://schemas.openxmlformats.org/drawingml/2006/table">
            <a:tbl>
              <a:tblPr/>
              <a:tblGrid>
                <a:gridCol w="2979506"/>
                <a:gridCol w="2482921"/>
                <a:gridCol w="1800118"/>
                <a:gridCol w="1800118"/>
                <a:gridCol w="1986337"/>
              </a:tblGrid>
              <a:tr h="631031">
                <a:tc>
                  <a:txBody>
                    <a:bodyPr lIns="57150" tIns="47625" rIns="57150" bIns="47625">
                      <a:normAutofit/>
                    </a:bodyPr>
                    <a:lstStyle/>
                    <a:p>
                      <a:pPr algn="l">
                        <a:buNone/>
                      </a:pPr>
                      <a:r>
                        <a:rPr sz="1125" b="1">
                          <a:solidFill>
                            <a:srgbClr val="FFFFFF"/>
                          </a:solidFill>
                          <a:latin typeface="Noto Sans JP"/>
                          <a:ea typeface="Noto Sans JP"/>
                          <a:cs typeface="Noto Sans JP"/>
                        </a:rPr>
                        <a:t>検証条件</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格子比較</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最大δ⟨ε⟩</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最大δW（ドリフト速度）</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最大重み付きL1差</a:t>
                      </a:r>
                    </a:p>
                  </a:txBody>
                  <a:tcPr marL="91440" marR="91440" marT="45720" marB="45720" anchor="ctr">
                    <a:solidFill>
                      <a:srgbClr val="00A6D6"/>
                    </a:solidFill>
                  </a:tcPr>
                </a:tc>
              </a:tr>
              <a:tr h="631031">
                <a:tc>
                  <a:txBody>
                    <a:bodyPr lIns="57150" tIns="47625" rIns="57150" bIns="47625">
                      <a:normAutofit/>
                    </a:bodyPr>
                    <a:lstStyle/>
                    <a:p>
                      <a:pPr algn="l">
                        <a:buNone/>
                      </a:pPr>
                      <a:r>
                        <a:rPr sz="1125" b="1">
                          <a:solidFill>
                            <a:srgbClr val="333333"/>
                          </a:solidFill>
                          <a:latin typeface="Noto Sans JP"/>
                          <a:ea typeface="Noto Sans JP"/>
                          <a:cs typeface="Noto Sans JP"/>
                        </a:rPr>
                        <a:t>Ar 0.05–1 Td</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中格子／細格子</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0.393%</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0.544%</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0.637%</a:t>
                      </a:r>
                    </a:p>
                  </a:txBody>
                  <a:tcPr marL="91440" marR="91440" marT="45720" marB="45720" anchor="ctr">
                    <a:solidFill>
                      <a:srgbClr val="FFFFFF"/>
                    </a:solidFill>
                  </a:tcPr>
                </a:tc>
              </a:tr>
              <a:tr h="631031">
                <a:tc>
                  <a:txBody>
                    <a:bodyPr lIns="57150" tIns="47625" rIns="57150" bIns="47625">
                      <a:normAutofit/>
                    </a:bodyPr>
                    <a:lstStyle/>
                    <a:p>
                      <a:pPr algn="l">
                        <a:buNone/>
                      </a:pPr>
                      <a:r>
                        <a:rPr sz="1125" b="1">
                          <a:solidFill>
                            <a:srgbClr val="333333"/>
                          </a:solidFill>
                          <a:latin typeface="Noto Sans JP"/>
                          <a:ea typeface="Noto Sans JP"/>
                          <a:cs typeface="Noto Sans JP"/>
                        </a:rPr>
                        <a:t>Ar（非弾性衝突あり） 10–500 Td</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中格子／細格子</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0.178%</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0.619%</a:t>
                      </a:r>
                    </a:p>
                  </a:txBody>
                  <a:tcPr marL="91440" marR="91440" marT="45720" marB="45720" anchor="ctr">
                    <a:solidFill>
                      <a:srgbClr val="F2F3F4"/>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a:t>
                      </a:r>
                    </a:p>
                  </a:txBody>
                  <a:tcPr marL="91440" marR="91440" marT="45720" marB="45720" anchor="ctr">
                    <a:solidFill>
                      <a:srgbClr val="F2F3F4"/>
                    </a:solidFill>
                  </a:tcPr>
                </a:tc>
              </a:tr>
              <a:tr h="631031">
                <a:tc>
                  <a:txBody>
                    <a:bodyPr lIns="57150" tIns="47625" rIns="57150" bIns="47625">
                      <a:normAutofit/>
                    </a:bodyPr>
                    <a:lstStyle/>
                    <a:p>
                      <a:pPr algn="l">
                        <a:buNone/>
                      </a:pPr>
                      <a:r>
                        <a:rPr sz="1125" b="1">
                          <a:solidFill>
                            <a:srgbClr val="333333"/>
                          </a:solidFill>
                          <a:latin typeface="Noto Sans JP"/>
                          <a:ea typeface="Noto Sans JP"/>
                          <a:cs typeface="Noto Sans JP"/>
                        </a:rPr>
                        <a:t>GEC高電界 4000 Td</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300×48 / 600×72</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0.374%</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0.547%</a:t>
                      </a:r>
                    </a:p>
                  </a:txBody>
                  <a:tcPr marL="91440" marR="91440" marT="45720" marB="45720" anchor="ctr">
                    <a:solidFill>
                      <a:srgbClr val="FFFFFF"/>
                    </a:solidFill>
                  </a:tcPr>
                </a:tc>
                <a:tc>
                  <a:txBody>
                    <a:bodyPr lIns="57150" tIns="47625" rIns="57150" bIns="47625">
                      <a:normAutofit/>
                    </a:bodyPr>
                    <a:lstStyle/>
                    <a:p>
                      <a:pPr algn="ctr">
                        <a:buNone/>
                      </a:pPr>
                      <a:r>
                        <a:rPr sz="1125" b="0">
                          <a:solidFill>
                            <a:srgbClr val="333333"/>
                          </a:solidFill>
                          <a:latin typeface="Noto Sans JP"/>
                          <a:ea typeface="Noto Sans JP"/>
                          <a:cs typeface="Noto Sans JP"/>
                        </a:rPr>
                        <a:t>0.252%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342DA35-27DC-4941-B75A-69D00895706D}"/>
              </a:ext>
            </a:extLst>
          </p:cNvPr>
          <p:cNvSpPr>
            <a:spLocks xmlns:a="http://schemas.openxmlformats.org/drawingml/2006/main" noGrp="1"/>
          </p:cNvSpPr>
          <p:nvPr/>
        </p:nvSpPr>
        <p:spPr>
          <a:xfrm xmlns:a="http://schemas.openxmlformats.org/drawingml/2006/main">
            <a:off x="762000" y="433387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6DBB20"/>
                </a:solidFill>
                <a:latin typeface="Noto Sans JP"/>
                <a:ea typeface="Noto Sans JP"/>
                <a:cs typeface="Noto Sans JP"/>
              </a:defRPr>
            </a:pPr>
            <a:r>
              <a:rPr sz="1500" b="1" i="0">
                <a:solidFill>
                  <a:srgbClr val="6DBB20"/>
                </a:solidFill>
                <a:latin typeface="Noto Sans JP"/>
                <a:ea typeface="Noto Sans JP"/>
                <a:cs typeface="Noto Sans JP"/>
              </a:rPr>
              <a:t>強み</a:t>
            </a:r>
          </a:p>
        </p:txBody>
      </p:sp>
      <p:sp>
        <p:nvSpPr>
          <p:cNvPr id="5" name="">
            <a:extLst xmlns:a="http://schemas.openxmlformats.org/drawingml/2006/main">
              <a:ext uri="{FF2B5EF4-FFF2-40B4-BE49-F238E27FC236}">
                <a16:creationId xmlns:a16="http://schemas.microsoft.com/office/drawing/2014/main" id="{F4515736-B17A-416F-81F7-DDFBF80F2FC3}"/>
              </a:ext>
            </a:extLst>
          </p:cNvPr>
          <p:cNvSpPr>
            <a:spLocks xmlns:a="http://schemas.openxmlformats.org/drawingml/2006/main" noGrp="1"/>
          </p:cNvSpPr>
          <p:nvPr/>
        </p:nvSpPr>
        <p:spPr>
          <a:xfrm xmlns:a="http://schemas.openxmlformats.org/drawingml/2006/main">
            <a:off x="1666875" y="4238625"/>
            <a:ext cx="4524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決定論的、正値・保存的、two-termと異なる(ε,μ)離散化</a:t>
            </a:r>
          </a:p>
        </p:txBody>
      </p:sp>
      <p:sp>
        <p:nvSpPr>
          <p:cNvPr id="6" name="">
            <a:extLst xmlns:a="http://schemas.openxmlformats.org/drawingml/2006/main">
              <a:ext uri="{FF2B5EF4-FFF2-40B4-BE49-F238E27FC236}">
                <a16:creationId xmlns:a16="http://schemas.microsoft.com/office/drawing/2014/main" id="{353352B4-9F9E-4BCA-B5E4-5983D4E8158D}"/>
              </a:ext>
            </a:extLst>
          </p:cNvPr>
          <p:cNvSpPr>
            <a:spLocks xmlns:a="http://schemas.openxmlformats.org/drawingml/2006/main" noGrp="1"/>
          </p:cNvSpPr>
          <p:nvPr/>
        </p:nvSpPr>
        <p:spPr>
          <a:xfrm xmlns:a="http://schemas.openxmlformats.org/drawingml/2006/main">
            <a:off x="6667500" y="433387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D64045"/>
                </a:solidFill>
                <a:latin typeface="Noto Sans JP"/>
                <a:ea typeface="Noto Sans JP"/>
                <a:cs typeface="Noto Sans JP"/>
              </a:defRPr>
            </a:pPr>
            <a:r>
              <a:rPr sz="1500" b="1" i="0">
                <a:solidFill>
                  <a:srgbClr val="D64045"/>
                </a:solidFill>
                <a:latin typeface="Noto Sans JP"/>
                <a:ea typeface="Noto Sans JP"/>
                <a:cs typeface="Noto Sans JP"/>
              </a:rPr>
              <a:t>限界</a:t>
            </a:r>
          </a:p>
        </p:txBody>
      </p:sp>
      <p:sp>
        <p:nvSpPr>
          <p:cNvPr id="7" name="">
            <a:extLst xmlns:a="http://schemas.openxmlformats.org/drawingml/2006/main">
              <a:ext uri="{FF2B5EF4-FFF2-40B4-BE49-F238E27FC236}">
                <a16:creationId xmlns:a16="http://schemas.microsoft.com/office/drawing/2014/main" id="{48BED9D5-2222-4B06-887F-D3704B7BCDC8}"/>
              </a:ext>
            </a:extLst>
          </p:cNvPr>
          <p:cNvSpPr>
            <a:spLocks xmlns:a="http://schemas.openxmlformats.org/drawingml/2006/main" noGrp="1"/>
          </p:cNvSpPr>
          <p:nvPr/>
        </p:nvSpPr>
        <p:spPr>
          <a:xfrm xmlns:a="http://schemas.openxmlformats.org/drawingml/2006/main">
            <a:off x="7524750" y="4143375"/>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現行実装はP1衝突モデル。重心拡散、エネルギー輸送、磁場、RF周期応答は未提供／未検証</a:t>
            </a:r>
          </a:p>
        </p:txBody>
      </p:sp>
      <p:sp>
        <p:nvSpPr>
          <p:cNvPr id="8" name="">
            <a:extLst xmlns:a="http://schemas.openxmlformats.org/drawingml/2006/main">
              <a:ext uri="{FF2B5EF4-FFF2-40B4-BE49-F238E27FC236}">
                <a16:creationId xmlns:a16="http://schemas.microsoft.com/office/drawing/2014/main" id="{B6558DB3-AC3E-4927-B30B-A4447846BE9B}"/>
              </a:ext>
            </a:extLst>
          </p:cNvPr>
          <p:cNvSpPr>
            <a:spLocks xmlns:a="http://schemas.openxmlformats.org/drawingml/2006/main" noGrp="1"/>
          </p:cNvSpPr>
          <p:nvPr/>
        </p:nvSpPr>
        <p:spPr>
          <a:xfrm xmlns:a="http://schemas.openxmlformats.org/drawingml/2006/main">
            <a:off x="762000" y="509587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008DB6"/>
                </a:solidFill>
                <a:latin typeface="Noto Sans JP"/>
                <a:ea typeface="Noto Sans JP"/>
                <a:cs typeface="Noto Sans JP"/>
              </a:defRPr>
            </a:pPr>
            <a:r>
              <a:rPr sz="1425" b="1" i="0">
                <a:solidFill>
                  <a:srgbClr val="008DB6"/>
                </a:solidFill>
                <a:latin typeface="Noto Sans JP"/>
                <a:ea typeface="Noto Sans JP"/>
                <a:cs typeface="Noto Sans JP"/>
              </a:rPr>
              <a:t>推奨用途</a:t>
            </a:r>
          </a:p>
        </p:txBody>
      </p:sp>
      <p:sp>
        <p:nvSpPr>
          <p:cNvPr id="9" name="">
            <a:extLst xmlns:a="http://schemas.openxmlformats.org/drawingml/2006/main">
              <a:ext uri="{FF2B5EF4-FFF2-40B4-BE49-F238E27FC236}">
                <a16:creationId xmlns:a16="http://schemas.microsoft.com/office/drawing/2014/main" id="{DDDC750C-69AF-442B-87A1-A327CE1F2D36}"/>
              </a:ext>
            </a:extLst>
          </p:cNvPr>
          <p:cNvSpPr>
            <a:spLocks xmlns:a="http://schemas.openxmlformats.org/drawingml/2006/main" noGrp="1"/>
          </p:cNvSpPr>
          <p:nvPr/>
        </p:nvSpPr>
        <p:spPr>
          <a:xfrm xmlns:a="http://schemas.openxmlformats.org/drawingml/2006/main">
            <a:off x="1952625" y="50006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EEDF・平均エネルギー・フラックス・ドリフト速度の独立検算。提供されない輸送量を推定で補わない。</a:t>
            </a:r>
          </a:p>
        </p:txBody>
      </p:sp>
      <p:sp>
        <p:nvSpPr>
          <p:cNvPr id="10" name="takeaway-bullet">
            <a:extLst xmlns:a="http://schemas.openxmlformats.org/drawingml/2006/main">
              <a:ext uri="{FF2B5EF4-FFF2-40B4-BE49-F238E27FC236}">
                <a16:creationId xmlns:a16="http://schemas.microsoft.com/office/drawing/2014/main" id="{046EEF1F-EDF4-410F-A4C5-B7FB8C7163F6}"/>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ABF413B7-447A-48DD-947B-C423EF6E7BB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強みは統計ノイズのない独立離散化。検証済み出力の範囲を越えてCOMSOL入力を作らない。</a:t>
            </a:r>
          </a:p>
        </p:txBody>
      </p:sp>
      <p:sp>
        <p:nvSpPr>
          <p:cNvPr id="13" name="footer">
            <a:extLst xmlns:a="http://schemas.openxmlformats.org/drawingml/2006/main">
              <a:ext uri="{FF2B5EF4-FFF2-40B4-BE49-F238E27FC236}">
                <a16:creationId xmlns:a16="http://schemas.microsoft.com/office/drawing/2014/main" id="{B20F79E0-2B89-4B12-A0E6-46E681D9697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4" name="page">
            <a:extLst xmlns:a="http://schemas.openxmlformats.org/drawingml/2006/main">
              <a:ext uri="{FF2B5EF4-FFF2-40B4-BE49-F238E27FC236}">
                <a16:creationId xmlns:a16="http://schemas.microsoft.com/office/drawing/2014/main" id="{D31F4D15-C471-48F3-BD31-3BAE9BE1361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22</a:t>
            </a:r>
          </a:p>
        </p:txBody>
      </p:sp>
      <p:sp>
        <p:nvSpPr>
          <p:cNvPr id="16" name="section">
            <a:extLst xmlns:a="http://schemas.openxmlformats.org/drawingml/2006/main">
              <a:ext uri="{FF2B5EF4-FFF2-40B4-BE49-F238E27FC236}">
                <a16:creationId xmlns:a16="http://schemas.microsoft.com/office/drawing/2014/main" id="{2DB31DA9-A40A-4069-B0FA-1A708E79E67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Tree>
    <p:extLst>
      <p:ext uri="{BB962C8B-B14F-4D97-AF65-F5344CB8AC3E}">
        <p14:creationId xmlns:p14="http://schemas.microsoft.com/office/powerpoint/2010/main" val="110978759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B8978BF-3395-4B62-BA51-5E149BE49A8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手法間差を、4種類の誤差に分けて読む</a:t>
            </a:r>
          </a:p>
        </p:txBody>
      </p:sp>
      <p:graphicFrame>
        <p:nvGraphicFramePr>
          <p:cNvPr id="14" name=""/>
          <p:cNvGraphicFramePr/>
          <p:nvPr/>
        </p:nvGraphicFramePr>
        <p:xfrm>
          <a:off xmlns:a="http://schemas.openxmlformats.org/drawingml/2006/main" x="523875" y="1428750"/>
          <a:ext xmlns:a="http://schemas.openxmlformats.org/drawingml/2006/main" cx="11144250" cy="3429000"/>
        </p:xfrm>
        <a:graphic xmlns:a="http://schemas.openxmlformats.org/drawingml/2006/main">
          <a:graphicData uri="http://schemas.openxmlformats.org/drawingml/2006/table">
            <a:tbl>
              <a:tblPr/>
              <a:tblGrid>
                <a:gridCol w="1815636"/>
                <a:gridCol w="3067799"/>
                <a:gridCol w="2629542"/>
                <a:gridCol w="3631272"/>
              </a:tblGrid>
              <a:tr h="685800">
                <a:tc>
                  <a:txBody>
                    <a:bodyPr lIns="57150" tIns="47625" rIns="57150" bIns="47625">
                      <a:normAutofit/>
                    </a:bodyPr>
                    <a:lstStyle/>
                    <a:p>
                      <a:pPr algn="l">
                        <a:buNone/>
                      </a:pPr>
                      <a:r>
                        <a:rPr sz="1125" b="1">
                          <a:solidFill>
                            <a:srgbClr val="FFFFFF"/>
                          </a:solidFill>
                          <a:latin typeface="Noto Sans JP"/>
                          <a:ea typeface="Noto Sans JP"/>
                          <a:cs typeface="Noto Sans JP"/>
                        </a:rPr>
                        <a:t>誤差の種類</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例</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主な観測量</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低減・確認方法</a:t>
                      </a:r>
                    </a:p>
                  </a:txBody>
                  <a:tcPr marL="91440" marR="91440" marT="45720" marB="45720" anchor="ctr">
                    <a:solidFill>
                      <a:srgbClr val="00A6D6"/>
                    </a:solidFill>
                  </a:tcPr>
                </a:tc>
              </a:tr>
              <a:tr h="685800">
                <a:tc>
                  <a:txBody>
                    <a:bodyPr lIns="57150" tIns="47625" rIns="57150" bIns="47625">
                      <a:normAutofit/>
                    </a:bodyPr>
                    <a:lstStyle/>
                    <a:p>
                      <a:pPr algn="l">
                        <a:buNone/>
                      </a:pPr>
                      <a:r>
                        <a:rPr sz="1050" b="1">
                          <a:solidFill>
                            <a:srgbClr val="333333"/>
                          </a:solidFill>
                          <a:latin typeface="Noto Sans JP"/>
                          <a:ea typeface="Noto Sans JP"/>
                          <a:cs typeface="Noto Sans JP"/>
                        </a:rPr>
                        <a:t>入力データ</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断面積、閾値、角度散乱、混合比</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全てのEEDF・物性</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同じ入力データ識別子、過程一覧、単位を固定</a:t>
                      </a:r>
                    </a:p>
                  </a:txBody>
                  <a:tcPr marL="91440" marR="91440" marT="45720" marB="45720" anchor="ctr">
                    <a:solidFill>
                      <a:srgbClr val="FFFFFF"/>
                    </a:solidFill>
                  </a:tcPr>
                </a:tc>
              </a:tr>
              <a:tr h="685800">
                <a:tc>
                  <a:txBody>
                    <a:bodyPr lIns="57150" tIns="47625" rIns="57150" bIns="47625">
                      <a:normAutofit/>
                    </a:bodyPr>
                    <a:lstStyle/>
                    <a:p>
                      <a:pPr algn="l">
                        <a:buNone/>
                      </a:pPr>
                      <a:r>
                        <a:rPr sz="1050" b="1">
                          <a:solidFill>
                            <a:srgbClr val="333333"/>
                          </a:solidFill>
                          <a:latin typeface="Noto Sans JP"/>
                          <a:ea typeface="Noto Sans JP"/>
                          <a:cs typeface="Noto Sans JP"/>
                        </a:rPr>
                        <a:t>物理モデル</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two-term角度切断、P1角度モデル、付着・磁場対応</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角度分布、高エネルギー尾部、輸送</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能力表と結果メタデータを確認</a:t>
                      </a:r>
                    </a:p>
                  </a:txBody>
                  <a:tcPr marL="91440" marR="91440" marT="45720" marB="45720" anchor="ctr">
                    <a:solidFill>
                      <a:srgbClr val="F2F3F4"/>
                    </a:solidFill>
                  </a:tcPr>
                </a:tc>
              </a:tr>
              <a:tr h="685800">
                <a:tc>
                  <a:txBody>
                    <a:bodyPr lIns="57150" tIns="47625" rIns="57150" bIns="47625">
                      <a:normAutofit/>
                    </a:bodyPr>
                    <a:lstStyle/>
                    <a:p>
                      <a:pPr algn="l">
                        <a:buNone/>
                      </a:pPr>
                      <a:r>
                        <a:rPr sz="1050" b="1">
                          <a:solidFill>
                            <a:srgbClr val="333333"/>
                          </a:solidFill>
                          <a:latin typeface="Noto Sans JP"/>
                          <a:ea typeface="Noto Sans JP"/>
                          <a:cs typeface="Noto Sans JP"/>
                        </a:rPr>
                        <a:t>離散化</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エネルギー上限・格子、Lmax、時間刻み</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EEDF形状、平均量、反応速度</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格子細分化・Lmax・高エネルギー尾部延長</a:t>
                      </a:r>
                    </a:p>
                  </a:txBody>
                  <a:tcPr marL="91440" marR="91440" marT="45720" marB="45720" anchor="ctr">
                    <a:solidFill>
                      <a:srgbClr val="FFFFFF"/>
                    </a:solidFill>
                  </a:tcPr>
                </a:tc>
              </a:tr>
              <a:tr h="685800">
                <a:tc>
                  <a:txBody>
                    <a:bodyPr lIns="57150" tIns="47625" rIns="57150" bIns="47625">
                      <a:normAutofit/>
                    </a:bodyPr>
                    <a:lstStyle/>
                    <a:p>
                      <a:pPr algn="l">
                        <a:buNone/>
                      </a:pPr>
                      <a:r>
                        <a:rPr sz="1050" b="1">
                          <a:solidFill>
                            <a:srgbClr val="333333"/>
                          </a:solidFill>
                          <a:latin typeface="Noto Sans JP"/>
                          <a:ea typeface="Noto Sans JP"/>
                          <a:cs typeface="Noto Sans JP"/>
                        </a:rPr>
                        <a:t>統計</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粒子数、独立反復、相関、系譜</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Monte CarloのEEDF・反応速度・輸送</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95%信頼区間・相対標準誤差・有効標本数、定常性</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287E1389-2E95-466D-A499-211021FCD6EA}"/>
              </a:ext>
            </a:extLst>
          </p:cNvPr>
          <p:cNvSpPr>
            <a:spLocks xmlns:a="http://schemas.openxmlformats.org/drawingml/2006/main" noGrp="1"/>
          </p:cNvSpPr>
          <p:nvPr/>
        </p:nvSpPr>
        <p:spPr>
          <a:xfrm xmlns:a="http://schemas.openxmlformats.org/drawingml/2006/main">
            <a:off x="1714500" y="5191125"/>
            <a:ext cx="1143000" cy="57150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伝播</a:t>
            </a:r>
          </a:p>
        </p:txBody>
      </p:sp>
      <p:sp>
        <p:nvSpPr>
          <p:cNvPr id="5" name="">
            <a:extLst xmlns:a="http://schemas.openxmlformats.org/drawingml/2006/main">
              <a:ext uri="{FF2B5EF4-FFF2-40B4-BE49-F238E27FC236}">
                <a16:creationId xmlns:a16="http://schemas.microsoft.com/office/drawing/2014/main" id="{BB27F6B6-6DAF-4F82-A0A4-23F2392A3FF3}"/>
              </a:ext>
            </a:extLst>
          </p:cNvPr>
          <p:cNvSpPr>
            <a:spLocks xmlns:a="http://schemas.openxmlformats.org/drawingml/2006/main" noGrp="1"/>
          </p:cNvSpPr>
          <p:nvPr/>
        </p:nvSpPr>
        <p:spPr>
          <a:xfrm xmlns:a="http://schemas.openxmlformats.org/drawingml/2006/main">
            <a:off x="2857500" y="5191125"/>
            <a:ext cx="762000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δKPI² ≈ Σα (∂KPI/∂qα)² δqα² + 2Σα&lt;β Cov(qα,qβ)</a:t>
            </a:r>
          </a:p>
        </p:txBody>
      </p:sp>
      <p:sp>
        <p:nvSpPr>
          <p:cNvPr id="6" name="takeaway-bullet">
            <a:extLst xmlns:a="http://schemas.openxmlformats.org/drawingml/2006/main">
              <a:ext uri="{FF2B5EF4-FFF2-40B4-BE49-F238E27FC236}">
                <a16:creationId xmlns:a16="http://schemas.microsoft.com/office/drawing/2014/main" id="{526E66E0-C2EF-4613-849C-42595C82221F}"/>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72B980DE-482B-4FCF-ACA9-32CCC78E8ED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4手法の一致は離散化・モデル差の一部を減らす証拠。断面積が正しいことや装置KPIの妥当性までは証明しない。</a:t>
            </a:r>
          </a:p>
        </p:txBody>
      </p:sp>
      <p:sp>
        <p:nvSpPr>
          <p:cNvPr id="9" name="footer">
            <a:extLst xmlns:a="http://schemas.openxmlformats.org/drawingml/2006/main">
              <a:ext uri="{FF2B5EF4-FFF2-40B4-BE49-F238E27FC236}">
                <a16:creationId xmlns:a16="http://schemas.microsoft.com/office/drawing/2014/main" id="{CBE0AF5C-D4A2-4E0F-BB73-9D15106880B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658BC31D-3B1F-4980-8A98-97B3114A189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23</a:t>
            </a:r>
          </a:p>
        </p:txBody>
      </p:sp>
      <p:sp>
        <p:nvSpPr>
          <p:cNvPr id="12" name="section">
            <a:extLst xmlns:a="http://schemas.openxmlformats.org/drawingml/2006/main">
              <a:ext uri="{FF2B5EF4-FFF2-40B4-BE49-F238E27FC236}">
                <a16:creationId xmlns:a16="http://schemas.microsoft.com/office/drawing/2014/main" id="{EE432CD0-7D20-4D12-8EDC-22E023F3EBA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III. 比較と実装</a:t>
            </a:r>
          </a:p>
        </p:txBody>
      </p:sp>
    </p:spTree>
    <p:extLst>
      <p:ext uri="{BB962C8B-B14F-4D97-AF65-F5344CB8AC3E}">
        <p14:creationId xmlns:p14="http://schemas.microsoft.com/office/powerpoint/2010/main" val="147978864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02B1EC2-9666-4D0A-AE96-A40238B2283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コードの処理フローを物理的な言葉で読む</a:t>
            </a:r>
          </a:p>
        </p:txBody>
      </p:sp>
      <p:sp>
        <p:nvSpPr>
          <p:cNvPr id="3" name="">
            <a:extLst xmlns:a="http://schemas.openxmlformats.org/drawingml/2006/main">
              <a:ext uri="{FF2B5EF4-FFF2-40B4-BE49-F238E27FC236}">
                <a16:creationId xmlns:a16="http://schemas.microsoft.com/office/drawing/2014/main" id="{443F39C3-B88E-4863-A389-60F985D849BB}"/>
              </a:ext>
            </a:extLst>
          </p:cNvPr>
          <p:cNvSpPr>
            <a:spLocks xmlns:a="http://schemas.openxmlformats.org/drawingml/2006/main" noGrp="1"/>
          </p:cNvSpPr>
          <p:nvPr/>
        </p:nvSpPr>
        <p:spPr>
          <a:xfrm xmlns:a="http://schemas.openxmlformats.org/drawingml/2006/main">
            <a:off x="590550" y="13144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01</a:t>
            </a:r>
          </a:p>
        </p:txBody>
      </p:sp>
      <p:sp>
        <p:nvSpPr>
          <p:cNvPr id="4" name="">
            <a:extLst xmlns:a="http://schemas.openxmlformats.org/drawingml/2006/main">
              <a:ext uri="{FF2B5EF4-FFF2-40B4-BE49-F238E27FC236}">
                <a16:creationId xmlns:a16="http://schemas.microsoft.com/office/drawing/2014/main" id="{1E51E02E-F88A-4787-A160-4A7F383EA7D7}"/>
              </a:ext>
            </a:extLst>
          </p:cNvPr>
          <p:cNvSpPr>
            <a:spLocks xmlns:a="http://schemas.openxmlformats.org/drawingml/2006/main" noGrp="1"/>
          </p:cNvSpPr>
          <p:nvPr/>
        </p:nvSpPr>
        <p:spPr>
          <a:xfrm xmlns:a="http://schemas.openxmlformats.org/drawingml/2006/main">
            <a:off x="1238250" y="12954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条件を指定</a:t>
            </a:r>
          </a:p>
        </p:txBody>
      </p:sp>
      <p:sp>
        <p:nvSpPr>
          <p:cNvPr id="5" name="">
            <a:extLst xmlns:a="http://schemas.openxmlformats.org/drawingml/2006/main">
              <a:ext uri="{FF2B5EF4-FFF2-40B4-BE49-F238E27FC236}">
                <a16:creationId xmlns:a16="http://schemas.microsoft.com/office/drawing/2014/main" id="{DFD6B004-928E-4353-A7B8-60611B2EE357}"/>
              </a:ext>
            </a:extLst>
          </p:cNvPr>
          <p:cNvSpPr>
            <a:spLocks xmlns:a="http://schemas.openxmlformats.org/drawingml/2006/main" noGrp="1"/>
          </p:cNvSpPr>
          <p:nvPr/>
        </p:nvSpPr>
        <p:spPr>
          <a:xfrm xmlns:a="http://schemas.openxmlformats.org/drawingml/2006/main">
            <a:off x="4524375" y="12954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ガス組成、温度、圧力、E/N、使う計算法、必要な追加物理を入力する。</a:t>
            </a:r>
          </a:p>
        </p:txBody>
      </p:sp>
      <p:sp>
        <p:nvSpPr>
          <p:cNvPr id="6" name="">
            <a:extLst xmlns:a="http://schemas.openxmlformats.org/drawingml/2006/main">
              <a:ext uri="{FF2B5EF4-FFF2-40B4-BE49-F238E27FC236}">
                <a16:creationId xmlns:a16="http://schemas.microsoft.com/office/drawing/2014/main" id="{CBC17BE4-356E-46D4-AFB3-B751CF860EAE}"/>
              </a:ext>
            </a:extLst>
          </p:cNvPr>
          <p:cNvSpPr>
            <a:spLocks xmlns:a="http://schemas.openxmlformats.org/drawingml/2006/main" noGrp="1"/>
          </p:cNvSpPr>
          <p:nvPr/>
        </p:nvSpPr>
        <p:spPr>
          <a:xfrm xmlns:a="http://schemas.openxmlformats.org/drawingml/2006/main">
            <a:off x="1238250" y="18192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7" name="">
            <a:extLst xmlns:a="http://schemas.openxmlformats.org/drawingml/2006/main">
              <a:ext uri="{FF2B5EF4-FFF2-40B4-BE49-F238E27FC236}">
                <a16:creationId xmlns:a16="http://schemas.microsoft.com/office/drawing/2014/main" id="{7AA20CA9-2D5F-4EB1-8F13-3356AF555723}"/>
              </a:ext>
            </a:extLst>
          </p:cNvPr>
          <p:cNvSpPr>
            <a:spLocks xmlns:a="http://schemas.openxmlformats.org/drawingml/2006/main" noGrp="1"/>
          </p:cNvSpPr>
          <p:nvPr/>
        </p:nvSpPr>
        <p:spPr>
          <a:xfrm xmlns:a="http://schemas.openxmlformats.org/drawingml/2006/main">
            <a:off x="590550" y="20288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02</a:t>
            </a:r>
          </a:p>
        </p:txBody>
      </p:sp>
      <p:sp>
        <p:nvSpPr>
          <p:cNvPr id="8" name="">
            <a:extLst xmlns:a="http://schemas.openxmlformats.org/drawingml/2006/main">
              <a:ext uri="{FF2B5EF4-FFF2-40B4-BE49-F238E27FC236}">
                <a16:creationId xmlns:a16="http://schemas.microsoft.com/office/drawing/2014/main" id="{BF7596CE-3EEE-4B50-8975-0F29DC14EB36}"/>
              </a:ext>
            </a:extLst>
          </p:cNvPr>
          <p:cNvSpPr>
            <a:spLocks xmlns:a="http://schemas.openxmlformats.org/drawingml/2006/main" noGrp="1"/>
          </p:cNvSpPr>
          <p:nvPr/>
        </p:nvSpPr>
        <p:spPr>
          <a:xfrm xmlns:a="http://schemas.openxmlformats.org/drawingml/2006/main">
            <a:off x="1238250" y="20097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実行前に確認</a:t>
            </a:r>
          </a:p>
        </p:txBody>
      </p:sp>
      <p:sp>
        <p:nvSpPr>
          <p:cNvPr id="9" name="">
            <a:extLst xmlns:a="http://schemas.openxmlformats.org/drawingml/2006/main">
              <a:ext uri="{FF2B5EF4-FFF2-40B4-BE49-F238E27FC236}">
                <a16:creationId xmlns:a16="http://schemas.microsoft.com/office/drawing/2014/main" id="{B5782B18-24F5-4E5D-8C2F-5D1E03E8E7BB}"/>
              </a:ext>
            </a:extLst>
          </p:cNvPr>
          <p:cNvSpPr>
            <a:spLocks xmlns:a="http://schemas.openxmlformats.org/drawingml/2006/main" noGrp="1"/>
          </p:cNvSpPr>
          <p:nvPr/>
        </p:nvSpPr>
        <p:spPr>
          <a:xfrm xmlns:a="http://schemas.openxmlformats.org/drawingml/2006/main">
            <a:off x="4524375" y="20097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単位、断面積、各手法の対応範囲を確認し、未対応物理を黙って無視しない。</a:t>
            </a:r>
          </a:p>
        </p:txBody>
      </p:sp>
      <p:sp>
        <p:nvSpPr>
          <p:cNvPr id="10" name="">
            <a:extLst xmlns:a="http://schemas.openxmlformats.org/drawingml/2006/main">
              <a:ext uri="{FF2B5EF4-FFF2-40B4-BE49-F238E27FC236}">
                <a16:creationId xmlns:a16="http://schemas.microsoft.com/office/drawing/2014/main" id="{3A333B8E-3BBE-4746-8FC1-6B3899E138E2}"/>
              </a:ext>
            </a:extLst>
          </p:cNvPr>
          <p:cNvSpPr>
            <a:spLocks xmlns:a="http://schemas.openxmlformats.org/drawingml/2006/main" noGrp="1"/>
          </p:cNvSpPr>
          <p:nvPr/>
        </p:nvSpPr>
        <p:spPr>
          <a:xfrm xmlns:a="http://schemas.openxmlformats.org/drawingml/2006/main">
            <a:off x="1238250" y="253365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1" name="">
            <a:extLst xmlns:a="http://schemas.openxmlformats.org/drawingml/2006/main">
              <a:ext uri="{FF2B5EF4-FFF2-40B4-BE49-F238E27FC236}">
                <a16:creationId xmlns:a16="http://schemas.microsoft.com/office/drawing/2014/main" id="{2FBA15FD-F8A9-41F9-A3DF-F4DFFD8752C8}"/>
              </a:ext>
            </a:extLst>
          </p:cNvPr>
          <p:cNvSpPr>
            <a:spLocks xmlns:a="http://schemas.openxmlformats.org/drawingml/2006/main" noGrp="1"/>
          </p:cNvSpPr>
          <p:nvPr/>
        </p:nvSpPr>
        <p:spPr>
          <a:xfrm xmlns:a="http://schemas.openxmlformats.org/drawingml/2006/main">
            <a:off x="590550" y="27432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03</a:t>
            </a:r>
          </a:p>
        </p:txBody>
      </p:sp>
      <p:sp>
        <p:nvSpPr>
          <p:cNvPr id="12" name="">
            <a:extLst xmlns:a="http://schemas.openxmlformats.org/drawingml/2006/main">
              <a:ext uri="{FF2B5EF4-FFF2-40B4-BE49-F238E27FC236}">
                <a16:creationId xmlns:a16="http://schemas.microsoft.com/office/drawing/2014/main" id="{D9E693EB-AD62-45B0-B75F-3507DD8B6BD2}"/>
              </a:ext>
            </a:extLst>
          </p:cNvPr>
          <p:cNvSpPr>
            <a:spLocks xmlns:a="http://schemas.openxmlformats.org/drawingml/2006/main" noGrp="1"/>
          </p:cNvSpPr>
          <p:nvPr/>
        </p:nvSpPr>
        <p:spPr>
          <a:xfrm xmlns:a="http://schemas.openxmlformats.org/drawingml/2006/main">
            <a:off x="1238250" y="27241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4手法を実行</a:t>
            </a:r>
          </a:p>
        </p:txBody>
      </p:sp>
      <p:sp>
        <p:nvSpPr>
          <p:cNvPr id="13" name="">
            <a:extLst xmlns:a="http://schemas.openxmlformats.org/drawingml/2006/main">
              <a:ext uri="{FF2B5EF4-FFF2-40B4-BE49-F238E27FC236}">
                <a16:creationId xmlns:a16="http://schemas.microsoft.com/office/drawing/2014/main" id="{0D9B8DED-882E-452A-A701-8BC45EFFC01A}"/>
              </a:ext>
            </a:extLst>
          </p:cNvPr>
          <p:cNvSpPr>
            <a:spLocks xmlns:a="http://schemas.openxmlformats.org/drawingml/2006/main" noGrp="1"/>
          </p:cNvSpPr>
          <p:nvPr/>
        </p:nvSpPr>
        <p:spPr>
          <a:xfrm xmlns:a="http://schemas.openxmlformats.org/drawingml/2006/main">
            <a:off x="4524375" y="27241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各手法が自身の未知量と離散化でEEDF・物性を計算する。</a:t>
            </a:r>
          </a:p>
        </p:txBody>
      </p:sp>
      <p:sp>
        <p:nvSpPr>
          <p:cNvPr id="14" name="">
            <a:extLst xmlns:a="http://schemas.openxmlformats.org/drawingml/2006/main">
              <a:ext uri="{FF2B5EF4-FFF2-40B4-BE49-F238E27FC236}">
                <a16:creationId xmlns:a16="http://schemas.microsoft.com/office/drawing/2014/main" id="{4F08E8CD-46E7-44D0-B8B9-1AEBE750EEC1}"/>
              </a:ext>
            </a:extLst>
          </p:cNvPr>
          <p:cNvSpPr>
            <a:spLocks xmlns:a="http://schemas.openxmlformats.org/drawingml/2006/main" noGrp="1"/>
          </p:cNvSpPr>
          <p:nvPr/>
        </p:nvSpPr>
        <p:spPr>
          <a:xfrm xmlns:a="http://schemas.openxmlformats.org/drawingml/2006/main">
            <a:off x="1238250" y="324802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5" name="">
            <a:extLst xmlns:a="http://schemas.openxmlformats.org/drawingml/2006/main">
              <a:ext uri="{FF2B5EF4-FFF2-40B4-BE49-F238E27FC236}">
                <a16:creationId xmlns:a16="http://schemas.microsoft.com/office/drawing/2014/main" id="{2E913468-03C0-4023-B3C5-0FA1D241F96C}"/>
              </a:ext>
            </a:extLst>
          </p:cNvPr>
          <p:cNvSpPr>
            <a:spLocks xmlns:a="http://schemas.openxmlformats.org/drawingml/2006/main" noGrp="1"/>
          </p:cNvSpPr>
          <p:nvPr/>
        </p:nvSpPr>
        <p:spPr>
          <a:xfrm xmlns:a="http://schemas.openxmlformats.org/drawingml/2006/main">
            <a:off x="590550" y="34575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04</a:t>
            </a:r>
          </a:p>
        </p:txBody>
      </p:sp>
      <p:sp>
        <p:nvSpPr>
          <p:cNvPr id="16" name="">
            <a:extLst xmlns:a="http://schemas.openxmlformats.org/drawingml/2006/main">
              <a:ext uri="{FF2B5EF4-FFF2-40B4-BE49-F238E27FC236}">
                <a16:creationId xmlns:a16="http://schemas.microsoft.com/office/drawing/2014/main" id="{889394B0-AE74-409A-BDFA-DF262C192565}"/>
              </a:ext>
            </a:extLst>
          </p:cNvPr>
          <p:cNvSpPr>
            <a:spLocks xmlns:a="http://schemas.openxmlformats.org/drawingml/2006/main" noGrp="1"/>
          </p:cNvSpPr>
          <p:nvPr/>
        </p:nvSpPr>
        <p:spPr>
          <a:xfrm xmlns:a="http://schemas.openxmlformats.org/drawingml/2006/main">
            <a:off x="1238250" y="34385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数値品質を確認</a:t>
            </a:r>
          </a:p>
        </p:txBody>
      </p:sp>
      <p:sp>
        <p:nvSpPr>
          <p:cNvPr id="17" name="">
            <a:extLst xmlns:a="http://schemas.openxmlformats.org/drawingml/2006/main">
              <a:ext uri="{FF2B5EF4-FFF2-40B4-BE49-F238E27FC236}">
                <a16:creationId xmlns:a16="http://schemas.microsoft.com/office/drawing/2014/main" id="{E4B6E17B-B6D8-4388-B95F-C1AE695BB05C}"/>
              </a:ext>
            </a:extLst>
          </p:cNvPr>
          <p:cNvSpPr>
            <a:spLocks xmlns:a="http://schemas.openxmlformats.org/drawingml/2006/main" noGrp="1"/>
          </p:cNvSpPr>
          <p:nvPr/>
        </p:nvSpPr>
        <p:spPr>
          <a:xfrm xmlns:a="http://schemas.openxmlformats.org/drawingml/2006/main">
            <a:off x="4524375" y="34385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485"/>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正規化、残差、格子／Lmax収束、Monte Carlo統計、高エネルギー尾部の範囲を確認する。</a:t>
            </a:r>
          </a:p>
        </p:txBody>
      </p:sp>
      <p:sp>
        <p:nvSpPr>
          <p:cNvPr id="18" name="">
            <a:extLst xmlns:a="http://schemas.openxmlformats.org/drawingml/2006/main">
              <a:ext uri="{FF2B5EF4-FFF2-40B4-BE49-F238E27FC236}">
                <a16:creationId xmlns:a16="http://schemas.microsoft.com/office/drawing/2014/main" id="{91A5FE38-0634-4ED0-87B5-41F64D65BCBE}"/>
              </a:ext>
            </a:extLst>
          </p:cNvPr>
          <p:cNvSpPr>
            <a:spLocks xmlns:a="http://schemas.openxmlformats.org/drawingml/2006/main" noGrp="1"/>
          </p:cNvSpPr>
          <p:nvPr/>
        </p:nvSpPr>
        <p:spPr>
          <a:xfrm xmlns:a="http://schemas.openxmlformats.org/drawingml/2006/main">
            <a:off x="1238250" y="39624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9" name="">
            <a:extLst xmlns:a="http://schemas.openxmlformats.org/drawingml/2006/main">
              <a:ext uri="{FF2B5EF4-FFF2-40B4-BE49-F238E27FC236}">
                <a16:creationId xmlns:a16="http://schemas.microsoft.com/office/drawing/2014/main" id="{CB955A16-3170-470F-BB14-284E6B23856E}"/>
              </a:ext>
            </a:extLst>
          </p:cNvPr>
          <p:cNvSpPr>
            <a:spLocks xmlns:a="http://schemas.openxmlformats.org/drawingml/2006/main" noGrp="1"/>
          </p:cNvSpPr>
          <p:nvPr/>
        </p:nvSpPr>
        <p:spPr>
          <a:xfrm xmlns:a="http://schemas.openxmlformats.org/drawingml/2006/main">
            <a:off x="590550" y="41719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05</a:t>
            </a:r>
          </a:p>
        </p:txBody>
      </p:sp>
      <p:sp>
        <p:nvSpPr>
          <p:cNvPr id="20" name="">
            <a:extLst xmlns:a="http://schemas.openxmlformats.org/drawingml/2006/main">
              <a:ext uri="{FF2B5EF4-FFF2-40B4-BE49-F238E27FC236}">
                <a16:creationId xmlns:a16="http://schemas.microsoft.com/office/drawing/2014/main" id="{4A629B7F-2C44-4D8F-A1EC-C3983B09271F}"/>
              </a:ext>
            </a:extLst>
          </p:cNvPr>
          <p:cNvSpPr>
            <a:spLocks xmlns:a="http://schemas.openxmlformats.org/drawingml/2006/main" noGrp="1"/>
          </p:cNvSpPr>
          <p:nvPr/>
        </p:nvSpPr>
        <p:spPr>
          <a:xfrm xmlns:a="http://schemas.openxmlformats.org/drawingml/2006/main">
            <a:off x="1238250" y="41529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同一定義で比較</a:t>
            </a:r>
          </a:p>
        </p:txBody>
      </p:sp>
      <p:sp>
        <p:nvSpPr>
          <p:cNvPr id="21" name="">
            <a:extLst xmlns:a="http://schemas.openxmlformats.org/drawingml/2006/main">
              <a:ext uri="{FF2B5EF4-FFF2-40B4-BE49-F238E27FC236}">
                <a16:creationId xmlns:a16="http://schemas.microsoft.com/office/drawing/2014/main" id="{3E44E82A-6F31-4B16-B7F5-EABDFA195095}"/>
              </a:ext>
            </a:extLst>
          </p:cNvPr>
          <p:cNvSpPr>
            <a:spLocks xmlns:a="http://schemas.openxmlformats.org/drawingml/2006/main" noGrp="1"/>
          </p:cNvSpPr>
          <p:nvPr/>
        </p:nvSpPr>
        <p:spPr>
          <a:xfrm xmlns:a="http://schemas.openxmlformats.org/drawingml/2006/main">
            <a:off x="4524375" y="41529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共通エネルギー格子と同じ輸送量定義で、EEDF・平均量・反応速度を比較する。</a:t>
            </a:r>
          </a:p>
        </p:txBody>
      </p:sp>
      <p:sp>
        <p:nvSpPr>
          <p:cNvPr id="22" name="">
            <a:extLst xmlns:a="http://schemas.openxmlformats.org/drawingml/2006/main">
              <a:ext uri="{FF2B5EF4-FFF2-40B4-BE49-F238E27FC236}">
                <a16:creationId xmlns:a16="http://schemas.microsoft.com/office/drawing/2014/main" id="{00B2DD52-F2DF-48A0-B474-32319F11CBAB}"/>
              </a:ext>
            </a:extLst>
          </p:cNvPr>
          <p:cNvSpPr>
            <a:spLocks xmlns:a="http://schemas.openxmlformats.org/drawingml/2006/main" noGrp="1"/>
          </p:cNvSpPr>
          <p:nvPr/>
        </p:nvSpPr>
        <p:spPr>
          <a:xfrm xmlns:a="http://schemas.openxmlformats.org/drawingml/2006/main">
            <a:off x="1238250" y="46767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3" name="">
            <a:extLst xmlns:a="http://schemas.openxmlformats.org/drawingml/2006/main">
              <a:ext uri="{FF2B5EF4-FFF2-40B4-BE49-F238E27FC236}">
                <a16:creationId xmlns:a16="http://schemas.microsoft.com/office/drawing/2014/main" id="{DFCDC6AC-41D3-4789-B387-5C54562A067B}"/>
              </a:ext>
            </a:extLst>
          </p:cNvPr>
          <p:cNvSpPr>
            <a:spLocks xmlns:a="http://schemas.openxmlformats.org/drawingml/2006/main" noGrp="1"/>
          </p:cNvSpPr>
          <p:nvPr/>
        </p:nvSpPr>
        <p:spPr>
          <a:xfrm xmlns:a="http://schemas.openxmlformats.org/drawingml/2006/main">
            <a:off x="590550" y="48863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06</a:t>
            </a:r>
          </a:p>
        </p:txBody>
      </p:sp>
      <p:sp>
        <p:nvSpPr>
          <p:cNvPr id="24" name="">
            <a:extLst xmlns:a="http://schemas.openxmlformats.org/drawingml/2006/main">
              <a:ext uri="{FF2B5EF4-FFF2-40B4-BE49-F238E27FC236}">
                <a16:creationId xmlns:a16="http://schemas.microsoft.com/office/drawing/2014/main" id="{D2EB2748-65D9-49EA-9DBB-7A069EE2CFB4}"/>
              </a:ext>
            </a:extLst>
          </p:cNvPr>
          <p:cNvSpPr>
            <a:spLocks xmlns:a="http://schemas.openxmlformats.org/drawingml/2006/main" noGrp="1"/>
          </p:cNvSpPr>
          <p:nvPr/>
        </p:nvSpPr>
        <p:spPr>
          <a:xfrm xmlns:a="http://schemas.openxmlformats.org/drawingml/2006/main">
            <a:off x="1238250" y="48672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COMSOL表を出力</a:t>
            </a:r>
          </a:p>
        </p:txBody>
      </p:sp>
      <p:sp>
        <p:nvSpPr>
          <p:cNvPr id="25" name="">
            <a:extLst xmlns:a="http://schemas.openxmlformats.org/drawingml/2006/main">
              <a:ext uri="{FF2B5EF4-FFF2-40B4-BE49-F238E27FC236}">
                <a16:creationId xmlns:a16="http://schemas.microsoft.com/office/drawing/2014/main" id="{29554F5E-F15C-447B-A980-04F324DD99EE}"/>
              </a:ext>
            </a:extLst>
          </p:cNvPr>
          <p:cNvSpPr>
            <a:spLocks xmlns:a="http://schemas.openxmlformats.org/drawingml/2006/main" noGrp="1"/>
          </p:cNvSpPr>
          <p:nvPr/>
        </p:nvSpPr>
        <p:spPr>
          <a:xfrm xmlns:a="http://schemas.openxmlformats.org/drawingml/2006/main">
            <a:off x="4524375" y="48672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採用条件を満たした結果だけを、単位・出典・対応範囲とともに表へ変換する。</a:t>
            </a:r>
          </a:p>
        </p:txBody>
      </p:sp>
      <p:sp>
        <p:nvSpPr>
          <p:cNvPr id="26" name="">
            <a:extLst xmlns:a="http://schemas.openxmlformats.org/drawingml/2006/main">
              <a:ext uri="{FF2B5EF4-FFF2-40B4-BE49-F238E27FC236}">
                <a16:creationId xmlns:a16="http://schemas.microsoft.com/office/drawing/2014/main" id="{5675AB33-5951-4F24-97E1-AE5A8B8F3134}"/>
              </a:ext>
            </a:extLst>
          </p:cNvPr>
          <p:cNvSpPr>
            <a:spLocks xmlns:a="http://schemas.openxmlformats.org/drawingml/2006/main" noGrp="1"/>
          </p:cNvSpPr>
          <p:nvPr/>
        </p:nvSpPr>
        <p:spPr>
          <a:xfrm xmlns:a="http://schemas.openxmlformats.org/drawingml/2006/main">
            <a:off x="838200" y="5619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設計上の要点</a:t>
            </a:r>
          </a:p>
        </p:txBody>
      </p:sp>
      <p:sp>
        <p:nvSpPr>
          <p:cNvPr id="27" name="">
            <a:extLst xmlns:a="http://schemas.openxmlformats.org/drawingml/2006/main">
              <a:ext uri="{FF2B5EF4-FFF2-40B4-BE49-F238E27FC236}">
                <a16:creationId xmlns:a16="http://schemas.microsoft.com/office/drawing/2014/main" id="{06519C55-BAE5-4405-B0B8-27412E3F34D8}"/>
              </a:ext>
            </a:extLst>
          </p:cNvPr>
          <p:cNvSpPr>
            <a:spLocks xmlns:a="http://schemas.openxmlformats.org/drawingml/2006/main" noGrp="1"/>
          </p:cNvSpPr>
          <p:nvPr/>
        </p:nvSpPr>
        <p:spPr>
          <a:xfrm xmlns:a="http://schemas.openxmlformats.org/drawingml/2006/main">
            <a:off x="2524125" y="552450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計算法の選択と追加物理の要求を分離し、各手法がどう扱ったかを結果に残す。</a:t>
            </a:r>
          </a:p>
        </p:txBody>
      </p:sp>
      <p:sp>
        <p:nvSpPr>
          <p:cNvPr id="28" name="takeaway-bullet">
            <a:extLst xmlns:a="http://schemas.openxmlformats.org/drawingml/2006/main">
              <a:ext uri="{FF2B5EF4-FFF2-40B4-BE49-F238E27FC236}">
                <a16:creationId xmlns:a16="http://schemas.microsoft.com/office/drawing/2014/main" id="{AD12EFB5-11D0-4C5D-B5E2-5BDF776C0F5B}"/>
              </a:ext>
            </a:extLst>
          </p:cNvPr>
          <p:cNvSpPr>
            <a:spLocks xmlns:a="http://schemas.openxmlformats.org/drawingml/2006/main" noGrp="1"/>
          </p:cNvSpPr>
          <p:nvPr/>
        </p:nvSpPr>
        <p:spPr>
          <a:xfrm xmlns:a="http://schemas.openxmlformats.org/drawingml/2006/main">
            <a:off x="457200" y="60864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9" name="takeaway">
            <a:extLst xmlns:a="http://schemas.openxmlformats.org/drawingml/2006/main">
              <a:ext uri="{FF2B5EF4-FFF2-40B4-BE49-F238E27FC236}">
                <a16:creationId xmlns:a16="http://schemas.microsoft.com/office/drawing/2014/main" id="{2507E8F9-624D-4BD1-9A86-1A0734123C54}"/>
              </a:ext>
            </a:extLst>
          </p:cNvPr>
          <p:cNvSpPr>
            <a:spLocks xmlns:a="http://schemas.openxmlformats.org/drawingml/2006/main" noGrp="1"/>
          </p:cNvSpPr>
          <p:nvPr/>
        </p:nvSpPr>
        <p:spPr>
          <a:xfrm xmlns:a="http://schemas.openxmlformats.org/drawingml/2006/main">
            <a:off x="647700" y="59626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処理名ではなく、各段階で何の物理・単位・証拠を確認するかを追う。</a:t>
            </a:r>
          </a:p>
        </p:txBody>
      </p:sp>
      <p:sp>
        <p:nvSpPr>
          <p:cNvPr id="31" name="footer">
            <a:extLst xmlns:a="http://schemas.openxmlformats.org/drawingml/2006/main">
              <a:ext uri="{FF2B5EF4-FFF2-40B4-BE49-F238E27FC236}">
                <a16:creationId xmlns:a16="http://schemas.microsoft.com/office/drawing/2014/main" id="{1A98FCDC-3492-4C05-846F-A773AC9EC5C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2" name="page">
            <a:extLst xmlns:a="http://schemas.openxmlformats.org/drawingml/2006/main">
              <a:ext uri="{FF2B5EF4-FFF2-40B4-BE49-F238E27FC236}">
                <a16:creationId xmlns:a16="http://schemas.microsoft.com/office/drawing/2014/main" id="{5BAD5885-227F-4D79-A0B6-058386990A3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24</a:t>
            </a:r>
          </a:p>
        </p:txBody>
      </p:sp>
      <p:sp>
        <p:nvSpPr>
          <p:cNvPr id="33" name="section">
            <a:extLst xmlns:a="http://schemas.openxmlformats.org/drawingml/2006/main">
              <a:ext uri="{FF2B5EF4-FFF2-40B4-BE49-F238E27FC236}">
                <a16:creationId xmlns:a16="http://schemas.microsoft.com/office/drawing/2014/main" id="{8DC53E86-2B2E-43EA-AC9D-EF4661A683F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III. 比較と実装</a:t>
            </a:r>
          </a:p>
        </p:txBody>
      </p:sp>
    </p:spTree>
    <p:extLst>
      <p:ext uri="{BB962C8B-B14F-4D97-AF65-F5344CB8AC3E}">
        <p14:creationId xmlns:p14="http://schemas.microsoft.com/office/powerpoint/2010/main" val="128667486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CAE6BF5-DF89-4D12-AD5B-43A40B6E528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コード用語を、物理用語に言い換える</a:t>
            </a:r>
          </a:p>
        </p:txBody>
      </p:sp>
      <p:graphicFrame>
        <p:nvGraphicFramePr>
          <p:cNvPr id="12" name=""/>
          <p:cNvGraphicFramePr/>
          <p:nvPr/>
        </p:nvGraphicFramePr>
        <p:xfrm>
          <a:off xmlns:a="http://schemas.openxmlformats.org/drawingml/2006/main" x="428625" y="1333500"/>
          <a:ext xmlns:a="http://schemas.openxmlformats.org/drawingml/2006/main" cx="11334750" cy="4333875"/>
        </p:xfrm>
        <a:graphic xmlns:a="http://schemas.openxmlformats.org/drawingml/2006/main">
          <a:graphicData uri="http://schemas.openxmlformats.org/drawingml/2006/table">
            <a:tbl>
              <a:tblPr/>
              <a:tblGrid>
                <a:gridCol w="2867828"/>
                <a:gridCol w="2731265"/>
                <a:gridCol w="5735657"/>
              </a:tblGrid>
              <a:tr h="481542">
                <a:tc>
                  <a:txBody>
                    <a:bodyPr lIns="57150" tIns="47625" rIns="57150" bIns="47625">
                      <a:normAutofit/>
                    </a:bodyPr>
                    <a:lstStyle/>
                    <a:p>
                      <a:pPr algn="l">
                        <a:buNone/>
                      </a:pPr>
                      <a:r>
                        <a:rPr sz="1125" b="1">
                          <a:solidFill>
                            <a:srgbClr val="FFFFFF"/>
                          </a:solidFill>
                          <a:latin typeface="Noto Sans JP"/>
                          <a:ea typeface="Noto Sans JP"/>
                          <a:cs typeface="Noto Sans JP"/>
                        </a:rPr>
                        <a:t>コード・ファイル中の名称</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この資料での呼び方</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意味</a:t>
                      </a:r>
                    </a:p>
                  </a:txBody>
                  <a:tcPr marL="91440" marR="91440" marT="45720" marB="45720" anchor="ctr">
                    <a:solidFill>
                      <a:srgbClr val="00A6D6"/>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run.solvers</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使用する計算法</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two-term、multi-term、Monte Carlo、propagatorの選択</a:t>
                      </a:r>
                    </a:p>
                  </a:txBody>
                  <a:tcPr marL="91440" marR="91440" marT="45720" marB="45720" anchor="ctr">
                    <a:solidFill>
                      <a:srgbClr val="FFFFFF"/>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physics.features</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追加する物理モデル</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e–e衝突、B場、角度散乱などの要求</a:t>
                      </a:r>
                    </a:p>
                  </a:txBody>
                  <a:tcPr marL="91440" marR="91440" marT="45720" marB="45720" anchor="ctr">
                    <a:solidFill>
                      <a:srgbClr val="F2F3F4"/>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solve plan</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実行前の組み合わせ表</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どの手法が要求物理を実行・近似・不対応とするか</a:t>
                      </a:r>
                    </a:p>
                  </a:txBody>
                  <a:tcPr marL="91440" marR="91440" marT="45720" marB="45720" anchor="ctr">
                    <a:solidFill>
                      <a:srgbClr val="FFFFFF"/>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canonical result</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4手法共通の結果形式</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EEDF、物性、数値品質、仮定を同じ項目で保存</a:t>
                      </a:r>
                    </a:p>
                  </a:txBody>
                  <a:tcPr marL="91440" marR="91440" marT="45720" marB="45720" anchor="ctr">
                    <a:solidFill>
                      <a:srgbClr val="F2F3F4"/>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quality gate</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採用判定条件</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正規化・収束・統計誤差などの最低条件</a:t>
                      </a:r>
                    </a:p>
                  </a:txBody>
                  <a:tcPr marL="91440" marR="91440" marT="45720" marB="45720" anchor="ctr">
                    <a:solidFill>
                      <a:srgbClr val="FFFFFF"/>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COMSOL input bundle</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COMSOLへ渡す表一式</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物性表、EEDF表、単位、出典、対応範囲</a:t>
                      </a:r>
                    </a:p>
                  </a:txBody>
                  <a:tcPr marL="91440" marR="91440" marT="45720" marB="45720" anchor="ctr">
                    <a:solidFill>
                      <a:srgbClr val="F2F3F4"/>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model adapter / map</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個別MPHの変数対応</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表の列をCOMSOL変数・反応・解析ステップへ結び付ける設定</a:t>
                      </a:r>
                    </a:p>
                  </a:txBody>
                  <a:tcPr marL="91440" marR="91440" marT="45720" marB="45720" anchor="ctr">
                    <a:solidFill>
                      <a:srgbClr val="FFFFFF"/>
                    </a:solidFill>
                  </a:tcPr>
                </a:tc>
              </a:tr>
              <a:tr h="481542">
                <a:tc>
                  <a:txBody>
                    <a:bodyPr lIns="57150" tIns="47625" rIns="57150" bIns="47625">
                      <a:normAutofit/>
                    </a:bodyPr>
                    <a:lstStyle/>
                    <a:p>
                      <a:pPr algn="l">
                        <a:buNone/>
                      </a:pPr>
                      <a:r>
                        <a:rPr sz="975" b="1">
                          <a:solidFill>
                            <a:srgbClr val="333333"/>
                          </a:solidFill>
                          <a:latin typeface="Noto Sans JP"/>
                          <a:ea typeface="Noto Sans JP"/>
                          <a:cs typeface="Noto Sans JP"/>
                        </a:rPr>
                        <a:t>closure owner</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物性値の供給元</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SwarmとCOMSOLのどちらが各係数を与えるか</a:t>
                      </a:r>
                    </a:p>
                  </a:txBody>
                  <a:tcPr marL="91440" marR="91440" marT="45720" marB="45720" anchor="ctr">
                    <a:solidFill>
                      <a:srgbClr val="F2F3F4"/>
                    </a:solidFill>
                  </a:tcPr>
                </a:tc>
              </a:tr>
            </a:tbl>
          </a:graphicData>
        </a:graphic>
      </p:graphicFrame>
      <p:sp>
        <p:nvSpPr>
          <p:cNvPr id="4" name="takeaway-bullet">
            <a:extLst xmlns:a="http://schemas.openxmlformats.org/drawingml/2006/main">
              <a:ext uri="{FF2B5EF4-FFF2-40B4-BE49-F238E27FC236}">
                <a16:creationId xmlns:a16="http://schemas.microsoft.com/office/drawing/2014/main" id="{41886E6A-0B56-4AEC-9EC5-9477C7EF425A}"/>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takeaway">
            <a:extLst xmlns:a="http://schemas.openxmlformats.org/drawingml/2006/main">
              <a:ext uri="{FF2B5EF4-FFF2-40B4-BE49-F238E27FC236}">
                <a16:creationId xmlns:a16="http://schemas.microsoft.com/office/drawing/2014/main" id="{2CB7754C-F67F-4A0B-90FA-DE1999AFA470}"/>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コード名は追跡性のために残す。説明の主語は、物理量・近似・採用条件・装置判断に置く。</a:t>
            </a:r>
          </a:p>
        </p:txBody>
      </p:sp>
      <p:sp>
        <p:nvSpPr>
          <p:cNvPr id="7" name="footer">
            <a:extLst xmlns:a="http://schemas.openxmlformats.org/drawingml/2006/main">
              <a:ext uri="{FF2B5EF4-FFF2-40B4-BE49-F238E27FC236}">
                <a16:creationId xmlns:a16="http://schemas.microsoft.com/office/drawing/2014/main" id="{89059803-651B-4CFF-B946-56CDB47FADB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page">
            <a:extLst xmlns:a="http://schemas.openxmlformats.org/drawingml/2006/main">
              <a:ext uri="{FF2B5EF4-FFF2-40B4-BE49-F238E27FC236}">
                <a16:creationId xmlns:a16="http://schemas.microsoft.com/office/drawing/2014/main" id="{630C6538-3543-4136-83D8-B62E8394B55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25</a:t>
            </a:r>
          </a:p>
        </p:txBody>
      </p:sp>
      <p:sp>
        <p:nvSpPr>
          <p:cNvPr id="10" name="section">
            <a:extLst xmlns:a="http://schemas.openxmlformats.org/drawingml/2006/main">
              <a:ext uri="{FF2B5EF4-FFF2-40B4-BE49-F238E27FC236}">
                <a16:creationId xmlns:a16="http://schemas.microsoft.com/office/drawing/2014/main" id="{B1344027-1F19-4D2F-ABB5-7E8C8B06D57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III. 比較と実装</a:t>
            </a:r>
          </a:p>
        </p:txBody>
      </p:sp>
    </p:spTree>
    <p:extLst>
      <p:ext uri="{BB962C8B-B14F-4D97-AF65-F5344CB8AC3E}">
        <p14:creationId xmlns:p14="http://schemas.microsoft.com/office/powerpoint/2010/main" val="14619575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CC2F97-5560-4ECC-BDE7-52F46C6C9BD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75A97D45-739E-466C-9004-A1AA17BDB2A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26</a:t>
            </a:r>
          </a:p>
        </p:txBody>
      </p:sp>
      <p:graphicFrame>
        <p:nvGraphicFramePr>
          <p:cNvPr id="25" name=""/>
          <p:cNvGraphicFramePr/>
          <p:nvPr/>
        </p:nvGraphicFramePr>
        <p:xfrm>
          <a:off xmlns:a="http://schemas.openxmlformats.org/drawingml/2006/main" x="495300" y="1476375"/>
          <a:ext xmlns:a="http://schemas.openxmlformats.org/drawingml/2006/main" cx="11125200" cy="2857500"/>
        </p:xfrm>
        <a:graphic xmlns:a="http://schemas.openxmlformats.org/drawingml/2006/main">
          <a:graphicData uri="http://schemas.openxmlformats.org/drawingml/2006/table">
            <a:tbl>
              <a:tblPr firstRow="1" bandRow="0"/>
              <a:tblGrid>
                <a:gridCol w="2286000"/>
                <a:gridCol w="1143000"/>
                <a:gridCol w="2857500"/>
                <a:gridCol w="4838700"/>
              </a:tblGrid>
              <a:tr h="571500">
                <a:tc>
                  <a:txBody>
                    <a:bodyPr lIns="57150" tIns="38100" rIns="47625" bIns="38100">
                      <a:normAutofit/>
                    </a:bodyPr>
                    <a:lstStyle/>
                    <a:p>
                      <a:pPr algn="l">
                        <a:buNone/>
                      </a:pPr>
                      <a:r>
                        <a:rPr sz="1050" b="1">
                          <a:solidFill>
                            <a:srgbClr val="FFFFFF"/>
                          </a:solidFill>
                          <a:latin typeface="Noto Sans JP"/>
                          <a:ea typeface="Noto Sans JP"/>
                          <a:cs typeface="Noto Sans JP"/>
                        </a:rPr>
                        <a:t>ガス／断面積セット</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衝突過程数</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本比較で使用</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注意点</a:t>
                      </a:r>
                    </a:p>
                  </a:txBody>
                  <a:tcPr marL="91440" marR="91440" marT="45720" marB="45720" anchor="ctr">
                    <a:solidFill>
                      <a:srgbClr val="00A6D9"/>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Ar / Biagi</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46</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純Ar、全混合ガスで共通</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弾性・励起・電離</a:t>
                      </a:r>
                    </a:p>
                  </a:txBody>
                  <a:tcPr marL="91440" marR="91440" marT="45720" marB="45720" anchor="ctr">
                    <a:solidFill>
                      <a:srgbClr val="FFFFFF"/>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N₂ / Biagi</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46</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Ar 90% + N₂ 10%</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回転励起なし；1 Tdは適用下限</a:t>
                      </a:r>
                    </a:p>
                  </a:txBody>
                  <a:tcPr marL="91440" marR="91440" marT="45720" marB="45720" anchor="ctr">
                    <a:solidFill>
                      <a:srgbClr val="F1F1F1"/>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O₂ / Biagi（付着あり）</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15</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電子付着の感度確認</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二体解離性付着を含む</a:t>
                      </a:r>
                    </a:p>
                  </a:txBody>
                  <a:tcPr marL="91440" marR="91440" marT="45720" marB="45720" anchor="ctr">
                    <a:solidFill>
                      <a:srgbClr val="FFFFFF"/>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O₂共通（付着なし）</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3手法の共通比較条件</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電気陰性プラズマの予測には使用しない</a:t>
                      </a:r>
                    </a:p>
                  </a:txBody>
                  <a:tcPr marL="91440" marR="91440" marT="45720" marB="45720" anchor="ctr">
                    <a:solidFill>
                      <a:srgbClr val="F1F1F1"/>
                    </a:solidFill>
                  </a:tcPr>
                </a:tc>
              </a:tr>
            </a:tbl>
          </a:graphicData>
        </a:graphic>
      </p:graphicFrame>
      <p:sp>
        <p:nvSpPr>
          <p:cNvPr id="9" name="">
            <a:extLst xmlns:a="http://schemas.openxmlformats.org/drawingml/2006/main">
              <a:ext uri="{FF2B5EF4-FFF2-40B4-BE49-F238E27FC236}">
                <a16:creationId xmlns:a16="http://schemas.microsoft.com/office/drawing/2014/main" id="{4135FFF3-0416-430D-9822-3F59308A719F}"/>
              </a:ext>
            </a:extLst>
          </p:cNvPr>
          <p:cNvSpPr>
            <a:spLocks xmlns:a="http://schemas.openxmlformats.org/drawingml/2006/main" noGrp="1"/>
          </p:cNvSpPr>
          <p:nvPr/>
        </p:nvSpPr>
        <p:spPr>
          <a:xfrm xmlns:a="http://schemas.openxmlformats.org/drawingml/2006/main">
            <a:off x="571500" y="4714875"/>
            <a:ext cx="152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1" i="0">
                <a:solidFill>
                  <a:srgbClr val="211441"/>
                </a:solidFill>
                <a:latin typeface="Noto Sans JP"/>
                <a:ea typeface="Noto Sans JP"/>
                <a:cs typeface="Noto Sans JP"/>
              </a:defRPr>
            </a:pPr>
            <a:r>
              <a:rPr sz="1350" b="1" i="0">
                <a:solidFill>
                  <a:srgbClr val="211441"/>
                </a:solidFill>
                <a:latin typeface="Noto Sans JP"/>
                <a:ea typeface="Noto Sans JP"/>
                <a:cs typeface="Noto Sans JP"/>
              </a:rPr>
              <a:t>入力データ識別子</a:t>
            </a:r>
          </a:p>
        </p:txBody>
      </p:sp>
      <p:sp>
        <p:nvSpPr>
          <p:cNvPr id="10" name="">
            <a:extLst xmlns:a="http://schemas.openxmlformats.org/drawingml/2006/main">
              <a:ext uri="{FF2B5EF4-FFF2-40B4-BE49-F238E27FC236}">
                <a16:creationId xmlns:a16="http://schemas.microsoft.com/office/drawing/2014/main" id="{84A05995-DC06-4F2F-AB09-C424EBF05C7F}"/>
              </a:ext>
            </a:extLst>
          </p:cNvPr>
          <p:cNvSpPr>
            <a:spLocks xmlns:a="http://schemas.openxmlformats.org/drawingml/2006/main" noGrp="1"/>
          </p:cNvSpPr>
          <p:nvPr/>
        </p:nvSpPr>
        <p:spPr>
          <a:xfrm xmlns:a="http://schemas.openxmlformats.org/drawingml/2006/main">
            <a:off x="2095500" y="4657725"/>
            <a:ext cx="895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Ar 11f7…  |  N₂ 430e…  |  O₂（付着あり） cfb…  |  O₂（付着なし） af040…</a:t>
            </a:r>
          </a:p>
        </p:txBody>
      </p:sp>
      <p:sp>
        <p:nvSpPr>
          <p:cNvPr id="11" name="">
            <a:extLst xmlns:a="http://schemas.openxmlformats.org/drawingml/2006/main">
              <a:ext uri="{FF2B5EF4-FFF2-40B4-BE49-F238E27FC236}">
                <a16:creationId xmlns:a16="http://schemas.microsoft.com/office/drawing/2014/main" id="{92EE7B2A-E35C-499F-A687-AF144B457430}"/>
              </a:ext>
            </a:extLst>
          </p:cNvPr>
          <p:cNvSpPr>
            <a:spLocks xmlns:a="http://schemas.openxmlformats.org/drawingml/2006/main" noGrp="1"/>
          </p:cNvSpPr>
          <p:nvPr/>
        </p:nvSpPr>
        <p:spPr>
          <a:xfrm xmlns:a="http://schemas.openxmlformats.org/drawingml/2006/main">
            <a:off x="762000" y="52387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1" i="0">
                <a:solidFill>
                  <a:srgbClr val="007FAE"/>
                </a:solidFill>
                <a:latin typeface="Noto Sans JP"/>
                <a:ea typeface="Noto Sans JP"/>
                <a:cs typeface="Noto Sans JP"/>
              </a:defRPr>
            </a:pPr>
            <a:r>
              <a:rPr sz="1275" b="1" i="0">
                <a:solidFill>
                  <a:srgbClr val="007FAE"/>
                </a:solidFill>
                <a:latin typeface="Noto Sans JP"/>
                <a:ea typeface="Noto Sans JP"/>
                <a:cs typeface="Noto Sans JP"/>
              </a:rPr>
              <a:t>再現条件：Tg=300 K, p=13.3 Pa, 一様直流場, B=0, 電子間衝突なし, E/N={1,10,100,1000} Td</a:t>
            </a:r>
          </a:p>
        </p:txBody>
      </p:sp>
      <p:sp>
        <p:nvSpPr>
          <p:cNvPr id="14" name="">
            <a:extLst xmlns:a="http://schemas.openxmlformats.org/drawingml/2006/main">
              <a:ext uri="{FF2B5EF4-FFF2-40B4-BE49-F238E27FC236}">
                <a16:creationId xmlns:a16="http://schemas.microsoft.com/office/drawing/2014/main" id="{A547CAB9-D10C-4B92-B956-6FAA5D8D38F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計算法の差を解釈する前に、反応セットと電子付着の有無を一致させる。</a:t>
            </a:r>
          </a:p>
        </p:txBody>
      </p:sp>
      <p:sp>
        <p:nvSpPr>
          <p:cNvPr id="15" name="">
            <a:extLst xmlns:a="http://schemas.openxmlformats.org/drawingml/2006/main">
              <a:ext uri="{FF2B5EF4-FFF2-40B4-BE49-F238E27FC236}">
                <a16:creationId xmlns:a16="http://schemas.microsoft.com/office/drawing/2014/main" id="{C7EF961E-13E8-449F-9F6A-7CA77459A72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  outputs/lxcat_swarm_validation/raw_lxcat/*; evaluation/README_ja.md</a:t>
            </a:r>
          </a:p>
        </p:txBody>
      </p:sp>
      <p:sp>
        <p:nvSpPr>
          <p:cNvPr id="18" name="title">
            <a:extLst xmlns:a="http://schemas.openxmlformats.org/drawingml/2006/main">
              <a:ext uri="{FF2B5EF4-FFF2-40B4-BE49-F238E27FC236}">
                <a16:creationId xmlns:a16="http://schemas.microsoft.com/office/drawing/2014/main" id="{0BB6B1CD-5A55-4680-8B95-33652F8C9A7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衝突断面積：4手法で共通にする入力</a:t>
            </a:r>
          </a:p>
        </p:txBody>
      </p:sp>
      <p:sp>
        <p:nvSpPr>
          <p:cNvPr id="19" name="">
            <a:extLst xmlns:a="http://schemas.openxmlformats.org/drawingml/2006/main">
              <a:ext uri="{FF2B5EF4-FFF2-40B4-BE49-F238E27FC236}">
                <a16:creationId xmlns:a16="http://schemas.microsoft.com/office/drawing/2014/main" id="{A6542013-9A7D-45E1-9336-C9FF054DA44E}"/>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8D9C4003-87FB-452D-A575-EBCD2F4A682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2409157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C885F11-F9B4-414F-8438-BA1798D508B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純Ar：Swarm 3手法とCOMSOL解析EEDF</a:t>
            </a:r>
          </a:p>
        </p:txBody>
      </p:sp>
      <p:sp>
        <p:nvSpPr>
          <p:cNvPr id="3" name="subtitle">
            <a:extLst xmlns:a="http://schemas.openxmlformats.org/drawingml/2006/main">
              <a:ext uri="{FF2B5EF4-FFF2-40B4-BE49-F238E27FC236}">
                <a16:creationId xmlns:a16="http://schemas.microsoft.com/office/drawing/2014/main" id="{7AB0BE23-A4A1-4903-9E29-5D33225F91AF}"/>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同じ平均エネルギーに一致させたMaxwellian / Druyvesteynを重ねて形状差を比較　横軸：電子エネルギー ε [eV]（線形）／縦軸：log₁₀ p(ε)</a:t>
            </a:r>
          </a:p>
        </p:txBody>
      </p:sp>
      <p:graphicFrame>
        <p:nvGraphicFramePr>
          <p:cNvPr id="26" name="Chart"/>
          <p:cNvGraphicFramePr/>
          <p:nvPr/>
        </p:nvGraphicFramePr>
        <p:xfrm>
          <a:off xmlns:a="http://schemas.openxmlformats.org/drawingml/2006/main" x="4286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fc7be994546b4cb8"/>
          </a:graphicData>
        </a:graphic>
      </p:graphicFrame>
      <p:graphicFrame>
        <p:nvGraphicFramePr>
          <p:cNvPr id="27" name="Chart"/>
          <p:cNvGraphicFramePr/>
          <p:nvPr/>
        </p:nvGraphicFramePr>
        <p:xfrm>
          <a:off xmlns:a="http://schemas.openxmlformats.org/drawingml/2006/main" x="63341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aa1f3873d5da401a"/>
          </a:graphicData>
        </a:graphic>
      </p:graphicFrame>
      <p:graphicFrame>
        <p:nvGraphicFramePr>
          <p:cNvPr id="28" name="Chart"/>
          <p:cNvGraphicFramePr/>
          <p:nvPr/>
        </p:nvGraphicFramePr>
        <p:xfrm>
          <a:off xmlns:a="http://schemas.openxmlformats.org/drawingml/2006/main" x="4286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2590f096a9c84e0b"/>
          </a:graphicData>
        </a:graphic>
      </p:graphicFrame>
      <p:graphicFrame>
        <p:nvGraphicFramePr>
          <p:cNvPr id="29" name="Chart"/>
          <p:cNvGraphicFramePr/>
          <p:nvPr/>
        </p:nvGraphicFramePr>
        <p:xfrm>
          <a:off xmlns:a="http://schemas.openxmlformats.org/drawingml/2006/main" x="63341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5a6bea01073b4bb7"/>
          </a:graphicData>
        </a:graphic>
      </p:graphicFrame>
      <p:sp>
        <p:nvSpPr>
          <p:cNvPr id="8" name="">
            <a:extLst xmlns:a="http://schemas.openxmlformats.org/drawingml/2006/main">
              <a:ext uri="{FF2B5EF4-FFF2-40B4-BE49-F238E27FC236}">
                <a16:creationId xmlns:a16="http://schemas.microsoft.com/office/drawing/2014/main" id="{2D6B4923-F3D9-4EF8-B518-78F294A3430F}"/>
              </a:ext>
            </a:extLst>
          </p:cNvPr>
          <p:cNvSpPr>
            <a:spLocks xmlns:a="http://schemas.openxmlformats.org/drawingml/2006/main" noGrp="1"/>
          </p:cNvSpPr>
          <p:nvPr/>
        </p:nvSpPr>
        <p:spPr>
          <a:xfrm xmlns:a="http://schemas.openxmlformats.org/drawingml/2006/main">
            <a:off x="714375" y="5676900"/>
            <a:ext cx="304800" cy="0"/>
          </a:xfrm>
          <a:prstGeom xmlns:a="http://schemas.openxmlformats.org/drawingml/2006/main" prst="line">
            <a:avLst/>
          </a:prstGeom>
          <a:noFill xmlns:a="http://schemas.openxmlformats.org/drawingml/2006/main"/>
          <a:ln xmlns:a="http://schemas.openxmlformats.org/drawingml/2006/main" w="22860">
            <a:solidFill>
              <a:srgbClr val="008DB6"/>
            </a:solidFill>
            <a:prstDash val="solid"/>
          </a:ln>
        </p:spPr>
      </p:sp>
      <p:sp>
        <p:nvSpPr>
          <p:cNvPr id="9" name="">
            <a:extLst xmlns:a="http://schemas.openxmlformats.org/drawingml/2006/main">
              <a:ext uri="{FF2B5EF4-FFF2-40B4-BE49-F238E27FC236}">
                <a16:creationId xmlns:a16="http://schemas.microsoft.com/office/drawing/2014/main" id="{3C6E8CD8-994F-4E18-BEAD-69532E487560}"/>
              </a:ext>
            </a:extLst>
          </p:cNvPr>
          <p:cNvSpPr>
            <a:spLocks xmlns:a="http://schemas.openxmlformats.org/drawingml/2006/main" noGrp="1"/>
          </p:cNvSpPr>
          <p:nvPr/>
        </p:nvSpPr>
        <p:spPr>
          <a:xfrm xmlns:a="http://schemas.openxmlformats.org/drawingml/2006/main">
            <a:off x="1076325"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008DB6"/>
                </a:solidFill>
                <a:latin typeface="Noto Sans JP"/>
                <a:ea typeface="Noto Sans JP"/>
                <a:cs typeface="Noto Sans JP"/>
              </a:defRPr>
            </a:pPr>
            <a:r>
              <a:rPr sz="938" b="1" i="0">
                <a:solidFill>
                  <a:srgbClr val="008DB6"/>
                </a:solidFill>
                <a:latin typeface="Noto Sans JP"/>
                <a:ea typeface="Noto Sans JP"/>
                <a:cs typeface="Noto Sans JP"/>
              </a:rPr>
              <a:t>two-term</a:t>
            </a:r>
          </a:p>
        </p:txBody>
      </p:sp>
      <p:sp>
        <p:nvSpPr>
          <p:cNvPr id="10" name="">
            <a:extLst xmlns:a="http://schemas.openxmlformats.org/drawingml/2006/main">
              <a:ext uri="{FF2B5EF4-FFF2-40B4-BE49-F238E27FC236}">
                <a16:creationId xmlns:a16="http://schemas.microsoft.com/office/drawing/2014/main" id="{C8D669C9-D71F-4E18-9AC0-0C36FA903F15}"/>
              </a:ext>
            </a:extLst>
          </p:cNvPr>
          <p:cNvSpPr>
            <a:spLocks xmlns:a="http://schemas.openxmlformats.org/drawingml/2006/main" noGrp="1"/>
          </p:cNvSpPr>
          <p:nvPr/>
        </p:nvSpPr>
        <p:spPr>
          <a:xfrm xmlns:a="http://schemas.openxmlformats.org/drawingml/2006/main">
            <a:off x="2952750" y="5676900"/>
            <a:ext cx="304800" cy="0"/>
          </a:xfrm>
          <a:prstGeom xmlns:a="http://schemas.openxmlformats.org/drawingml/2006/main" prst="line">
            <a:avLst/>
          </a:prstGeom>
          <a:noFill xmlns:a="http://schemas.openxmlformats.org/drawingml/2006/main"/>
          <a:ln xmlns:a="http://schemas.openxmlformats.org/drawingml/2006/main" w="22860">
            <a:solidFill>
              <a:srgbClr val="C88700"/>
            </a:solidFill>
            <a:prstDash val="solid"/>
          </a:ln>
        </p:spPr>
      </p:sp>
      <p:sp>
        <p:nvSpPr>
          <p:cNvPr id="11" name="">
            <a:extLst xmlns:a="http://schemas.openxmlformats.org/drawingml/2006/main">
              <a:ext uri="{FF2B5EF4-FFF2-40B4-BE49-F238E27FC236}">
                <a16:creationId xmlns:a16="http://schemas.microsoft.com/office/drawing/2014/main" id="{6855B5A1-4473-4D16-9A56-F11325FC54DE}"/>
              </a:ext>
            </a:extLst>
          </p:cNvPr>
          <p:cNvSpPr>
            <a:spLocks xmlns:a="http://schemas.openxmlformats.org/drawingml/2006/main" noGrp="1"/>
          </p:cNvSpPr>
          <p:nvPr/>
        </p:nvSpPr>
        <p:spPr>
          <a:xfrm xmlns:a="http://schemas.openxmlformats.org/drawingml/2006/main">
            <a:off x="3314700"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C88700"/>
                </a:solidFill>
                <a:latin typeface="Noto Sans JP"/>
                <a:ea typeface="Noto Sans JP"/>
                <a:cs typeface="Noto Sans JP"/>
              </a:defRPr>
            </a:pPr>
            <a:r>
              <a:rPr sz="938" b="1" i="0">
                <a:solidFill>
                  <a:srgbClr val="C88700"/>
                </a:solidFill>
                <a:latin typeface="Noto Sans JP"/>
                <a:ea typeface="Noto Sans JP"/>
                <a:cs typeface="Noto Sans JP"/>
              </a:rPr>
              <a:t>Monte Carlo</a:t>
            </a:r>
          </a:p>
        </p:txBody>
      </p:sp>
      <p:sp>
        <p:nvSpPr>
          <p:cNvPr id="12" name="">
            <a:extLst xmlns:a="http://schemas.openxmlformats.org/drawingml/2006/main">
              <a:ext uri="{FF2B5EF4-FFF2-40B4-BE49-F238E27FC236}">
                <a16:creationId xmlns:a16="http://schemas.microsoft.com/office/drawing/2014/main" id="{2C589BB6-2C85-45FF-A777-7C2FA6C8258D}"/>
              </a:ext>
            </a:extLst>
          </p:cNvPr>
          <p:cNvSpPr>
            <a:spLocks xmlns:a="http://schemas.openxmlformats.org/drawingml/2006/main" noGrp="1"/>
          </p:cNvSpPr>
          <p:nvPr/>
        </p:nvSpPr>
        <p:spPr>
          <a:xfrm xmlns:a="http://schemas.openxmlformats.org/drawingml/2006/main">
            <a:off x="5191125" y="5676900"/>
            <a:ext cx="304800" cy="0"/>
          </a:xfrm>
          <a:prstGeom xmlns:a="http://schemas.openxmlformats.org/drawingml/2006/main" prst="line">
            <a:avLst/>
          </a:prstGeom>
          <a:noFill xmlns:a="http://schemas.openxmlformats.org/drawingml/2006/main"/>
          <a:ln xmlns:a="http://schemas.openxmlformats.org/drawingml/2006/main" w="22860">
            <a:solidFill>
              <a:srgbClr val="6DBB20"/>
            </a:solidFill>
            <a:prstDash val="solid"/>
          </a:ln>
        </p:spPr>
      </p:sp>
      <p:sp>
        <p:nvSpPr>
          <p:cNvPr id="13" name="">
            <a:extLst xmlns:a="http://schemas.openxmlformats.org/drawingml/2006/main">
              <a:ext uri="{FF2B5EF4-FFF2-40B4-BE49-F238E27FC236}">
                <a16:creationId xmlns:a16="http://schemas.microsoft.com/office/drawing/2014/main" id="{97131EA7-3C4D-473A-9489-0FE63A7C6BC3}"/>
              </a:ext>
            </a:extLst>
          </p:cNvPr>
          <p:cNvSpPr>
            <a:spLocks xmlns:a="http://schemas.openxmlformats.org/drawingml/2006/main" noGrp="1"/>
          </p:cNvSpPr>
          <p:nvPr/>
        </p:nvSpPr>
        <p:spPr>
          <a:xfrm xmlns:a="http://schemas.openxmlformats.org/drawingml/2006/main">
            <a:off x="5553075"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6DBB20"/>
                </a:solidFill>
                <a:latin typeface="Noto Sans JP"/>
                <a:ea typeface="Noto Sans JP"/>
                <a:cs typeface="Noto Sans JP"/>
              </a:defRPr>
            </a:pPr>
            <a:r>
              <a:rPr sz="938" b="1" i="0">
                <a:solidFill>
                  <a:srgbClr val="6DBB20"/>
                </a:solidFill>
                <a:latin typeface="Noto Sans JP"/>
                <a:ea typeface="Noto Sans JP"/>
                <a:cs typeface="Noto Sans JP"/>
              </a:rPr>
              <a:t>propagator P1</a:t>
            </a:r>
          </a:p>
        </p:txBody>
      </p:sp>
      <p:sp>
        <p:nvSpPr>
          <p:cNvPr id="14" name="">
            <a:extLst xmlns:a="http://schemas.openxmlformats.org/drawingml/2006/main">
              <a:ext uri="{FF2B5EF4-FFF2-40B4-BE49-F238E27FC236}">
                <a16:creationId xmlns:a16="http://schemas.microsoft.com/office/drawing/2014/main" id="{3E38FCD1-1B19-4C98-AA3D-259F5BC19D7B}"/>
              </a:ext>
            </a:extLst>
          </p:cNvPr>
          <p:cNvSpPr>
            <a:spLocks xmlns:a="http://schemas.openxmlformats.org/drawingml/2006/main" noGrp="1"/>
          </p:cNvSpPr>
          <p:nvPr/>
        </p:nvSpPr>
        <p:spPr>
          <a:xfrm xmlns:a="http://schemas.openxmlformats.org/drawingml/2006/main">
            <a:off x="7429500" y="5676900"/>
            <a:ext cx="304800" cy="0"/>
          </a:xfrm>
          <a:prstGeom xmlns:a="http://schemas.openxmlformats.org/drawingml/2006/main" prst="line">
            <a:avLst/>
          </a:prstGeom>
          <a:noFill xmlns:a="http://schemas.openxmlformats.org/drawingml/2006/main"/>
          <a:ln xmlns:a="http://schemas.openxmlformats.org/drawingml/2006/main" w="22860">
            <a:solidFill>
              <a:srgbClr val="555F6D"/>
            </a:solidFill>
            <a:prstDash val="dash"/>
          </a:ln>
        </p:spPr>
      </p:sp>
      <p:sp>
        <p:nvSpPr>
          <p:cNvPr id="15" name="">
            <a:extLst xmlns:a="http://schemas.openxmlformats.org/drawingml/2006/main">
              <a:ext uri="{FF2B5EF4-FFF2-40B4-BE49-F238E27FC236}">
                <a16:creationId xmlns:a16="http://schemas.microsoft.com/office/drawing/2014/main" id="{928A36E7-3CD7-4491-BC23-98CBE283A807}"/>
              </a:ext>
            </a:extLst>
          </p:cNvPr>
          <p:cNvSpPr>
            <a:spLocks xmlns:a="http://schemas.openxmlformats.org/drawingml/2006/main" noGrp="1"/>
          </p:cNvSpPr>
          <p:nvPr/>
        </p:nvSpPr>
        <p:spPr>
          <a:xfrm xmlns:a="http://schemas.openxmlformats.org/drawingml/2006/main">
            <a:off x="7791450"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555F6D"/>
                </a:solidFill>
                <a:latin typeface="Noto Sans JP"/>
                <a:ea typeface="Noto Sans JP"/>
                <a:cs typeface="Noto Sans JP"/>
              </a:defRPr>
            </a:pPr>
            <a:r>
              <a:rPr sz="938" b="1" i="0">
                <a:solidFill>
                  <a:srgbClr val="555F6D"/>
                </a:solidFill>
                <a:latin typeface="Noto Sans JP"/>
                <a:ea typeface="Noto Sans JP"/>
                <a:cs typeface="Noto Sans JP"/>
              </a:rPr>
              <a:t>COMSOL Maxwellian</a:t>
            </a:r>
          </a:p>
        </p:txBody>
      </p:sp>
      <p:sp>
        <p:nvSpPr>
          <p:cNvPr id="16" name="">
            <a:extLst xmlns:a="http://schemas.openxmlformats.org/drawingml/2006/main">
              <a:ext uri="{FF2B5EF4-FFF2-40B4-BE49-F238E27FC236}">
                <a16:creationId xmlns:a16="http://schemas.microsoft.com/office/drawing/2014/main" id="{A5FEBBBD-8ACC-4309-AF94-D25EFE01BC5C}"/>
              </a:ext>
            </a:extLst>
          </p:cNvPr>
          <p:cNvSpPr>
            <a:spLocks xmlns:a="http://schemas.openxmlformats.org/drawingml/2006/main" noGrp="1"/>
          </p:cNvSpPr>
          <p:nvPr/>
        </p:nvSpPr>
        <p:spPr>
          <a:xfrm xmlns:a="http://schemas.openxmlformats.org/drawingml/2006/main">
            <a:off x="9667875" y="5676900"/>
            <a:ext cx="304800" cy="0"/>
          </a:xfrm>
          <a:prstGeom xmlns:a="http://schemas.openxmlformats.org/drawingml/2006/main" prst="line">
            <a:avLst/>
          </a:prstGeom>
          <a:noFill xmlns:a="http://schemas.openxmlformats.org/drawingml/2006/main"/>
          <a:ln xmlns:a="http://schemas.openxmlformats.org/drawingml/2006/main" w="22860">
            <a:solidFill>
              <a:srgbClr val="7B2FA3"/>
            </a:solidFill>
            <a:prstDash val="dash"/>
          </a:ln>
        </p:spPr>
      </p:sp>
      <p:sp>
        <p:nvSpPr>
          <p:cNvPr id="17" name="">
            <a:extLst xmlns:a="http://schemas.openxmlformats.org/drawingml/2006/main">
              <a:ext uri="{FF2B5EF4-FFF2-40B4-BE49-F238E27FC236}">
                <a16:creationId xmlns:a16="http://schemas.microsoft.com/office/drawing/2014/main" id="{485679B1-D7D8-4AAB-956F-133DB2F1F989}"/>
              </a:ext>
            </a:extLst>
          </p:cNvPr>
          <p:cNvSpPr>
            <a:spLocks xmlns:a="http://schemas.openxmlformats.org/drawingml/2006/main" noGrp="1"/>
          </p:cNvSpPr>
          <p:nvPr/>
        </p:nvSpPr>
        <p:spPr>
          <a:xfrm xmlns:a="http://schemas.openxmlformats.org/drawingml/2006/main">
            <a:off x="10029825"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7B2FA3"/>
                </a:solidFill>
                <a:latin typeface="Noto Sans JP"/>
                <a:ea typeface="Noto Sans JP"/>
                <a:cs typeface="Noto Sans JP"/>
              </a:defRPr>
            </a:pPr>
            <a:r>
              <a:rPr sz="938" b="1" i="0">
                <a:solidFill>
                  <a:srgbClr val="7B2FA3"/>
                </a:solidFill>
                <a:latin typeface="Noto Sans JP"/>
                <a:ea typeface="Noto Sans JP"/>
                <a:cs typeface="Noto Sans JP"/>
              </a:rPr>
              <a:t>COMSOL Druyvesteyn</a:t>
            </a:r>
          </a:p>
        </p:txBody>
      </p:sp>
      <p:sp>
        <p:nvSpPr>
          <p:cNvPr id="18" name="takeaway-bullet">
            <a:extLst xmlns:a="http://schemas.openxmlformats.org/drawingml/2006/main">
              <a:ext uri="{FF2B5EF4-FFF2-40B4-BE49-F238E27FC236}">
                <a16:creationId xmlns:a16="http://schemas.microsoft.com/office/drawing/2014/main" id="{1671B21E-0E81-481F-B7E7-2FBA7E734B23}"/>
              </a:ext>
            </a:extLst>
          </p:cNvPr>
          <p:cNvSpPr>
            <a:spLocks xmlns:a="http://schemas.openxmlformats.org/drawingml/2006/main" noGrp="1"/>
          </p:cNvSpPr>
          <p:nvPr/>
        </p:nvSpPr>
        <p:spPr>
          <a:xfrm xmlns:a="http://schemas.openxmlformats.org/drawingml/2006/main">
            <a:off x="457200" y="59912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9" name="takeaway">
            <a:extLst xmlns:a="http://schemas.openxmlformats.org/drawingml/2006/main">
              <a:ext uri="{FF2B5EF4-FFF2-40B4-BE49-F238E27FC236}">
                <a16:creationId xmlns:a16="http://schemas.microsoft.com/office/drawing/2014/main" id="{F0BBA5D2-C7F9-4519-8B41-B702396E056B}"/>
              </a:ext>
            </a:extLst>
          </p:cNvPr>
          <p:cNvSpPr>
            <a:spLocks xmlns:a="http://schemas.openxmlformats.org/drawingml/2006/main" noGrp="1"/>
          </p:cNvSpPr>
          <p:nvPr/>
        </p:nvSpPr>
        <p:spPr>
          <a:xfrm xmlns:a="http://schemas.openxmlformats.org/drawingml/2006/main">
            <a:off x="647700" y="58674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解析分布は同じ平均エネルギーでもtail形状が異なる。閾値反応ではSwarm EEDFとの差を反応積分で評価する。</a:t>
            </a:r>
          </a:p>
        </p:txBody>
      </p:sp>
      <p:sp>
        <p:nvSpPr>
          <p:cNvPr id="20" name="source">
            <a:extLst xmlns:a="http://schemas.openxmlformats.org/drawingml/2006/main">
              <a:ext uri="{FF2B5EF4-FFF2-40B4-BE49-F238E27FC236}">
                <a16:creationId xmlns:a16="http://schemas.microsoft.com/office/drawing/2014/main" id="{7704C276-F5E1-41B4-9768-796242F278FD}"/>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Swarm: outputs/argon_gec_icp/{two_term,monte_carlo,propagator}_tables*/mixture_0000/eedf.csv; COMSOL analytic EEDF definition</a:t>
            </a:r>
          </a:p>
        </p:txBody>
      </p:sp>
      <p:sp>
        <p:nvSpPr>
          <p:cNvPr id="21" name="section">
            <a:extLst xmlns:a="http://schemas.openxmlformats.org/drawingml/2006/main">
              <a:ext uri="{FF2B5EF4-FFF2-40B4-BE49-F238E27FC236}">
                <a16:creationId xmlns:a16="http://schemas.microsoft.com/office/drawing/2014/main" id="{BB4F07A5-5555-4DED-B8E7-E1F908FD435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
        <p:nvSpPr>
          <p:cNvPr id="22" name="footer">
            <a:extLst xmlns:a="http://schemas.openxmlformats.org/drawingml/2006/main">
              <a:ext uri="{FF2B5EF4-FFF2-40B4-BE49-F238E27FC236}">
                <a16:creationId xmlns:a16="http://schemas.microsoft.com/office/drawing/2014/main" id="{C242C756-AB11-4265-A2AD-764193A25FA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3" name="page">
            <a:extLst xmlns:a="http://schemas.openxmlformats.org/drawingml/2006/main">
              <a:ext uri="{FF2B5EF4-FFF2-40B4-BE49-F238E27FC236}">
                <a16:creationId xmlns:a16="http://schemas.microsoft.com/office/drawing/2014/main" id="{A0CD0D6E-0CAC-417D-995F-4CB50206216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27</a:t>
            </a:r>
          </a:p>
        </p:txBody>
      </p:sp>
    </p:spTree>
    <p:extLst>
      <p:ext uri="{BB962C8B-B14F-4D97-AF65-F5344CB8AC3E}">
        <p14:creationId xmlns:p14="http://schemas.microsoft.com/office/powerpoint/2010/main" val="163270695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291561-830B-41EA-B2C4-2D9469F61DE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0599436B-8557-43C7-A1B3-FCD4B010A11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28</a:t>
            </a:r>
          </a:p>
        </p:txBody>
      </p:sp>
      <p:graphicFrame>
        <p:nvGraphicFramePr>
          <p:cNvPr id="27" name="Chart"/>
          <p:cNvGraphicFramePr/>
          <p:nvPr/>
        </p:nvGraphicFramePr>
        <p:xfrm>
          <a:off xmlns:a="http://schemas.openxmlformats.org/drawingml/2006/main" x="523875" y="1428750"/>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cda5afaafca54964"/>
          </a:graphicData>
        </a:graphic>
      </p:graphicFrame>
      <p:graphicFrame>
        <p:nvGraphicFramePr>
          <p:cNvPr id="28" name=""/>
          <p:cNvGraphicFramePr/>
          <p:nvPr/>
        </p:nvGraphicFramePr>
        <p:xfrm>
          <a:off xmlns:a="http://schemas.openxmlformats.org/drawingml/2006/main" x="8048625" y="1619250"/>
          <a:ext xmlns:a="http://schemas.openxmlformats.org/drawingml/2006/main" cx="3429000" cy="1952625"/>
        </p:xfrm>
        <a:graphic xmlns:a="http://schemas.openxmlformats.org/drawingml/2006/main">
          <a:graphicData uri="http://schemas.openxmlformats.org/drawingml/2006/table">
            <a:tbl>
              <a:tblPr firstRow="1" bandRow="0"/>
              <a:tblGrid>
                <a:gridCol w="952500"/>
                <a:gridCol w="809625"/>
                <a:gridCol w="809625"/>
                <a:gridCol w="857250"/>
              </a:tblGrid>
              <a:tr h="650875">
                <a:tc>
                  <a:txBody>
                    <a:bodyPr lIns="57150" tIns="38100" rIns="47625" bIns="38100">
                      <a:normAutofit/>
                    </a:bodyPr>
                    <a:lstStyle/>
                    <a:p>
                      <a:pPr algn="l">
                        <a:buNone/>
                      </a:pPr>
                      <a:r>
                        <a:rPr sz="900" b="1">
                          <a:solidFill>
                            <a:srgbClr val="FFFFFF"/>
                          </a:solidFill>
                          <a:latin typeface="Noto Sans JP"/>
                          <a:ea typeface="Noto Sans JP"/>
                          <a:cs typeface="Noto Sans JP"/>
                        </a:rPr>
                        <a:t>手法の組み合わせ</a:t>
                      </a:r>
                    </a:p>
                  </a:txBody>
                  <a:tcPr marL="91440" marR="91440" marT="45720" marB="45720" anchor="ctr">
                    <a:solidFill>
                      <a:srgbClr val="00A6D9"/>
                    </a:solidFill>
                  </a:tcPr>
                </a:tc>
                <a:tc>
                  <a:txBody>
                    <a:bodyPr lIns="57150" tIns="38100" rIns="47625" bIns="38100">
                      <a:normAutofit/>
                    </a:bodyPr>
                    <a:lstStyle/>
                    <a:p>
                      <a:pPr algn="ctr">
                        <a:buNone/>
                      </a:pPr>
                      <a:r>
                        <a:rPr sz="900" b="1">
                          <a:solidFill>
                            <a:srgbClr val="FFFFFF"/>
                          </a:solidFill>
                          <a:latin typeface="Noto Sans JP"/>
                          <a:ea typeface="Noto Sans JP"/>
                          <a:cs typeface="Noto Sans JP"/>
                        </a:rPr>
                        <a:t>最大TV</a:t>
                      </a:r>
                    </a:p>
                  </a:txBody>
                  <a:tcPr marL="91440" marR="91440" marT="45720" marB="45720" anchor="ctr">
                    <a:solidFill>
                      <a:srgbClr val="00A6D9"/>
                    </a:solidFill>
                  </a:tcPr>
                </a:tc>
                <a:tc>
                  <a:txBody>
                    <a:bodyPr lIns="57150" tIns="38100" rIns="47625" bIns="38100">
                      <a:normAutofit/>
                    </a:bodyPr>
                    <a:lstStyle/>
                    <a:p>
                      <a:pPr algn="ctr">
                        <a:buNone/>
                      </a:pPr>
                      <a:r>
                        <a:rPr sz="900" b="1">
                          <a:solidFill>
                            <a:srgbClr val="FFFFFF"/>
                          </a:solidFill>
                          <a:latin typeface="Noto Sans JP"/>
                          <a:ea typeface="Noto Sans JP"/>
                          <a:cs typeface="Noto Sans JP"/>
                        </a:rPr>
                        <a:t>E/N</a:t>
                      </a:r>
                    </a:p>
                  </a:txBody>
                  <a:tcPr marL="91440" marR="91440" marT="45720" marB="45720" anchor="ctr">
                    <a:solidFill>
                      <a:srgbClr val="00A6D9"/>
                    </a:solidFill>
                  </a:tcPr>
                </a:tc>
                <a:tc>
                  <a:txBody>
                    <a:bodyPr lIns="57150" tIns="38100" rIns="47625" bIns="38100">
                      <a:normAutofit/>
                    </a:bodyPr>
                    <a:lstStyle/>
                    <a:p>
                      <a:pPr algn="ctr">
                        <a:buNone/>
                      </a:pPr>
                      <a:r>
                        <a:rPr sz="900" b="1">
                          <a:solidFill>
                            <a:srgbClr val="FFFFFF"/>
                          </a:solidFill>
                          <a:latin typeface="Noto Sans JP"/>
                          <a:ea typeface="Noto Sans JP"/>
                          <a:cs typeface="Noto Sans JP"/>
                        </a:rPr>
                        <a:t>記載された平均エネルギー差</a:t>
                      </a:r>
                    </a:p>
                  </a:txBody>
                  <a:tcPr marL="91440" marR="91440" marT="45720" marB="45720" anchor="ctr">
                    <a:solidFill>
                      <a:srgbClr val="00A6D9"/>
                    </a:solidFill>
                  </a:tcPr>
                </a:tc>
              </a:tr>
              <a:tr h="650875">
                <a:tc>
                  <a:txBody>
                    <a:bodyPr lIns="57150" tIns="38100" rIns="47625" bIns="38100">
                      <a:normAutofit/>
                    </a:bodyPr>
                    <a:lstStyle/>
                    <a:p>
                      <a:pPr algn="l">
                        <a:buNone/>
                      </a:pPr>
                      <a:r>
                        <a:rPr sz="938" b="1">
                          <a:solidFill>
                            <a:srgbClr val="2F2F2F"/>
                          </a:solidFill>
                          <a:latin typeface="Noto Sans JP"/>
                          <a:ea typeface="Noto Sans JP"/>
                          <a:cs typeface="Noto Sans JP"/>
                        </a:rPr>
                        <a:t>Monte Carlo−two-term</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3.81%</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2500 Td</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2.98%</a:t>
                      </a:r>
                    </a:p>
                  </a:txBody>
                  <a:tcPr marL="91440" marR="91440" marT="45720" marB="45720" anchor="ctr">
                    <a:solidFill>
                      <a:srgbClr val="FFFFFF"/>
                    </a:solidFill>
                  </a:tcPr>
                </a:tc>
              </a:tr>
              <a:tr h="650875">
                <a:tc>
                  <a:txBody>
                    <a:bodyPr lIns="57150" tIns="38100" rIns="47625" bIns="38100">
                      <a:normAutofit/>
                    </a:bodyPr>
                    <a:lstStyle/>
                    <a:p>
                      <a:pPr algn="l">
                        <a:buNone/>
                      </a:pPr>
                      <a:r>
                        <a:rPr sz="938" b="1">
                          <a:solidFill>
                            <a:srgbClr val="2F2F2F"/>
                          </a:solidFill>
                          <a:latin typeface="Noto Sans JP"/>
                          <a:ea typeface="Noto Sans JP"/>
                          <a:cs typeface="Noto Sans JP"/>
                        </a:rPr>
                        <a:t>propagator−two-term</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3.94%</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2500 Td</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2.00%</a:t>
                      </a:r>
                    </a:p>
                  </a:txBody>
                  <a:tcPr marL="91440" marR="91440" marT="45720" marB="45720" anchor="ctr">
                    <a:solidFill>
                      <a:srgbClr val="F1F1F1"/>
                    </a:solidFill>
                  </a:tcPr>
                </a:tc>
              </a:tr>
            </a:tbl>
          </a:graphicData>
        </a:graphic>
      </p:graphicFrame>
      <p:sp>
        <p:nvSpPr>
          <p:cNvPr id="10" name="">
            <a:extLst xmlns:a="http://schemas.openxmlformats.org/drawingml/2006/main">
              <a:ext uri="{FF2B5EF4-FFF2-40B4-BE49-F238E27FC236}">
                <a16:creationId xmlns:a16="http://schemas.microsoft.com/office/drawing/2014/main" id="{B25003EA-0104-4D4B-B537-5804D5B86ACF}"/>
              </a:ext>
            </a:extLst>
          </p:cNvPr>
          <p:cNvSpPr>
            <a:spLocks xmlns:a="http://schemas.openxmlformats.org/drawingml/2006/main" noGrp="1"/>
          </p:cNvSpPr>
          <p:nvPr/>
        </p:nvSpPr>
        <p:spPr>
          <a:xfrm xmlns:a="http://schemas.openxmlformats.org/drawingml/2006/main">
            <a:off x="8096250" y="3924300"/>
            <a:ext cx="328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0" i="0">
                <a:solidFill>
                  <a:srgbClr val="2F2F2F"/>
                </a:solidFill>
                <a:latin typeface="Noto Sans JP"/>
                <a:ea typeface="Noto Sans JP"/>
                <a:cs typeface="Noto Sans JP"/>
              </a:defRPr>
            </a:pPr>
            <a:r>
              <a:rPr sz="1275" b="0" i="0">
                <a:solidFill>
                  <a:srgbClr val="2F2F2F"/>
                </a:solidFill>
                <a:latin typeface="Noto Sans JP"/>
                <a:ea typeface="Noto Sans JP"/>
                <a:cs typeface="Noto Sans JP"/>
              </a:rPr>
              <a:t>TVは全エネルギー域の確率質量差。局所的な高エネルギー尾部の相対差とは異なる。</a:t>
            </a:r>
          </a:p>
        </p:txBody>
      </p:sp>
      <p:sp>
        <p:nvSpPr>
          <p:cNvPr id="11" name="">
            <a:extLst xmlns:a="http://schemas.openxmlformats.org/drawingml/2006/main">
              <a:ext uri="{FF2B5EF4-FFF2-40B4-BE49-F238E27FC236}">
                <a16:creationId xmlns:a16="http://schemas.microsoft.com/office/drawing/2014/main" id="{6218F755-A437-49CE-84C9-B269955463A2}"/>
              </a:ext>
            </a:extLst>
          </p:cNvPr>
          <p:cNvSpPr>
            <a:spLocks xmlns:a="http://schemas.openxmlformats.org/drawingml/2006/main" noGrp="1"/>
          </p:cNvSpPr>
          <p:nvPr/>
        </p:nvSpPr>
        <p:spPr>
          <a:xfrm xmlns:a="http://schemas.openxmlformats.org/drawingml/2006/main">
            <a:off x="8334375" y="4810125"/>
            <a:ext cx="280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950" b="1" i="0">
                <a:solidFill>
                  <a:srgbClr val="72B51F"/>
                </a:solidFill>
                <a:latin typeface="Noto Sans JP"/>
                <a:ea typeface="Noto Sans JP"/>
                <a:cs typeface="Noto Sans JP"/>
              </a:defRPr>
            </a:pPr>
            <a:r>
              <a:rPr sz="1950" b="1" i="0">
                <a:solidFill>
                  <a:srgbClr val="72B51F"/>
                </a:solidFill>
                <a:latin typeface="Noto Sans JP"/>
                <a:ea typeface="Noto Sans JP"/>
                <a:cs typeface="Noto Sans JP"/>
              </a:rPr>
              <a:t>最大値： 3.94%</a:t>
            </a:r>
          </a:p>
        </p:txBody>
      </p:sp>
      <p:sp>
        <p:nvSpPr>
          <p:cNvPr id="14" name="">
            <a:extLst xmlns:a="http://schemas.openxmlformats.org/drawingml/2006/main">
              <a:ext uri="{FF2B5EF4-FFF2-40B4-BE49-F238E27FC236}">
                <a16:creationId xmlns:a16="http://schemas.microsoft.com/office/drawing/2014/main" id="{7337B735-E37A-4529-A8EB-B79F0B96E92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純Arの</a:t>
            </a:r>
            <a:r>
              <a:rPr sz="1275" b="1" i="0">
                <a:solidFill>
                  <a:srgbClr val="6DBB20"/>
                </a:solidFill>
                <a:latin typeface="Noto Sans JP"/>
                <a:ea typeface="Noto Sans JP"/>
                <a:cs typeface="Noto Sans JP"/>
              </a:rPr>
              <a:t>3手法</a:t>
            </a:r>
            <a:r>
              <a:rPr sz="1275" b="1" i="0">
                <a:solidFill>
                  <a:srgbClr val="6DBB20"/>
                </a:solidFill>
                <a:latin typeface="Noto Sans JP"/>
                <a:ea typeface="Noto Sans JP"/>
                <a:cs typeface="Noto Sans JP"/>
              </a:rPr>
              <a:t>間差は小さいが、</a:t>
            </a:r>
            <a:r>
              <a:rPr sz="1275" b="1" i="0">
                <a:solidFill>
                  <a:srgbClr val="6DBB20"/>
                </a:solidFill>
                <a:latin typeface="Noto Sans JP"/>
                <a:ea typeface="Noto Sans JP"/>
                <a:cs typeface="Noto Sans JP"/>
              </a:rPr>
              <a:t>反応速度は</a:t>
            </a:r>
            <a:r>
              <a:rPr sz="1275" b="1" i="0">
                <a:solidFill>
                  <a:srgbClr val="6DBB20"/>
                </a:solidFill>
                <a:latin typeface="Noto Sans JP"/>
                <a:ea typeface="Noto Sans JP"/>
                <a:cs typeface="Noto Sans JP"/>
              </a:rPr>
              <a:t>閾値積分なのでTVだけで合否を決めない。</a:t>
            </a:r>
          </a:p>
        </p:txBody>
      </p:sp>
      <p:sp>
        <p:nvSpPr>
          <p:cNvPr id="15" name="">
            <a:extLst xmlns:a="http://schemas.openxmlformats.org/drawingml/2006/main">
              <a:ext uri="{FF2B5EF4-FFF2-40B4-BE49-F238E27FC236}">
                <a16:creationId xmlns:a16="http://schemas.microsoft.com/office/drawing/2014/main" id="{7352C15D-A961-4F51-9FDD-FFE4EF15286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outputs/argon_gec_icp/eedf_comparison/eedf_comparison_metrics.csv</a:t>
            </a:r>
          </a:p>
        </p:txBody>
      </p:sp>
      <p:sp>
        <p:nvSpPr>
          <p:cNvPr id="19" name="title">
            <a:extLst xmlns:a="http://schemas.openxmlformats.org/drawingml/2006/main">
              <a:ext uri="{FF2B5EF4-FFF2-40B4-BE49-F238E27FC236}">
                <a16:creationId xmlns:a16="http://schemas.microsoft.com/office/drawing/2014/main" id="{5EF63FC8-9DAB-45D3-82D5-29F6105CCBA7}"/>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純Ar：4手法のEEDF差はどこに出るか</a:t>
            </a:r>
          </a:p>
        </p:txBody>
      </p:sp>
      <p:sp>
        <p:nvSpPr>
          <p:cNvPr id="20" name="">
            <a:extLst xmlns:a="http://schemas.openxmlformats.org/drawingml/2006/main">
              <a:ext uri="{FF2B5EF4-FFF2-40B4-BE49-F238E27FC236}">
                <a16:creationId xmlns:a16="http://schemas.microsoft.com/office/drawing/2014/main" id="{50BC3BDA-5444-4704-8049-D75C5811CF0B}"/>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4" name="section">
            <a:extLst xmlns:a="http://schemas.openxmlformats.org/drawingml/2006/main">
              <a:ext uri="{FF2B5EF4-FFF2-40B4-BE49-F238E27FC236}">
                <a16:creationId xmlns:a16="http://schemas.microsoft.com/office/drawing/2014/main" id="{71AFEE55-B72D-4F18-BCB2-61F6FFDFC9B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4200115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DAA94A-EE20-4A85-8052-51D0DD9AC5C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6A5B1B4D-F147-431F-9B35-3BEF72F4D0C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29</a:t>
            </a:r>
          </a:p>
        </p:txBody>
      </p:sp>
      <p:graphicFrame>
        <p:nvGraphicFramePr>
          <p:cNvPr id="25" name="Chart"/>
          <p:cNvGraphicFramePr/>
          <p:nvPr/>
        </p:nvGraphicFramePr>
        <p:xfrm>
          <a:off xmlns:a="http://schemas.openxmlformats.org/drawingml/2006/main" x="476250" y="1476375"/>
          <a:ext xmlns:a="http://schemas.openxmlformats.org/drawingml/2006/main" cx="5476875" cy="3714750"/>
        </p:xfrm>
        <a:graphic xmlns:a="http://schemas.openxmlformats.org/drawingml/2006/main">
          <a:graphicData uri="http://schemas.openxmlformats.org/drawingml/2006/chart">
            <c:chart xmlns:r="http://schemas.openxmlformats.org/officeDocument/2006/relationships" xmlns:c="http://schemas.openxmlformats.org/drawingml/2006/chart" r:id="Re06e4dda9ea04677"/>
          </a:graphicData>
        </a:graphic>
      </p:graphicFrame>
      <p:graphicFrame>
        <p:nvGraphicFramePr>
          <p:cNvPr id="26" name="Chart"/>
          <p:cNvGraphicFramePr/>
          <p:nvPr/>
        </p:nvGraphicFramePr>
        <p:xfrm>
          <a:off xmlns:a="http://schemas.openxmlformats.org/drawingml/2006/main" x="6238875" y="1476375"/>
          <a:ext xmlns:a="http://schemas.openxmlformats.org/drawingml/2006/main" cx="5476875" cy="3714750"/>
        </p:xfrm>
        <a:graphic xmlns:a="http://schemas.openxmlformats.org/drawingml/2006/main">
          <a:graphicData uri="http://schemas.openxmlformats.org/drawingml/2006/chart">
            <c:chart xmlns:r="http://schemas.openxmlformats.org/officeDocument/2006/relationships" xmlns:c="http://schemas.openxmlformats.org/drawingml/2006/chart" r:id="R553ef6646895407f"/>
          </a:graphicData>
        </a:graphic>
      </p:graphicFrame>
      <p:sp>
        <p:nvSpPr>
          <p:cNvPr id="12" name="">
            <a:extLst xmlns:a="http://schemas.openxmlformats.org/drawingml/2006/main">
              <a:ext uri="{FF2B5EF4-FFF2-40B4-BE49-F238E27FC236}">
                <a16:creationId xmlns:a16="http://schemas.microsoft.com/office/drawing/2014/main" id="{A11044D0-59CD-4DFA-91BF-0995DA2904B4}"/>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平均エネルギーと</a:t>
            </a:r>
            <a:r>
              <a:rPr sz="1275" b="1" i="0">
                <a:solidFill>
                  <a:srgbClr val="6DBB20"/>
                </a:solidFill>
                <a:latin typeface="Noto Sans JP"/>
                <a:ea typeface="Noto Sans JP"/>
                <a:cs typeface="Noto Sans JP"/>
              </a:rPr>
              <a:t>ドリフト速度</a:t>
            </a:r>
            <a:r>
              <a:rPr sz="1275" b="1" i="0">
                <a:solidFill>
                  <a:srgbClr val="6DBB20"/>
                </a:solidFill>
                <a:latin typeface="Noto Sans JP"/>
                <a:ea typeface="Noto Sans JP"/>
                <a:cs typeface="Noto Sans JP"/>
              </a:rPr>
              <a:t>の一致は</a:t>
            </a:r>
            <a:r>
              <a:rPr sz="1275" b="1" i="0">
                <a:solidFill>
                  <a:srgbClr val="6DBB20"/>
                </a:solidFill>
                <a:latin typeface="Noto Sans JP"/>
                <a:ea typeface="Noto Sans JP"/>
                <a:cs typeface="Noto Sans JP"/>
              </a:rPr>
              <a:t>低次モーメント</a:t>
            </a:r>
            <a:r>
              <a:rPr sz="1275" b="1" i="0">
                <a:solidFill>
                  <a:srgbClr val="6DBB20"/>
                </a:solidFill>
                <a:latin typeface="Noto Sans JP"/>
                <a:ea typeface="Noto Sans JP"/>
                <a:cs typeface="Noto Sans JP"/>
              </a:rPr>
              <a:t>整合を示すが、</a:t>
            </a:r>
            <a:r>
              <a:rPr sz="1275" b="1" i="0">
                <a:solidFill>
                  <a:srgbClr val="6DBB20"/>
                </a:solidFill>
                <a:latin typeface="Noto Sans JP"/>
                <a:ea typeface="Noto Sans JP"/>
                <a:cs typeface="Noto Sans JP"/>
              </a:rPr>
              <a:t>角度分布近似</a:t>
            </a:r>
            <a:r>
              <a:rPr sz="1275" b="1" i="0">
                <a:solidFill>
                  <a:srgbClr val="6DBB20"/>
                </a:solidFill>
                <a:latin typeface="Noto Sans JP"/>
                <a:ea typeface="Noto Sans JP"/>
                <a:cs typeface="Noto Sans JP"/>
              </a:rPr>
              <a:t>と</a:t>
            </a:r>
            <a:r>
              <a:rPr sz="1275" b="1" i="0">
                <a:solidFill>
                  <a:srgbClr val="6DBB20"/>
                </a:solidFill>
                <a:latin typeface="Noto Sans JP"/>
                <a:ea typeface="Noto Sans JP"/>
                <a:cs typeface="Noto Sans JP"/>
              </a:rPr>
              <a:t>高エネルギー反応速度</a:t>
            </a:r>
            <a:r>
              <a:rPr sz="1275" b="1" i="0">
                <a:solidFill>
                  <a:srgbClr val="6DBB20"/>
                </a:solidFill>
                <a:latin typeface="Noto Sans JP"/>
                <a:ea typeface="Noto Sans JP"/>
                <a:cs typeface="Noto Sans JP"/>
              </a:rPr>
              <a:t>の検証を置き換えない。</a:t>
            </a:r>
          </a:p>
        </p:txBody>
      </p:sp>
      <p:sp>
        <p:nvSpPr>
          <p:cNvPr id="13" name="">
            <a:extLst xmlns:a="http://schemas.openxmlformats.org/drawingml/2006/main">
              <a:ext uri="{FF2B5EF4-FFF2-40B4-BE49-F238E27FC236}">
                <a16:creationId xmlns:a16="http://schemas.microsoft.com/office/drawing/2014/main" id="{8CE14365-6F1C-4EFC-8F78-965728FA2495}"/>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transport_vs_en.csv for three solvers</a:t>
            </a:r>
          </a:p>
        </p:txBody>
      </p:sp>
      <p:sp>
        <p:nvSpPr>
          <p:cNvPr id="17" name="title">
            <a:extLst xmlns:a="http://schemas.openxmlformats.org/drawingml/2006/main">
              <a:ext uri="{FF2B5EF4-FFF2-40B4-BE49-F238E27FC236}">
                <a16:creationId xmlns:a16="http://schemas.microsoft.com/office/drawing/2014/main" id="{7B3B882E-8338-485E-A5BC-B96C0EC95F0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純Ar：平均エネルギーとドリフト速度</a:t>
            </a:r>
          </a:p>
        </p:txBody>
      </p:sp>
      <p:sp>
        <p:nvSpPr>
          <p:cNvPr id="18" name="">
            <a:extLst xmlns:a="http://schemas.openxmlformats.org/drawingml/2006/main">
              <a:ext uri="{FF2B5EF4-FFF2-40B4-BE49-F238E27FC236}">
                <a16:creationId xmlns:a16="http://schemas.microsoft.com/office/drawing/2014/main" id="{61BE466E-E4CF-40F3-851B-AC6EF8FCD42E}"/>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7D5D7D4A-84E2-49E2-9E3A-75ABF10D9D3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72530591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3D481A-14E7-4B62-B791-FB4E13B5EBD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D5E0A804-03C5-4567-80CD-8FEFAE85BD8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30</a:t>
            </a:r>
          </a:p>
        </p:txBody>
      </p:sp>
      <p:graphicFrame>
        <p:nvGraphicFramePr>
          <p:cNvPr id="26" name="Chart"/>
          <p:cNvGraphicFramePr/>
          <p:nvPr/>
        </p:nvGraphicFramePr>
        <p:xfrm>
          <a:off xmlns:a="http://schemas.openxmlformats.org/drawingml/2006/main" x="476250" y="1476375"/>
          <a:ext xmlns:a="http://schemas.openxmlformats.org/drawingml/2006/main" cx="5476875" cy="3667125"/>
        </p:xfrm>
        <a:graphic xmlns:a="http://schemas.openxmlformats.org/drawingml/2006/main">
          <a:graphicData uri="http://schemas.openxmlformats.org/drawingml/2006/chart">
            <c:chart xmlns:r="http://schemas.openxmlformats.org/officeDocument/2006/relationships" xmlns:c="http://schemas.openxmlformats.org/drawingml/2006/chart" r:id="R9590d28508c54ff7"/>
          </a:graphicData>
        </a:graphic>
      </p:graphicFrame>
      <p:graphicFrame>
        <p:nvGraphicFramePr>
          <p:cNvPr id="27" name="Chart"/>
          <p:cNvGraphicFramePr/>
          <p:nvPr/>
        </p:nvGraphicFramePr>
        <p:xfrm>
          <a:off xmlns:a="http://schemas.openxmlformats.org/drawingml/2006/main" x="6238875" y="1476375"/>
          <a:ext xmlns:a="http://schemas.openxmlformats.org/drawingml/2006/main" cx="5476875" cy="3667125"/>
        </p:xfrm>
        <a:graphic xmlns:a="http://schemas.openxmlformats.org/drawingml/2006/main">
          <a:graphicData uri="http://schemas.openxmlformats.org/drawingml/2006/chart">
            <c:chart xmlns:r="http://schemas.openxmlformats.org/officeDocument/2006/relationships" xmlns:c="http://schemas.openxmlformats.org/drawingml/2006/chart" r:id="R8545eed1cfca4090"/>
          </a:graphicData>
        </a:graphic>
      </p:graphicFrame>
      <p:sp>
        <p:nvSpPr>
          <p:cNvPr id="10" name="">
            <a:extLst xmlns:a="http://schemas.openxmlformats.org/drawingml/2006/main">
              <a:ext uri="{FF2B5EF4-FFF2-40B4-BE49-F238E27FC236}">
                <a16:creationId xmlns:a16="http://schemas.microsoft.com/office/drawing/2014/main" id="{B0AFDA7D-0305-4F11-8A69-5536A93A084E}"/>
              </a:ext>
            </a:extLst>
          </p:cNvPr>
          <p:cNvSpPr>
            <a:spLocks xmlns:a="http://schemas.openxmlformats.org/drawingml/2006/main" noGrp="1"/>
          </p:cNvSpPr>
          <p:nvPr/>
        </p:nvSpPr>
        <p:spPr>
          <a:xfrm xmlns:a="http://schemas.openxmlformats.org/drawingml/2006/main">
            <a:off x="2905125" y="5314950"/>
            <a:ext cx="638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350" b="1" i="0">
                <a:solidFill>
                  <a:srgbClr val="D43C3C"/>
                </a:solidFill>
                <a:latin typeface="Cambria Math"/>
                <a:ea typeface="Cambria Math"/>
                <a:cs typeface="Cambria Math"/>
              </a:defRPr>
            </a:pPr>
            <a:r>
              <a:rPr sz="1350" b="1" i="0">
                <a:solidFill>
                  <a:srgbClr val="D43C3C"/>
                </a:solidFill>
                <a:latin typeface="Cambria Math"/>
                <a:ea typeface="Cambria Math"/>
                <a:cs typeface="Cambria Math"/>
              </a:rPr>
              <a:t>kⱼ = ∫εₜₕ^∞ σⱼ(ε)v(ε)p(ε)dε：閾値未満は寄与しない</a:t>
            </a:r>
          </a:p>
        </p:txBody>
      </p:sp>
      <p:sp>
        <p:nvSpPr>
          <p:cNvPr id="13" name="">
            <a:extLst xmlns:a="http://schemas.openxmlformats.org/drawingml/2006/main">
              <a:ext uri="{FF2B5EF4-FFF2-40B4-BE49-F238E27FC236}">
                <a16:creationId xmlns:a16="http://schemas.microsoft.com/office/drawing/2014/main" id="{4DA1C7BF-7C65-4934-94DC-173D3F61347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EEDFの“見た目の一致”より、対象反応の</a:t>
            </a:r>
            <a:r>
              <a:rPr sz="1275" b="1" i="0">
                <a:solidFill>
                  <a:srgbClr val="6DBB20"/>
                </a:solidFill>
                <a:latin typeface="Noto Sans JP"/>
                <a:ea typeface="Noto Sans JP"/>
                <a:cs typeface="Noto Sans JP"/>
              </a:rPr>
              <a:t>積分核</a:t>
            </a:r>
            <a:r>
              <a:rPr sz="1275" b="1" i="0">
                <a:solidFill>
                  <a:srgbClr val="6DBB20"/>
                </a:solidFill>
                <a:latin typeface="Noto Sans JP"/>
                <a:ea typeface="Noto Sans JP"/>
                <a:cs typeface="Noto Sans JP"/>
              </a:rPr>
              <a:t> σⱼvとの重なりを評価する。</a:t>
            </a:r>
          </a:p>
        </p:txBody>
      </p:sp>
      <p:sp>
        <p:nvSpPr>
          <p:cNvPr id="14" name="">
            <a:extLst xmlns:a="http://schemas.openxmlformats.org/drawingml/2006/main">
              <a:ext uri="{FF2B5EF4-FFF2-40B4-BE49-F238E27FC236}">
                <a16:creationId xmlns:a16="http://schemas.microsoft.com/office/drawing/2014/main" id="{FE03D727-0269-4FC3-87A1-90E8EBE6F8D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rates_vs_en.csv; Ar thresholds 11.5 / 15.8 eV</a:t>
            </a:r>
          </a:p>
        </p:txBody>
      </p:sp>
      <p:sp>
        <p:nvSpPr>
          <p:cNvPr id="18" name="title">
            <a:extLst xmlns:a="http://schemas.openxmlformats.org/drawingml/2006/main">
              <a:ext uri="{FF2B5EF4-FFF2-40B4-BE49-F238E27FC236}">
                <a16:creationId xmlns:a16="http://schemas.microsoft.com/office/drawing/2014/main" id="{A223D67F-6349-4208-BFD2-926F460C4F1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純Ar：高エネルギー尾部が励起・電離速度を決める</a:t>
            </a:r>
          </a:p>
        </p:txBody>
      </p:sp>
      <p:sp>
        <p:nvSpPr>
          <p:cNvPr id="19" name="">
            <a:extLst xmlns:a="http://schemas.openxmlformats.org/drawingml/2006/main">
              <a:ext uri="{FF2B5EF4-FFF2-40B4-BE49-F238E27FC236}">
                <a16:creationId xmlns:a16="http://schemas.microsoft.com/office/drawing/2014/main" id="{EADDFAA6-2241-4C43-8F24-C8E6D4524D0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8E905781-E5A6-4BE9-832F-F7168C192F0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17503422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0AAF1D-F0B8-455F-8DE7-EF2E81D3C7E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86905BF6-7F51-4E47-B64B-9419BA832EE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31</a:t>
            </a:r>
          </a:p>
        </p:txBody>
      </p:sp>
      <p:graphicFrame>
        <p:nvGraphicFramePr>
          <p:cNvPr id="24" name=""/>
          <p:cNvGraphicFramePr/>
          <p:nvPr/>
        </p:nvGraphicFramePr>
        <p:xfrm>
          <a:off xmlns:a="http://schemas.openxmlformats.org/drawingml/2006/main" x="476250" y="1476375"/>
          <a:ext xmlns:a="http://schemas.openxmlformats.org/drawingml/2006/main" cx="11144250" cy="3143250"/>
        </p:xfrm>
        <a:graphic xmlns:a="http://schemas.openxmlformats.org/drawingml/2006/main">
          <a:graphicData uri="http://schemas.openxmlformats.org/drawingml/2006/table">
            <a:tbl>
              <a:tblPr firstRow="1" bandRow="0"/>
              <a:tblGrid>
                <a:gridCol w="2381250"/>
                <a:gridCol w="1809750"/>
                <a:gridCol w="2857500"/>
                <a:gridCol w="4095750"/>
              </a:tblGrid>
              <a:tr h="523875">
                <a:tc>
                  <a:txBody>
                    <a:bodyPr lIns="57150" tIns="38100" rIns="47625" bIns="38100">
                      <a:normAutofit/>
                    </a:bodyPr>
                    <a:lstStyle/>
                    <a:p>
                      <a:pPr algn="l">
                        <a:buNone/>
                      </a:pPr>
                      <a:r>
                        <a:rPr sz="1050" b="1">
                          <a:solidFill>
                            <a:srgbClr val="FFFFFF"/>
                          </a:solidFill>
                          <a:latin typeface="Noto Sans JP"/>
                          <a:ea typeface="Noto Sans JP"/>
                          <a:cs typeface="Noto Sans JP"/>
                        </a:rPr>
                        <a:t>計算法／確認項目</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合格数／全数</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最大・代表値</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解釈</a:t>
                      </a:r>
                    </a:p>
                  </a:txBody>
                  <a:tcPr marL="91440" marR="91440" marT="45720" marB="45720" anchor="ctr">
                    <a:solidFill>
                      <a:srgbClr val="00A6D9"/>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two-term物性表の数値品質</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14 / 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高エネルギー尾部収束済み</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決定論的物性表を採用可能</a:t>
                      </a:r>
                    </a:p>
                  </a:txBody>
                  <a:tcPr marL="91440" marR="91440" marT="45720" marB="45720" anchor="ctr">
                    <a:solidFill>
                      <a:srgbClr val="FFFFFF"/>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Monte Carlo輸送係数までの採用</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 / 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定常性・相関時間が未達</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全輸送量を一括採用しない</a:t>
                      </a:r>
                    </a:p>
                  </a:txBody>
                  <a:tcPr marL="91440" marR="91440" marT="45720" marB="45720" anchor="ctr">
                    <a:solidFill>
                      <a:srgbClr val="F1F1F1"/>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Monte Carlo EEDF・反応速度に採用</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14 / 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EEDF・反応速度のみ採用</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COMSOL入力として採用</a:t>
                      </a:r>
                    </a:p>
                  </a:txBody>
                  <a:tcPr marL="91440" marR="91440" marT="45720" marB="45720" anchor="ctr">
                    <a:solidFill>
                      <a:srgbClr val="FFFFFF"/>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propagator P1主要出力</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14 / 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最大残差 1.43e-15</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決定論的収束</a:t>
                      </a:r>
                    </a:p>
                  </a:txBody>
                  <a:tcPr marL="91440" marR="91440" marT="45720" marB="45720" anchor="ctr">
                    <a:solidFill>
                      <a:srgbClr val="F1F1F1"/>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EEDF正規化</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全表示条件</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最大誤差 4.44e-16</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確率質量保存</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9BB99A45-A3DF-4761-B477-356AC20E1EFC}"/>
              </a:ext>
            </a:extLst>
          </p:cNvPr>
          <p:cNvSpPr>
            <a:spLocks xmlns:a="http://schemas.openxmlformats.org/drawingml/2006/main" noGrp="1"/>
          </p:cNvSpPr>
          <p:nvPr/>
        </p:nvSpPr>
        <p:spPr>
          <a:xfrm xmlns:a="http://schemas.openxmlformats.org/drawingml/2006/main">
            <a:off x="666750" y="5048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425" b="1" i="0">
                <a:solidFill>
                  <a:srgbClr val="D43C3C"/>
                </a:solidFill>
                <a:latin typeface="Noto Sans JP"/>
                <a:ea typeface="Noto Sans JP"/>
                <a:cs typeface="Noto Sans JP"/>
              </a:defRPr>
            </a:pPr>
            <a:r>
              <a:rPr sz="1425" b="1" i="0">
                <a:solidFill>
                  <a:srgbClr val="D43C3C"/>
                </a:solidFill>
                <a:latin typeface="Noto Sans JP"/>
                <a:ea typeface="Noto Sans JP"/>
                <a:cs typeface="Noto Sans JP"/>
              </a:rPr>
              <a:t>重要</a:t>
            </a:r>
          </a:p>
        </p:txBody>
      </p:sp>
      <p:sp>
        <p:nvSpPr>
          <p:cNvPr id="10" name="">
            <a:extLst xmlns:a="http://schemas.openxmlformats.org/drawingml/2006/main">
              <a:ext uri="{FF2B5EF4-FFF2-40B4-BE49-F238E27FC236}">
                <a16:creationId xmlns:a16="http://schemas.microsoft.com/office/drawing/2014/main" id="{1F808627-03A7-4579-BC6D-3BD9DFD8CDA9}"/>
              </a:ext>
            </a:extLst>
          </p:cNvPr>
          <p:cNvSpPr>
            <a:spLocks xmlns:a="http://schemas.openxmlformats.org/drawingml/2006/main" noGrp="1"/>
          </p:cNvSpPr>
          <p:nvPr/>
        </p:nvSpPr>
        <p:spPr>
          <a:xfrm xmlns:a="http://schemas.openxmlformats.org/drawingml/2006/main">
            <a:off x="1619250" y="4953000"/>
            <a:ext cx="933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i="0">
                <a:solidFill>
                  <a:srgbClr val="2F2F2F"/>
                </a:solidFill>
                <a:latin typeface="Noto Sans JP"/>
                <a:ea typeface="Noto Sans JP"/>
                <a:cs typeface="Noto Sans JP"/>
              </a:defRPr>
            </a:pPr>
            <a:r>
              <a:rPr sz="1350" b="0" i="0">
                <a:solidFill>
                  <a:srgbClr val="2F2F2F"/>
                </a:solidFill>
                <a:latin typeface="Noto Sans JP"/>
                <a:ea typeface="Noto Sans JP"/>
                <a:cs typeface="Noto Sans JP"/>
              </a:rPr>
              <a:t>MCの</a:t>
            </a:r>
            <a:r>
              <a:rPr sz="1350" b="0" i="0">
                <a:solidFill>
                  <a:srgbClr val="2F2F2F"/>
                </a:solidFill>
                <a:latin typeface="Noto Sans JP"/>
                <a:ea typeface="Noto Sans JP"/>
                <a:cs typeface="Noto Sans JP"/>
              </a:rPr>
              <a:t>輸送係数まで統計収束</a:t>
            </a:r>
            <a:r>
              <a:rPr sz="1350" b="0" i="0">
                <a:solidFill>
                  <a:srgbClr val="2F2F2F"/>
                </a:solidFill>
                <a:latin typeface="Noto Sans JP"/>
                <a:ea typeface="Noto Sans JP"/>
                <a:cs typeface="Noto Sans JP"/>
              </a:rPr>
              <a:t> </a:t>
            </a:r>
            <a:r>
              <a:rPr sz="1350" b="0" i="0">
                <a:solidFill>
                  <a:srgbClr val="2F2F2F"/>
                </a:solidFill>
                <a:latin typeface="Noto Sans JP"/>
                <a:ea typeface="Noto Sans JP"/>
                <a:cs typeface="Noto Sans JP"/>
              </a:rPr>
              <a:t>未達</a:t>
            </a:r>
            <a:r>
              <a:rPr sz="1350" b="0" i="0">
                <a:solidFill>
                  <a:srgbClr val="2F2F2F"/>
                </a:solidFill>
                <a:latin typeface="Noto Sans JP"/>
                <a:ea typeface="Noto Sans JP"/>
                <a:cs typeface="Noto Sans JP"/>
              </a:rPr>
              <a:t>と</a:t>
            </a:r>
            <a:r>
              <a:rPr sz="1350" b="0" i="0">
                <a:solidFill>
                  <a:srgbClr val="2F2F2F"/>
                </a:solidFill>
                <a:latin typeface="Noto Sans JP"/>
                <a:ea typeface="Noto Sans JP"/>
                <a:cs typeface="Noto Sans JP"/>
              </a:rPr>
              <a:t>EEDF・反応速度の採用</a:t>
            </a:r>
            <a:r>
              <a:rPr sz="1350" b="0" i="0">
                <a:solidFill>
                  <a:srgbClr val="2F2F2F"/>
                </a:solidFill>
                <a:latin typeface="Noto Sans JP"/>
                <a:ea typeface="Noto Sans JP"/>
                <a:cs typeface="Noto Sans JP"/>
              </a:rPr>
              <a:t>は矛盾しない。採用対象の物理量が異なる。</a:t>
            </a:r>
          </a:p>
        </p:txBody>
      </p:sp>
      <p:sp>
        <p:nvSpPr>
          <p:cNvPr id="13" name="">
            <a:extLst xmlns:a="http://schemas.openxmlformats.org/drawingml/2006/main">
              <a:ext uri="{FF2B5EF4-FFF2-40B4-BE49-F238E27FC236}">
                <a16:creationId xmlns:a16="http://schemas.microsoft.com/office/drawing/2014/main" id="{E099A57B-8B73-4944-BCA2-96F0E1BA206B}"/>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採用判定</a:t>
            </a:r>
            <a:r>
              <a:rPr sz="1275" b="1" i="0">
                <a:solidFill>
                  <a:srgbClr val="6DBB20"/>
                </a:solidFill>
                <a:latin typeface="Noto Sans JP"/>
                <a:ea typeface="Noto Sans JP"/>
                <a:cs typeface="Noto Sans JP"/>
              </a:rPr>
              <a:t>は</a:t>
            </a:r>
            <a:r>
              <a:rPr sz="1275" b="1" i="0">
                <a:solidFill>
                  <a:srgbClr val="6DBB20"/>
                </a:solidFill>
                <a:latin typeface="Noto Sans JP"/>
                <a:ea typeface="Noto Sans JP"/>
                <a:cs typeface="Noto Sans JP"/>
              </a:rPr>
              <a:t>計算法全体</a:t>
            </a:r>
            <a:r>
              <a:rPr sz="1275" b="1" i="0">
                <a:solidFill>
                  <a:srgbClr val="6DBB20"/>
                </a:solidFill>
                <a:latin typeface="Noto Sans JP"/>
                <a:ea typeface="Noto Sans JP"/>
                <a:cs typeface="Noto Sans JP"/>
              </a:rPr>
              <a:t>の称号ではなく、使用する出力量ごとの契約。</a:t>
            </a:r>
          </a:p>
        </p:txBody>
      </p:sp>
      <p:sp>
        <p:nvSpPr>
          <p:cNvPr id="14" name="">
            <a:extLst xmlns:a="http://schemas.openxmlformats.org/drawingml/2006/main">
              <a:ext uri="{FF2B5EF4-FFF2-40B4-BE49-F238E27FC236}">
                <a16:creationId xmlns:a16="http://schemas.microsoft.com/office/drawing/2014/main" id="{AF6D2990-0C38-474C-8C26-1550F47512B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quality.csv for three solvers; run_status.json</a:t>
            </a:r>
          </a:p>
        </p:txBody>
      </p:sp>
      <p:sp>
        <p:nvSpPr>
          <p:cNvPr id="17" name="title">
            <a:extLst xmlns:a="http://schemas.openxmlformats.org/drawingml/2006/main">
              <a:ext uri="{FF2B5EF4-FFF2-40B4-BE49-F238E27FC236}">
                <a16:creationId xmlns:a16="http://schemas.microsoft.com/office/drawing/2014/main" id="{5876E5D1-FA01-407D-AE78-8ED243B3214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純Ar：採用前の数値品質確認</a:t>
            </a:r>
          </a:p>
        </p:txBody>
      </p:sp>
      <p:sp>
        <p:nvSpPr>
          <p:cNvPr id="18" name="">
            <a:extLst xmlns:a="http://schemas.openxmlformats.org/drawingml/2006/main">
              <a:ext uri="{FF2B5EF4-FFF2-40B4-BE49-F238E27FC236}">
                <a16:creationId xmlns:a16="http://schemas.microsoft.com/office/drawing/2014/main" id="{E654ECA9-F583-421D-8A00-AB330F88A3E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1" name="section">
            <a:extLst xmlns:a="http://schemas.openxmlformats.org/drawingml/2006/main">
              <a:ext uri="{FF2B5EF4-FFF2-40B4-BE49-F238E27FC236}">
                <a16:creationId xmlns:a16="http://schemas.microsoft.com/office/drawing/2014/main" id="{E77040FD-F8BF-45A4-89D3-646AF5F5F1D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57786189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2489DA-25B3-4D72-9C67-18410D8DF8E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7EE7588E-A5BC-46B8-98EB-8CD7536D7F8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32</a:t>
            </a:r>
          </a:p>
        </p:txBody>
      </p:sp>
      <p:graphicFrame>
        <p:nvGraphicFramePr>
          <p:cNvPr id="30" name=""/>
          <p:cNvGraphicFramePr/>
          <p:nvPr/>
        </p:nvGraphicFramePr>
        <p:xfrm>
          <a:off xmlns:a="http://schemas.openxmlformats.org/drawingml/2006/main" x="476250" y="1476375"/>
          <a:ext xmlns:a="http://schemas.openxmlformats.org/drawingml/2006/main" cx="11144250" cy="2619375"/>
        </p:xfrm>
        <a:graphic xmlns:a="http://schemas.openxmlformats.org/drawingml/2006/main">
          <a:graphicData uri="http://schemas.openxmlformats.org/drawingml/2006/table">
            <a:tbl>
              <a:tblPr firstRow="1" bandRow="0"/>
              <a:tblGrid>
                <a:gridCol w="2095500"/>
                <a:gridCol w="3238500"/>
                <a:gridCol w="3238500"/>
                <a:gridCol w="2571750"/>
              </a:tblGrid>
              <a:tr h="654844">
                <a:tc>
                  <a:txBody>
                    <a:bodyPr lIns="57150" tIns="38100" rIns="47625" bIns="38100">
                      <a:normAutofit/>
                    </a:bodyPr>
                    <a:lstStyle/>
                    <a:p>
                      <a:pPr algn="l">
                        <a:buNone/>
                      </a:pPr>
                      <a:r>
                        <a:rPr sz="1050" b="1">
                          <a:solidFill>
                            <a:srgbClr val="FFFFFF"/>
                          </a:solidFill>
                          <a:latin typeface="Noto Sans JP"/>
                          <a:ea typeface="Noto Sans JP"/>
                          <a:cs typeface="Noto Sans JP"/>
                        </a:rPr>
                        <a:t>条件</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主なエネルギー損失・比較手法</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期待されるEEDF効果</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比較上の制約</a:t>
                      </a:r>
                    </a:p>
                  </a:txBody>
                  <a:tcPr marL="91440" marR="91440" marT="45720" marB="45720" anchor="ctr">
                    <a:solidFill>
                      <a:srgbClr val="00A6D9"/>
                    </a:solidFill>
                  </a:tcPr>
                </a:tc>
              </a:tr>
              <a:tr h="654844">
                <a:tc>
                  <a:txBody>
                    <a:bodyPr lIns="57150" tIns="38100" rIns="47625" bIns="38100">
                      <a:normAutofit/>
                    </a:bodyPr>
                    <a:lstStyle/>
                    <a:p>
                      <a:pPr algn="l">
                        <a:buNone/>
                      </a:pPr>
                      <a:r>
                        <a:rPr sz="1065" b="1">
                          <a:solidFill>
                            <a:srgbClr val="2F2F2F"/>
                          </a:solidFill>
                          <a:latin typeface="Noto Sans JP"/>
                          <a:ea typeface="Noto Sans JP"/>
                          <a:cs typeface="Noto Sans JP"/>
                        </a:rPr>
                        <a:t>Ar/N₂</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N₂振動・電子励起</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1–10 eV域の冷却・構造変化</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Biagi断面積セットは回転励起を含まない</a:t>
                      </a:r>
                    </a:p>
                  </a:txBody>
                  <a:tcPr marL="91440" marR="91440" marT="45720" marB="45720" anchor="ctr">
                    <a:solidFill>
                      <a:srgbClr val="FFFFFF"/>
                    </a:solidFill>
                  </a:tcPr>
                </a:tc>
              </a:tr>
              <a:tr h="654844">
                <a:tc>
                  <a:txBody>
                    <a:bodyPr lIns="57150" tIns="38100" rIns="47625" bIns="38100">
                      <a:normAutofit/>
                    </a:bodyPr>
                    <a:lstStyle/>
                    <a:p>
                      <a:pPr algn="l">
                        <a:buNone/>
                      </a:pPr>
                      <a:r>
                        <a:rPr sz="1065" b="1">
                          <a:solidFill>
                            <a:srgbClr val="2F2F2F"/>
                          </a:solidFill>
                          <a:latin typeface="Noto Sans JP"/>
                          <a:ea typeface="Noto Sans JP"/>
                          <a:cs typeface="Noto Sans JP"/>
                        </a:rPr>
                        <a:t>Ar/O₂（付着なし共通条件）</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O₂振動・電子励起</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低エネルギー本体と高エネルギー尾部を再配分</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3手法に共通する衝突過程</a:t>
                      </a:r>
                    </a:p>
                  </a:txBody>
                  <a:tcPr marL="91440" marR="91440" marT="45720" marB="45720" anchor="ctr">
                    <a:solidFill>
                      <a:srgbClr val="F1F1F1"/>
                    </a:solidFill>
                  </a:tcPr>
                </a:tc>
              </a:tr>
              <a:tr h="654844">
                <a:tc>
                  <a:txBody>
                    <a:bodyPr lIns="57150" tIns="38100" rIns="47625" bIns="38100">
                      <a:normAutofit/>
                    </a:bodyPr>
                    <a:lstStyle/>
                    <a:p>
                      <a:pPr algn="l">
                        <a:buNone/>
                      </a:pPr>
                      <a:r>
                        <a:rPr sz="1065" b="1">
                          <a:solidFill>
                            <a:srgbClr val="2F2F2F"/>
                          </a:solidFill>
                          <a:latin typeface="Noto Sans JP"/>
                          <a:ea typeface="Noto Sans JP"/>
                          <a:cs typeface="Noto Sans JP"/>
                        </a:rPr>
                        <a:t>Ar/O₂（解離性付着あり）</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e+O₂→O+O⁻</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電子数成長率を低下</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現行Monte Carloは付着後の粒子数減少が未実装</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49D6BC5-4579-4658-9F1C-95DB2B48D6AA}"/>
              </a:ext>
            </a:extLst>
          </p:cNvPr>
          <p:cNvSpPr>
            <a:spLocks xmlns:a="http://schemas.openxmlformats.org/drawingml/2006/main" noGrp="1"/>
          </p:cNvSpPr>
          <p:nvPr/>
        </p:nvSpPr>
        <p:spPr>
          <a:xfrm xmlns:a="http://schemas.openxmlformats.org/drawingml/2006/main">
            <a:off x="714375" y="4524375"/>
            <a:ext cx="4286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0" name="">
            <a:extLst xmlns:a="http://schemas.openxmlformats.org/drawingml/2006/main">
              <a:ext uri="{FF2B5EF4-FFF2-40B4-BE49-F238E27FC236}">
                <a16:creationId xmlns:a16="http://schemas.microsoft.com/office/drawing/2014/main" id="{9F635E31-E4FB-4D9E-AD9C-F3AA476CEF8B}"/>
              </a:ext>
            </a:extLst>
          </p:cNvPr>
          <p:cNvSpPr>
            <a:spLocks xmlns:a="http://schemas.openxmlformats.org/drawingml/2006/main" noGrp="1"/>
          </p:cNvSpPr>
          <p:nvPr/>
        </p:nvSpPr>
        <p:spPr>
          <a:xfrm xmlns:a="http://schemas.openxmlformats.org/drawingml/2006/main">
            <a:off x="714375" y="4524375"/>
            <a:ext cx="704850" cy="619125"/>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97D1784-7B40-4BF1-AA17-EE3057E5A4DA}"/>
              </a:ext>
            </a:extLst>
          </p:cNvPr>
          <p:cNvSpPr>
            <a:spLocks xmlns:a="http://schemas.openxmlformats.org/drawingml/2006/main" noGrp="1"/>
          </p:cNvSpPr>
          <p:nvPr/>
        </p:nvSpPr>
        <p:spPr>
          <a:xfrm xmlns:a="http://schemas.openxmlformats.org/drawingml/2006/main">
            <a:off x="762000" y="4562475"/>
            <a:ext cx="609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混合</a:t>
            </a:r>
          </a:p>
        </p:txBody>
      </p:sp>
      <p:sp>
        <p:nvSpPr>
          <p:cNvPr id="12" name="">
            <a:extLst xmlns:a="http://schemas.openxmlformats.org/drawingml/2006/main">
              <a:ext uri="{FF2B5EF4-FFF2-40B4-BE49-F238E27FC236}">
                <a16:creationId xmlns:a16="http://schemas.microsoft.com/office/drawing/2014/main" id="{88E9C8C6-C4B8-4835-8301-1AD895531152}"/>
              </a:ext>
            </a:extLst>
          </p:cNvPr>
          <p:cNvSpPr>
            <a:spLocks xmlns:a="http://schemas.openxmlformats.org/drawingml/2006/main" noGrp="1"/>
          </p:cNvSpPr>
          <p:nvPr/>
        </p:nvSpPr>
        <p:spPr>
          <a:xfrm xmlns:a="http://schemas.openxmlformats.org/drawingml/2006/main">
            <a:off x="1590675" y="4572000"/>
            <a:ext cx="3257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Σs xs=1,   Cmix=Σs xs Cs</a:t>
            </a:r>
          </a:p>
        </p:txBody>
      </p:sp>
      <p:sp>
        <p:nvSpPr>
          <p:cNvPr id="13" name="">
            <a:extLst xmlns:a="http://schemas.openxmlformats.org/drawingml/2006/main">
              <a:ext uri="{FF2B5EF4-FFF2-40B4-BE49-F238E27FC236}">
                <a16:creationId xmlns:a16="http://schemas.microsoft.com/office/drawing/2014/main" id="{D269FF4A-C209-47EF-9BB6-8F8248526366}"/>
              </a:ext>
            </a:extLst>
          </p:cNvPr>
          <p:cNvSpPr>
            <a:spLocks xmlns:a="http://schemas.openxmlformats.org/drawingml/2006/main" noGrp="1"/>
          </p:cNvSpPr>
          <p:nvPr/>
        </p:nvSpPr>
        <p:spPr>
          <a:xfrm xmlns:a="http://schemas.openxmlformats.org/drawingml/2006/main">
            <a:off x="6000750" y="4524375"/>
            <a:ext cx="47625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4" name="">
            <a:extLst xmlns:a="http://schemas.openxmlformats.org/drawingml/2006/main">
              <a:ext uri="{FF2B5EF4-FFF2-40B4-BE49-F238E27FC236}">
                <a16:creationId xmlns:a16="http://schemas.microsoft.com/office/drawing/2014/main" id="{F6DB1634-0438-42AD-8A73-FADA868FCDBD}"/>
              </a:ext>
            </a:extLst>
          </p:cNvPr>
          <p:cNvSpPr>
            <a:spLocks xmlns:a="http://schemas.openxmlformats.org/drawingml/2006/main" noGrp="1"/>
          </p:cNvSpPr>
          <p:nvPr/>
        </p:nvSpPr>
        <p:spPr>
          <a:xfrm xmlns:a="http://schemas.openxmlformats.org/drawingml/2006/main">
            <a:off x="6000750" y="4524375"/>
            <a:ext cx="704850" cy="619125"/>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BDE74E7-61D4-4026-8C1F-BD1B9EC89C25}"/>
              </a:ext>
            </a:extLst>
          </p:cNvPr>
          <p:cNvSpPr>
            <a:spLocks xmlns:a="http://schemas.openxmlformats.org/drawingml/2006/main" noGrp="1"/>
          </p:cNvSpPr>
          <p:nvPr/>
        </p:nvSpPr>
        <p:spPr>
          <a:xfrm xmlns:a="http://schemas.openxmlformats.org/drawingml/2006/main">
            <a:off x="6048375" y="4562475"/>
            <a:ext cx="609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付着損失</a:t>
            </a:r>
          </a:p>
        </p:txBody>
      </p:sp>
      <p:sp>
        <p:nvSpPr>
          <p:cNvPr id="16" name="">
            <a:extLst xmlns:a="http://schemas.openxmlformats.org/drawingml/2006/main">
              <a:ext uri="{FF2B5EF4-FFF2-40B4-BE49-F238E27FC236}">
                <a16:creationId xmlns:a16="http://schemas.microsoft.com/office/drawing/2014/main" id="{F2B9A88C-8C01-4F80-A720-137DF5D0E24E}"/>
              </a:ext>
            </a:extLst>
          </p:cNvPr>
          <p:cNvSpPr>
            <a:spLocks xmlns:a="http://schemas.openxmlformats.org/drawingml/2006/main" noGrp="1"/>
          </p:cNvSpPr>
          <p:nvPr/>
        </p:nvSpPr>
        <p:spPr>
          <a:xfrm xmlns:a="http://schemas.openxmlformats.org/drawingml/2006/main">
            <a:off x="6877050" y="4572000"/>
            <a:ext cx="3733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Rattach = nₑN xO₂ katt</a:t>
            </a:r>
          </a:p>
        </p:txBody>
      </p:sp>
      <p:sp>
        <p:nvSpPr>
          <p:cNvPr id="19" name="">
            <a:extLst xmlns:a="http://schemas.openxmlformats.org/drawingml/2006/main">
              <a:ext uri="{FF2B5EF4-FFF2-40B4-BE49-F238E27FC236}">
                <a16:creationId xmlns:a16="http://schemas.microsoft.com/office/drawing/2014/main" id="{9CBAC3E6-BF2D-4B01-8BA5-57A9291DEE8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組成差は“平均断面積”ではなく、各閾値</a:t>
            </a:r>
            <a:r>
              <a:rPr sz="1275" b="1" i="0">
                <a:solidFill>
                  <a:srgbClr val="6DBB20"/>
                </a:solidFill>
                <a:latin typeface="Noto Sans JP"/>
                <a:ea typeface="Noto Sans JP"/>
                <a:cs typeface="Noto Sans JP"/>
              </a:rPr>
              <a:t>積分核</a:t>
            </a:r>
            <a:r>
              <a:rPr sz="1275" b="1" i="0">
                <a:solidFill>
                  <a:srgbClr val="6DBB20"/>
                </a:solidFill>
                <a:latin typeface="Noto Sans JP"/>
                <a:ea typeface="Noto Sans JP"/>
                <a:cs typeface="Noto Sans JP"/>
              </a:rPr>
              <a:t>とEEDFの自己整合再配分として現れる。</a:t>
            </a:r>
          </a:p>
        </p:txBody>
      </p:sp>
      <p:sp>
        <p:nvSpPr>
          <p:cNvPr id="20" name="">
            <a:extLst xmlns:a="http://schemas.openxmlformats.org/drawingml/2006/main">
              <a:ext uri="{FF2B5EF4-FFF2-40B4-BE49-F238E27FC236}">
                <a16:creationId xmlns:a16="http://schemas.microsoft.com/office/drawing/2014/main" id="{222BB28B-3DE2-42A8-ADB8-B06D81F52676}"/>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  outputs/lxcat_swarm_validation/evaluation/README_ja.md</a:t>
            </a:r>
          </a:p>
        </p:txBody>
      </p:sp>
      <p:sp>
        <p:nvSpPr>
          <p:cNvPr id="23" name="title">
            <a:extLst xmlns:a="http://schemas.openxmlformats.org/drawingml/2006/main">
              <a:ext uri="{FF2B5EF4-FFF2-40B4-BE49-F238E27FC236}">
                <a16:creationId xmlns:a16="http://schemas.microsoft.com/office/drawing/2014/main" id="{556894E1-8BD8-40CF-A1CC-20DF0D2573E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混合ガス：Ar 90% + 添加ガス 10% の比較条件</a:t>
            </a:r>
          </a:p>
        </p:txBody>
      </p:sp>
      <p:sp>
        <p:nvSpPr>
          <p:cNvPr id="24" name="">
            <a:extLst xmlns:a="http://schemas.openxmlformats.org/drawingml/2006/main">
              <a:ext uri="{FF2B5EF4-FFF2-40B4-BE49-F238E27FC236}">
                <a16:creationId xmlns:a16="http://schemas.microsoft.com/office/drawing/2014/main" id="{9D75BD34-157F-4D8F-8C29-F505167D5CCA}"/>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7" name="section">
            <a:extLst xmlns:a="http://schemas.openxmlformats.org/drawingml/2006/main">
              <a:ext uri="{FF2B5EF4-FFF2-40B4-BE49-F238E27FC236}">
                <a16:creationId xmlns:a16="http://schemas.microsoft.com/office/drawing/2014/main" id="{3204AAD0-8057-4689-BFD8-21E64B05A8F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70847862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D895CA0-652D-4908-8C29-84EFDF105F6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 90% + N₂ 10%：SwarmとCOMSOL解析EEDF</a:t>
            </a:r>
          </a:p>
        </p:txBody>
      </p:sp>
      <p:sp>
        <p:nvSpPr>
          <p:cNvPr id="3" name="subtitle">
            <a:extLst xmlns:a="http://schemas.openxmlformats.org/drawingml/2006/main">
              <a:ext uri="{FF2B5EF4-FFF2-40B4-BE49-F238E27FC236}">
                <a16:creationId xmlns:a16="http://schemas.microsoft.com/office/drawing/2014/main" id="{AD778743-27AB-4C62-BA3F-B17169158984}"/>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振動励起で形成される低エネルギー構造を解析分布との差として可視化　横軸：電子エネルギー ε [eV]（線形）／縦軸：log₁₀ p(ε)</a:t>
            </a:r>
          </a:p>
        </p:txBody>
      </p:sp>
      <p:graphicFrame>
        <p:nvGraphicFramePr>
          <p:cNvPr id="26" name="Chart"/>
          <p:cNvGraphicFramePr/>
          <p:nvPr/>
        </p:nvGraphicFramePr>
        <p:xfrm>
          <a:off xmlns:a="http://schemas.openxmlformats.org/drawingml/2006/main" x="4286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43a73b989a2e4008"/>
          </a:graphicData>
        </a:graphic>
      </p:graphicFrame>
      <p:graphicFrame>
        <p:nvGraphicFramePr>
          <p:cNvPr id="27" name="Chart"/>
          <p:cNvGraphicFramePr/>
          <p:nvPr/>
        </p:nvGraphicFramePr>
        <p:xfrm>
          <a:off xmlns:a="http://schemas.openxmlformats.org/drawingml/2006/main" x="63341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f30b3470f0c14fb0"/>
          </a:graphicData>
        </a:graphic>
      </p:graphicFrame>
      <p:graphicFrame>
        <p:nvGraphicFramePr>
          <p:cNvPr id="28" name="Chart"/>
          <p:cNvGraphicFramePr/>
          <p:nvPr/>
        </p:nvGraphicFramePr>
        <p:xfrm>
          <a:off xmlns:a="http://schemas.openxmlformats.org/drawingml/2006/main" x="4286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42b8ce3ec3ad4255"/>
          </a:graphicData>
        </a:graphic>
      </p:graphicFrame>
      <p:graphicFrame>
        <p:nvGraphicFramePr>
          <p:cNvPr id="29" name="Chart"/>
          <p:cNvGraphicFramePr/>
          <p:nvPr/>
        </p:nvGraphicFramePr>
        <p:xfrm>
          <a:off xmlns:a="http://schemas.openxmlformats.org/drawingml/2006/main" x="63341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1fe5b69b18084f9d"/>
          </a:graphicData>
        </a:graphic>
      </p:graphicFrame>
      <p:sp>
        <p:nvSpPr>
          <p:cNvPr id="8" name="">
            <a:extLst xmlns:a="http://schemas.openxmlformats.org/drawingml/2006/main">
              <a:ext uri="{FF2B5EF4-FFF2-40B4-BE49-F238E27FC236}">
                <a16:creationId xmlns:a16="http://schemas.microsoft.com/office/drawing/2014/main" id="{E62AF968-C131-4656-9027-743A02C1530D}"/>
              </a:ext>
            </a:extLst>
          </p:cNvPr>
          <p:cNvSpPr>
            <a:spLocks xmlns:a="http://schemas.openxmlformats.org/drawingml/2006/main" noGrp="1"/>
          </p:cNvSpPr>
          <p:nvPr/>
        </p:nvSpPr>
        <p:spPr>
          <a:xfrm xmlns:a="http://schemas.openxmlformats.org/drawingml/2006/main">
            <a:off x="714375" y="5676900"/>
            <a:ext cx="304800" cy="0"/>
          </a:xfrm>
          <a:prstGeom xmlns:a="http://schemas.openxmlformats.org/drawingml/2006/main" prst="line">
            <a:avLst/>
          </a:prstGeom>
          <a:noFill xmlns:a="http://schemas.openxmlformats.org/drawingml/2006/main"/>
          <a:ln xmlns:a="http://schemas.openxmlformats.org/drawingml/2006/main" w="22860">
            <a:solidFill>
              <a:srgbClr val="008DB6"/>
            </a:solidFill>
            <a:prstDash val="solid"/>
          </a:ln>
        </p:spPr>
      </p:sp>
      <p:sp>
        <p:nvSpPr>
          <p:cNvPr id="9" name="">
            <a:extLst xmlns:a="http://schemas.openxmlformats.org/drawingml/2006/main">
              <a:ext uri="{FF2B5EF4-FFF2-40B4-BE49-F238E27FC236}">
                <a16:creationId xmlns:a16="http://schemas.microsoft.com/office/drawing/2014/main" id="{8ACF6CEE-E0AB-4EC1-A980-66D386C8133C}"/>
              </a:ext>
            </a:extLst>
          </p:cNvPr>
          <p:cNvSpPr>
            <a:spLocks xmlns:a="http://schemas.openxmlformats.org/drawingml/2006/main" noGrp="1"/>
          </p:cNvSpPr>
          <p:nvPr/>
        </p:nvSpPr>
        <p:spPr>
          <a:xfrm xmlns:a="http://schemas.openxmlformats.org/drawingml/2006/main">
            <a:off x="1076325"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008DB6"/>
                </a:solidFill>
                <a:latin typeface="Noto Sans JP"/>
                <a:ea typeface="Noto Sans JP"/>
                <a:cs typeface="Noto Sans JP"/>
              </a:defRPr>
            </a:pPr>
            <a:r>
              <a:rPr sz="938" b="1" i="0">
                <a:solidFill>
                  <a:srgbClr val="008DB6"/>
                </a:solidFill>
                <a:latin typeface="Noto Sans JP"/>
                <a:ea typeface="Noto Sans JP"/>
                <a:cs typeface="Noto Sans JP"/>
              </a:rPr>
              <a:t>two-term</a:t>
            </a:r>
          </a:p>
        </p:txBody>
      </p:sp>
      <p:sp>
        <p:nvSpPr>
          <p:cNvPr id="10" name="">
            <a:extLst xmlns:a="http://schemas.openxmlformats.org/drawingml/2006/main">
              <a:ext uri="{FF2B5EF4-FFF2-40B4-BE49-F238E27FC236}">
                <a16:creationId xmlns:a16="http://schemas.microsoft.com/office/drawing/2014/main" id="{CC778FDE-0B2B-4C98-81C0-FD81BC4A0F5B}"/>
              </a:ext>
            </a:extLst>
          </p:cNvPr>
          <p:cNvSpPr>
            <a:spLocks xmlns:a="http://schemas.openxmlformats.org/drawingml/2006/main" noGrp="1"/>
          </p:cNvSpPr>
          <p:nvPr/>
        </p:nvSpPr>
        <p:spPr>
          <a:xfrm xmlns:a="http://schemas.openxmlformats.org/drawingml/2006/main">
            <a:off x="2952750" y="5676900"/>
            <a:ext cx="304800" cy="0"/>
          </a:xfrm>
          <a:prstGeom xmlns:a="http://schemas.openxmlformats.org/drawingml/2006/main" prst="line">
            <a:avLst/>
          </a:prstGeom>
          <a:noFill xmlns:a="http://schemas.openxmlformats.org/drawingml/2006/main"/>
          <a:ln xmlns:a="http://schemas.openxmlformats.org/drawingml/2006/main" w="22860">
            <a:solidFill>
              <a:srgbClr val="C88700"/>
            </a:solidFill>
            <a:prstDash val="solid"/>
          </a:ln>
        </p:spPr>
      </p:sp>
      <p:sp>
        <p:nvSpPr>
          <p:cNvPr id="11" name="">
            <a:extLst xmlns:a="http://schemas.openxmlformats.org/drawingml/2006/main">
              <a:ext uri="{FF2B5EF4-FFF2-40B4-BE49-F238E27FC236}">
                <a16:creationId xmlns:a16="http://schemas.microsoft.com/office/drawing/2014/main" id="{754C4C51-AB90-4AAC-8E2C-F054B8CDA8D2}"/>
              </a:ext>
            </a:extLst>
          </p:cNvPr>
          <p:cNvSpPr>
            <a:spLocks xmlns:a="http://schemas.openxmlformats.org/drawingml/2006/main" noGrp="1"/>
          </p:cNvSpPr>
          <p:nvPr/>
        </p:nvSpPr>
        <p:spPr>
          <a:xfrm xmlns:a="http://schemas.openxmlformats.org/drawingml/2006/main">
            <a:off x="3314700"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C88700"/>
                </a:solidFill>
                <a:latin typeface="Noto Sans JP"/>
                <a:ea typeface="Noto Sans JP"/>
                <a:cs typeface="Noto Sans JP"/>
              </a:defRPr>
            </a:pPr>
            <a:r>
              <a:rPr sz="938" b="1" i="0">
                <a:solidFill>
                  <a:srgbClr val="C88700"/>
                </a:solidFill>
                <a:latin typeface="Noto Sans JP"/>
                <a:ea typeface="Noto Sans JP"/>
                <a:cs typeface="Noto Sans JP"/>
              </a:rPr>
              <a:t>Monte Carlo</a:t>
            </a:r>
          </a:p>
        </p:txBody>
      </p:sp>
      <p:sp>
        <p:nvSpPr>
          <p:cNvPr id="12" name="">
            <a:extLst xmlns:a="http://schemas.openxmlformats.org/drawingml/2006/main">
              <a:ext uri="{FF2B5EF4-FFF2-40B4-BE49-F238E27FC236}">
                <a16:creationId xmlns:a16="http://schemas.microsoft.com/office/drawing/2014/main" id="{9B9CAF66-2D19-40C9-815A-3AF8CEBB14FD}"/>
              </a:ext>
            </a:extLst>
          </p:cNvPr>
          <p:cNvSpPr>
            <a:spLocks xmlns:a="http://schemas.openxmlformats.org/drawingml/2006/main" noGrp="1"/>
          </p:cNvSpPr>
          <p:nvPr/>
        </p:nvSpPr>
        <p:spPr>
          <a:xfrm xmlns:a="http://schemas.openxmlformats.org/drawingml/2006/main">
            <a:off x="5191125" y="5676900"/>
            <a:ext cx="304800" cy="0"/>
          </a:xfrm>
          <a:prstGeom xmlns:a="http://schemas.openxmlformats.org/drawingml/2006/main" prst="line">
            <a:avLst/>
          </a:prstGeom>
          <a:noFill xmlns:a="http://schemas.openxmlformats.org/drawingml/2006/main"/>
          <a:ln xmlns:a="http://schemas.openxmlformats.org/drawingml/2006/main" w="22860">
            <a:solidFill>
              <a:srgbClr val="6DBB20"/>
            </a:solidFill>
            <a:prstDash val="solid"/>
          </a:ln>
        </p:spPr>
      </p:sp>
      <p:sp>
        <p:nvSpPr>
          <p:cNvPr id="13" name="">
            <a:extLst xmlns:a="http://schemas.openxmlformats.org/drawingml/2006/main">
              <a:ext uri="{FF2B5EF4-FFF2-40B4-BE49-F238E27FC236}">
                <a16:creationId xmlns:a16="http://schemas.microsoft.com/office/drawing/2014/main" id="{FBD98DB7-3B55-4EC7-8677-937D8561719A}"/>
              </a:ext>
            </a:extLst>
          </p:cNvPr>
          <p:cNvSpPr>
            <a:spLocks xmlns:a="http://schemas.openxmlformats.org/drawingml/2006/main" noGrp="1"/>
          </p:cNvSpPr>
          <p:nvPr/>
        </p:nvSpPr>
        <p:spPr>
          <a:xfrm xmlns:a="http://schemas.openxmlformats.org/drawingml/2006/main">
            <a:off x="5553075"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6DBB20"/>
                </a:solidFill>
                <a:latin typeface="Noto Sans JP"/>
                <a:ea typeface="Noto Sans JP"/>
                <a:cs typeface="Noto Sans JP"/>
              </a:defRPr>
            </a:pPr>
            <a:r>
              <a:rPr sz="938" b="1" i="0">
                <a:solidFill>
                  <a:srgbClr val="6DBB20"/>
                </a:solidFill>
                <a:latin typeface="Noto Sans JP"/>
                <a:ea typeface="Noto Sans JP"/>
                <a:cs typeface="Noto Sans JP"/>
              </a:rPr>
              <a:t>propagator P1</a:t>
            </a:r>
          </a:p>
        </p:txBody>
      </p:sp>
      <p:sp>
        <p:nvSpPr>
          <p:cNvPr id="14" name="">
            <a:extLst xmlns:a="http://schemas.openxmlformats.org/drawingml/2006/main">
              <a:ext uri="{FF2B5EF4-FFF2-40B4-BE49-F238E27FC236}">
                <a16:creationId xmlns:a16="http://schemas.microsoft.com/office/drawing/2014/main" id="{9CA070C4-B56B-42D5-A12D-6825848C7410}"/>
              </a:ext>
            </a:extLst>
          </p:cNvPr>
          <p:cNvSpPr>
            <a:spLocks xmlns:a="http://schemas.openxmlformats.org/drawingml/2006/main" noGrp="1"/>
          </p:cNvSpPr>
          <p:nvPr/>
        </p:nvSpPr>
        <p:spPr>
          <a:xfrm xmlns:a="http://schemas.openxmlformats.org/drawingml/2006/main">
            <a:off x="7429500" y="5676900"/>
            <a:ext cx="304800" cy="0"/>
          </a:xfrm>
          <a:prstGeom xmlns:a="http://schemas.openxmlformats.org/drawingml/2006/main" prst="line">
            <a:avLst/>
          </a:prstGeom>
          <a:noFill xmlns:a="http://schemas.openxmlformats.org/drawingml/2006/main"/>
          <a:ln xmlns:a="http://schemas.openxmlformats.org/drawingml/2006/main" w="22860">
            <a:solidFill>
              <a:srgbClr val="555F6D"/>
            </a:solidFill>
            <a:prstDash val="dash"/>
          </a:ln>
        </p:spPr>
      </p:sp>
      <p:sp>
        <p:nvSpPr>
          <p:cNvPr id="15" name="">
            <a:extLst xmlns:a="http://schemas.openxmlformats.org/drawingml/2006/main">
              <a:ext uri="{FF2B5EF4-FFF2-40B4-BE49-F238E27FC236}">
                <a16:creationId xmlns:a16="http://schemas.microsoft.com/office/drawing/2014/main" id="{3A23B4C6-0AC8-415B-8B4B-B791F6927AA4}"/>
              </a:ext>
            </a:extLst>
          </p:cNvPr>
          <p:cNvSpPr>
            <a:spLocks xmlns:a="http://schemas.openxmlformats.org/drawingml/2006/main" noGrp="1"/>
          </p:cNvSpPr>
          <p:nvPr/>
        </p:nvSpPr>
        <p:spPr>
          <a:xfrm xmlns:a="http://schemas.openxmlformats.org/drawingml/2006/main">
            <a:off x="7791450"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555F6D"/>
                </a:solidFill>
                <a:latin typeface="Noto Sans JP"/>
                <a:ea typeface="Noto Sans JP"/>
                <a:cs typeface="Noto Sans JP"/>
              </a:defRPr>
            </a:pPr>
            <a:r>
              <a:rPr sz="938" b="1" i="0">
                <a:solidFill>
                  <a:srgbClr val="555F6D"/>
                </a:solidFill>
                <a:latin typeface="Noto Sans JP"/>
                <a:ea typeface="Noto Sans JP"/>
                <a:cs typeface="Noto Sans JP"/>
              </a:rPr>
              <a:t>COMSOL Maxwellian</a:t>
            </a:r>
          </a:p>
        </p:txBody>
      </p:sp>
      <p:sp>
        <p:nvSpPr>
          <p:cNvPr id="16" name="">
            <a:extLst xmlns:a="http://schemas.openxmlformats.org/drawingml/2006/main">
              <a:ext uri="{FF2B5EF4-FFF2-40B4-BE49-F238E27FC236}">
                <a16:creationId xmlns:a16="http://schemas.microsoft.com/office/drawing/2014/main" id="{09DE361E-98D1-4C1A-8D93-9B91F507E779}"/>
              </a:ext>
            </a:extLst>
          </p:cNvPr>
          <p:cNvSpPr>
            <a:spLocks xmlns:a="http://schemas.openxmlformats.org/drawingml/2006/main" noGrp="1"/>
          </p:cNvSpPr>
          <p:nvPr/>
        </p:nvSpPr>
        <p:spPr>
          <a:xfrm xmlns:a="http://schemas.openxmlformats.org/drawingml/2006/main">
            <a:off x="9667875" y="5676900"/>
            <a:ext cx="304800" cy="0"/>
          </a:xfrm>
          <a:prstGeom xmlns:a="http://schemas.openxmlformats.org/drawingml/2006/main" prst="line">
            <a:avLst/>
          </a:prstGeom>
          <a:noFill xmlns:a="http://schemas.openxmlformats.org/drawingml/2006/main"/>
          <a:ln xmlns:a="http://schemas.openxmlformats.org/drawingml/2006/main" w="22860">
            <a:solidFill>
              <a:srgbClr val="7B2FA3"/>
            </a:solidFill>
            <a:prstDash val="dash"/>
          </a:ln>
        </p:spPr>
      </p:sp>
      <p:sp>
        <p:nvSpPr>
          <p:cNvPr id="17" name="">
            <a:extLst xmlns:a="http://schemas.openxmlformats.org/drawingml/2006/main">
              <a:ext uri="{FF2B5EF4-FFF2-40B4-BE49-F238E27FC236}">
                <a16:creationId xmlns:a16="http://schemas.microsoft.com/office/drawing/2014/main" id="{3FABD921-8285-4470-A1D8-1D575C2AB822}"/>
              </a:ext>
            </a:extLst>
          </p:cNvPr>
          <p:cNvSpPr>
            <a:spLocks xmlns:a="http://schemas.openxmlformats.org/drawingml/2006/main" noGrp="1"/>
          </p:cNvSpPr>
          <p:nvPr/>
        </p:nvSpPr>
        <p:spPr>
          <a:xfrm xmlns:a="http://schemas.openxmlformats.org/drawingml/2006/main">
            <a:off x="10029825"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7B2FA3"/>
                </a:solidFill>
                <a:latin typeface="Noto Sans JP"/>
                <a:ea typeface="Noto Sans JP"/>
                <a:cs typeface="Noto Sans JP"/>
              </a:defRPr>
            </a:pPr>
            <a:r>
              <a:rPr sz="938" b="1" i="0">
                <a:solidFill>
                  <a:srgbClr val="7B2FA3"/>
                </a:solidFill>
                <a:latin typeface="Noto Sans JP"/>
                <a:ea typeface="Noto Sans JP"/>
                <a:cs typeface="Noto Sans JP"/>
              </a:rPr>
              <a:t>COMSOL Druyvesteyn</a:t>
            </a:r>
          </a:p>
        </p:txBody>
      </p:sp>
      <p:sp>
        <p:nvSpPr>
          <p:cNvPr id="18" name="takeaway-bullet">
            <a:extLst xmlns:a="http://schemas.openxmlformats.org/drawingml/2006/main">
              <a:ext uri="{FF2B5EF4-FFF2-40B4-BE49-F238E27FC236}">
                <a16:creationId xmlns:a16="http://schemas.microsoft.com/office/drawing/2014/main" id="{533F82F4-AB66-42A1-9B89-B89051FFAB7F}"/>
              </a:ext>
            </a:extLst>
          </p:cNvPr>
          <p:cNvSpPr>
            <a:spLocks xmlns:a="http://schemas.openxmlformats.org/drawingml/2006/main" noGrp="1"/>
          </p:cNvSpPr>
          <p:nvPr/>
        </p:nvSpPr>
        <p:spPr>
          <a:xfrm xmlns:a="http://schemas.openxmlformats.org/drawingml/2006/main">
            <a:off x="457200" y="59912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9" name="takeaway">
            <a:extLst xmlns:a="http://schemas.openxmlformats.org/drawingml/2006/main">
              <a:ext uri="{FF2B5EF4-FFF2-40B4-BE49-F238E27FC236}">
                <a16:creationId xmlns:a16="http://schemas.microsoft.com/office/drawing/2014/main" id="{BF6C68D7-A1F9-425D-BEEE-5768C5EA3E92}"/>
              </a:ext>
            </a:extLst>
          </p:cNvPr>
          <p:cNvSpPr>
            <a:spLocks xmlns:a="http://schemas.openxmlformats.org/drawingml/2006/main" noGrp="1"/>
          </p:cNvSpPr>
          <p:nvPr/>
        </p:nvSpPr>
        <p:spPr>
          <a:xfrm xmlns:a="http://schemas.openxmlformats.org/drawingml/2006/main">
            <a:off x="647700" y="58674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解析分布は同じ平均エネルギーでもtail形状が異なる。閾値反応ではSwarm EEDFとの差を反応積分で評価する。</a:t>
            </a:r>
          </a:p>
        </p:txBody>
      </p:sp>
      <p:sp>
        <p:nvSpPr>
          <p:cNvPr id="20" name="source">
            <a:extLst xmlns:a="http://schemas.openxmlformats.org/drawingml/2006/main">
              <a:ext uri="{FF2B5EF4-FFF2-40B4-BE49-F238E27FC236}">
                <a16:creationId xmlns:a16="http://schemas.microsoft.com/office/drawing/2014/main" id="{3596A5A4-B32C-41EC-8B43-0E9924D31AF4}"/>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Ar/N₂ mixture sweep EEDF and mean-energy results; COMSOL analytic EEDF definition</a:t>
            </a:r>
          </a:p>
        </p:txBody>
      </p:sp>
      <p:sp>
        <p:nvSpPr>
          <p:cNvPr id="21" name="section">
            <a:extLst xmlns:a="http://schemas.openxmlformats.org/drawingml/2006/main">
              <a:ext uri="{FF2B5EF4-FFF2-40B4-BE49-F238E27FC236}">
                <a16:creationId xmlns:a16="http://schemas.microsoft.com/office/drawing/2014/main" id="{BA419068-72FF-4C59-9301-C956A0891AFE}"/>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
        <p:nvSpPr>
          <p:cNvPr id="22" name="footer">
            <a:extLst xmlns:a="http://schemas.openxmlformats.org/drawingml/2006/main">
              <a:ext uri="{FF2B5EF4-FFF2-40B4-BE49-F238E27FC236}">
                <a16:creationId xmlns:a16="http://schemas.microsoft.com/office/drawing/2014/main" id="{ECC448B7-ECA2-4344-8899-7818B5D17D8C}"/>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3" name="page">
            <a:extLst xmlns:a="http://schemas.openxmlformats.org/drawingml/2006/main">
              <a:ext uri="{FF2B5EF4-FFF2-40B4-BE49-F238E27FC236}">
                <a16:creationId xmlns:a16="http://schemas.microsoft.com/office/drawing/2014/main" id="{845C1B5A-8183-4EFD-99BE-7F124129A96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33</a:t>
            </a:r>
          </a:p>
        </p:txBody>
      </p:sp>
    </p:spTree>
    <p:extLst>
      <p:ext uri="{BB962C8B-B14F-4D97-AF65-F5344CB8AC3E}">
        <p14:creationId xmlns:p14="http://schemas.microsoft.com/office/powerpoint/2010/main" val="43650819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998191-2C6B-4AA7-9491-90FB873A1D4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AECAFA3F-71D4-4443-9187-5D4E26923C0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34</a:t>
            </a:r>
          </a:p>
        </p:txBody>
      </p:sp>
      <p:graphicFrame>
        <p:nvGraphicFramePr>
          <p:cNvPr id="28" name="Chart"/>
          <p:cNvGraphicFramePr/>
          <p:nvPr/>
        </p:nvGraphicFramePr>
        <p:xfrm>
          <a:off xmlns:a="http://schemas.openxmlformats.org/drawingml/2006/main" x="476250" y="1476375"/>
          <a:ext xmlns:a="http://schemas.openxmlformats.org/drawingml/2006/main" cx="5381625" cy="2714625"/>
        </p:xfrm>
        <a:graphic xmlns:a="http://schemas.openxmlformats.org/drawingml/2006/main">
          <a:graphicData uri="http://schemas.openxmlformats.org/drawingml/2006/chart">
            <c:chart xmlns:r="http://schemas.openxmlformats.org/officeDocument/2006/relationships" xmlns:c="http://schemas.openxmlformats.org/drawingml/2006/chart" r:id="R132adfedf3714746"/>
          </a:graphicData>
        </a:graphic>
      </p:graphicFrame>
      <p:graphicFrame>
        <p:nvGraphicFramePr>
          <p:cNvPr id="29" name="Chart"/>
          <p:cNvGraphicFramePr/>
          <p:nvPr/>
        </p:nvGraphicFramePr>
        <p:xfrm>
          <a:off xmlns:a="http://schemas.openxmlformats.org/drawingml/2006/main" x="6191250" y="1476375"/>
          <a:ext xmlns:a="http://schemas.openxmlformats.org/drawingml/2006/main" cx="5381625" cy="2714625"/>
        </p:xfrm>
        <a:graphic xmlns:a="http://schemas.openxmlformats.org/drawingml/2006/main">
          <a:graphicData uri="http://schemas.openxmlformats.org/drawingml/2006/chart">
            <c:chart xmlns:r="http://schemas.openxmlformats.org/officeDocument/2006/relationships" xmlns:c="http://schemas.openxmlformats.org/drawingml/2006/chart" r:id="Rc921115613844eba"/>
          </a:graphicData>
        </a:graphic>
      </p:graphicFrame>
      <p:graphicFrame>
        <p:nvGraphicFramePr>
          <p:cNvPr id="30" name=""/>
          <p:cNvGraphicFramePr/>
          <p:nvPr/>
        </p:nvGraphicFramePr>
        <p:xfrm>
          <a:off xmlns:a="http://schemas.openxmlformats.org/drawingml/2006/main" x="2428875" y="4333875"/>
          <a:ext xmlns:a="http://schemas.openxmlformats.org/drawingml/2006/main" cx="7334250" cy="1476375"/>
        </p:xfrm>
        <a:graphic xmlns:a="http://schemas.openxmlformats.org/drawingml/2006/main">
          <a:graphicData uri="http://schemas.openxmlformats.org/drawingml/2006/table">
            <a:tbl>
              <a:tblPr firstRow="1" bandRow="0"/>
              <a:tblGrid>
                <a:gridCol w="1524000"/>
                <a:gridCol w="1428750"/>
                <a:gridCol w="2190750"/>
                <a:gridCol w="2190750"/>
              </a:tblGrid>
              <a:tr h="295275">
                <a:tc>
                  <a:txBody>
                    <a:bodyPr lIns="57150" tIns="38100" rIns="47625" bIns="38100">
                      <a:normAutofit/>
                    </a:bodyPr>
                    <a:lstStyle/>
                    <a:p>
                      <a:pPr algn="l">
                        <a:buNone/>
                      </a:pPr>
                      <a:r>
                        <a:rPr sz="810" b="1">
                          <a:solidFill>
                            <a:srgbClr val="FFFFFF"/>
                          </a:solidFill>
                          <a:latin typeface="Noto Sans JP"/>
                          <a:ea typeface="Noto Sans JP"/>
                          <a:cs typeface="Noto Sans JP"/>
                        </a:rPr>
                        <a:t>E/N</a:t>
                      </a:r>
                    </a:p>
                  </a:txBody>
                  <a:tcPr marL="91440" marR="91440" marT="45720" marB="45720" anchor="ctr">
                    <a:solidFill>
                      <a:srgbClr val="00A6D9"/>
                    </a:solidFill>
                  </a:tcPr>
                </a:tc>
                <a:tc>
                  <a:txBody>
                    <a:bodyPr lIns="57150" tIns="38100" rIns="47625" bIns="38100">
                      <a:normAutofit/>
                    </a:bodyPr>
                    <a:lstStyle/>
                    <a:p>
                      <a:pPr algn="ctr">
                        <a:buNone/>
                      </a:pPr>
                      <a:r>
                        <a:rPr sz="810" b="1">
                          <a:solidFill>
                            <a:srgbClr val="FFFFFF"/>
                          </a:solidFill>
                          <a:latin typeface="Noto Sans JP"/>
                          <a:ea typeface="Noto Sans JP"/>
                          <a:cs typeface="Noto Sans JP"/>
                        </a:rPr>
                        <a:t>輸送係数まで統計収束</a:t>
                      </a:r>
                    </a:p>
                  </a:txBody>
                  <a:tcPr marL="91440" marR="91440" marT="45720" marB="45720" anchor="ctr">
                    <a:solidFill>
                      <a:srgbClr val="00A6D9"/>
                    </a:solidFill>
                  </a:tcPr>
                </a:tc>
                <a:tc>
                  <a:txBody>
                    <a:bodyPr lIns="57150" tIns="38100" rIns="47625" bIns="38100">
                      <a:normAutofit/>
                    </a:bodyPr>
                    <a:lstStyle/>
                    <a:p>
                      <a:pPr algn="ctr">
                        <a:buNone/>
                      </a:pPr>
                      <a:r>
                        <a:rPr sz="810" b="1">
                          <a:solidFill>
                            <a:srgbClr val="FFFFFF"/>
                          </a:solidFill>
                          <a:latin typeface="Noto Sans JP"/>
                          <a:ea typeface="Noto Sans JP"/>
                          <a:cs typeface="Noto Sans JP"/>
                        </a:rPr>
                        <a:t>EEDF・反応速度に採用</a:t>
                      </a:r>
                    </a:p>
                  </a:txBody>
                  <a:tcPr marL="91440" marR="91440" marT="45720" marB="45720" anchor="ctr">
                    <a:solidFill>
                      <a:srgbClr val="00A6D9"/>
                    </a:solidFill>
                  </a:tcPr>
                </a:tc>
                <a:tc>
                  <a:txBody>
                    <a:bodyPr lIns="57150" tIns="38100" rIns="47625" bIns="38100">
                      <a:normAutofit/>
                    </a:bodyPr>
                    <a:lstStyle/>
                    <a:p>
                      <a:pPr algn="ctr">
                        <a:buNone/>
                      </a:pPr>
                      <a:r>
                        <a:rPr sz="810" b="1">
                          <a:solidFill>
                            <a:srgbClr val="FFFFFF"/>
                          </a:solidFill>
                          <a:latin typeface="Noto Sans JP"/>
                          <a:ea typeface="Noto Sans JP"/>
                          <a:cs typeface="Noto Sans JP"/>
                        </a:rPr>
                        <a:t>電子移動度の相対標準誤差</a:t>
                      </a:r>
                    </a:p>
                  </a:txBody>
                  <a:tcPr marL="91440" marR="91440" marT="45720" marB="45720" anchor="ctr">
                    <a:solidFill>
                      <a:srgbClr val="00A6D9"/>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 Td</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未達</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2.23%</a:t>
                      </a:r>
                    </a:p>
                  </a:txBody>
                  <a:tcPr marL="91440" marR="91440" marT="45720" marB="45720" anchor="ctr">
                    <a:solidFill>
                      <a:srgbClr val="FFFFFF"/>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10 Td</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未達</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0.15%</a:t>
                      </a:r>
                    </a:p>
                  </a:txBody>
                  <a:tcPr marL="91440" marR="91440" marT="45720" marB="45720" anchor="ctr">
                    <a:solidFill>
                      <a:srgbClr val="F1F1F1"/>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100 Td</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未達</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0.14%</a:t>
                      </a:r>
                    </a:p>
                  </a:txBody>
                  <a:tcPr marL="91440" marR="91440" marT="45720" marB="45720" anchor="ctr">
                    <a:solidFill>
                      <a:srgbClr val="FFFFFF"/>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1000 Td</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0.01%</a:t>
                      </a:r>
                    </a:p>
                  </a:txBody>
                  <a:tcPr marL="91440" marR="91440" marT="45720" marB="45720" anchor="ctr">
                    <a:solidFill>
                      <a:srgbClr val="F1F1F1"/>
                    </a:solidFill>
                  </a:tcPr>
                </a:tc>
              </a:tr>
            </a:tbl>
          </a:graphicData>
        </a:graphic>
      </p:graphicFrame>
      <p:sp>
        <p:nvSpPr>
          <p:cNvPr id="13" name="">
            <a:extLst xmlns:a="http://schemas.openxmlformats.org/drawingml/2006/main">
              <a:ext uri="{FF2B5EF4-FFF2-40B4-BE49-F238E27FC236}">
                <a16:creationId xmlns:a16="http://schemas.microsoft.com/office/drawing/2014/main" id="{BCBAD0BD-69DD-42D2-89BA-22F74F0A2926}"/>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EEDF・反応速度は4/4条件で採用、輸送係数までの統計収束は1/4条件。100 Tdは電子数成長率が整合するが、拡散係数は未収束。</a:t>
            </a:r>
          </a:p>
        </p:txBody>
      </p:sp>
      <p:sp>
        <p:nvSpPr>
          <p:cNvPr id="14" name="">
            <a:extLst xmlns:a="http://schemas.openxmlformats.org/drawingml/2006/main">
              <a:ext uri="{FF2B5EF4-FFF2-40B4-BE49-F238E27FC236}">
                <a16:creationId xmlns:a16="http://schemas.microsoft.com/office/drawing/2014/main" id="{DD1BD35D-7CB8-493C-849B-40A8464815FA}"/>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mc_refinement_v7 + mc_core_v8; conservative union-grid TV</a:t>
            </a:r>
          </a:p>
        </p:txBody>
      </p:sp>
      <p:sp>
        <p:nvSpPr>
          <p:cNvPr id="19" name="title">
            <a:extLst xmlns:a="http://schemas.openxmlformats.org/drawingml/2006/main">
              <a:ext uri="{FF2B5EF4-FFF2-40B4-BE49-F238E27FC236}">
                <a16:creationId xmlns:a16="http://schemas.microsoft.com/office/drawing/2014/main" id="{31BB593A-1342-484A-9F30-EEB0D05846F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Ar/N₂：EEDF差とMonte Carloの統計誤差</a:t>
            </a:r>
          </a:p>
        </p:txBody>
      </p:sp>
      <p:sp>
        <p:nvSpPr>
          <p:cNvPr id="20" name="">
            <a:extLst xmlns:a="http://schemas.openxmlformats.org/drawingml/2006/main">
              <a:ext uri="{FF2B5EF4-FFF2-40B4-BE49-F238E27FC236}">
                <a16:creationId xmlns:a16="http://schemas.microsoft.com/office/drawing/2014/main" id="{1DAE62AD-4C47-4167-886B-C7A552D4969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5" name="section">
            <a:extLst xmlns:a="http://schemas.openxmlformats.org/drawingml/2006/main">
              <a:ext uri="{FF2B5EF4-FFF2-40B4-BE49-F238E27FC236}">
                <a16:creationId xmlns:a16="http://schemas.microsoft.com/office/drawing/2014/main" id="{AD4EF12E-36CB-445E-82A8-F07FF01F5C0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38610823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E42EAC4-1351-4AF1-A7D4-040FB8F4B39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Ar/O₂（90/10）：SwarmとCOMSOL解析EEDF</a:t>
            </a:r>
          </a:p>
        </p:txBody>
      </p:sp>
      <p:sp>
        <p:nvSpPr>
          <p:cNvPr id="3" name="subtitle">
            <a:extLst xmlns:a="http://schemas.openxmlformats.org/drawingml/2006/main">
              <a:ext uri="{FF2B5EF4-FFF2-40B4-BE49-F238E27FC236}">
                <a16:creationId xmlns:a16="http://schemas.microsoft.com/office/drawing/2014/main" id="{E7AC6B85-8240-4905-9391-5854147D0D52}"/>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共通の非付着条件で、分子衝突が解析分布から外す形状を比較　横軸：電子エネルギー ε [eV]（線形）／縦軸：log₁₀ p(ε)</a:t>
            </a:r>
          </a:p>
        </p:txBody>
      </p:sp>
      <p:graphicFrame>
        <p:nvGraphicFramePr>
          <p:cNvPr id="26" name="Chart"/>
          <p:cNvGraphicFramePr/>
          <p:nvPr/>
        </p:nvGraphicFramePr>
        <p:xfrm>
          <a:off xmlns:a="http://schemas.openxmlformats.org/drawingml/2006/main" x="4286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9e722166180d4a97"/>
          </a:graphicData>
        </a:graphic>
      </p:graphicFrame>
      <p:graphicFrame>
        <p:nvGraphicFramePr>
          <p:cNvPr id="27" name="Chart"/>
          <p:cNvGraphicFramePr/>
          <p:nvPr/>
        </p:nvGraphicFramePr>
        <p:xfrm>
          <a:off xmlns:a="http://schemas.openxmlformats.org/drawingml/2006/main" x="63341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9551f537139b4b13"/>
          </a:graphicData>
        </a:graphic>
      </p:graphicFrame>
      <p:graphicFrame>
        <p:nvGraphicFramePr>
          <p:cNvPr id="28" name="Chart"/>
          <p:cNvGraphicFramePr/>
          <p:nvPr/>
        </p:nvGraphicFramePr>
        <p:xfrm>
          <a:off xmlns:a="http://schemas.openxmlformats.org/drawingml/2006/main" x="4286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bdf1d45c5261497b"/>
          </a:graphicData>
        </a:graphic>
      </p:graphicFrame>
      <p:graphicFrame>
        <p:nvGraphicFramePr>
          <p:cNvPr id="29" name="Chart"/>
          <p:cNvGraphicFramePr/>
          <p:nvPr/>
        </p:nvGraphicFramePr>
        <p:xfrm>
          <a:off xmlns:a="http://schemas.openxmlformats.org/drawingml/2006/main" x="63341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1e8b959202224541"/>
          </a:graphicData>
        </a:graphic>
      </p:graphicFrame>
      <p:sp>
        <p:nvSpPr>
          <p:cNvPr id="8" name="">
            <a:extLst xmlns:a="http://schemas.openxmlformats.org/drawingml/2006/main">
              <a:ext uri="{FF2B5EF4-FFF2-40B4-BE49-F238E27FC236}">
                <a16:creationId xmlns:a16="http://schemas.microsoft.com/office/drawing/2014/main" id="{0902C019-F355-4B27-8C2E-758F9E481431}"/>
              </a:ext>
            </a:extLst>
          </p:cNvPr>
          <p:cNvSpPr>
            <a:spLocks xmlns:a="http://schemas.openxmlformats.org/drawingml/2006/main" noGrp="1"/>
          </p:cNvSpPr>
          <p:nvPr/>
        </p:nvSpPr>
        <p:spPr>
          <a:xfrm xmlns:a="http://schemas.openxmlformats.org/drawingml/2006/main">
            <a:off x="714375" y="5676900"/>
            <a:ext cx="304800" cy="0"/>
          </a:xfrm>
          <a:prstGeom xmlns:a="http://schemas.openxmlformats.org/drawingml/2006/main" prst="line">
            <a:avLst/>
          </a:prstGeom>
          <a:noFill xmlns:a="http://schemas.openxmlformats.org/drawingml/2006/main"/>
          <a:ln xmlns:a="http://schemas.openxmlformats.org/drawingml/2006/main" w="22860">
            <a:solidFill>
              <a:srgbClr val="008DB6"/>
            </a:solidFill>
            <a:prstDash val="solid"/>
          </a:ln>
        </p:spPr>
      </p:sp>
      <p:sp>
        <p:nvSpPr>
          <p:cNvPr id="9" name="">
            <a:extLst xmlns:a="http://schemas.openxmlformats.org/drawingml/2006/main">
              <a:ext uri="{FF2B5EF4-FFF2-40B4-BE49-F238E27FC236}">
                <a16:creationId xmlns:a16="http://schemas.microsoft.com/office/drawing/2014/main" id="{F14B460B-C93F-40F5-9945-CC3C188DFDAC}"/>
              </a:ext>
            </a:extLst>
          </p:cNvPr>
          <p:cNvSpPr>
            <a:spLocks xmlns:a="http://schemas.openxmlformats.org/drawingml/2006/main" noGrp="1"/>
          </p:cNvSpPr>
          <p:nvPr/>
        </p:nvSpPr>
        <p:spPr>
          <a:xfrm xmlns:a="http://schemas.openxmlformats.org/drawingml/2006/main">
            <a:off x="1076325"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008DB6"/>
                </a:solidFill>
                <a:latin typeface="Noto Sans JP"/>
                <a:ea typeface="Noto Sans JP"/>
                <a:cs typeface="Noto Sans JP"/>
              </a:defRPr>
            </a:pPr>
            <a:r>
              <a:rPr sz="938" b="1" i="0">
                <a:solidFill>
                  <a:srgbClr val="008DB6"/>
                </a:solidFill>
                <a:latin typeface="Noto Sans JP"/>
                <a:ea typeface="Noto Sans JP"/>
                <a:cs typeface="Noto Sans JP"/>
              </a:rPr>
              <a:t>two-term</a:t>
            </a:r>
          </a:p>
        </p:txBody>
      </p:sp>
      <p:sp>
        <p:nvSpPr>
          <p:cNvPr id="10" name="">
            <a:extLst xmlns:a="http://schemas.openxmlformats.org/drawingml/2006/main">
              <a:ext uri="{FF2B5EF4-FFF2-40B4-BE49-F238E27FC236}">
                <a16:creationId xmlns:a16="http://schemas.microsoft.com/office/drawing/2014/main" id="{B7AF89DB-6BF5-45F4-B9FA-49DD31FC3245}"/>
              </a:ext>
            </a:extLst>
          </p:cNvPr>
          <p:cNvSpPr>
            <a:spLocks xmlns:a="http://schemas.openxmlformats.org/drawingml/2006/main" noGrp="1"/>
          </p:cNvSpPr>
          <p:nvPr/>
        </p:nvSpPr>
        <p:spPr>
          <a:xfrm xmlns:a="http://schemas.openxmlformats.org/drawingml/2006/main">
            <a:off x="2952750" y="5676900"/>
            <a:ext cx="304800" cy="0"/>
          </a:xfrm>
          <a:prstGeom xmlns:a="http://schemas.openxmlformats.org/drawingml/2006/main" prst="line">
            <a:avLst/>
          </a:prstGeom>
          <a:noFill xmlns:a="http://schemas.openxmlformats.org/drawingml/2006/main"/>
          <a:ln xmlns:a="http://schemas.openxmlformats.org/drawingml/2006/main" w="22860">
            <a:solidFill>
              <a:srgbClr val="C88700"/>
            </a:solidFill>
            <a:prstDash val="solid"/>
          </a:ln>
        </p:spPr>
      </p:sp>
      <p:sp>
        <p:nvSpPr>
          <p:cNvPr id="11" name="">
            <a:extLst xmlns:a="http://schemas.openxmlformats.org/drawingml/2006/main">
              <a:ext uri="{FF2B5EF4-FFF2-40B4-BE49-F238E27FC236}">
                <a16:creationId xmlns:a16="http://schemas.microsoft.com/office/drawing/2014/main" id="{CEA97729-0A48-4E35-B47D-1B458988785B}"/>
              </a:ext>
            </a:extLst>
          </p:cNvPr>
          <p:cNvSpPr>
            <a:spLocks xmlns:a="http://schemas.openxmlformats.org/drawingml/2006/main" noGrp="1"/>
          </p:cNvSpPr>
          <p:nvPr/>
        </p:nvSpPr>
        <p:spPr>
          <a:xfrm xmlns:a="http://schemas.openxmlformats.org/drawingml/2006/main">
            <a:off x="3314700"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C88700"/>
                </a:solidFill>
                <a:latin typeface="Noto Sans JP"/>
                <a:ea typeface="Noto Sans JP"/>
                <a:cs typeface="Noto Sans JP"/>
              </a:defRPr>
            </a:pPr>
            <a:r>
              <a:rPr sz="938" b="1" i="0">
                <a:solidFill>
                  <a:srgbClr val="C88700"/>
                </a:solidFill>
                <a:latin typeface="Noto Sans JP"/>
                <a:ea typeface="Noto Sans JP"/>
                <a:cs typeface="Noto Sans JP"/>
              </a:rPr>
              <a:t>Monte Carlo</a:t>
            </a:r>
          </a:p>
        </p:txBody>
      </p:sp>
      <p:sp>
        <p:nvSpPr>
          <p:cNvPr id="12" name="">
            <a:extLst xmlns:a="http://schemas.openxmlformats.org/drawingml/2006/main">
              <a:ext uri="{FF2B5EF4-FFF2-40B4-BE49-F238E27FC236}">
                <a16:creationId xmlns:a16="http://schemas.microsoft.com/office/drawing/2014/main" id="{D6B4F551-548E-4EAA-ACFE-0526B2D09A2E}"/>
              </a:ext>
            </a:extLst>
          </p:cNvPr>
          <p:cNvSpPr>
            <a:spLocks xmlns:a="http://schemas.openxmlformats.org/drawingml/2006/main" noGrp="1"/>
          </p:cNvSpPr>
          <p:nvPr/>
        </p:nvSpPr>
        <p:spPr>
          <a:xfrm xmlns:a="http://schemas.openxmlformats.org/drawingml/2006/main">
            <a:off x="5191125" y="5676900"/>
            <a:ext cx="304800" cy="0"/>
          </a:xfrm>
          <a:prstGeom xmlns:a="http://schemas.openxmlformats.org/drawingml/2006/main" prst="line">
            <a:avLst/>
          </a:prstGeom>
          <a:noFill xmlns:a="http://schemas.openxmlformats.org/drawingml/2006/main"/>
          <a:ln xmlns:a="http://schemas.openxmlformats.org/drawingml/2006/main" w="22860">
            <a:solidFill>
              <a:srgbClr val="6DBB20"/>
            </a:solidFill>
            <a:prstDash val="solid"/>
          </a:ln>
        </p:spPr>
      </p:sp>
      <p:sp>
        <p:nvSpPr>
          <p:cNvPr id="13" name="">
            <a:extLst xmlns:a="http://schemas.openxmlformats.org/drawingml/2006/main">
              <a:ext uri="{FF2B5EF4-FFF2-40B4-BE49-F238E27FC236}">
                <a16:creationId xmlns:a16="http://schemas.microsoft.com/office/drawing/2014/main" id="{DC2FBE7A-C1BB-4654-A820-20FF0C44205F}"/>
              </a:ext>
            </a:extLst>
          </p:cNvPr>
          <p:cNvSpPr>
            <a:spLocks xmlns:a="http://schemas.openxmlformats.org/drawingml/2006/main" noGrp="1"/>
          </p:cNvSpPr>
          <p:nvPr/>
        </p:nvSpPr>
        <p:spPr>
          <a:xfrm xmlns:a="http://schemas.openxmlformats.org/drawingml/2006/main">
            <a:off x="5553075"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6DBB20"/>
                </a:solidFill>
                <a:latin typeface="Noto Sans JP"/>
                <a:ea typeface="Noto Sans JP"/>
                <a:cs typeface="Noto Sans JP"/>
              </a:defRPr>
            </a:pPr>
            <a:r>
              <a:rPr sz="938" b="1" i="0">
                <a:solidFill>
                  <a:srgbClr val="6DBB20"/>
                </a:solidFill>
                <a:latin typeface="Noto Sans JP"/>
                <a:ea typeface="Noto Sans JP"/>
                <a:cs typeface="Noto Sans JP"/>
              </a:rPr>
              <a:t>propagator P1</a:t>
            </a:r>
          </a:p>
        </p:txBody>
      </p:sp>
      <p:sp>
        <p:nvSpPr>
          <p:cNvPr id="14" name="">
            <a:extLst xmlns:a="http://schemas.openxmlformats.org/drawingml/2006/main">
              <a:ext uri="{FF2B5EF4-FFF2-40B4-BE49-F238E27FC236}">
                <a16:creationId xmlns:a16="http://schemas.microsoft.com/office/drawing/2014/main" id="{CFA08B39-D5CC-4448-A17C-C72FA5FE0191}"/>
              </a:ext>
            </a:extLst>
          </p:cNvPr>
          <p:cNvSpPr>
            <a:spLocks xmlns:a="http://schemas.openxmlformats.org/drawingml/2006/main" noGrp="1"/>
          </p:cNvSpPr>
          <p:nvPr/>
        </p:nvSpPr>
        <p:spPr>
          <a:xfrm xmlns:a="http://schemas.openxmlformats.org/drawingml/2006/main">
            <a:off x="7429500" y="5676900"/>
            <a:ext cx="304800" cy="0"/>
          </a:xfrm>
          <a:prstGeom xmlns:a="http://schemas.openxmlformats.org/drawingml/2006/main" prst="line">
            <a:avLst/>
          </a:prstGeom>
          <a:noFill xmlns:a="http://schemas.openxmlformats.org/drawingml/2006/main"/>
          <a:ln xmlns:a="http://schemas.openxmlformats.org/drawingml/2006/main" w="22860">
            <a:solidFill>
              <a:srgbClr val="555F6D"/>
            </a:solidFill>
            <a:prstDash val="dash"/>
          </a:ln>
        </p:spPr>
      </p:sp>
      <p:sp>
        <p:nvSpPr>
          <p:cNvPr id="15" name="">
            <a:extLst xmlns:a="http://schemas.openxmlformats.org/drawingml/2006/main">
              <a:ext uri="{FF2B5EF4-FFF2-40B4-BE49-F238E27FC236}">
                <a16:creationId xmlns:a16="http://schemas.microsoft.com/office/drawing/2014/main" id="{0F6AA10E-B4CC-4A79-8F12-D427F79E486A}"/>
              </a:ext>
            </a:extLst>
          </p:cNvPr>
          <p:cNvSpPr>
            <a:spLocks xmlns:a="http://schemas.openxmlformats.org/drawingml/2006/main" noGrp="1"/>
          </p:cNvSpPr>
          <p:nvPr/>
        </p:nvSpPr>
        <p:spPr>
          <a:xfrm xmlns:a="http://schemas.openxmlformats.org/drawingml/2006/main">
            <a:off x="7791450"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555F6D"/>
                </a:solidFill>
                <a:latin typeface="Noto Sans JP"/>
                <a:ea typeface="Noto Sans JP"/>
                <a:cs typeface="Noto Sans JP"/>
              </a:defRPr>
            </a:pPr>
            <a:r>
              <a:rPr sz="938" b="1" i="0">
                <a:solidFill>
                  <a:srgbClr val="555F6D"/>
                </a:solidFill>
                <a:latin typeface="Noto Sans JP"/>
                <a:ea typeface="Noto Sans JP"/>
                <a:cs typeface="Noto Sans JP"/>
              </a:rPr>
              <a:t>COMSOL Maxwellian</a:t>
            </a:r>
          </a:p>
        </p:txBody>
      </p:sp>
      <p:sp>
        <p:nvSpPr>
          <p:cNvPr id="16" name="">
            <a:extLst xmlns:a="http://schemas.openxmlformats.org/drawingml/2006/main">
              <a:ext uri="{FF2B5EF4-FFF2-40B4-BE49-F238E27FC236}">
                <a16:creationId xmlns:a16="http://schemas.microsoft.com/office/drawing/2014/main" id="{E9C4DB1F-CD62-43CB-85F8-ED286C982034}"/>
              </a:ext>
            </a:extLst>
          </p:cNvPr>
          <p:cNvSpPr>
            <a:spLocks xmlns:a="http://schemas.openxmlformats.org/drawingml/2006/main" noGrp="1"/>
          </p:cNvSpPr>
          <p:nvPr/>
        </p:nvSpPr>
        <p:spPr>
          <a:xfrm xmlns:a="http://schemas.openxmlformats.org/drawingml/2006/main">
            <a:off x="9667875" y="5676900"/>
            <a:ext cx="304800" cy="0"/>
          </a:xfrm>
          <a:prstGeom xmlns:a="http://schemas.openxmlformats.org/drawingml/2006/main" prst="line">
            <a:avLst/>
          </a:prstGeom>
          <a:noFill xmlns:a="http://schemas.openxmlformats.org/drawingml/2006/main"/>
          <a:ln xmlns:a="http://schemas.openxmlformats.org/drawingml/2006/main" w="22860">
            <a:solidFill>
              <a:srgbClr val="7B2FA3"/>
            </a:solidFill>
            <a:prstDash val="dash"/>
          </a:ln>
        </p:spPr>
      </p:sp>
      <p:sp>
        <p:nvSpPr>
          <p:cNvPr id="17" name="">
            <a:extLst xmlns:a="http://schemas.openxmlformats.org/drawingml/2006/main">
              <a:ext uri="{FF2B5EF4-FFF2-40B4-BE49-F238E27FC236}">
                <a16:creationId xmlns:a16="http://schemas.microsoft.com/office/drawing/2014/main" id="{85A9E9EC-B1D3-471F-808E-BA677C5E023B}"/>
              </a:ext>
            </a:extLst>
          </p:cNvPr>
          <p:cNvSpPr>
            <a:spLocks xmlns:a="http://schemas.openxmlformats.org/drawingml/2006/main" noGrp="1"/>
          </p:cNvSpPr>
          <p:nvPr/>
        </p:nvSpPr>
        <p:spPr>
          <a:xfrm xmlns:a="http://schemas.openxmlformats.org/drawingml/2006/main">
            <a:off x="10029825" y="55721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38" b="1" i="0">
                <a:solidFill>
                  <a:srgbClr val="7B2FA3"/>
                </a:solidFill>
                <a:latin typeface="Noto Sans JP"/>
                <a:ea typeface="Noto Sans JP"/>
                <a:cs typeface="Noto Sans JP"/>
              </a:defRPr>
            </a:pPr>
            <a:r>
              <a:rPr sz="938" b="1" i="0">
                <a:solidFill>
                  <a:srgbClr val="7B2FA3"/>
                </a:solidFill>
                <a:latin typeface="Noto Sans JP"/>
                <a:ea typeface="Noto Sans JP"/>
                <a:cs typeface="Noto Sans JP"/>
              </a:rPr>
              <a:t>COMSOL Druyvesteyn</a:t>
            </a:r>
          </a:p>
        </p:txBody>
      </p:sp>
      <p:sp>
        <p:nvSpPr>
          <p:cNvPr id="18" name="takeaway-bullet">
            <a:extLst xmlns:a="http://schemas.openxmlformats.org/drawingml/2006/main">
              <a:ext uri="{FF2B5EF4-FFF2-40B4-BE49-F238E27FC236}">
                <a16:creationId xmlns:a16="http://schemas.microsoft.com/office/drawing/2014/main" id="{3160AB17-673F-4FAC-B250-6E8607E54300}"/>
              </a:ext>
            </a:extLst>
          </p:cNvPr>
          <p:cNvSpPr>
            <a:spLocks xmlns:a="http://schemas.openxmlformats.org/drawingml/2006/main" noGrp="1"/>
          </p:cNvSpPr>
          <p:nvPr/>
        </p:nvSpPr>
        <p:spPr>
          <a:xfrm xmlns:a="http://schemas.openxmlformats.org/drawingml/2006/main">
            <a:off x="457200" y="59912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9" name="takeaway">
            <a:extLst xmlns:a="http://schemas.openxmlformats.org/drawingml/2006/main">
              <a:ext uri="{FF2B5EF4-FFF2-40B4-BE49-F238E27FC236}">
                <a16:creationId xmlns:a16="http://schemas.microsoft.com/office/drawing/2014/main" id="{22887F89-4D95-4609-9612-CFDBBD7C3677}"/>
              </a:ext>
            </a:extLst>
          </p:cNvPr>
          <p:cNvSpPr>
            <a:spLocks xmlns:a="http://schemas.openxmlformats.org/drawingml/2006/main" noGrp="1"/>
          </p:cNvSpPr>
          <p:nvPr/>
        </p:nvSpPr>
        <p:spPr>
          <a:xfrm xmlns:a="http://schemas.openxmlformats.org/drawingml/2006/main">
            <a:off x="647700" y="58674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解析分布は同じ平均エネルギーでもtail形状が異なる。閾値反応ではSwarm EEDFとの差を反応積分で評価する。</a:t>
            </a:r>
          </a:p>
        </p:txBody>
      </p:sp>
      <p:sp>
        <p:nvSpPr>
          <p:cNvPr id="20" name="source">
            <a:extLst xmlns:a="http://schemas.openxmlformats.org/drawingml/2006/main">
              <a:ext uri="{FF2B5EF4-FFF2-40B4-BE49-F238E27FC236}">
                <a16:creationId xmlns:a16="http://schemas.microsoft.com/office/drawing/2014/main" id="{A0730A2D-65A5-49F6-A9A3-80FC5777E420}"/>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Ar/O₂ common non-attachment mixture sweep EEDF and mean-energy results; COMSOL analytic EEDF definition</a:t>
            </a:r>
          </a:p>
        </p:txBody>
      </p:sp>
      <p:sp>
        <p:nvSpPr>
          <p:cNvPr id="21" name="section">
            <a:extLst xmlns:a="http://schemas.openxmlformats.org/drawingml/2006/main">
              <a:ext uri="{FF2B5EF4-FFF2-40B4-BE49-F238E27FC236}">
                <a16:creationId xmlns:a16="http://schemas.microsoft.com/office/drawing/2014/main" id="{7369A4CA-72B1-477E-9203-E721C516F01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
        <p:nvSpPr>
          <p:cNvPr id="22" name="footer">
            <a:extLst xmlns:a="http://schemas.openxmlformats.org/drawingml/2006/main">
              <a:ext uri="{FF2B5EF4-FFF2-40B4-BE49-F238E27FC236}">
                <a16:creationId xmlns:a16="http://schemas.microsoft.com/office/drawing/2014/main" id="{29EE68E9-EA40-456B-AB4A-664434A354B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3" name="page">
            <a:extLst xmlns:a="http://schemas.openxmlformats.org/drawingml/2006/main">
              <a:ext uri="{FF2B5EF4-FFF2-40B4-BE49-F238E27FC236}">
                <a16:creationId xmlns:a16="http://schemas.microsoft.com/office/drawing/2014/main" id="{D5D96D97-E232-42D2-9B15-9E76748928D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35</a:t>
            </a:r>
          </a:p>
        </p:txBody>
      </p:sp>
    </p:spTree>
    <p:extLst>
      <p:ext uri="{BB962C8B-B14F-4D97-AF65-F5344CB8AC3E}">
        <p14:creationId xmlns:p14="http://schemas.microsoft.com/office/powerpoint/2010/main" val="168229268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EF725A-87C2-4E5B-8FF7-57AD2DA5F74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11776BA9-7A5A-4A50-A0F9-75DBB49FFAA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36</a:t>
            </a:r>
          </a:p>
        </p:txBody>
      </p:sp>
      <p:graphicFrame>
        <p:nvGraphicFramePr>
          <p:cNvPr id="29" name="Chart"/>
          <p:cNvGraphicFramePr/>
          <p:nvPr/>
        </p:nvGraphicFramePr>
        <p:xfrm>
          <a:off xmlns:a="http://schemas.openxmlformats.org/drawingml/2006/main" x="476250" y="1476375"/>
          <a:ext xmlns:a="http://schemas.openxmlformats.org/drawingml/2006/main" cx="5334000" cy="3238500"/>
        </p:xfrm>
        <a:graphic xmlns:a="http://schemas.openxmlformats.org/drawingml/2006/main">
          <a:graphicData uri="http://schemas.openxmlformats.org/drawingml/2006/chart">
            <c:chart xmlns:r="http://schemas.openxmlformats.org/officeDocument/2006/relationships" xmlns:c="http://schemas.openxmlformats.org/drawingml/2006/chart" r:id="Re9caa846d70649cd"/>
          </a:graphicData>
        </a:graphic>
      </p:graphicFrame>
      <p:graphicFrame>
        <p:nvGraphicFramePr>
          <p:cNvPr id="30" name=""/>
          <p:cNvGraphicFramePr/>
          <p:nvPr/>
        </p:nvGraphicFramePr>
        <p:xfrm>
          <a:off xmlns:a="http://schemas.openxmlformats.org/drawingml/2006/main" x="6191250" y="1476375"/>
          <a:ext xmlns:a="http://schemas.openxmlformats.org/drawingml/2006/main" cx="5381625" cy="3238500"/>
        </p:xfrm>
        <a:graphic xmlns:a="http://schemas.openxmlformats.org/drawingml/2006/main">
          <a:graphicData uri="http://schemas.openxmlformats.org/drawingml/2006/table">
            <a:tbl>
              <a:tblPr firstRow="1" bandRow="0"/>
              <a:tblGrid>
                <a:gridCol w="1143000"/>
                <a:gridCol w="952500"/>
                <a:gridCol w="1666875"/>
                <a:gridCol w="1619250"/>
              </a:tblGrid>
              <a:tr h="647700">
                <a:tc>
                  <a:txBody>
                    <a:bodyPr lIns="57150" tIns="38100" rIns="47625" bIns="38100">
                      <a:normAutofit/>
                    </a:bodyPr>
                    <a:lstStyle/>
                    <a:p>
                      <a:pPr algn="l">
                        <a:buNone/>
                      </a:pPr>
                      <a:r>
                        <a:rPr sz="923" b="1">
                          <a:solidFill>
                            <a:srgbClr val="FFFFFF"/>
                          </a:solidFill>
                          <a:latin typeface="Noto Sans JP"/>
                          <a:ea typeface="Noto Sans JP"/>
                          <a:cs typeface="Noto Sans JP"/>
                        </a:rPr>
                        <a:t>E/N</a:t>
                      </a:r>
                    </a:p>
                  </a:txBody>
                  <a:tcPr marL="91440" marR="91440" marT="45720" marB="45720" anchor="ctr">
                    <a:solidFill>
                      <a:srgbClr val="00A6D9"/>
                    </a:solidFill>
                  </a:tcPr>
                </a:tc>
                <a:tc>
                  <a:txBody>
                    <a:bodyPr lIns="57150" tIns="38100" rIns="47625" bIns="38100">
                      <a:normAutofit/>
                    </a:bodyPr>
                    <a:lstStyle/>
                    <a:p>
                      <a:pPr algn="ctr">
                        <a:buNone/>
                      </a:pPr>
                      <a:r>
                        <a:rPr sz="923" b="1">
                          <a:solidFill>
                            <a:srgbClr val="FFFFFF"/>
                          </a:solidFill>
                          <a:latin typeface="Noto Sans JP"/>
                          <a:ea typeface="Noto Sans JP"/>
                          <a:cs typeface="Noto Sans JP"/>
                        </a:rPr>
                        <a:t>TV</a:t>
                      </a:r>
                    </a:p>
                  </a:txBody>
                  <a:tcPr marL="91440" marR="91440" marT="45720" marB="45720" anchor="ctr">
                    <a:solidFill>
                      <a:srgbClr val="00A6D9"/>
                    </a:solidFill>
                  </a:tcPr>
                </a:tc>
                <a:tc>
                  <a:txBody>
                    <a:bodyPr lIns="57150" tIns="38100" rIns="47625" bIns="38100">
                      <a:normAutofit/>
                    </a:bodyPr>
                    <a:lstStyle/>
                    <a:p>
                      <a:pPr algn="ctr">
                        <a:buNone/>
                      </a:pPr>
                      <a:r>
                        <a:rPr sz="923" b="1">
                          <a:solidFill>
                            <a:srgbClr val="FFFFFF"/>
                          </a:solidFill>
                          <a:latin typeface="Noto Sans JP"/>
                          <a:ea typeface="Noto Sans JP"/>
                          <a:cs typeface="Noto Sans JP"/>
                        </a:rPr>
                        <a:t>電子数成長率（付着なし）[s⁻¹]</a:t>
                      </a:r>
                    </a:p>
                  </a:txBody>
                  <a:tcPr marL="91440" marR="91440" marT="45720" marB="45720" anchor="ctr">
                    <a:solidFill>
                      <a:srgbClr val="00A6D9"/>
                    </a:solidFill>
                  </a:tcPr>
                </a:tc>
                <a:tc>
                  <a:txBody>
                    <a:bodyPr lIns="57150" tIns="38100" rIns="47625" bIns="38100">
                      <a:normAutofit/>
                    </a:bodyPr>
                    <a:lstStyle/>
                    <a:p>
                      <a:pPr algn="ctr">
                        <a:buNone/>
                      </a:pPr>
                      <a:r>
                        <a:rPr sz="923" b="1">
                          <a:solidFill>
                            <a:srgbClr val="FFFFFF"/>
                          </a:solidFill>
                          <a:latin typeface="Noto Sans JP"/>
                          <a:ea typeface="Noto Sans JP"/>
                          <a:cs typeface="Noto Sans JP"/>
                        </a:rPr>
                        <a:t>電子数成長率（解離性付着あり）[s⁻¹]</a:t>
                      </a:r>
                    </a:p>
                  </a:txBody>
                  <a:tcPr marL="91440" marR="91440" marT="45720" marB="45720" anchor="ctr">
                    <a:solidFill>
                      <a:srgbClr val="00A6D9"/>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 Td</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0.000%</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1.17e-11</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-0.056</a:t>
                      </a:r>
                    </a:p>
                  </a:txBody>
                  <a:tcPr marL="91440" marR="91440" marT="45720" marB="45720" anchor="ctr">
                    <a:solidFill>
                      <a:srgbClr val="FFFFFF"/>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10 Td</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0.349%</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0.014</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-6535.990</a:t>
                      </a:r>
                    </a:p>
                  </a:txBody>
                  <a:tcPr marL="91440" marR="91440" marT="45720" marB="45720" anchor="ctr">
                    <a:solidFill>
                      <a:srgbClr val="F1F1F1"/>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100 Td</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0.016%</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1.50e+5</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1.35e+5</a:t>
                      </a:r>
                    </a:p>
                  </a:txBody>
                  <a:tcPr marL="91440" marR="91440" marT="45720" marB="45720" anchor="ctr">
                    <a:solidFill>
                      <a:srgbClr val="FFFFFF"/>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1000 Td</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0.002%</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4.65e+7</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4.65e+7</a:t>
                      </a:r>
                    </a:p>
                  </a:txBody>
                  <a:tcPr marL="91440" marR="91440" marT="45720" marB="45720" anchor="ctr">
                    <a:solidFill>
                      <a:srgbClr val="F1F1F1"/>
                    </a:solidFill>
                  </a:tcPr>
                </a:tc>
              </a:tr>
            </a:tbl>
          </a:graphicData>
        </a:graphic>
      </p:graphicFrame>
      <p:sp>
        <p:nvSpPr>
          <p:cNvPr id="10" name="">
            <a:extLst xmlns:a="http://schemas.openxmlformats.org/drawingml/2006/main">
              <a:ext uri="{FF2B5EF4-FFF2-40B4-BE49-F238E27FC236}">
                <a16:creationId xmlns:a16="http://schemas.microsoft.com/office/drawing/2014/main" id="{A7905194-D4DB-478C-BED1-4AF5AB8CF10C}"/>
              </a:ext>
            </a:extLst>
          </p:cNvPr>
          <p:cNvSpPr>
            <a:spLocks xmlns:a="http://schemas.openxmlformats.org/drawingml/2006/main" noGrp="1"/>
          </p:cNvSpPr>
          <p:nvPr/>
        </p:nvSpPr>
        <p:spPr>
          <a:xfrm xmlns:a="http://schemas.openxmlformats.org/drawingml/2006/main">
            <a:off x="2381250" y="5000625"/>
            <a:ext cx="74295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1" name="">
            <a:extLst xmlns:a="http://schemas.openxmlformats.org/drawingml/2006/main">
              <a:ext uri="{FF2B5EF4-FFF2-40B4-BE49-F238E27FC236}">
                <a16:creationId xmlns:a16="http://schemas.microsoft.com/office/drawing/2014/main" id="{88CB4E5C-C18D-4343-A3C4-F5AC79387EAF}"/>
              </a:ext>
            </a:extLst>
          </p:cNvPr>
          <p:cNvSpPr>
            <a:spLocks xmlns:a="http://schemas.openxmlformats.org/drawingml/2006/main" noGrp="1"/>
          </p:cNvSpPr>
          <p:nvPr/>
        </p:nvSpPr>
        <p:spPr>
          <a:xfrm xmlns:a="http://schemas.openxmlformats.org/drawingml/2006/main">
            <a:off x="2381250" y="5000625"/>
            <a:ext cx="704850" cy="57150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0D8CB7-E488-4B4F-818A-E8C055B0E81F}"/>
              </a:ext>
            </a:extLst>
          </p:cNvPr>
          <p:cNvSpPr>
            <a:spLocks xmlns:a="http://schemas.openxmlformats.org/drawingml/2006/main" noGrp="1"/>
          </p:cNvSpPr>
          <p:nvPr/>
        </p:nvSpPr>
        <p:spPr>
          <a:xfrm xmlns:a="http://schemas.openxmlformats.org/drawingml/2006/main">
            <a:off x="2428875" y="5038725"/>
            <a:ext cx="60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付着損失</a:t>
            </a:r>
          </a:p>
        </p:txBody>
      </p:sp>
      <p:sp>
        <p:nvSpPr>
          <p:cNvPr id="13" name="">
            <a:extLst xmlns:a="http://schemas.openxmlformats.org/drawingml/2006/main">
              <a:ext uri="{FF2B5EF4-FFF2-40B4-BE49-F238E27FC236}">
                <a16:creationId xmlns:a16="http://schemas.microsoft.com/office/drawing/2014/main" id="{5AAF4AA6-15AF-47A6-A556-52E3782BCC22}"/>
              </a:ext>
            </a:extLst>
          </p:cNvPr>
          <p:cNvSpPr>
            <a:spLocks xmlns:a="http://schemas.openxmlformats.org/drawingml/2006/main" noGrp="1"/>
          </p:cNvSpPr>
          <p:nvPr/>
        </p:nvSpPr>
        <p:spPr>
          <a:xfrm xmlns:a="http://schemas.openxmlformats.org/drawingml/2006/main">
            <a:off x="3257550" y="5048250"/>
            <a:ext cx="640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Cattach[p] = −Nvσatt(ε)p</a:t>
            </a:r>
          </a:p>
        </p:txBody>
      </p:sp>
      <p:sp>
        <p:nvSpPr>
          <p:cNvPr id="16" name="">
            <a:extLst xmlns:a="http://schemas.openxmlformats.org/drawingml/2006/main">
              <a:ext uri="{FF2B5EF4-FFF2-40B4-BE49-F238E27FC236}">
                <a16:creationId xmlns:a16="http://schemas.microsoft.com/office/drawing/2014/main" id="{4C2022EB-A050-403C-9431-4E6824AA9091}"/>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10 Td：TV=0.349%・⟨ε⟩−0.458%でも、gは+0.014→−6.54×10³ s⁻¹。密度収支は</a:t>
            </a:r>
            <a:r>
              <a:rPr sz="1275" b="1" i="0">
                <a:solidFill>
                  <a:srgbClr val="6DBB20"/>
                </a:solidFill>
                <a:latin typeface="Noto Sans JP"/>
                <a:ea typeface="Noto Sans JP"/>
                <a:cs typeface="Noto Sans JP"/>
              </a:rPr>
              <a:t>高エネルギー尾部形状</a:t>
            </a:r>
            <a:r>
              <a:rPr sz="1275" b="1" i="0">
                <a:solidFill>
                  <a:srgbClr val="6DBB20"/>
                </a:solidFill>
                <a:latin typeface="Noto Sans JP"/>
                <a:ea typeface="Noto Sans JP"/>
                <a:cs typeface="Noto Sans JP"/>
              </a:rPr>
              <a:t>以上に敏感。</a:t>
            </a:r>
          </a:p>
        </p:txBody>
      </p:sp>
      <p:sp>
        <p:nvSpPr>
          <p:cNvPr id="17" name="">
            <a:extLst xmlns:a="http://schemas.openxmlformats.org/drawingml/2006/main">
              <a:ext uri="{FF2B5EF4-FFF2-40B4-BE49-F238E27FC236}">
                <a16:creationId xmlns:a16="http://schemas.microsoft.com/office/drawing/2014/main" id="{6BE9F784-44DB-4855-A580-E42940C99E23}"/>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evaluation/attachment_sensitivity.csv</a:t>
            </a:r>
          </a:p>
        </p:txBody>
      </p:sp>
      <p:sp>
        <p:nvSpPr>
          <p:cNvPr id="21" name="title">
            <a:extLst xmlns:a="http://schemas.openxmlformats.org/drawingml/2006/main">
              <a:ext uri="{FF2B5EF4-FFF2-40B4-BE49-F238E27FC236}">
                <a16:creationId xmlns:a16="http://schemas.microsoft.com/office/drawing/2014/main" id="{5E693764-62CD-4222-A7E6-C5532BCA931C}"/>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O₂付着：EEDF差が小さくても電子数成長率は反転する</a:t>
            </a:r>
          </a:p>
        </p:txBody>
      </p:sp>
      <p:sp>
        <p:nvSpPr>
          <p:cNvPr id="22" name="">
            <a:extLst xmlns:a="http://schemas.openxmlformats.org/drawingml/2006/main">
              <a:ext uri="{FF2B5EF4-FFF2-40B4-BE49-F238E27FC236}">
                <a16:creationId xmlns:a16="http://schemas.microsoft.com/office/drawing/2014/main" id="{BC03B1EA-0FA7-40BF-9732-02E37C084E9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section">
            <a:extLst xmlns:a="http://schemas.openxmlformats.org/drawingml/2006/main">
              <a:ext uri="{FF2B5EF4-FFF2-40B4-BE49-F238E27FC236}">
                <a16:creationId xmlns:a16="http://schemas.microsoft.com/office/drawing/2014/main" id="{C55F4115-6D50-4CC6-A866-EF3415B403E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68420933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000459-E7E4-4092-85A8-AAD6A8491EA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23634240-3337-4CAC-8960-CDEF1FDD344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37</a:t>
            </a:r>
          </a:p>
        </p:txBody>
      </p:sp>
      <p:graphicFrame>
        <p:nvGraphicFramePr>
          <p:cNvPr id="25" name=""/>
          <p:cNvGraphicFramePr/>
          <p:nvPr/>
        </p:nvGraphicFramePr>
        <p:xfrm>
          <a:off xmlns:a="http://schemas.openxmlformats.org/drawingml/2006/main" x="428625" y="1381125"/>
          <a:ext xmlns:a="http://schemas.openxmlformats.org/drawingml/2006/main" cx="11334750" cy="1952625"/>
        </p:xfrm>
        <a:graphic xmlns:a="http://schemas.openxmlformats.org/drawingml/2006/main">
          <a:graphicData uri="http://schemas.openxmlformats.org/drawingml/2006/table">
            <a:tbl>
              <a:tblPr firstRow="1" bandRow="0"/>
              <a:tblGrid>
                <a:gridCol w="1571625"/>
                <a:gridCol w="1714500"/>
                <a:gridCol w="1714500"/>
                <a:gridCol w="6334125"/>
              </a:tblGrid>
              <a:tr h="488156">
                <a:tc>
                  <a:txBody>
                    <a:bodyPr lIns="57150" tIns="38100" rIns="47625" bIns="38100">
                      <a:normAutofit/>
                    </a:bodyPr>
                    <a:lstStyle/>
                    <a:p>
                      <a:pPr algn="l">
                        <a:buNone/>
                      </a:pPr>
                      <a:r>
                        <a:rPr sz="975" b="1">
                          <a:solidFill>
                            <a:srgbClr val="FFFFFF"/>
                          </a:solidFill>
                          <a:latin typeface="Noto Sans JP"/>
                          <a:ea typeface="Noto Sans JP"/>
                          <a:cs typeface="Noto Sans JP"/>
                        </a:rPr>
                        <a:t>混合ガス</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EEDF・反応速度に採用</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輸送係数まで統計収束</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確認すべき点</a:t>
                      </a:r>
                    </a:p>
                  </a:txBody>
                  <a:tcPr marL="91440" marR="91440" marT="45720" marB="45720" anchor="ctr">
                    <a:solidFill>
                      <a:srgbClr val="00A6D9"/>
                    </a:solidFill>
                  </a:tcPr>
                </a:tc>
              </a:tr>
              <a:tr h="488156">
                <a:tc>
                  <a:txBody>
                    <a:bodyPr lIns="57150" tIns="38100" rIns="47625" bIns="38100">
                      <a:normAutofit/>
                    </a:bodyPr>
                    <a:lstStyle/>
                    <a:p>
                      <a:pPr algn="l">
                        <a:buNone/>
                      </a:pPr>
                      <a:r>
                        <a:rPr sz="990" b="1">
                          <a:solidFill>
                            <a:srgbClr val="2F2F2F"/>
                          </a:solidFill>
                          <a:latin typeface="Noto Sans JP"/>
                          <a:ea typeface="Noto Sans JP"/>
                          <a:cs typeface="Noto Sans JP"/>
                        </a:rPr>
                        <a:t>Ar/O₂</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4/4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2/4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 TdでMonte Carlo直接出力−two-term TV=4.32%; 付着なし共通物理</a:t>
                      </a:r>
                    </a:p>
                  </a:txBody>
                  <a:tcPr marL="91440" marR="91440" marT="45720" marB="45720" anchor="ctr">
                    <a:solidFill>
                      <a:srgbClr val="FFFFFF"/>
                    </a:solidFill>
                  </a:tcPr>
                </a:tc>
              </a:tr>
              <a:tr h="488156">
                <a:tc>
                  <a:txBody>
                    <a:bodyPr lIns="57150" tIns="38100" rIns="47625" bIns="38100">
                      <a:normAutofit/>
                    </a:bodyPr>
                    <a:lstStyle/>
                    <a:p>
                      <a:pPr algn="l">
                        <a:buNone/>
                      </a:pPr>
                      <a:r>
                        <a:rPr sz="990" b="1">
                          <a:solidFill>
                            <a:srgbClr val="2F2F2F"/>
                          </a:solidFill>
                          <a:latin typeface="Noto Sans JP"/>
                          <a:ea typeface="Noto Sans JP"/>
                          <a:cs typeface="Noto Sans JP"/>
                        </a:rPr>
                        <a:t>Ar/N₂</a:t>
                      </a:r>
                    </a:p>
                  </a:txBody>
                  <a:tcPr marL="91440" marR="91440" marT="45720" marB="45720" anchor="ctr">
                    <a:solidFill>
                      <a:srgbClr val="F1F1F1"/>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4/4</a:t>
                      </a:r>
                    </a:p>
                  </a:txBody>
                  <a:tcPr marL="91440" marR="91440" marT="45720" marB="45720" anchor="ctr">
                    <a:solidFill>
                      <a:srgbClr val="F1F1F1"/>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1/4</a:t>
                      </a:r>
                    </a:p>
                  </a:txBody>
                  <a:tcPr marL="91440" marR="91440" marT="45720" marB="45720" anchor="ctr">
                    <a:solidFill>
                      <a:srgbClr val="F1F1F1"/>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100 Tdは成長率整合合格; 輸送は観測時間不足</a:t>
                      </a:r>
                    </a:p>
                  </a:txBody>
                  <a:tcPr marL="91440" marR="91440" marT="45720" marB="45720" anchor="ctr">
                    <a:solidFill>
                      <a:srgbClr val="F1F1F1"/>
                    </a:solidFill>
                  </a:tcPr>
                </a:tc>
              </a:tr>
              <a:tr h="488156">
                <a:tc>
                  <a:txBody>
                    <a:bodyPr lIns="57150" tIns="38100" rIns="47625" bIns="38100">
                      <a:normAutofit/>
                    </a:bodyPr>
                    <a:lstStyle/>
                    <a:p>
                      <a:pPr algn="l">
                        <a:buNone/>
                      </a:pPr>
                      <a:r>
                        <a:rPr sz="990" b="1">
                          <a:solidFill>
                            <a:srgbClr val="2F2F2F"/>
                          </a:solidFill>
                          <a:latin typeface="Noto Sans JP"/>
                          <a:ea typeface="Noto Sans JP"/>
                          <a:cs typeface="Noto Sans JP"/>
                        </a:rPr>
                        <a:t>Ar/Cl₂</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3/4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100 Tdの35.5/43.5 eV二重電離を全独立反復で未観測</a:t>
                      </a:r>
                    </a:p>
                  </a:txBody>
                  <a:tcPr marL="91440" marR="91440" marT="45720" marB="45720" anchor="ctr">
                    <a:solidFill>
                      <a:srgbClr val="FFFFFF"/>
                    </a:solidFill>
                  </a:tcPr>
                </a:tc>
              </a:tr>
            </a:tbl>
          </a:graphicData>
        </a:graphic>
      </p:graphicFrame>
      <p:graphicFrame>
        <p:nvGraphicFramePr>
          <p:cNvPr id="26" name=""/>
          <p:cNvGraphicFramePr/>
          <p:nvPr/>
        </p:nvGraphicFramePr>
        <p:xfrm>
          <a:off xmlns:a="http://schemas.openxmlformats.org/drawingml/2006/main" x="428625" y="3714750"/>
          <a:ext xmlns:a="http://schemas.openxmlformats.org/drawingml/2006/main" cx="11334750" cy="1666875"/>
        </p:xfrm>
        <a:graphic xmlns:a="http://schemas.openxmlformats.org/drawingml/2006/main">
          <a:graphicData uri="http://schemas.openxmlformats.org/drawingml/2006/table">
            <a:tbl>
              <a:tblPr firstRow="1" bandRow="0"/>
              <a:tblGrid>
                <a:gridCol w="1428750"/>
                <a:gridCol w="1809750"/>
                <a:gridCol w="1476375"/>
                <a:gridCol w="1047750"/>
                <a:gridCol w="2381250"/>
                <a:gridCol w="3190875"/>
              </a:tblGrid>
              <a:tr h="555625">
                <a:tc>
                  <a:txBody>
                    <a:bodyPr lIns="57150" tIns="38100" rIns="47625" bIns="38100">
                      <a:normAutofit/>
                    </a:bodyPr>
                    <a:lstStyle/>
                    <a:p>
                      <a:pPr algn="l">
                        <a:buNone/>
                      </a:pPr>
                      <a:r>
                        <a:rPr sz="915" b="1">
                          <a:solidFill>
                            <a:srgbClr val="FFFFFF"/>
                          </a:solidFill>
                          <a:latin typeface="Noto Sans JP"/>
                          <a:ea typeface="Noto Sans JP"/>
                          <a:cs typeface="Noto Sans JP"/>
                        </a:rPr>
                        <a:t>100 Td 条件</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成長率の定常性指標</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衝突イベント推定差</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採用判定</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未達理由</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実行時間／計算規模</a:t>
                      </a:r>
                    </a:p>
                  </a:txBody>
                  <a:tcPr marL="91440" marR="91440" marT="45720" marB="45720" anchor="ctr">
                    <a:solidFill>
                      <a:srgbClr val="00A6D9"/>
                    </a:solidFill>
                  </a:tcPr>
                </a:tc>
              </a:tr>
              <a:tr h="555625">
                <a:tc>
                  <a:txBody>
                    <a:bodyPr lIns="57150" tIns="38100" rIns="47625" bIns="38100">
                      <a:normAutofit/>
                    </a:bodyPr>
                    <a:lstStyle/>
                    <a:p>
                      <a:pPr algn="l">
                        <a:buNone/>
                      </a:pPr>
                      <a:r>
                        <a:rPr sz="938" b="1">
                          <a:solidFill>
                            <a:srgbClr val="2F2F2F"/>
                          </a:solidFill>
                          <a:latin typeface="Noto Sans JP"/>
                          <a:ea typeface="Noto Sans JP"/>
                          <a:cs typeface="Noto Sans JP"/>
                        </a:rPr>
                        <a:t>Ar/N2</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0.995546</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-1.554%</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合格</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観測時間不足</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550.2 s / 151.0 M</a:t>
                      </a:r>
                    </a:p>
                  </a:txBody>
                  <a:tcPr marL="91440" marR="91440" marT="45720" marB="45720" anchor="ctr">
                    <a:solidFill>
                      <a:srgbClr val="FFFFFF"/>
                    </a:solidFill>
                  </a:tcPr>
                </a:tc>
              </a:tr>
              <a:tr h="555625">
                <a:tc>
                  <a:txBody>
                    <a:bodyPr lIns="57150" tIns="38100" rIns="47625" bIns="38100">
                      <a:normAutofit/>
                    </a:bodyPr>
                    <a:lstStyle/>
                    <a:p>
                      <a:pPr algn="l">
                        <a:buNone/>
                      </a:pPr>
                      <a:r>
                        <a:rPr sz="938" b="1">
                          <a:solidFill>
                            <a:srgbClr val="2F2F2F"/>
                          </a:solidFill>
                          <a:latin typeface="Noto Sans JP"/>
                          <a:ea typeface="Noto Sans JP"/>
                          <a:cs typeface="Noto Sans JP"/>
                        </a:rPr>
                        <a:t>Ar/Cl2</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0.994423</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-1.323%</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未達</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高エネルギー標本不足 + 観測時間不足</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236.6 s / 184.5 M</a:t>
                      </a:r>
                    </a:p>
                  </a:txBody>
                  <a:tcPr marL="91440" marR="91440" marT="45720" marB="45720" anchor="ctr">
                    <a:solidFill>
                      <a:srgbClr val="F1F1F1"/>
                    </a:solidFill>
                  </a:tcPr>
                </a:tc>
              </a:tr>
            </a:tbl>
          </a:graphicData>
        </a:graphic>
      </p:graphicFrame>
      <p:sp>
        <p:nvSpPr>
          <p:cNvPr id="12" name="">
            <a:extLst xmlns:a="http://schemas.openxmlformats.org/drawingml/2006/main">
              <a:ext uri="{FF2B5EF4-FFF2-40B4-BE49-F238E27FC236}">
                <a16:creationId xmlns:a16="http://schemas.microsoft.com/office/drawing/2014/main" id="{F6F80543-1DEE-4D4D-B391-C7C35546658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8039"/>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12点中</a:t>
            </a:r>
            <a:r>
              <a:rPr sz="1275" b="1" i="0">
                <a:solidFill>
                  <a:srgbClr val="6DBB20"/>
                </a:solidFill>
                <a:latin typeface="Noto Sans JP"/>
                <a:ea typeface="Noto Sans JP"/>
                <a:cs typeface="Noto Sans JP"/>
              </a:rPr>
              <a:t>EEDF・反応速度に採用</a:t>
            </a:r>
            <a:r>
              <a:rPr sz="1275" b="1" i="0">
                <a:solidFill>
                  <a:srgbClr val="6DBB20"/>
                </a:solidFill>
                <a:latin typeface="Noto Sans JP"/>
                <a:ea typeface="Noto Sans JP"/>
                <a:cs typeface="Noto Sans JP"/>
              </a:rPr>
              <a:t> 11、</a:t>
            </a:r>
            <a:r>
              <a:rPr sz="1275" b="1" i="0">
                <a:solidFill>
                  <a:srgbClr val="6DBB20"/>
                </a:solidFill>
                <a:latin typeface="Noto Sans JP"/>
                <a:ea typeface="Noto Sans JP"/>
                <a:cs typeface="Noto Sans JP"/>
              </a:rPr>
              <a:t>輸送係数まで統計収束</a:t>
            </a:r>
            <a:r>
              <a:rPr sz="1275" b="1" i="0">
                <a:solidFill>
                  <a:srgbClr val="6DBB20"/>
                </a:solidFill>
                <a:latin typeface="Noto Sans JP"/>
                <a:ea typeface="Noto Sans JP"/>
                <a:cs typeface="Noto Sans JP"/>
              </a:rPr>
              <a:t> 4。未合格軸をEEDF破損へ読み替えず、</a:t>
            </a:r>
            <a:r>
              <a:rPr sz="1275" b="1" i="0">
                <a:solidFill>
                  <a:srgbClr val="6DBB20"/>
                </a:solidFill>
                <a:latin typeface="Noto Sans JP"/>
                <a:ea typeface="Noto Sans JP"/>
                <a:cs typeface="Noto Sans JP"/>
              </a:rPr>
              <a:t>観測時間不足</a:t>
            </a:r>
            <a:r>
              <a:rPr sz="1275" b="1" i="0">
                <a:solidFill>
                  <a:srgbClr val="6DBB20"/>
                </a:solidFill>
                <a:latin typeface="Noto Sans JP"/>
                <a:ea typeface="Noto Sans JP"/>
                <a:cs typeface="Noto Sans JP"/>
              </a:rPr>
              <a:t>と</a:t>
            </a:r>
            <a:r>
              <a:rPr sz="1275" b="1" i="0">
                <a:solidFill>
                  <a:srgbClr val="6DBB20"/>
                </a:solidFill>
                <a:latin typeface="Noto Sans JP"/>
                <a:ea typeface="Noto Sans JP"/>
                <a:cs typeface="Noto Sans JP"/>
              </a:rPr>
              <a:t>高エネルギー標本不足</a:t>
            </a:r>
            <a:r>
              <a:rPr sz="1275" b="1" i="0">
                <a:solidFill>
                  <a:srgbClr val="6DBB20"/>
                </a:solidFill>
                <a:latin typeface="Noto Sans JP"/>
                <a:ea typeface="Noto Sans JP"/>
                <a:cs typeface="Noto Sans JP"/>
              </a:rPr>
              <a:t>を別々に扱う。</a:t>
            </a:r>
          </a:p>
        </p:txBody>
      </p:sp>
      <p:sp>
        <p:nvSpPr>
          <p:cNvPr id="13" name="">
            <a:extLst xmlns:a="http://schemas.openxmlformats.org/drawingml/2006/main">
              <a:ext uri="{FF2B5EF4-FFF2-40B4-BE49-F238E27FC236}">
                <a16:creationId xmlns:a16="http://schemas.microsoft.com/office/drawing/2014/main" id="{9C4F9E2A-3E6F-4854-9AC4-CFCEA01482A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mc_refinement_v7/evaluation/refinement/qualification_status.csv; mc_core_v8/evaluation/metrics.csv</a:t>
            </a:r>
          </a:p>
        </p:txBody>
      </p:sp>
      <p:sp>
        <p:nvSpPr>
          <p:cNvPr id="17" name="title">
            <a:extLst xmlns:a="http://schemas.openxmlformats.org/drawingml/2006/main">
              <a:ext uri="{FF2B5EF4-FFF2-40B4-BE49-F238E27FC236}">
                <a16:creationId xmlns:a16="http://schemas.microsoft.com/office/drawing/2014/main" id="{4957BBA8-DEA9-415C-AFDE-66E5ECAA67C1}"/>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混合ガスMC：出力別に統計収束を判定</a:t>
            </a:r>
          </a:p>
        </p:txBody>
      </p:sp>
      <p:sp>
        <p:nvSpPr>
          <p:cNvPr id="18" name="">
            <a:extLst xmlns:a="http://schemas.openxmlformats.org/drawingml/2006/main">
              <a:ext uri="{FF2B5EF4-FFF2-40B4-BE49-F238E27FC236}">
                <a16:creationId xmlns:a16="http://schemas.microsoft.com/office/drawing/2014/main" id="{6445D37F-489B-4C80-8DAC-91C61911076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1C3C396B-EC74-4D90-935C-BE4521B92EC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79692244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2680C70-6C63-4741-ADC1-F4A84EB77A50}"/>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Ar/N₂とAr/O₂のMonte Carloは各最終計算結果を使用；O₂は電子付着を除く共通衝突集合</a:t>
            </a:r>
          </a:p>
        </p:txBody>
      </p:sp>
      <p:sp>
        <p:nvSpPr>
          <p:cNvPr id="7" name="">
            <a:extLst xmlns:a="http://schemas.openxmlformats.org/drawingml/2006/main">
              <a:ext uri="{FF2B5EF4-FFF2-40B4-BE49-F238E27FC236}">
                <a16:creationId xmlns:a16="http://schemas.microsoft.com/office/drawing/2014/main" id="{9A5E5DB8-63B0-4A6F-AC72-463B9C48FA9F}"/>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677A62DC-486C-48B8-808C-8708958622A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38</a:t>
            </a:r>
          </a:p>
        </p:txBody>
      </p:sp>
      <p:graphicFrame>
        <p:nvGraphicFramePr>
          <p:cNvPr id="30" name="Chart"/>
          <p:cNvGraphicFramePr/>
          <p:nvPr/>
        </p:nvGraphicFramePr>
        <p:xfrm>
          <a:off xmlns:a="http://schemas.openxmlformats.org/drawingml/2006/main" x="428625" y="138112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e8a983c15d78489b"/>
          </a:graphicData>
        </a:graphic>
      </p:graphicFrame>
      <p:graphicFrame>
        <p:nvGraphicFramePr>
          <p:cNvPr id="31" name="Chart"/>
          <p:cNvGraphicFramePr/>
          <p:nvPr/>
        </p:nvGraphicFramePr>
        <p:xfrm>
          <a:off xmlns:a="http://schemas.openxmlformats.org/drawingml/2006/main" x="6238875" y="138112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2aeaf3cf745f4468"/>
          </a:graphicData>
        </a:graphic>
      </p:graphicFrame>
      <p:graphicFrame>
        <p:nvGraphicFramePr>
          <p:cNvPr id="32" name=""/>
          <p:cNvGraphicFramePr/>
          <p:nvPr/>
        </p:nvGraphicFramePr>
        <p:xfrm>
          <a:off xmlns:a="http://schemas.openxmlformats.org/drawingml/2006/main" x="904875" y="4705350"/>
          <a:ext xmlns:a="http://schemas.openxmlformats.org/drawingml/2006/main" cx="10382250" cy="971550"/>
        </p:xfrm>
        <a:graphic xmlns:a="http://schemas.openxmlformats.org/drawingml/2006/main">
          <a:graphicData uri="http://schemas.openxmlformats.org/drawingml/2006/table">
            <a:tbl>
              <a:tblPr firstRow="1" bandRow="0"/>
              <a:tblGrid>
                <a:gridCol w="1333500"/>
                <a:gridCol w="1809750"/>
                <a:gridCol w="1714500"/>
                <a:gridCol w="5524500"/>
              </a:tblGrid>
              <a:tr h="242888">
                <a:tc>
                  <a:txBody>
                    <a:bodyPr lIns="57150" tIns="38100" rIns="47625" bIns="38100">
                      <a:normAutofit/>
                    </a:bodyPr>
                    <a:lstStyle/>
                    <a:p>
                      <a:pPr algn="l">
                        <a:buNone/>
                      </a:pPr>
                      <a:r>
                        <a:rPr sz="863" b="1">
                          <a:solidFill>
                            <a:srgbClr val="FFFFFF"/>
                          </a:solidFill>
                          <a:latin typeface="Noto Sans JP"/>
                          <a:ea typeface="Noto Sans JP"/>
                          <a:cs typeface="Noto Sans JP"/>
                        </a:rPr>
                        <a:t>混合気</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平均エネルギーの手法間最大差</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ドリフト速度の手法間最大差</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物理的解釈</a:t>
                      </a:r>
                    </a:p>
                  </a:txBody>
                  <a:tcPr marL="91440" marR="91440" marT="45720" marB="45720" anchor="ctr">
                    <a:solidFill>
                      <a:srgbClr val="00A6D9"/>
                    </a:solidFill>
                  </a:tcPr>
                </a:tc>
              </a:tr>
              <a:tr h="242888">
                <a:tc>
                  <a:txBody>
                    <a:bodyPr lIns="57150" tIns="38100" rIns="47625" bIns="38100">
                      <a:normAutofit/>
                    </a:bodyPr>
                    <a:lstStyle/>
                    <a:p>
                      <a:pPr algn="l">
                        <a:buNone/>
                      </a:pPr>
                      <a:r>
                        <a:rPr sz="848" b="1">
                          <a:solidFill>
                            <a:srgbClr val="2F2F2F"/>
                          </a:solidFill>
                          <a:latin typeface="Noto Sans JP"/>
                          <a:ea typeface="Noto Sans JP"/>
                          <a:cs typeface="Noto Sans JP"/>
                        </a:rPr>
                        <a:t>Ar</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0.26%</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0.39%</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Ramsauer領域から非弾性衝突支配へ</a:t>
                      </a:r>
                    </a:p>
                  </a:txBody>
                  <a:tcPr marL="91440" marR="91440" marT="45720" marB="45720" anchor="ctr">
                    <a:solidFill>
                      <a:srgbClr val="FFFFFF"/>
                    </a:solidFill>
                  </a:tcPr>
                </a:tc>
              </a:tr>
              <a:tr h="242888">
                <a:tc>
                  <a:txBody>
                    <a:bodyPr lIns="57150" tIns="38100" rIns="47625" bIns="38100">
                      <a:normAutofit/>
                    </a:bodyPr>
                    <a:lstStyle/>
                    <a:p>
                      <a:pPr algn="l">
                        <a:buNone/>
                      </a:pPr>
                      <a:r>
                        <a:rPr sz="848" b="1">
                          <a:solidFill>
                            <a:srgbClr val="2F2F2F"/>
                          </a:solidFill>
                          <a:latin typeface="Noto Sans JP"/>
                          <a:ea typeface="Noto Sans JP"/>
                          <a:cs typeface="Noto Sans JP"/>
                        </a:rPr>
                        <a:t>Ar/N₂</a:t>
                      </a:r>
                    </a:p>
                  </a:txBody>
                  <a:tcPr marL="91440" marR="91440" marT="45720" marB="45720" anchor="ctr">
                    <a:solidFill>
                      <a:srgbClr val="F1F1F1"/>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0.58%</a:t>
                      </a:r>
                    </a:p>
                  </a:txBody>
                  <a:tcPr marL="91440" marR="91440" marT="45720" marB="45720" anchor="ctr">
                    <a:solidFill>
                      <a:srgbClr val="F1F1F1"/>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0.69%</a:t>
                      </a:r>
                    </a:p>
                  </a:txBody>
                  <a:tcPr marL="91440" marR="91440" marT="45720" marB="45720" anchor="ctr">
                    <a:solidFill>
                      <a:srgbClr val="F1F1F1"/>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振動励起が電子エネルギーを冷却し電子移動度を再配分</a:t>
                      </a:r>
                    </a:p>
                  </a:txBody>
                  <a:tcPr marL="91440" marR="91440" marT="45720" marB="45720" anchor="ctr">
                    <a:solidFill>
                      <a:srgbClr val="F1F1F1"/>
                    </a:solidFill>
                  </a:tcPr>
                </a:tc>
              </a:tr>
              <a:tr h="242888">
                <a:tc>
                  <a:txBody>
                    <a:bodyPr lIns="57150" tIns="38100" rIns="47625" bIns="38100">
                      <a:normAutofit/>
                    </a:bodyPr>
                    <a:lstStyle/>
                    <a:p>
                      <a:pPr algn="l">
                        <a:buNone/>
                      </a:pPr>
                      <a:r>
                        <a:rPr sz="848" b="1">
                          <a:solidFill>
                            <a:srgbClr val="2F2F2F"/>
                          </a:solidFill>
                          <a:latin typeface="Noto Sans JP"/>
                          <a:ea typeface="Noto Sans JP"/>
                          <a:cs typeface="Noto Sans JP"/>
                        </a:rPr>
                        <a:t>Ar/O₂</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0.42%</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0.62%</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O₂振動・電子励起；付着は除外</a:t>
                      </a:r>
                    </a:p>
                  </a:txBody>
                  <a:tcPr marL="91440" marR="91440" marT="45720" marB="45720" anchor="ctr">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17B5E05C-159F-4AB8-97E8-F208A5FDD083}"/>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100 Tdでは組成による平均エネルギー差（Ar→混合気）が手法間差より大きい。装置設計ではガス反応系を先に固定する。</a:t>
            </a:r>
          </a:p>
        </p:txBody>
      </p:sp>
      <p:sp>
        <p:nvSpPr>
          <p:cNvPr id="15" name="">
            <a:extLst xmlns:a="http://schemas.openxmlformats.org/drawingml/2006/main">
              <a:ext uri="{FF2B5EF4-FFF2-40B4-BE49-F238E27FC236}">
                <a16:creationId xmlns:a16="http://schemas.microsoft.com/office/drawing/2014/main" id="{2828D428-9F40-4C6F-9FD7-47B779C55B5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transport_vs_en.csv; mc_refinement_v7; mc_core_v8 aggregate_scalars.csv</a:t>
            </a:r>
          </a:p>
        </p:txBody>
      </p:sp>
      <p:sp>
        <p:nvSpPr>
          <p:cNvPr id="20" name="title">
            <a:extLst xmlns:a="http://schemas.openxmlformats.org/drawingml/2006/main">
              <a:ext uri="{FF2B5EF4-FFF2-40B4-BE49-F238E27FC236}">
                <a16:creationId xmlns:a16="http://schemas.microsoft.com/office/drawing/2014/main" id="{FB632D64-7D44-4008-8D0F-8534CCA5711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100 Tdの物性値：ガス組成の効果と計算法の差</a:t>
            </a:r>
          </a:p>
        </p:txBody>
      </p:sp>
      <p:sp>
        <p:nvSpPr>
          <p:cNvPr id="21" name="">
            <a:extLst xmlns:a="http://schemas.openxmlformats.org/drawingml/2006/main">
              <a:ext uri="{FF2B5EF4-FFF2-40B4-BE49-F238E27FC236}">
                <a16:creationId xmlns:a16="http://schemas.microsoft.com/office/drawing/2014/main" id="{3E2244CA-A716-404D-A0B9-7D26EDC369F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section">
            <a:extLst xmlns:a="http://schemas.openxmlformats.org/drawingml/2006/main">
              <a:ext uri="{FF2B5EF4-FFF2-40B4-BE49-F238E27FC236}">
                <a16:creationId xmlns:a16="http://schemas.microsoft.com/office/drawing/2014/main" id="{9679839C-478E-479E-8544-EAAD9C170A0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8765224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BBD88D4-5537-40DD-A550-EF379D824EB8}"/>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各セルは3手法間の最大EEDF全変動距離；同じ確率規格化・共通エネルギー範囲</a:t>
            </a:r>
          </a:p>
        </p:txBody>
      </p:sp>
      <p:sp>
        <p:nvSpPr>
          <p:cNvPr id="7" name="">
            <a:extLst xmlns:a="http://schemas.openxmlformats.org/drawingml/2006/main">
              <a:ext uri="{FF2B5EF4-FFF2-40B4-BE49-F238E27FC236}">
                <a16:creationId xmlns:a16="http://schemas.microsoft.com/office/drawing/2014/main" id="{0C98ED3E-B8D1-4815-8038-19855C4C140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A2166136-6170-4602-885D-8B244FEA459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39</a:t>
            </a:r>
          </a:p>
        </p:txBody>
      </p:sp>
      <p:sp>
        <p:nvSpPr>
          <p:cNvPr id="9" name="">
            <a:extLst xmlns:a="http://schemas.openxmlformats.org/drawingml/2006/main">
              <a:ext uri="{FF2B5EF4-FFF2-40B4-BE49-F238E27FC236}">
                <a16:creationId xmlns:a16="http://schemas.microsoft.com/office/drawing/2014/main" id="{DE9B2C6E-5313-4A26-ADE2-C7710346F0AD}"/>
              </a:ext>
            </a:extLst>
          </p:cNvPr>
          <p:cNvSpPr>
            <a:spLocks xmlns:a="http://schemas.openxmlformats.org/drawingml/2006/main" noGrp="1"/>
          </p:cNvSpPr>
          <p:nvPr/>
        </p:nvSpPr>
        <p:spPr>
          <a:xfrm xmlns:a="http://schemas.openxmlformats.org/drawingml/2006/main">
            <a:off x="523875" y="1295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混合気</a:t>
            </a:r>
          </a:p>
        </p:txBody>
      </p:sp>
      <p:sp>
        <p:nvSpPr>
          <p:cNvPr id="10" name="">
            <a:extLst xmlns:a="http://schemas.openxmlformats.org/drawingml/2006/main">
              <a:ext uri="{FF2B5EF4-FFF2-40B4-BE49-F238E27FC236}">
                <a16:creationId xmlns:a16="http://schemas.microsoft.com/office/drawing/2014/main" id="{7AF1BF90-F9EF-45C7-AEB7-4E076A0E2109}"/>
              </a:ext>
            </a:extLst>
          </p:cNvPr>
          <p:cNvSpPr>
            <a:spLocks xmlns:a="http://schemas.openxmlformats.org/drawingml/2006/main" noGrp="1"/>
          </p:cNvSpPr>
          <p:nvPr/>
        </p:nvSpPr>
        <p:spPr>
          <a:xfrm xmlns:a="http://schemas.openxmlformats.org/drawingml/2006/main">
            <a:off x="2190750"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 Td</a:t>
            </a:r>
          </a:p>
        </p:txBody>
      </p:sp>
      <p:sp>
        <p:nvSpPr>
          <p:cNvPr id="11" name="">
            <a:extLst xmlns:a="http://schemas.openxmlformats.org/drawingml/2006/main">
              <a:ext uri="{FF2B5EF4-FFF2-40B4-BE49-F238E27FC236}">
                <a16:creationId xmlns:a16="http://schemas.microsoft.com/office/drawing/2014/main" id="{B89D1A12-5F83-4094-B5D5-D7B49F987970}"/>
              </a:ext>
            </a:extLst>
          </p:cNvPr>
          <p:cNvSpPr>
            <a:spLocks xmlns:a="http://schemas.openxmlformats.org/drawingml/2006/main" noGrp="1"/>
          </p:cNvSpPr>
          <p:nvPr/>
        </p:nvSpPr>
        <p:spPr>
          <a:xfrm xmlns:a="http://schemas.openxmlformats.org/drawingml/2006/main">
            <a:off x="3762375"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10 Td</a:t>
            </a:r>
          </a:p>
        </p:txBody>
      </p:sp>
      <p:sp>
        <p:nvSpPr>
          <p:cNvPr id="12" name="">
            <a:extLst xmlns:a="http://schemas.openxmlformats.org/drawingml/2006/main">
              <a:ext uri="{FF2B5EF4-FFF2-40B4-BE49-F238E27FC236}">
                <a16:creationId xmlns:a16="http://schemas.microsoft.com/office/drawing/2014/main" id="{AF953D00-3986-4A2A-BB78-39EE6C4AD02D}"/>
              </a:ext>
            </a:extLst>
          </p:cNvPr>
          <p:cNvSpPr>
            <a:spLocks xmlns:a="http://schemas.openxmlformats.org/drawingml/2006/main" noGrp="1"/>
          </p:cNvSpPr>
          <p:nvPr/>
        </p:nvSpPr>
        <p:spPr>
          <a:xfrm xmlns:a="http://schemas.openxmlformats.org/drawingml/2006/main">
            <a:off x="5334000"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100 Td</a:t>
            </a:r>
          </a:p>
        </p:txBody>
      </p:sp>
      <p:sp>
        <p:nvSpPr>
          <p:cNvPr id="13" name="">
            <a:extLst xmlns:a="http://schemas.openxmlformats.org/drawingml/2006/main">
              <a:ext uri="{FF2B5EF4-FFF2-40B4-BE49-F238E27FC236}">
                <a16:creationId xmlns:a16="http://schemas.microsoft.com/office/drawing/2014/main" id="{E4499F47-FF6D-4F72-9EE0-20AD26F754D2}"/>
              </a:ext>
            </a:extLst>
          </p:cNvPr>
          <p:cNvSpPr>
            <a:spLocks xmlns:a="http://schemas.openxmlformats.org/drawingml/2006/main" noGrp="1"/>
          </p:cNvSpPr>
          <p:nvPr/>
        </p:nvSpPr>
        <p:spPr>
          <a:xfrm xmlns:a="http://schemas.openxmlformats.org/drawingml/2006/main">
            <a:off x="6905625"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1000 Td</a:t>
            </a:r>
          </a:p>
        </p:txBody>
      </p:sp>
      <p:sp>
        <p:nvSpPr>
          <p:cNvPr id="14" name="">
            <a:extLst xmlns:a="http://schemas.openxmlformats.org/drawingml/2006/main">
              <a:ext uri="{FF2B5EF4-FFF2-40B4-BE49-F238E27FC236}">
                <a16:creationId xmlns:a16="http://schemas.microsoft.com/office/drawing/2014/main" id="{ED2B2E14-C192-4C33-AEBB-7A93AEE0ED1D}"/>
              </a:ext>
            </a:extLst>
          </p:cNvPr>
          <p:cNvSpPr>
            <a:spLocks xmlns:a="http://schemas.openxmlformats.org/drawingml/2006/main" noGrp="1"/>
          </p:cNvSpPr>
          <p:nvPr/>
        </p:nvSpPr>
        <p:spPr>
          <a:xfrm xmlns:a="http://schemas.openxmlformats.org/drawingml/2006/main">
            <a:off x="457200" y="18669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Ar</a:t>
            </a:r>
          </a:p>
        </p:txBody>
      </p:sp>
      <p:sp>
        <p:nvSpPr>
          <p:cNvPr id="15" name="">
            <a:extLst xmlns:a="http://schemas.openxmlformats.org/drawingml/2006/main">
              <a:ext uri="{FF2B5EF4-FFF2-40B4-BE49-F238E27FC236}">
                <a16:creationId xmlns:a16="http://schemas.microsoft.com/office/drawing/2014/main" id="{A3F0D22B-42C0-47CD-AE6E-3E367015C866}"/>
              </a:ext>
            </a:extLst>
          </p:cNvPr>
          <p:cNvSpPr>
            <a:spLocks xmlns:a="http://schemas.openxmlformats.org/drawingml/2006/main" noGrp="1"/>
          </p:cNvSpPr>
          <p:nvPr/>
        </p:nvSpPr>
        <p:spPr>
          <a:xfrm xmlns:a="http://schemas.openxmlformats.org/drawingml/2006/main">
            <a:off x="2190750" y="1695450"/>
            <a:ext cx="1495425" cy="762000"/>
          </a:xfrm>
          <a:prstGeom xmlns:a="http://schemas.openxmlformats.org/drawingml/2006/main" prst="rect">
            <a:avLst/>
          </a:prstGeom>
          <a:solidFill xmlns:a="http://schemas.openxmlformats.org/drawingml/2006/main">
            <a:srgbClr val="72CEEA"/>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2F22ADCD-2E49-4076-BF5A-BF7602BCDA16}"/>
              </a:ext>
            </a:extLst>
          </p:cNvPr>
          <p:cNvSpPr>
            <a:spLocks xmlns:a="http://schemas.openxmlformats.org/drawingml/2006/main" noGrp="1"/>
          </p:cNvSpPr>
          <p:nvPr/>
        </p:nvSpPr>
        <p:spPr>
          <a:xfrm xmlns:a="http://schemas.openxmlformats.org/drawingml/2006/main">
            <a:off x="2266950"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1.38%</a:t>
            </a:r>
          </a:p>
        </p:txBody>
      </p:sp>
      <p:sp>
        <p:nvSpPr>
          <p:cNvPr id="17" name="">
            <a:extLst xmlns:a="http://schemas.openxmlformats.org/drawingml/2006/main">
              <a:ext uri="{FF2B5EF4-FFF2-40B4-BE49-F238E27FC236}">
                <a16:creationId xmlns:a16="http://schemas.microsoft.com/office/drawing/2014/main" id="{5956AB49-EC69-44C1-ABA5-EA7CA9888132}"/>
              </a:ext>
            </a:extLst>
          </p:cNvPr>
          <p:cNvSpPr>
            <a:spLocks xmlns:a="http://schemas.openxmlformats.org/drawingml/2006/main" noGrp="1"/>
          </p:cNvSpPr>
          <p:nvPr/>
        </p:nvSpPr>
        <p:spPr>
          <a:xfrm xmlns:a="http://schemas.openxmlformats.org/drawingml/2006/main">
            <a:off x="2257425"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18" name="">
            <a:extLst xmlns:a="http://schemas.openxmlformats.org/drawingml/2006/main">
              <a:ext uri="{FF2B5EF4-FFF2-40B4-BE49-F238E27FC236}">
                <a16:creationId xmlns:a16="http://schemas.microsoft.com/office/drawing/2014/main" id="{9A7D0F46-2336-431D-A5CF-192747DA48F2}"/>
              </a:ext>
            </a:extLst>
          </p:cNvPr>
          <p:cNvSpPr>
            <a:spLocks xmlns:a="http://schemas.openxmlformats.org/drawingml/2006/main" noGrp="1"/>
          </p:cNvSpPr>
          <p:nvPr/>
        </p:nvSpPr>
        <p:spPr>
          <a:xfrm xmlns:a="http://schemas.openxmlformats.org/drawingml/2006/main">
            <a:off x="3762375" y="1695450"/>
            <a:ext cx="1495425" cy="762000"/>
          </a:xfrm>
          <a:prstGeom xmlns:a="http://schemas.openxmlformats.org/drawingml/2006/main" prst="rect">
            <a:avLst/>
          </a:prstGeom>
          <a:solidFill xmlns:a="http://schemas.openxmlformats.org/drawingml/2006/main">
            <a:srgbClr val="C1E9F6"/>
          </a:solidFill>
          <a:ln xmlns:a="http://schemas.openxmlformats.org/drawingml/2006/main" w="19050">
            <a:solidFill>
              <a:srgbClr val="FFFFFF"/>
            </a:solidFill>
            <a:prstDash val="solid"/>
          </a:ln>
        </p:spPr>
      </p:sp>
      <p:sp>
        <p:nvSpPr>
          <p:cNvPr id="19" name="">
            <a:extLst xmlns:a="http://schemas.openxmlformats.org/drawingml/2006/main">
              <a:ext uri="{FF2B5EF4-FFF2-40B4-BE49-F238E27FC236}">
                <a16:creationId xmlns:a16="http://schemas.microsoft.com/office/drawing/2014/main" id="{4A94023B-335F-4DC8-B292-0E53A24D51DD}"/>
              </a:ext>
            </a:extLst>
          </p:cNvPr>
          <p:cNvSpPr>
            <a:spLocks xmlns:a="http://schemas.openxmlformats.org/drawingml/2006/main" noGrp="1"/>
          </p:cNvSpPr>
          <p:nvPr/>
        </p:nvSpPr>
        <p:spPr>
          <a:xfrm xmlns:a="http://schemas.openxmlformats.org/drawingml/2006/main">
            <a:off x="3838575"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0.60%</a:t>
            </a:r>
          </a:p>
        </p:txBody>
      </p:sp>
      <p:sp>
        <p:nvSpPr>
          <p:cNvPr id="20" name="">
            <a:extLst xmlns:a="http://schemas.openxmlformats.org/drawingml/2006/main">
              <a:ext uri="{FF2B5EF4-FFF2-40B4-BE49-F238E27FC236}">
                <a16:creationId xmlns:a16="http://schemas.microsoft.com/office/drawing/2014/main" id="{1EF922BC-0B88-4A31-9CED-72844928B675}"/>
              </a:ext>
            </a:extLst>
          </p:cNvPr>
          <p:cNvSpPr>
            <a:spLocks xmlns:a="http://schemas.openxmlformats.org/drawingml/2006/main" noGrp="1"/>
          </p:cNvSpPr>
          <p:nvPr/>
        </p:nvSpPr>
        <p:spPr>
          <a:xfrm xmlns:a="http://schemas.openxmlformats.org/drawingml/2006/main">
            <a:off x="3829050"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21" name="">
            <a:extLst xmlns:a="http://schemas.openxmlformats.org/drawingml/2006/main">
              <a:ext uri="{FF2B5EF4-FFF2-40B4-BE49-F238E27FC236}">
                <a16:creationId xmlns:a16="http://schemas.microsoft.com/office/drawing/2014/main" id="{D128BE94-7B82-4104-8E4E-76F4A42B63B4}"/>
              </a:ext>
            </a:extLst>
          </p:cNvPr>
          <p:cNvSpPr>
            <a:spLocks xmlns:a="http://schemas.openxmlformats.org/drawingml/2006/main" noGrp="1"/>
          </p:cNvSpPr>
          <p:nvPr/>
        </p:nvSpPr>
        <p:spPr>
          <a:xfrm xmlns:a="http://schemas.openxmlformats.org/drawingml/2006/main">
            <a:off x="5334000" y="1695450"/>
            <a:ext cx="1495425" cy="762000"/>
          </a:xfrm>
          <a:prstGeom xmlns:a="http://schemas.openxmlformats.org/drawingml/2006/main" prst="rect">
            <a:avLst/>
          </a:prstGeom>
          <a:solidFill xmlns:a="http://schemas.openxmlformats.org/drawingml/2006/main">
            <a:srgbClr val="D2EFF8"/>
          </a:solidFill>
          <a:ln xmlns:a="http://schemas.openxmlformats.org/drawingml/2006/main" w="19050">
            <a:solidFill>
              <a:srgbClr val="FFFFFF"/>
            </a:solidFill>
            <a:prstDash val="solid"/>
          </a:ln>
        </p:spPr>
      </p:sp>
      <p:sp>
        <p:nvSpPr>
          <p:cNvPr id="22" name="">
            <a:extLst xmlns:a="http://schemas.openxmlformats.org/drawingml/2006/main">
              <a:ext uri="{FF2B5EF4-FFF2-40B4-BE49-F238E27FC236}">
                <a16:creationId xmlns:a16="http://schemas.microsoft.com/office/drawing/2014/main" id="{F882794D-9BC6-42FC-A572-4989A40DD051}"/>
              </a:ext>
            </a:extLst>
          </p:cNvPr>
          <p:cNvSpPr>
            <a:spLocks xmlns:a="http://schemas.openxmlformats.org/drawingml/2006/main" noGrp="1"/>
          </p:cNvSpPr>
          <p:nvPr/>
        </p:nvSpPr>
        <p:spPr>
          <a:xfrm xmlns:a="http://schemas.openxmlformats.org/drawingml/2006/main">
            <a:off x="5410200"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0.44%</a:t>
            </a:r>
          </a:p>
        </p:txBody>
      </p:sp>
      <p:sp>
        <p:nvSpPr>
          <p:cNvPr id="23" name="">
            <a:extLst xmlns:a="http://schemas.openxmlformats.org/drawingml/2006/main">
              <a:ext uri="{FF2B5EF4-FFF2-40B4-BE49-F238E27FC236}">
                <a16:creationId xmlns:a16="http://schemas.microsoft.com/office/drawing/2014/main" id="{BE8606B0-3AEF-495C-BA31-3D74AE989E57}"/>
              </a:ext>
            </a:extLst>
          </p:cNvPr>
          <p:cNvSpPr>
            <a:spLocks xmlns:a="http://schemas.openxmlformats.org/drawingml/2006/main" noGrp="1"/>
          </p:cNvSpPr>
          <p:nvPr/>
        </p:nvSpPr>
        <p:spPr>
          <a:xfrm xmlns:a="http://schemas.openxmlformats.org/drawingml/2006/main">
            <a:off x="5400675"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24" name="">
            <a:extLst xmlns:a="http://schemas.openxmlformats.org/drawingml/2006/main">
              <a:ext uri="{FF2B5EF4-FFF2-40B4-BE49-F238E27FC236}">
                <a16:creationId xmlns:a16="http://schemas.microsoft.com/office/drawing/2014/main" id="{5CB68214-214C-4C79-B7B0-06D496EFBCDB}"/>
              </a:ext>
            </a:extLst>
          </p:cNvPr>
          <p:cNvSpPr>
            <a:spLocks xmlns:a="http://schemas.openxmlformats.org/drawingml/2006/main" noGrp="1"/>
          </p:cNvSpPr>
          <p:nvPr/>
        </p:nvSpPr>
        <p:spPr>
          <a:xfrm xmlns:a="http://schemas.openxmlformats.org/drawingml/2006/main">
            <a:off x="6905625" y="1695450"/>
            <a:ext cx="1495425" cy="762000"/>
          </a:xfrm>
          <a:prstGeom xmlns:a="http://schemas.openxmlformats.org/drawingml/2006/main" prst="rect">
            <a:avLst/>
          </a:prstGeom>
          <a:solidFill xmlns:a="http://schemas.openxmlformats.org/drawingml/2006/main">
            <a:srgbClr val="48BFE4"/>
          </a:solidFill>
          <a:ln xmlns:a="http://schemas.openxmlformats.org/drawingml/2006/main" w="19050">
            <a:solidFill>
              <a:srgbClr val="FFFFFF"/>
            </a:solidFill>
            <a:prstDash val="solid"/>
          </a:ln>
        </p:spPr>
      </p:sp>
      <p:sp>
        <p:nvSpPr>
          <p:cNvPr id="25" name="">
            <a:extLst xmlns:a="http://schemas.openxmlformats.org/drawingml/2006/main">
              <a:ext uri="{FF2B5EF4-FFF2-40B4-BE49-F238E27FC236}">
                <a16:creationId xmlns:a16="http://schemas.microsoft.com/office/drawing/2014/main" id="{A65765C8-50B7-4684-8C10-E01F60987827}"/>
              </a:ext>
            </a:extLst>
          </p:cNvPr>
          <p:cNvSpPr>
            <a:spLocks xmlns:a="http://schemas.openxmlformats.org/drawingml/2006/main" noGrp="1"/>
          </p:cNvSpPr>
          <p:nvPr/>
        </p:nvSpPr>
        <p:spPr>
          <a:xfrm xmlns:a="http://schemas.openxmlformats.org/drawingml/2006/main">
            <a:off x="6981825"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1.80%</a:t>
            </a:r>
          </a:p>
        </p:txBody>
      </p:sp>
      <p:sp>
        <p:nvSpPr>
          <p:cNvPr id="26" name="">
            <a:extLst xmlns:a="http://schemas.openxmlformats.org/drawingml/2006/main">
              <a:ext uri="{FF2B5EF4-FFF2-40B4-BE49-F238E27FC236}">
                <a16:creationId xmlns:a16="http://schemas.microsoft.com/office/drawing/2014/main" id="{BE3515B5-DB3C-4560-B424-F64E57678D2E}"/>
              </a:ext>
            </a:extLst>
          </p:cNvPr>
          <p:cNvSpPr>
            <a:spLocks xmlns:a="http://schemas.openxmlformats.org/drawingml/2006/main" noGrp="1"/>
          </p:cNvSpPr>
          <p:nvPr/>
        </p:nvSpPr>
        <p:spPr>
          <a:xfrm xmlns:a="http://schemas.openxmlformats.org/drawingml/2006/main">
            <a:off x="6972300"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27" name="">
            <a:extLst xmlns:a="http://schemas.openxmlformats.org/drawingml/2006/main">
              <a:ext uri="{FF2B5EF4-FFF2-40B4-BE49-F238E27FC236}">
                <a16:creationId xmlns:a16="http://schemas.microsoft.com/office/drawing/2014/main" id="{D4C208BF-F565-4617-A5FF-B97A8A4D0ABE}"/>
              </a:ext>
            </a:extLst>
          </p:cNvPr>
          <p:cNvSpPr>
            <a:spLocks xmlns:a="http://schemas.openxmlformats.org/drawingml/2006/main" noGrp="1"/>
          </p:cNvSpPr>
          <p:nvPr/>
        </p:nvSpPr>
        <p:spPr>
          <a:xfrm xmlns:a="http://schemas.openxmlformats.org/drawingml/2006/main">
            <a:off x="457200" y="27051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Ar 90% / N₂ 10%</a:t>
            </a:r>
          </a:p>
        </p:txBody>
      </p:sp>
      <p:sp>
        <p:nvSpPr>
          <p:cNvPr id="28" name="">
            <a:extLst xmlns:a="http://schemas.openxmlformats.org/drawingml/2006/main">
              <a:ext uri="{FF2B5EF4-FFF2-40B4-BE49-F238E27FC236}">
                <a16:creationId xmlns:a16="http://schemas.microsoft.com/office/drawing/2014/main" id="{95656AE0-63DB-4765-8CCB-DA94D1ECED36}"/>
              </a:ext>
            </a:extLst>
          </p:cNvPr>
          <p:cNvSpPr>
            <a:spLocks xmlns:a="http://schemas.openxmlformats.org/drawingml/2006/main" noGrp="1"/>
          </p:cNvSpPr>
          <p:nvPr/>
        </p:nvSpPr>
        <p:spPr>
          <a:xfrm xmlns:a="http://schemas.openxmlformats.org/drawingml/2006/main">
            <a:off x="2190750" y="2533650"/>
            <a:ext cx="1495425" cy="762000"/>
          </a:xfrm>
          <a:prstGeom xmlns:a="http://schemas.openxmlformats.org/drawingml/2006/main" prst="rect">
            <a:avLst/>
          </a:prstGeom>
          <a:solidFill xmlns:a="http://schemas.openxmlformats.org/drawingml/2006/main">
            <a:srgbClr val="A5DFF2"/>
          </a:solidFill>
          <a:ln xmlns:a="http://schemas.openxmlformats.org/drawingml/2006/main" w="19050">
            <a:solidFill>
              <a:srgbClr val="FFFFFF"/>
            </a:solidFill>
            <a:prstDash val="solid"/>
          </a:ln>
        </p:spPr>
      </p:sp>
      <p:sp>
        <p:nvSpPr>
          <p:cNvPr id="29" name="">
            <a:extLst xmlns:a="http://schemas.openxmlformats.org/drawingml/2006/main">
              <a:ext uri="{FF2B5EF4-FFF2-40B4-BE49-F238E27FC236}">
                <a16:creationId xmlns:a16="http://schemas.microsoft.com/office/drawing/2014/main" id="{4A038383-C0CC-49B0-87C9-3CC8148E4012}"/>
              </a:ext>
            </a:extLst>
          </p:cNvPr>
          <p:cNvSpPr>
            <a:spLocks xmlns:a="http://schemas.openxmlformats.org/drawingml/2006/main" noGrp="1"/>
          </p:cNvSpPr>
          <p:nvPr/>
        </p:nvSpPr>
        <p:spPr>
          <a:xfrm xmlns:a="http://schemas.openxmlformats.org/drawingml/2006/main">
            <a:off x="2266950"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0.89%</a:t>
            </a:r>
          </a:p>
        </p:txBody>
      </p:sp>
      <p:sp>
        <p:nvSpPr>
          <p:cNvPr id="30" name="">
            <a:extLst xmlns:a="http://schemas.openxmlformats.org/drawingml/2006/main">
              <a:ext uri="{FF2B5EF4-FFF2-40B4-BE49-F238E27FC236}">
                <a16:creationId xmlns:a16="http://schemas.microsoft.com/office/drawing/2014/main" id="{8176F18E-5E6D-4FA3-9784-774275BA39D6}"/>
              </a:ext>
            </a:extLst>
          </p:cNvPr>
          <p:cNvSpPr>
            <a:spLocks xmlns:a="http://schemas.openxmlformats.org/drawingml/2006/main" noGrp="1"/>
          </p:cNvSpPr>
          <p:nvPr/>
        </p:nvSpPr>
        <p:spPr>
          <a:xfrm xmlns:a="http://schemas.openxmlformats.org/drawingml/2006/main">
            <a:off x="2257425"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31" name="">
            <a:extLst xmlns:a="http://schemas.openxmlformats.org/drawingml/2006/main">
              <a:ext uri="{FF2B5EF4-FFF2-40B4-BE49-F238E27FC236}">
                <a16:creationId xmlns:a16="http://schemas.microsoft.com/office/drawing/2014/main" id="{8EDD5063-3BF1-4479-AC6E-7646E3E92885}"/>
              </a:ext>
            </a:extLst>
          </p:cNvPr>
          <p:cNvSpPr>
            <a:spLocks xmlns:a="http://schemas.openxmlformats.org/drawingml/2006/main" noGrp="1"/>
          </p:cNvSpPr>
          <p:nvPr/>
        </p:nvSpPr>
        <p:spPr>
          <a:xfrm xmlns:a="http://schemas.openxmlformats.org/drawingml/2006/main">
            <a:off x="3762375" y="2533650"/>
            <a:ext cx="1495425" cy="762000"/>
          </a:xfrm>
          <a:prstGeom xmlns:a="http://schemas.openxmlformats.org/drawingml/2006/main" prst="rect">
            <a:avLst/>
          </a:prstGeom>
          <a:solidFill xmlns:a="http://schemas.openxmlformats.org/drawingml/2006/main">
            <a:srgbClr val="77CFEB"/>
          </a:solidFill>
          <a:ln xmlns:a="http://schemas.openxmlformats.org/drawingml/2006/main" w="19050">
            <a:solidFill>
              <a:srgbClr val="FFFFFF"/>
            </a:solidFill>
            <a:prstDash val="solid"/>
          </a:ln>
        </p:spPr>
      </p:sp>
      <p:sp>
        <p:nvSpPr>
          <p:cNvPr id="32" name="">
            <a:extLst xmlns:a="http://schemas.openxmlformats.org/drawingml/2006/main">
              <a:ext uri="{FF2B5EF4-FFF2-40B4-BE49-F238E27FC236}">
                <a16:creationId xmlns:a16="http://schemas.microsoft.com/office/drawing/2014/main" id="{A90D6DB2-B75A-4F7A-BBC3-88272FC490EA}"/>
              </a:ext>
            </a:extLst>
          </p:cNvPr>
          <p:cNvSpPr>
            <a:spLocks xmlns:a="http://schemas.openxmlformats.org/drawingml/2006/main" noGrp="1"/>
          </p:cNvSpPr>
          <p:nvPr/>
        </p:nvSpPr>
        <p:spPr>
          <a:xfrm xmlns:a="http://schemas.openxmlformats.org/drawingml/2006/main">
            <a:off x="3838575"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1.33%</a:t>
            </a:r>
          </a:p>
        </p:txBody>
      </p:sp>
      <p:sp>
        <p:nvSpPr>
          <p:cNvPr id="33" name="">
            <a:extLst xmlns:a="http://schemas.openxmlformats.org/drawingml/2006/main">
              <a:ext uri="{FF2B5EF4-FFF2-40B4-BE49-F238E27FC236}">
                <a16:creationId xmlns:a16="http://schemas.microsoft.com/office/drawing/2014/main" id="{FEA0D030-E068-4A37-8278-31F454FCD528}"/>
              </a:ext>
            </a:extLst>
          </p:cNvPr>
          <p:cNvSpPr>
            <a:spLocks xmlns:a="http://schemas.openxmlformats.org/drawingml/2006/main" noGrp="1"/>
          </p:cNvSpPr>
          <p:nvPr/>
        </p:nvSpPr>
        <p:spPr>
          <a:xfrm xmlns:a="http://schemas.openxmlformats.org/drawingml/2006/main">
            <a:off x="3829050"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34" name="">
            <a:extLst xmlns:a="http://schemas.openxmlformats.org/drawingml/2006/main">
              <a:ext uri="{FF2B5EF4-FFF2-40B4-BE49-F238E27FC236}">
                <a16:creationId xmlns:a16="http://schemas.microsoft.com/office/drawing/2014/main" id="{A05FB707-6E38-4B26-91C1-7F8778A8D59C}"/>
              </a:ext>
            </a:extLst>
          </p:cNvPr>
          <p:cNvSpPr>
            <a:spLocks xmlns:a="http://schemas.openxmlformats.org/drawingml/2006/main" noGrp="1"/>
          </p:cNvSpPr>
          <p:nvPr/>
        </p:nvSpPr>
        <p:spPr>
          <a:xfrm xmlns:a="http://schemas.openxmlformats.org/drawingml/2006/main">
            <a:off x="5334000" y="2533650"/>
            <a:ext cx="1495425" cy="762000"/>
          </a:xfrm>
          <a:prstGeom xmlns:a="http://schemas.openxmlformats.org/drawingml/2006/main" prst="rect">
            <a:avLst/>
          </a:prstGeom>
          <a:solidFill xmlns:a="http://schemas.openxmlformats.org/drawingml/2006/main">
            <a:srgbClr val="B2E4F4"/>
          </a:solidFill>
          <a:ln xmlns:a="http://schemas.openxmlformats.org/drawingml/2006/main" w="19050">
            <a:solidFill>
              <a:srgbClr val="FFFFFF"/>
            </a:solidFill>
            <a:prstDash val="solid"/>
          </a:ln>
        </p:spPr>
      </p:sp>
      <p:sp>
        <p:nvSpPr>
          <p:cNvPr id="35" name="">
            <a:extLst xmlns:a="http://schemas.openxmlformats.org/drawingml/2006/main">
              <a:ext uri="{FF2B5EF4-FFF2-40B4-BE49-F238E27FC236}">
                <a16:creationId xmlns:a16="http://schemas.microsoft.com/office/drawing/2014/main" id="{9B85348D-09CF-44E8-B9A7-51D942918CB6}"/>
              </a:ext>
            </a:extLst>
          </p:cNvPr>
          <p:cNvSpPr>
            <a:spLocks xmlns:a="http://schemas.openxmlformats.org/drawingml/2006/main" noGrp="1"/>
          </p:cNvSpPr>
          <p:nvPr/>
        </p:nvSpPr>
        <p:spPr>
          <a:xfrm xmlns:a="http://schemas.openxmlformats.org/drawingml/2006/main">
            <a:off x="5410200"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0.75%</a:t>
            </a:r>
          </a:p>
        </p:txBody>
      </p:sp>
      <p:sp>
        <p:nvSpPr>
          <p:cNvPr id="36" name="">
            <a:extLst xmlns:a="http://schemas.openxmlformats.org/drawingml/2006/main">
              <a:ext uri="{FF2B5EF4-FFF2-40B4-BE49-F238E27FC236}">
                <a16:creationId xmlns:a16="http://schemas.microsoft.com/office/drawing/2014/main" id="{6F11C78C-5C6E-46FB-AA79-94204C913F12}"/>
              </a:ext>
            </a:extLst>
          </p:cNvPr>
          <p:cNvSpPr>
            <a:spLocks xmlns:a="http://schemas.openxmlformats.org/drawingml/2006/main" noGrp="1"/>
          </p:cNvSpPr>
          <p:nvPr/>
        </p:nvSpPr>
        <p:spPr>
          <a:xfrm xmlns:a="http://schemas.openxmlformats.org/drawingml/2006/main">
            <a:off x="5400675"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37" name="">
            <a:extLst xmlns:a="http://schemas.openxmlformats.org/drawingml/2006/main">
              <a:ext uri="{FF2B5EF4-FFF2-40B4-BE49-F238E27FC236}">
                <a16:creationId xmlns:a16="http://schemas.microsoft.com/office/drawing/2014/main" id="{EC02F200-CF2C-4EE7-AD74-DF17903297E2}"/>
              </a:ext>
            </a:extLst>
          </p:cNvPr>
          <p:cNvSpPr>
            <a:spLocks xmlns:a="http://schemas.openxmlformats.org/drawingml/2006/main" noGrp="1"/>
          </p:cNvSpPr>
          <p:nvPr/>
        </p:nvSpPr>
        <p:spPr>
          <a:xfrm xmlns:a="http://schemas.openxmlformats.org/drawingml/2006/main">
            <a:off x="6905625" y="2533650"/>
            <a:ext cx="1495425" cy="762000"/>
          </a:xfrm>
          <a:prstGeom xmlns:a="http://schemas.openxmlformats.org/drawingml/2006/main" prst="rect">
            <a:avLst/>
          </a:prstGeom>
          <a:solidFill xmlns:a="http://schemas.openxmlformats.org/drawingml/2006/main">
            <a:srgbClr val="4CC0E4"/>
          </a:solidFill>
          <a:ln xmlns:a="http://schemas.openxmlformats.org/drawingml/2006/main" w="19050">
            <a:solidFill>
              <a:srgbClr val="FFFFFF"/>
            </a:solidFill>
            <a:prstDash val="solid"/>
          </a:ln>
        </p:spPr>
      </p:sp>
      <p:sp>
        <p:nvSpPr>
          <p:cNvPr id="38" name="">
            <a:extLst xmlns:a="http://schemas.openxmlformats.org/drawingml/2006/main">
              <a:ext uri="{FF2B5EF4-FFF2-40B4-BE49-F238E27FC236}">
                <a16:creationId xmlns:a16="http://schemas.microsoft.com/office/drawing/2014/main" id="{E7927A48-07E1-47D6-B65D-2A33288FF3E5}"/>
              </a:ext>
            </a:extLst>
          </p:cNvPr>
          <p:cNvSpPr>
            <a:spLocks xmlns:a="http://schemas.openxmlformats.org/drawingml/2006/main" noGrp="1"/>
          </p:cNvSpPr>
          <p:nvPr/>
        </p:nvSpPr>
        <p:spPr>
          <a:xfrm xmlns:a="http://schemas.openxmlformats.org/drawingml/2006/main">
            <a:off x="6981825"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1.76%</a:t>
            </a:r>
          </a:p>
        </p:txBody>
      </p:sp>
      <p:sp>
        <p:nvSpPr>
          <p:cNvPr id="39" name="">
            <a:extLst xmlns:a="http://schemas.openxmlformats.org/drawingml/2006/main">
              <a:ext uri="{FF2B5EF4-FFF2-40B4-BE49-F238E27FC236}">
                <a16:creationId xmlns:a16="http://schemas.microsoft.com/office/drawing/2014/main" id="{D3367336-4DB7-4926-A359-1A63E11F1761}"/>
              </a:ext>
            </a:extLst>
          </p:cNvPr>
          <p:cNvSpPr>
            <a:spLocks xmlns:a="http://schemas.openxmlformats.org/drawingml/2006/main" noGrp="1"/>
          </p:cNvSpPr>
          <p:nvPr/>
        </p:nvSpPr>
        <p:spPr>
          <a:xfrm xmlns:a="http://schemas.openxmlformats.org/drawingml/2006/main">
            <a:off x="6972300"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40" name="">
            <a:extLst xmlns:a="http://schemas.openxmlformats.org/drawingml/2006/main">
              <a:ext uri="{FF2B5EF4-FFF2-40B4-BE49-F238E27FC236}">
                <a16:creationId xmlns:a16="http://schemas.microsoft.com/office/drawing/2014/main" id="{C8195490-6676-4545-9115-E6C050CC2ED6}"/>
              </a:ext>
            </a:extLst>
          </p:cNvPr>
          <p:cNvSpPr>
            <a:spLocks xmlns:a="http://schemas.openxmlformats.org/drawingml/2006/main" noGrp="1"/>
          </p:cNvSpPr>
          <p:nvPr/>
        </p:nvSpPr>
        <p:spPr>
          <a:xfrm xmlns:a="http://schemas.openxmlformats.org/drawingml/2006/main">
            <a:off x="457200" y="35433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Ar 90% / O₂ 10%</a:t>
            </a:r>
          </a:p>
        </p:txBody>
      </p:sp>
      <p:sp>
        <p:nvSpPr>
          <p:cNvPr id="41" name="">
            <a:extLst xmlns:a="http://schemas.openxmlformats.org/drawingml/2006/main">
              <a:ext uri="{FF2B5EF4-FFF2-40B4-BE49-F238E27FC236}">
                <a16:creationId xmlns:a16="http://schemas.microsoft.com/office/drawing/2014/main" id="{D93F5673-0357-40C4-A6EF-3E614D9CF21B}"/>
              </a:ext>
            </a:extLst>
          </p:cNvPr>
          <p:cNvSpPr>
            <a:spLocks xmlns:a="http://schemas.openxmlformats.org/drawingml/2006/main" noGrp="1"/>
          </p:cNvSpPr>
          <p:nvPr/>
        </p:nvSpPr>
        <p:spPr>
          <a:xfrm xmlns:a="http://schemas.openxmlformats.org/drawingml/2006/main">
            <a:off x="2190750" y="3371850"/>
            <a:ext cx="1495425" cy="762000"/>
          </a:xfrm>
          <a:prstGeom xmlns:a="http://schemas.openxmlformats.org/drawingml/2006/main" prst="rect">
            <a:avLst/>
          </a:prstGeom>
          <a:solidFill xmlns:a="http://schemas.openxmlformats.org/drawingml/2006/main">
            <a:srgbClr val="5F52B4"/>
          </a:solidFill>
          <a:ln xmlns:a="http://schemas.openxmlformats.org/drawingml/2006/main" w="19050">
            <a:solidFill>
              <a:srgbClr val="FFFFFF"/>
            </a:solidFill>
            <a:prstDash val="solid"/>
          </a:ln>
        </p:spPr>
      </p:sp>
      <p:sp>
        <p:nvSpPr>
          <p:cNvPr id="42" name="">
            <a:extLst xmlns:a="http://schemas.openxmlformats.org/drawingml/2006/main">
              <a:ext uri="{FF2B5EF4-FFF2-40B4-BE49-F238E27FC236}">
                <a16:creationId xmlns:a16="http://schemas.microsoft.com/office/drawing/2014/main" id="{D3F26C38-5CFD-436B-AE96-C735B73908E8}"/>
              </a:ext>
            </a:extLst>
          </p:cNvPr>
          <p:cNvSpPr>
            <a:spLocks xmlns:a="http://schemas.openxmlformats.org/drawingml/2006/main" noGrp="1"/>
          </p:cNvSpPr>
          <p:nvPr/>
        </p:nvSpPr>
        <p:spPr>
          <a:xfrm xmlns:a="http://schemas.openxmlformats.org/drawingml/2006/main">
            <a:off x="2266950"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4.32%</a:t>
            </a:r>
          </a:p>
        </p:txBody>
      </p:sp>
      <p:sp>
        <p:nvSpPr>
          <p:cNvPr id="43" name="">
            <a:extLst xmlns:a="http://schemas.openxmlformats.org/drawingml/2006/main">
              <a:ext uri="{FF2B5EF4-FFF2-40B4-BE49-F238E27FC236}">
                <a16:creationId xmlns:a16="http://schemas.microsoft.com/office/drawing/2014/main" id="{77345460-BA2B-4EA2-9FAA-8E2A1431CCC8}"/>
              </a:ext>
            </a:extLst>
          </p:cNvPr>
          <p:cNvSpPr>
            <a:spLocks xmlns:a="http://schemas.openxmlformats.org/drawingml/2006/main" noGrp="1"/>
          </p:cNvSpPr>
          <p:nvPr/>
        </p:nvSpPr>
        <p:spPr>
          <a:xfrm xmlns:a="http://schemas.openxmlformats.org/drawingml/2006/main">
            <a:off x="2257425"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4143"/>
          </a:bodyPr>
          <a:lstStyle xmlns:a="http://schemas.openxmlformats.org/drawingml/2006/main"/>
          <a:p xmlns:a="http://schemas.openxmlformats.org/drawingml/2006/main">
            <a:pPr algn="ctr">
              <a:lnSpc>
                <a:spcPct val="105000"/>
              </a:lnSpc>
              <a:buNone/>
              <a:defRPr sz="810" b="1" i="0">
                <a:solidFill>
                  <a:srgbClr val="FFFFFF"/>
                </a:solidFill>
                <a:latin typeface="Noto Sans JP"/>
                <a:ea typeface="Noto Sans JP"/>
                <a:cs typeface="Noto Sans JP"/>
              </a:defRPr>
            </a:pPr>
            <a:r>
              <a:rPr sz="810" b="1" i="0">
                <a:solidFill>
                  <a:srgbClr val="FFFFFF"/>
                </a:solidFill>
                <a:latin typeface="Noto Sans JP"/>
                <a:ea typeface="Noto Sans JP"/>
                <a:cs typeface="Noto Sans JP"/>
              </a:rPr>
              <a:t>高エネルギー尾部／低電界</a:t>
            </a:r>
            <a:r>
              <a:rPr sz="810" b="1" i="0">
                <a:solidFill>
                  <a:srgbClr val="FFFFFF"/>
                </a:solidFill>
                <a:latin typeface="Noto Sans JP"/>
                <a:ea typeface="Noto Sans JP"/>
                <a:cs typeface="Noto Sans JP"/>
              </a:rPr>
              <a:t>要監査</a:t>
            </a:r>
          </a:p>
        </p:txBody>
      </p:sp>
      <p:sp>
        <p:nvSpPr>
          <p:cNvPr id="44" name="">
            <a:extLst xmlns:a="http://schemas.openxmlformats.org/drawingml/2006/main">
              <a:ext uri="{FF2B5EF4-FFF2-40B4-BE49-F238E27FC236}">
                <a16:creationId xmlns:a16="http://schemas.microsoft.com/office/drawing/2014/main" id="{CA0B1ABD-E972-47F3-8E8D-6D3D4E925A96}"/>
              </a:ext>
            </a:extLst>
          </p:cNvPr>
          <p:cNvSpPr>
            <a:spLocks xmlns:a="http://schemas.openxmlformats.org/drawingml/2006/main" noGrp="1"/>
          </p:cNvSpPr>
          <p:nvPr/>
        </p:nvSpPr>
        <p:spPr>
          <a:xfrm xmlns:a="http://schemas.openxmlformats.org/drawingml/2006/main">
            <a:off x="3762375" y="3371850"/>
            <a:ext cx="1495425" cy="762000"/>
          </a:xfrm>
          <a:prstGeom xmlns:a="http://schemas.openxmlformats.org/drawingml/2006/main" prst="rect">
            <a:avLst/>
          </a:prstGeom>
          <a:solidFill xmlns:a="http://schemas.openxmlformats.org/drawingml/2006/main">
            <a:srgbClr val="D4F0F9"/>
          </a:solidFill>
          <a:ln xmlns:a="http://schemas.openxmlformats.org/drawingml/2006/main" w="19050">
            <a:solidFill>
              <a:srgbClr val="FFFFFF"/>
            </a:solidFill>
            <a:prstDash val="solid"/>
          </a:ln>
        </p:spPr>
      </p:sp>
      <p:sp>
        <p:nvSpPr>
          <p:cNvPr id="45" name="">
            <a:extLst xmlns:a="http://schemas.openxmlformats.org/drawingml/2006/main">
              <a:ext uri="{FF2B5EF4-FFF2-40B4-BE49-F238E27FC236}">
                <a16:creationId xmlns:a16="http://schemas.microsoft.com/office/drawing/2014/main" id="{BBB95FCF-24E9-4651-B055-070785C8C3E1}"/>
              </a:ext>
            </a:extLst>
          </p:cNvPr>
          <p:cNvSpPr>
            <a:spLocks xmlns:a="http://schemas.openxmlformats.org/drawingml/2006/main" noGrp="1"/>
          </p:cNvSpPr>
          <p:nvPr/>
        </p:nvSpPr>
        <p:spPr>
          <a:xfrm xmlns:a="http://schemas.openxmlformats.org/drawingml/2006/main">
            <a:off x="3838575"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0.43%</a:t>
            </a:r>
          </a:p>
        </p:txBody>
      </p:sp>
      <p:sp>
        <p:nvSpPr>
          <p:cNvPr id="46" name="">
            <a:extLst xmlns:a="http://schemas.openxmlformats.org/drawingml/2006/main">
              <a:ext uri="{FF2B5EF4-FFF2-40B4-BE49-F238E27FC236}">
                <a16:creationId xmlns:a16="http://schemas.microsoft.com/office/drawing/2014/main" id="{0C32F79A-F155-40F5-A4BB-C0CB9F410220}"/>
              </a:ext>
            </a:extLst>
          </p:cNvPr>
          <p:cNvSpPr>
            <a:spLocks xmlns:a="http://schemas.openxmlformats.org/drawingml/2006/main" noGrp="1"/>
          </p:cNvSpPr>
          <p:nvPr/>
        </p:nvSpPr>
        <p:spPr>
          <a:xfrm xmlns:a="http://schemas.openxmlformats.org/drawingml/2006/main">
            <a:off x="3829050"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47" name="">
            <a:extLst xmlns:a="http://schemas.openxmlformats.org/drawingml/2006/main">
              <a:ext uri="{FF2B5EF4-FFF2-40B4-BE49-F238E27FC236}">
                <a16:creationId xmlns:a16="http://schemas.microsoft.com/office/drawing/2014/main" id="{22A986ED-32E3-4D05-96DB-DA7A77294968}"/>
              </a:ext>
            </a:extLst>
          </p:cNvPr>
          <p:cNvSpPr>
            <a:spLocks xmlns:a="http://schemas.openxmlformats.org/drawingml/2006/main" noGrp="1"/>
          </p:cNvSpPr>
          <p:nvPr/>
        </p:nvSpPr>
        <p:spPr>
          <a:xfrm xmlns:a="http://schemas.openxmlformats.org/drawingml/2006/main">
            <a:off x="5334000" y="3371850"/>
            <a:ext cx="1495425" cy="762000"/>
          </a:xfrm>
          <a:prstGeom xmlns:a="http://schemas.openxmlformats.org/drawingml/2006/main" prst="rect">
            <a:avLst/>
          </a:prstGeom>
          <a:solidFill xmlns:a="http://schemas.openxmlformats.org/drawingml/2006/main">
            <a:srgbClr val="CCEDF7"/>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43F2FE54-3038-4609-81A6-9A35BE8314AC}"/>
              </a:ext>
            </a:extLst>
          </p:cNvPr>
          <p:cNvSpPr>
            <a:spLocks xmlns:a="http://schemas.openxmlformats.org/drawingml/2006/main" noGrp="1"/>
          </p:cNvSpPr>
          <p:nvPr/>
        </p:nvSpPr>
        <p:spPr>
          <a:xfrm xmlns:a="http://schemas.openxmlformats.org/drawingml/2006/main">
            <a:off x="5410200"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0.50%</a:t>
            </a:r>
          </a:p>
        </p:txBody>
      </p:sp>
      <p:sp>
        <p:nvSpPr>
          <p:cNvPr id="49" name="">
            <a:extLst xmlns:a="http://schemas.openxmlformats.org/drawingml/2006/main">
              <a:ext uri="{FF2B5EF4-FFF2-40B4-BE49-F238E27FC236}">
                <a16:creationId xmlns:a16="http://schemas.microsoft.com/office/drawing/2014/main" id="{18357613-0C5C-4E89-B18F-4BD899CA109A}"/>
              </a:ext>
            </a:extLst>
          </p:cNvPr>
          <p:cNvSpPr>
            <a:spLocks xmlns:a="http://schemas.openxmlformats.org/drawingml/2006/main" noGrp="1"/>
          </p:cNvSpPr>
          <p:nvPr/>
        </p:nvSpPr>
        <p:spPr>
          <a:xfrm xmlns:a="http://schemas.openxmlformats.org/drawingml/2006/main">
            <a:off x="5400675"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50" name="">
            <a:extLst xmlns:a="http://schemas.openxmlformats.org/drawingml/2006/main">
              <a:ext uri="{FF2B5EF4-FFF2-40B4-BE49-F238E27FC236}">
                <a16:creationId xmlns:a16="http://schemas.microsoft.com/office/drawing/2014/main" id="{9AACE9DD-2647-4890-9F2B-67A3F23108CF}"/>
              </a:ext>
            </a:extLst>
          </p:cNvPr>
          <p:cNvSpPr>
            <a:spLocks xmlns:a="http://schemas.openxmlformats.org/drawingml/2006/main" noGrp="1"/>
          </p:cNvSpPr>
          <p:nvPr/>
        </p:nvSpPr>
        <p:spPr>
          <a:xfrm xmlns:a="http://schemas.openxmlformats.org/drawingml/2006/main">
            <a:off x="6905625" y="3371850"/>
            <a:ext cx="1495425" cy="762000"/>
          </a:xfrm>
          <a:prstGeom xmlns:a="http://schemas.openxmlformats.org/drawingml/2006/main" prst="rect">
            <a:avLst/>
          </a:prstGeom>
          <a:solidFill xmlns:a="http://schemas.openxmlformats.org/drawingml/2006/main">
            <a:srgbClr val="4BC0E4"/>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F008D184-ED74-4035-A2BF-A843772DCCEB}"/>
              </a:ext>
            </a:extLst>
          </p:cNvPr>
          <p:cNvSpPr>
            <a:spLocks xmlns:a="http://schemas.openxmlformats.org/drawingml/2006/main" noGrp="1"/>
          </p:cNvSpPr>
          <p:nvPr/>
        </p:nvSpPr>
        <p:spPr>
          <a:xfrm xmlns:a="http://schemas.openxmlformats.org/drawingml/2006/main">
            <a:off x="6981825"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1.76%</a:t>
            </a:r>
          </a:p>
        </p:txBody>
      </p:sp>
      <p:sp>
        <p:nvSpPr>
          <p:cNvPr id="52" name="">
            <a:extLst xmlns:a="http://schemas.openxmlformats.org/drawingml/2006/main">
              <a:ext uri="{FF2B5EF4-FFF2-40B4-BE49-F238E27FC236}">
                <a16:creationId xmlns:a16="http://schemas.microsoft.com/office/drawing/2014/main" id="{4F6F0956-C86C-4D5B-9475-F1E5AB86955C}"/>
              </a:ext>
            </a:extLst>
          </p:cNvPr>
          <p:cNvSpPr>
            <a:spLocks xmlns:a="http://schemas.openxmlformats.org/drawingml/2006/main" noGrp="1"/>
          </p:cNvSpPr>
          <p:nvPr/>
        </p:nvSpPr>
        <p:spPr>
          <a:xfrm xmlns:a="http://schemas.openxmlformats.org/drawingml/2006/main">
            <a:off x="6972300"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53" name="">
            <a:extLst xmlns:a="http://schemas.openxmlformats.org/drawingml/2006/main">
              <a:ext uri="{FF2B5EF4-FFF2-40B4-BE49-F238E27FC236}">
                <a16:creationId xmlns:a16="http://schemas.microsoft.com/office/drawing/2014/main" id="{532D1B6F-ECA3-4CBA-9E11-371DECC91A33}"/>
              </a:ext>
            </a:extLst>
          </p:cNvPr>
          <p:cNvSpPr>
            <a:spLocks xmlns:a="http://schemas.openxmlformats.org/drawingml/2006/main" noGrp="1"/>
          </p:cNvSpPr>
          <p:nvPr/>
        </p:nvSpPr>
        <p:spPr>
          <a:xfrm xmlns:a="http://schemas.openxmlformats.org/drawingml/2006/main">
            <a:off x="8905875" y="16192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350" b="1" i="0">
                <a:solidFill>
                  <a:srgbClr val="00A6D9"/>
                </a:solidFill>
                <a:latin typeface="Noto Sans JP"/>
                <a:ea typeface="Noto Sans JP"/>
                <a:cs typeface="Noto Sans JP"/>
              </a:defRPr>
            </a:pPr>
            <a:r>
              <a:rPr sz="1350" b="1" i="0">
                <a:solidFill>
                  <a:srgbClr val="00A6D9"/>
                </a:solidFill>
                <a:latin typeface="Noto Sans JP"/>
                <a:ea typeface="Noto Sans JP"/>
                <a:cs typeface="Noto Sans JP"/>
              </a:rPr>
              <a:t>最大差</a:t>
            </a:r>
          </a:p>
        </p:txBody>
      </p:sp>
      <p:sp>
        <p:nvSpPr>
          <p:cNvPr id="54" name="">
            <a:extLst xmlns:a="http://schemas.openxmlformats.org/drawingml/2006/main">
              <a:ext uri="{FF2B5EF4-FFF2-40B4-BE49-F238E27FC236}">
                <a16:creationId xmlns:a16="http://schemas.microsoft.com/office/drawing/2014/main" id="{8F8C2F3C-1C02-4DCB-88ED-0A3A82BC2965}"/>
              </a:ext>
            </a:extLst>
          </p:cNvPr>
          <p:cNvSpPr>
            <a:spLocks xmlns:a="http://schemas.openxmlformats.org/drawingml/2006/main" noGrp="1"/>
          </p:cNvSpPr>
          <p:nvPr/>
        </p:nvSpPr>
        <p:spPr>
          <a:xfrm xmlns:a="http://schemas.openxmlformats.org/drawingml/2006/main">
            <a:off x="8905875" y="1952625"/>
            <a:ext cx="2286000" cy="1066800"/>
          </a:xfrm>
          <a:prstGeom xmlns:a="http://schemas.openxmlformats.org/drawingml/2006/main" prst="rect">
            <a:avLst/>
          </a:prstGeom>
          <a:solidFill xmlns:a="http://schemas.openxmlformats.org/drawingml/2006/main">
            <a:srgbClr val="F3EDF7"/>
          </a:solidFill>
          <a:ln xmlns:a="http://schemas.openxmlformats.org/drawingml/2006/main" w="9525">
            <a:solidFill>
              <a:srgbClr val="8233A6"/>
            </a:solidFill>
          </a:ln>
        </p:spPr>
        <p:txBody>
          <a:bodyPr xmlns:a="http://schemas.openxmlformats.org/drawingml/2006/main" wrap="square" lIns="28575" tIns="19050" rIns="28575" bIns="19050" anchor="ctr">
            <a:normAutofit fontScale="97403"/>
          </a:bodyPr>
          <a:lstStyle xmlns:a="http://schemas.openxmlformats.org/drawingml/2006/main"/>
          <a:p xmlns:a="http://schemas.openxmlformats.org/drawingml/2006/main">
            <a:pPr algn="ctr">
              <a:lnSpc>
                <a:spcPct val="105000"/>
              </a:lnSpc>
              <a:buNone/>
              <a:defRPr sz="1650" b="1" i="0">
                <a:solidFill>
                  <a:srgbClr val="8233A6"/>
                </a:solidFill>
                <a:latin typeface="Noto Sans JP"/>
                <a:ea typeface="Noto Sans JP"/>
                <a:cs typeface="Noto Sans JP"/>
              </a:defRPr>
            </a:pPr>
            <a:r>
              <a:rPr sz="1650" b="1" i="0">
                <a:solidFill>
                  <a:srgbClr val="8233A6"/>
                </a:solidFill>
                <a:latin typeface="Noto Sans JP"/>
                <a:ea typeface="Noto Sans JP"/>
                <a:cs typeface="Noto Sans JP"/>
              </a:rPr>
              <a:t>Ar/O₂・1 Td</a:t>
            </a:r>
          </a:p>
          <a:p xmlns:a="http://schemas.openxmlformats.org/drawingml/2006/main">
            <a:pPr algn="ctr">
              <a:lnSpc>
                <a:spcPct val="105000"/>
              </a:lnSpc>
              <a:buNone/>
              <a:defRPr sz="1650" b="1" i="0">
                <a:solidFill>
                  <a:srgbClr val="8233A6"/>
                </a:solidFill>
                <a:latin typeface="Noto Sans JP"/>
                <a:ea typeface="Noto Sans JP"/>
                <a:cs typeface="Noto Sans JP"/>
              </a:defRPr>
            </a:pPr>
            <a:r>
              <a:rPr sz="1650" b="1" i="0">
                <a:solidFill>
                  <a:srgbClr val="8233A6"/>
                </a:solidFill>
                <a:latin typeface="Noto Sans JP"/>
                <a:ea typeface="Noto Sans JP"/>
                <a:cs typeface="Noto Sans JP"/>
              </a:rPr>
              <a:t>4.32%</a:t>
            </a:r>
          </a:p>
          <a:p xmlns:a="http://schemas.openxmlformats.org/drawingml/2006/main">
            <a:pPr algn="ctr">
              <a:lnSpc>
                <a:spcPct val="105000"/>
              </a:lnSpc>
              <a:buNone/>
              <a:defRPr sz="1650" b="1" i="0">
                <a:solidFill>
                  <a:srgbClr val="8233A6"/>
                </a:solidFill>
                <a:latin typeface="Noto Sans JP"/>
                <a:ea typeface="Noto Sans JP"/>
                <a:cs typeface="Noto Sans JP"/>
              </a:defRPr>
            </a:pPr>
            <a:r>
              <a:rPr sz="1650" b="1" i="0">
                <a:solidFill>
                  <a:srgbClr val="8233A6"/>
                </a:solidFill>
                <a:latin typeface="Noto Sans JP"/>
                <a:ea typeface="Noto Sans JP"/>
                <a:cs typeface="Noto Sans JP"/>
              </a:rPr>
              <a:t>Monte Carlo直接出力</a:t>
            </a:r>
            <a:r>
              <a:rPr sz="1650" b="1" i="0">
                <a:solidFill>
                  <a:srgbClr val="8233A6"/>
                </a:solidFill>
                <a:latin typeface="Noto Sans JP"/>
                <a:ea typeface="Noto Sans JP"/>
                <a:cs typeface="Noto Sans JP"/>
              </a:rPr>
              <a:t> vs </a:t>
            </a:r>
            <a:r>
              <a:rPr sz="1650" b="1" i="0">
                <a:solidFill>
                  <a:srgbClr val="8233A6"/>
                </a:solidFill>
                <a:latin typeface="Noto Sans JP"/>
                <a:ea typeface="Noto Sans JP"/>
                <a:cs typeface="Noto Sans JP"/>
              </a:rPr>
              <a:t>two-term</a:t>
            </a:r>
          </a:p>
        </p:txBody>
      </p:sp>
      <p:sp>
        <p:nvSpPr>
          <p:cNvPr id="55" name="">
            <a:extLst xmlns:a="http://schemas.openxmlformats.org/drawingml/2006/main">
              <a:ext uri="{FF2B5EF4-FFF2-40B4-BE49-F238E27FC236}">
                <a16:creationId xmlns:a16="http://schemas.microsoft.com/office/drawing/2014/main" id="{3722CE3E-7B0B-4E42-A32B-6F28E1393133}"/>
              </a:ext>
            </a:extLst>
          </p:cNvPr>
          <p:cNvSpPr>
            <a:spLocks xmlns:a="http://schemas.openxmlformats.org/drawingml/2006/main" noGrp="1"/>
          </p:cNvSpPr>
          <p:nvPr/>
        </p:nvSpPr>
        <p:spPr>
          <a:xfrm xmlns:a="http://schemas.openxmlformats.org/drawingml/2006/main">
            <a:off x="8905875" y="32766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1" i="0">
                <a:solidFill>
                  <a:srgbClr val="00A6D9"/>
                </a:solidFill>
                <a:latin typeface="Noto Sans JP"/>
                <a:ea typeface="Noto Sans JP"/>
                <a:cs typeface="Noto Sans JP"/>
              </a:defRPr>
            </a:pPr>
            <a:r>
              <a:rPr sz="1275" b="1" i="0">
                <a:solidFill>
                  <a:srgbClr val="00A6D9"/>
                </a:solidFill>
                <a:latin typeface="Noto Sans JP"/>
                <a:ea typeface="Noto Sans JP"/>
                <a:cs typeface="Noto Sans JP"/>
              </a:rPr>
              <a:t>高電界側</a:t>
            </a:r>
          </a:p>
        </p:txBody>
      </p:sp>
      <p:sp>
        <p:nvSpPr>
          <p:cNvPr id="56" name="">
            <a:extLst xmlns:a="http://schemas.openxmlformats.org/drawingml/2006/main">
              <a:ext uri="{FF2B5EF4-FFF2-40B4-BE49-F238E27FC236}">
                <a16:creationId xmlns:a16="http://schemas.microsoft.com/office/drawing/2014/main" id="{8D87C447-458A-46DD-9E6A-FBA3195518BD}"/>
              </a:ext>
            </a:extLst>
          </p:cNvPr>
          <p:cNvSpPr>
            <a:spLocks xmlns:a="http://schemas.openxmlformats.org/drawingml/2006/main" noGrp="1"/>
          </p:cNvSpPr>
          <p:nvPr/>
        </p:nvSpPr>
        <p:spPr>
          <a:xfrm xmlns:a="http://schemas.openxmlformats.org/drawingml/2006/main">
            <a:off x="8905875" y="3600450"/>
            <a:ext cx="228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1000 Tdでは全組成 1.76–1.80%</a:t>
            </a:r>
          </a:p>
          <a:p xmlns:a="http://schemas.openxmlformats.org/drawingml/2006/main">
            <a:pPr algn="ctr">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propagator–</a:t>
            </a:r>
            <a:r>
              <a:rPr sz="1163" b="0" i="0">
                <a:solidFill>
                  <a:srgbClr val="2F2F2F"/>
                </a:solidFill>
                <a:latin typeface="Noto Sans JP"/>
                <a:ea typeface="Noto Sans JP"/>
                <a:cs typeface="Noto Sans JP"/>
              </a:rPr>
              <a:t>two-term</a:t>
            </a:r>
            <a:r>
              <a:rPr sz="1163" b="0" i="0">
                <a:solidFill>
                  <a:srgbClr val="2F2F2F"/>
                </a:solidFill>
                <a:latin typeface="Noto Sans JP"/>
                <a:ea typeface="Noto Sans JP"/>
                <a:cs typeface="Noto Sans JP"/>
              </a:rPr>
              <a:t>が最大</a:t>
            </a:r>
          </a:p>
        </p:txBody>
      </p:sp>
      <p:sp>
        <p:nvSpPr>
          <p:cNvPr id="57" name="">
            <a:extLst xmlns:a="http://schemas.openxmlformats.org/drawingml/2006/main">
              <a:ext uri="{FF2B5EF4-FFF2-40B4-BE49-F238E27FC236}">
                <a16:creationId xmlns:a16="http://schemas.microsoft.com/office/drawing/2014/main" id="{0BACB01E-2DE3-4C06-9946-D09E981468DB}"/>
              </a:ext>
            </a:extLst>
          </p:cNvPr>
          <p:cNvSpPr>
            <a:spLocks xmlns:a="http://schemas.openxmlformats.org/drawingml/2006/main" noGrp="1"/>
          </p:cNvSpPr>
          <p:nvPr/>
        </p:nvSpPr>
        <p:spPr>
          <a:xfrm xmlns:a="http://schemas.openxmlformats.org/drawingml/2006/main">
            <a:off x="8905875" y="45148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1" i="0">
                <a:solidFill>
                  <a:srgbClr val="00A6D9"/>
                </a:solidFill>
                <a:latin typeface="Noto Sans JP"/>
                <a:ea typeface="Noto Sans JP"/>
                <a:cs typeface="Noto Sans JP"/>
              </a:defRPr>
            </a:pPr>
            <a:r>
              <a:rPr sz="1275" b="1" i="0">
                <a:solidFill>
                  <a:srgbClr val="00A6D9"/>
                </a:solidFill>
                <a:latin typeface="Noto Sans JP"/>
                <a:ea typeface="Noto Sans JP"/>
                <a:cs typeface="Noto Sans JP"/>
              </a:rPr>
              <a:t>解釈</a:t>
            </a:r>
          </a:p>
        </p:txBody>
      </p:sp>
      <p:sp>
        <p:nvSpPr>
          <p:cNvPr id="58" name="">
            <a:extLst xmlns:a="http://schemas.openxmlformats.org/drawingml/2006/main">
              <a:ext uri="{FF2B5EF4-FFF2-40B4-BE49-F238E27FC236}">
                <a16:creationId xmlns:a16="http://schemas.microsoft.com/office/drawing/2014/main" id="{A14EA174-C8C4-4660-891B-AB3771333989}"/>
              </a:ext>
            </a:extLst>
          </p:cNvPr>
          <p:cNvSpPr>
            <a:spLocks xmlns:a="http://schemas.openxmlformats.org/drawingml/2006/main" noGrp="1"/>
          </p:cNvSpPr>
          <p:nvPr/>
        </p:nvSpPr>
        <p:spPr>
          <a:xfrm xmlns:a="http://schemas.openxmlformats.org/drawingml/2006/main">
            <a:off x="8763000" y="481012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7111"/>
          </a:bodyPr>
          <a:lstStyle xmlns:a="http://schemas.openxmlformats.org/drawingml/2006/main"/>
          <a:p xmlns:a="http://schemas.openxmlformats.org/drawingml/2006/main">
            <a:pPr algn="ctr">
              <a:lnSpc>
                <a:spcPct val="105000"/>
              </a:lnSpc>
              <a:buNone/>
              <a:defRPr sz="1088" b="0" i="0">
                <a:solidFill>
                  <a:srgbClr val="2F2F2F"/>
                </a:solidFill>
                <a:latin typeface="Noto Sans JP"/>
                <a:ea typeface="Noto Sans JP"/>
                <a:cs typeface="Noto Sans JP"/>
              </a:defRPr>
            </a:pPr>
            <a:r>
              <a:rPr sz="1088" b="0" i="0">
                <a:solidFill>
                  <a:srgbClr val="2F2F2F"/>
                </a:solidFill>
                <a:latin typeface="Noto Sans JP"/>
                <a:ea typeface="Noto Sans JP"/>
                <a:cs typeface="Noto Sans JP"/>
              </a:rPr>
              <a:t>組成・E/Nによる分布変化は一様でない。</a:t>
            </a:r>
          </a:p>
          <a:p xmlns:a="http://schemas.openxmlformats.org/drawingml/2006/main">
            <a:pPr algn="ctr">
              <a:lnSpc>
                <a:spcPct val="105000"/>
              </a:lnSpc>
              <a:buNone/>
              <a:defRPr sz="1088" b="0" i="0">
                <a:solidFill>
                  <a:srgbClr val="2F2F2F"/>
                </a:solidFill>
                <a:latin typeface="Noto Sans JP"/>
                <a:ea typeface="Noto Sans JP"/>
                <a:cs typeface="Noto Sans JP"/>
              </a:defRPr>
            </a:pPr>
            <a:r>
              <a:rPr sz="1088" b="0" i="0">
                <a:solidFill>
                  <a:srgbClr val="2F2F2F"/>
                </a:solidFill>
                <a:latin typeface="Noto Sans JP"/>
                <a:ea typeface="Noto Sans JP"/>
                <a:cs typeface="Noto Sans JP"/>
              </a:rPr>
              <a:t>差が最大の条件だけをMC・PN収束の</a:t>
            </a:r>
          </a:p>
          <a:p xmlns:a="http://schemas.openxmlformats.org/drawingml/2006/main">
            <a:pPr algn="ctr">
              <a:lnSpc>
                <a:spcPct val="105000"/>
              </a:lnSpc>
              <a:buNone/>
              <a:defRPr sz="1088" b="0" i="0">
                <a:solidFill>
                  <a:srgbClr val="2F2F2F"/>
                </a:solidFill>
                <a:latin typeface="Noto Sans JP"/>
                <a:ea typeface="Noto Sans JP"/>
                <a:cs typeface="Noto Sans JP"/>
              </a:defRPr>
            </a:pPr>
            <a:r>
              <a:rPr sz="1088" b="0" i="0">
                <a:solidFill>
                  <a:srgbClr val="2F2F2F"/>
                </a:solidFill>
                <a:latin typeface="Noto Sans JP"/>
                <a:ea typeface="Noto Sans JP"/>
                <a:cs typeface="Noto Sans JP"/>
              </a:rPr>
              <a:t>追加監査点に選ぶ。</a:t>
            </a:r>
          </a:p>
        </p:txBody>
      </p:sp>
      <p:sp>
        <p:nvSpPr>
          <p:cNvPr id="59" name="">
            <a:extLst xmlns:a="http://schemas.openxmlformats.org/drawingml/2006/main">
              <a:ext uri="{FF2B5EF4-FFF2-40B4-BE49-F238E27FC236}">
                <a16:creationId xmlns:a16="http://schemas.microsoft.com/office/drawing/2014/main" id="{E6C83B7A-1387-4D57-BFDB-319F7CF47ABC}"/>
              </a:ext>
            </a:extLst>
          </p:cNvPr>
          <p:cNvSpPr>
            <a:spLocks xmlns:a="http://schemas.openxmlformats.org/drawingml/2006/main" noGrp="1"/>
          </p:cNvSpPr>
          <p:nvPr/>
        </p:nvSpPr>
        <p:spPr>
          <a:xfrm xmlns:a="http://schemas.openxmlformats.org/drawingml/2006/main">
            <a:off x="2952750" y="4572000"/>
            <a:ext cx="121920" cy="142875"/>
          </a:xfrm>
          <a:prstGeom xmlns:a="http://schemas.openxmlformats.org/drawingml/2006/main" prst="rect">
            <a:avLst/>
          </a:prstGeom>
          <a:solidFill xmlns:a="http://schemas.openxmlformats.org/drawingml/2006/main">
            <a:srgbClr val="F9FDFE"/>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0A0F5DD-715B-43E0-9103-E153D91845E1}"/>
              </a:ext>
            </a:extLst>
          </p:cNvPr>
          <p:cNvSpPr>
            <a:spLocks xmlns:a="http://schemas.openxmlformats.org/drawingml/2006/main" noGrp="1"/>
          </p:cNvSpPr>
          <p:nvPr/>
        </p:nvSpPr>
        <p:spPr>
          <a:xfrm xmlns:a="http://schemas.openxmlformats.org/drawingml/2006/main">
            <a:off x="3071813" y="4572000"/>
            <a:ext cx="121920" cy="142875"/>
          </a:xfrm>
          <a:prstGeom xmlns:a="http://schemas.openxmlformats.org/drawingml/2006/main" prst="rect">
            <a:avLst/>
          </a:prstGeom>
          <a:solidFill xmlns:a="http://schemas.openxmlformats.org/drawingml/2006/main">
            <a:srgbClr val="ECF8FC"/>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725A233-1AA8-43C1-A120-3056D503E081}"/>
              </a:ext>
            </a:extLst>
          </p:cNvPr>
          <p:cNvSpPr>
            <a:spLocks xmlns:a="http://schemas.openxmlformats.org/drawingml/2006/main" noGrp="1"/>
          </p:cNvSpPr>
          <p:nvPr/>
        </p:nvSpPr>
        <p:spPr>
          <a:xfrm xmlns:a="http://schemas.openxmlformats.org/drawingml/2006/main">
            <a:off x="3190875" y="4572000"/>
            <a:ext cx="121920" cy="142875"/>
          </a:xfrm>
          <a:prstGeom xmlns:a="http://schemas.openxmlformats.org/drawingml/2006/main" prst="rect">
            <a:avLst/>
          </a:prstGeom>
          <a:solidFill xmlns:a="http://schemas.openxmlformats.org/drawingml/2006/main">
            <a:srgbClr val="DFF4FA"/>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2B61A2F4-515E-48DC-B6E2-9D55415C4E5F}"/>
              </a:ext>
            </a:extLst>
          </p:cNvPr>
          <p:cNvSpPr>
            <a:spLocks xmlns:a="http://schemas.openxmlformats.org/drawingml/2006/main" noGrp="1"/>
          </p:cNvSpPr>
          <p:nvPr/>
        </p:nvSpPr>
        <p:spPr>
          <a:xfrm xmlns:a="http://schemas.openxmlformats.org/drawingml/2006/main">
            <a:off x="3309938" y="4572000"/>
            <a:ext cx="121920" cy="142875"/>
          </a:xfrm>
          <a:prstGeom xmlns:a="http://schemas.openxmlformats.org/drawingml/2006/main" prst="rect">
            <a:avLst/>
          </a:prstGeom>
          <a:solidFill xmlns:a="http://schemas.openxmlformats.org/drawingml/2006/main">
            <a:srgbClr val="D2EF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2F0D29F4-B72B-4CEC-B085-D53C218963E6}"/>
              </a:ext>
            </a:extLst>
          </p:cNvPr>
          <p:cNvSpPr>
            <a:spLocks xmlns:a="http://schemas.openxmlformats.org/drawingml/2006/main" noGrp="1"/>
          </p:cNvSpPr>
          <p:nvPr/>
        </p:nvSpPr>
        <p:spPr>
          <a:xfrm xmlns:a="http://schemas.openxmlformats.org/drawingml/2006/main">
            <a:off x="3429000" y="4572000"/>
            <a:ext cx="121920" cy="142875"/>
          </a:xfrm>
          <a:prstGeom xmlns:a="http://schemas.openxmlformats.org/drawingml/2006/main" prst="rect">
            <a:avLst/>
          </a:prstGeom>
          <a:solidFill xmlns:a="http://schemas.openxmlformats.org/drawingml/2006/main">
            <a:srgbClr val="C6EBF6"/>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153937F4-69A5-4443-A66F-BD5DEAF74F6F}"/>
              </a:ext>
            </a:extLst>
          </p:cNvPr>
          <p:cNvSpPr>
            <a:spLocks xmlns:a="http://schemas.openxmlformats.org/drawingml/2006/main" noGrp="1"/>
          </p:cNvSpPr>
          <p:nvPr/>
        </p:nvSpPr>
        <p:spPr>
          <a:xfrm xmlns:a="http://schemas.openxmlformats.org/drawingml/2006/main">
            <a:off x="3548063" y="4572000"/>
            <a:ext cx="121920" cy="142875"/>
          </a:xfrm>
          <a:prstGeom xmlns:a="http://schemas.openxmlformats.org/drawingml/2006/main" prst="rect">
            <a:avLst/>
          </a:prstGeom>
          <a:solidFill xmlns:a="http://schemas.openxmlformats.org/drawingml/2006/main">
            <a:srgbClr val="B9E7F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9F865591-0CD3-4C06-A1CA-0D43D896EBFF}"/>
              </a:ext>
            </a:extLst>
          </p:cNvPr>
          <p:cNvSpPr>
            <a:spLocks xmlns:a="http://schemas.openxmlformats.org/drawingml/2006/main" noGrp="1"/>
          </p:cNvSpPr>
          <p:nvPr/>
        </p:nvSpPr>
        <p:spPr>
          <a:xfrm xmlns:a="http://schemas.openxmlformats.org/drawingml/2006/main">
            <a:off x="3667125" y="4572000"/>
            <a:ext cx="121920" cy="142875"/>
          </a:xfrm>
          <a:prstGeom xmlns:a="http://schemas.openxmlformats.org/drawingml/2006/main" prst="rect">
            <a:avLst/>
          </a:prstGeom>
          <a:solidFill xmlns:a="http://schemas.openxmlformats.org/drawingml/2006/main">
            <a:srgbClr val="ACE2F3"/>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22819A34-36D6-4E36-9C61-7A9C66257AC5}"/>
              </a:ext>
            </a:extLst>
          </p:cNvPr>
          <p:cNvSpPr>
            <a:spLocks xmlns:a="http://schemas.openxmlformats.org/drawingml/2006/main" noGrp="1"/>
          </p:cNvSpPr>
          <p:nvPr/>
        </p:nvSpPr>
        <p:spPr>
          <a:xfrm xmlns:a="http://schemas.openxmlformats.org/drawingml/2006/main">
            <a:off x="3786188" y="4572000"/>
            <a:ext cx="121920" cy="142875"/>
          </a:xfrm>
          <a:prstGeom xmlns:a="http://schemas.openxmlformats.org/drawingml/2006/main" prst="rect">
            <a:avLst/>
          </a:prstGeom>
          <a:solidFill xmlns:a="http://schemas.openxmlformats.org/drawingml/2006/main">
            <a:srgbClr val="9FDEF1"/>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0D3C858C-61CB-4AF9-9A94-3B9E5E2632A9}"/>
              </a:ext>
            </a:extLst>
          </p:cNvPr>
          <p:cNvSpPr>
            <a:spLocks xmlns:a="http://schemas.openxmlformats.org/drawingml/2006/main" noGrp="1"/>
          </p:cNvSpPr>
          <p:nvPr/>
        </p:nvSpPr>
        <p:spPr>
          <a:xfrm xmlns:a="http://schemas.openxmlformats.org/drawingml/2006/main">
            <a:off x="3905250" y="4572000"/>
            <a:ext cx="121920" cy="142875"/>
          </a:xfrm>
          <a:prstGeom xmlns:a="http://schemas.openxmlformats.org/drawingml/2006/main" prst="rect">
            <a:avLst/>
          </a:prstGeom>
          <a:solidFill xmlns:a="http://schemas.openxmlformats.org/drawingml/2006/main">
            <a:srgbClr val="93D9EF"/>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BD3C6824-C937-4BE5-9EC6-BE9D40ED119F}"/>
              </a:ext>
            </a:extLst>
          </p:cNvPr>
          <p:cNvSpPr>
            <a:spLocks xmlns:a="http://schemas.openxmlformats.org/drawingml/2006/main" noGrp="1"/>
          </p:cNvSpPr>
          <p:nvPr/>
        </p:nvSpPr>
        <p:spPr>
          <a:xfrm xmlns:a="http://schemas.openxmlformats.org/drawingml/2006/main">
            <a:off x="4024313" y="4572000"/>
            <a:ext cx="121920" cy="142875"/>
          </a:xfrm>
          <a:prstGeom xmlns:a="http://schemas.openxmlformats.org/drawingml/2006/main" prst="rect">
            <a:avLst/>
          </a:prstGeom>
          <a:solidFill xmlns:a="http://schemas.openxmlformats.org/drawingml/2006/main">
            <a:srgbClr val="86D5ED"/>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AE5AF62B-2C75-4CCE-A03C-70F4C069D1EE}"/>
              </a:ext>
            </a:extLst>
          </p:cNvPr>
          <p:cNvSpPr>
            <a:spLocks xmlns:a="http://schemas.openxmlformats.org/drawingml/2006/main" noGrp="1"/>
          </p:cNvSpPr>
          <p:nvPr/>
        </p:nvSpPr>
        <p:spPr>
          <a:xfrm xmlns:a="http://schemas.openxmlformats.org/drawingml/2006/main">
            <a:off x="4143375" y="4572000"/>
            <a:ext cx="121920" cy="142875"/>
          </a:xfrm>
          <a:prstGeom xmlns:a="http://schemas.openxmlformats.org/drawingml/2006/main" prst="rect">
            <a:avLst/>
          </a:prstGeom>
          <a:solidFill xmlns:a="http://schemas.openxmlformats.org/drawingml/2006/main">
            <a:srgbClr val="79D0EB"/>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33A38DC2-D1F0-4B21-AB96-3CC9981136C2}"/>
              </a:ext>
            </a:extLst>
          </p:cNvPr>
          <p:cNvSpPr>
            <a:spLocks xmlns:a="http://schemas.openxmlformats.org/drawingml/2006/main" noGrp="1"/>
          </p:cNvSpPr>
          <p:nvPr/>
        </p:nvSpPr>
        <p:spPr>
          <a:xfrm xmlns:a="http://schemas.openxmlformats.org/drawingml/2006/main">
            <a:off x="4262438" y="4572000"/>
            <a:ext cx="121920" cy="142875"/>
          </a:xfrm>
          <a:prstGeom xmlns:a="http://schemas.openxmlformats.org/drawingml/2006/main" prst="rect">
            <a:avLst/>
          </a:prstGeom>
          <a:solidFill xmlns:a="http://schemas.openxmlformats.org/drawingml/2006/main">
            <a:srgbClr val="6CCCE9"/>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F7B7E7BE-0DFC-4CEF-A96D-02C931139DD2}"/>
              </a:ext>
            </a:extLst>
          </p:cNvPr>
          <p:cNvSpPr>
            <a:spLocks xmlns:a="http://schemas.openxmlformats.org/drawingml/2006/main" noGrp="1"/>
          </p:cNvSpPr>
          <p:nvPr/>
        </p:nvSpPr>
        <p:spPr>
          <a:xfrm xmlns:a="http://schemas.openxmlformats.org/drawingml/2006/main">
            <a:off x="4381500" y="4572000"/>
            <a:ext cx="121920" cy="142875"/>
          </a:xfrm>
          <a:prstGeom xmlns:a="http://schemas.openxmlformats.org/drawingml/2006/main" prst="rect">
            <a:avLst/>
          </a:prstGeom>
          <a:solidFill xmlns:a="http://schemas.openxmlformats.org/drawingml/2006/main">
            <a:srgbClr val="60C7E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EE0EEF02-4E97-48C8-AF34-942D33D0C711}"/>
              </a:ext>
            </a:extLst>
          </p:cNvPr>
          <p:cNvSpPr>
            <a:spLocks xmlns:a="http://schemas.openxmlformats.org/drawingml/2006/main" noGrp="1"/>
          </p:cNvSpPr>
          <p:nvPr/>
        </p:nvSpPr>
        <p:spPr>
          <a:xfrm xmlns:a="http://schemas.openxmlformats.org/drawingml/2006/main">
            <a:off x="4500563" y="4572000"/>
            <a:ext cx="121920" cy="142875"/>
          </a:xfrm>
          <a:prstGeom xmlns:a="http://schemas.openxmlformats.org/drawingml/2006/main" prst="rect">
            <a:avLst/>
          </a:prstGeom>
          <a:solidFill xmlns:a="http://schemas.openxmlformats.org/drawingml/2006/main">
            <a:srgbClr val="53C3E5"/>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985CD6FA-8D4F-4952-B144-464622BAF40D}"/>
              </a:ext>
            </a:extLst>
          </p:cNvPr>
          <p:cNvSpPr>
            <a:spLocks xmlns:a="http://schemas.openxmlformats.org/drawingml/2006/main" noGrp="1"/>
          </p:cNvSpPr>
          <p:nvPr/>
        </p:nvSpPr>
        <p:spPr>
          <a:xfrm xmlns:a="http://schemas.openxmlformats.org/drawingml/2006/main">
            <a:off x="4619625" y="4572000"/>
            <a:ext cx="121920" cy="142875"/>
          </a:xfrm>
          <a:prstGeom xmlns:a="http://schemas.openxmlformats.org/drawingml/2006/main" prst="rect">
            <a:avLst/>
          </a:prstGeom>
          <a:solidFill xmlns:a="http://schemas.openxmlformats.org/drawingml/2006/main">
            <a:srgbClr val="46BEE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12E6F2ED-8D9E-4ED2-A8DC-C7564FB5A447}"/>
              </a:ext>
            </a:extLst>
          </p:cNvPr>
          <p:cNvSpPr>
            <a:spLocks xmlns:a="http://schemas.openxmlformats.org/drawingml/2006/main" noGrp="1"/>
          </p:cNvSpPr>
          <p:nvPr/>
        </p:nvSpPr>
        <p:spPr>
          <a:xfrm xmlns:a="http://schemas.openxmlformats.org/drawingml/2006/main">
            <a:off x="4738688" y="4572000"/>
            <a:ext cx="121920" cy="142875"/>
          </a:xfrm>
          <a:prstGeom xmlns:a="http://schemas.openxmlformats.org/drawingml/2006/main" prst="rect">
            <a:avLst/>
          </a:prstGeom>
          <a:solidFill xmlns:a="http://schemas.openxmlformats.org/drawingml/2006/main">
            <a:srgbClr val="39BAE2"/>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19A1142F-0B22-44E2-8BC8-B1D72DC27BFD}"/>
              </a:ext>
            </a:extLst>
          </p:cNvPr>
          <p:cNvSpPr>
            <a:spLocks xmlns:a="http://schemas.openxmlformats.org/drawingml/2006/main" noGrp="1"/>
          </p:cNvSpPr>
          <p:nvPr/>
        </p:nvSpPr>
        <p:spPr>
          <a:xfrm xmlns:a="http://schemas.openxmlformats.org/drawingml/2006/main">
            <a:off x="4857750" y="4572000"/>
            <a:ext cx="121920" cy="142875"/>
          </a:xfrm>
          <a:prstGeom xmlns:a="http://schemas.openxmlformats.org/drawingml/2006/main" prst="rect">
            <a:avLst/>
          </a:prstGeom>
          <a:solidFill xmlns:a="http://schemas.openxmlformats.org/drawingml/2006/main">
            <a:srgbClr val="2DB6E0"/>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B92BF1F8-038F-4412-8575-8F12B67BCADF}"/>
              </a:ext>
            </a:extLst>
          </p:cNvPr>
          <p:cNvSpPr>
            <a:spLocks xmlns:a="http://schemas.openxmlformats.org/drawingml/2006/main" noGrp="1"/>
          </p:cNvSpPr>
          <p:nvPr/>
        </p:nvSpPr>
        <p:spPr>
          <a:xfrm xmlns:a="http://schemas.openxmlformats.org/drawingml/2006/main">
            <a:off x="4976813" y="4572000"/>
            <a:ext cx="121920" cy="142875"/>
          </a:xfrm>
          <a:prstGeom xmlns:a="http://schemas.openxmlformats.org/drawingml/2006/main" prst="rect">
            <a:avLst/>
          </a:prstGeom>
          <a:solidFill xmlns:a="http://schemas.openxmlformats.org/drawingml/2006/main">
            <a:srgbClr val="20B1DE"/>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DDBF1629-3510-410A-AE60-8CACECA8E82F}"/>
              </a:ext>
            </a:extLst>
          </p:cNvPr>
          <p:cNvSpPr>
            <a:spLocks xmlns:a="http://schemas.openxmlformats.org/drawingml/2006/main" noGrp="1"/>
          </p:cNvSpPr>
          <p:nvPr/>
        </p:nvSpPr>
        <p:spPr>
          <a:xfrm xmlns:a="http://schemas.openxmlformats.org/drawingml/2006/main">
            <a:off x="5095875" y="4572000"/>
            <a:ext cx="121920" cy="142875"/>
          </a:xfrm>
          <a:prstGeom xmlns:a="http://schemas.openxmlformats.org/drawingml/2006/main" prst="rect">
            <a:avLst/>
          </a:prstGeom>
          <a:solidFill xmlns:a="http://schemas.openxmlformats.org/drawingml/2006/main">
            <a:srgbClr val="13ADDC"/>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A506E412-1105-463F-A891-DCDBD8956CC0}"/>
              </a:ext>
            </a:extLst>
          </p:cNvPr>
          <p:cNvSpPr>
            <a:spLocks xmlns:a="http://schemas.openxmlformats.org/drawingml/2006/main" noGrp="1"/>
          </p:cNvSpPr>
          <p:nvPr/>
        </p:nvSpPr>
        <p:spPr>
          <a:xfrm xmlns:a="http://schemas.openxmlformats.org/drawingml/2006/main">
            <a:off x="5214938" y="4572000"/>
            <a:ext cx="121920" cy="142875"/>
          </a:xfrm>
          <a:prstGeom xmlns:a="http://schemas.openxmlformats.org/drawingml/2006/main" prst="rect">
            <a:avLst/>
          </a:prstGeom>
          <a:solidFill xmlns:a="http://schemas.openxmlformats.org/drawingml/2006/main">
            <a:srgbClr val="06A8DA"/>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69C3C45A-6E57-44E7-8E70-674ADEF47B90}"/>
              </a:ext>
            </a:extLst>
          </p:cNvPr>
          <p:cNvSpPr>
            <a:spLocks xmlns:a="http://schemas.openxmlformats.org/drawingml/2006/main" noGrp="1"/>
          </p:cNvSpPr>
          <p:nvPr/>
        </p:nvSpPr>
        <p:spPr>
          <a:xfrm xmlns:a="http://schemas.openxmlformats.org/drawingml/2006/main">
            <a:off x="5334000" y="4572000"/>
            <a:ext cx="121920" cy="142875"/>
          </a:xfrm>
          <a:prstGeom xmlns:a="http://schemas.openxmlformats.org/drawingml/2006/main" prst="rect">
            <a:avLst/>
          </a:prstGeom>
          <a:solidFill xmlns:a="http://schemas.openxmlformats.org/drawingml/2006/main">
            <a:srgbClr val="03A3D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F261F387-346C-40A8-8F50-5AD96A12D087}"/>
              </a:ext>
            </a:extLst>
          </p:cNvPr>
          <p:cNvSpPr>
            <a:spLocks xmlns:a="http://schemas.openxmlformats.org/drawingml/2006/main" noGrp="1"/>
          </p:cNvSpPr>
          <p:nvPr/>
        </p:nvSpPr>
        <p:spPr>
          <a:xfrm xmlns:a="http://schemas.openxmlformats.org/drawingml/2006/main">
            <a:off x="5453063" y="4572000"/>
            <a:ext cx="121920" cy="142875"/>
          </a:xfrm>
          <a:prstGeom xmlns:a="http://schemas.openxmlformats.org/drawingml/2006/main" prst="rect">
            <a:avLst/>
          </a:prstGeom>
          <a:solidFill xmlns:a="http://schemas.openxmlformats.org/drawingml/2006/main">
            <a:srgbClr val="0A9DD5"/>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085D73AC-7E94-4918-A831-3B47572E5169}"/>
              </a:ext>
            </a:extLst>
          </p:cNvPr>
          <p:cNvSpPr>
            <a:spLocks xmlns:a="http://schemas.openxmlformats.org/drawingml/2006/main" noGrp="1"/>
          </p:cNvSpPr>
          <p:nvPr/>
        </p:nvSpPr>
        <p:spPr>
          <a:xfrm xmlns:a="http://schemas.openxmlformats.org/drawingml/2006/main">
            <a:off x="5572125" y="4572000"/>
            <a:ext cx="121920" cy="142875"/>
          </a:xfrm>
          <a:prstGeom xmlns:a="http://schemas.openxmlformats.org/drawingml/2006/main" prst="rect">
            <a:avLst/>
          </a:prstGeom>
          <a:solidFill xmlns:a="http://schemas.openxmlformats.org/drawingml/2006/main">
            <a:srgbClr val="1098D3"/>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7E415ECB-FA2E-4008-80D5-9D1953978BEC}"/>
              </a:ext>
            </a:extLst>
          </p:cNvPr>
          <p:cNvSpPr>
            <a:spLocks xmlns:a="http://schemas.openxmlformats.org/drawingml/2006/main" noGrp="1"/>
          </p:cNvSpPr>
          <p:nvPr/>
        </p:nvSpPr>
        <p:spPr>
          <a:xfrm xmlns:a="http://schemas.openxmlformats.org/drawingml/2006/main">
            <a:off x="5691188" y="4572000"/>
            <a:ext cx="121920" cy="142875"/>
          </a:xfrm>
          <a:prstGeom xmlns:a="http://schemas.openxmlformats.org/drawingml/2006/main" prst="rect">
            <a:avLst/>
          </a:prstGeom>
          <a:solidFill xmlns:a="http://schemas.openxmlformats.org/drawingml/2006/main">
            <a:srgbClr val="1792D0"/>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6F909B7C-1446-475A-8E5F-8931BCF62EFA}"/>
              </a:ext>
            </a:extLst>
          </p:cNvPr>
          <p:cNvSpPr>
            <a:spLocks xmlns:a="http://schemas.openxmlformats.org/drawingml/2006/main" noGrp="1"/>
          </p:cNvSpPr>
          <p:nvPr/>
        </p:nvSpPr>
        <p:spPr>
          <a:xfrm xmlns:a="http://schemas.openxmlformats.org/drawingml/2006/main">
            <a:off x="5810250" y="4572000"/>
            <a:ext cx="121920" cy="142875"/>
          </a:xfrm>
          <a:prstGeom xmlns:a="http://schemas.openxmlformats.org/drawingml/2006/main" prst="rect">
            <a:avLst/>
          </a:prstGeom>
          <a:solidFill xmlns:a="http://schemas.openxmlformats.org/drawingml/2006/main">
            <a:srgbClr val="1D8CCE"/>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628515B2-BBDD-41B6-A002-BCE6E1977529}"/>
              </a:ext>
            </a:extLst>
          </p:cNvPr>
          <p:cNvSpPr>
            <a:spLocks xmlns:a="http://schemas.openxmlformats.org/drawingml/2006/main" noGrp="1"/>
          </p:cNvSpPr>
          <p:nvPr/>
        </p:nvSpPr>
        <p:spPr>
          <a:xfrm xmlns:a="http://schemas.openxmlformats.org/drawingml/2006/main">
            <a:off x="5929313" y="4572000"/>
            <a:ext cx="121920" cy="142875"/>
          </a:xfrm>
          <a:prstGeom xmlns:a="http://schemas.openxmlformats.org/drawingml/2006/main" prst="rect">
            <a:avLst/>
          </a:prstGeom>
          <a:solidFill xmlns:a="http://schemas.openxmlformats.org/drawingml/2006/main">
            <a:srgbClr val="2486CB"/>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9EFA7EE5-1DCD-40BD-AFFE-5783110AA19B}"/>
              </a:ext>
            </a:extLst>
          </p:cNvPr>
          <p:cNvSpPr>
            <a:spLocks xmlns:a="http://schemas.openxmlformats.org/drawingml/2006/main" noGrp="1"/>
          </p:cNvSpPr>
          <p:nvPr/>
        </p:nvSpPr>
        <p:spPr>
          <a:xfrm xmlns:a="http://schemas.openxmlformats.org/drawingml/2006/main">
            <a:off x="6048375" y="4572000"/>
            <a:ext cx="121920" cy="142875"/>
          </a:xfrm>
          <a:prstGeom xmlns:a="http://schemas.openxmlformats.org/drawingml/2006/main" prst="rect">
            <a:avLst/>
          </a:prstGeom>
          <a:solidFill xmlns:a="http://schemas.openxmlformats.org/drawingml/2006/main">
            <a:srgbClr val="2A81C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B9167755-8B7C-4A54-B54A-661133163982}"/>
              </a:ext>
            </a:extLst>
          </p:cNvPr>
          <p:cNvSpPr>
            <a:spLocks xmlns:a="http://schemas.openxmlformats.org/drawingml/2006/main" noGrp="1"/>
          </p:cNvSpPr>
          <p:nvPr/>
        </p:nvSpPr>
        <p:spPr>
          <a:xfrm xmlns:a="http://schemas.openxmlformats.org/drawingml/2006/main">
            <a:off x="6167438" y="4572000"/>
            <a:ext cx="121920" cy="142875"/>
          </a:xfrm>
          <a:prstGeom xmlns:a="http://schemas.openxmlformats.org/drawingml/2006/main" prst="rect">
            <a:avLst/>
          </a:prstGeom>
          <a:solidFill xmlns:a="http://schemas.openxmlformats.org/drawingml/2006/main">
            <a:srgbClr val="317BC6"/>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E6336A17-8E56-49B1-841C-70A75D37C775}"/>
              </a:ext>
            </a:extLst>
          </p:cNvPr>
          <p:cNvSpPr>
            <a:spLocks xmlns:a="http://schemas.openxmlformats.org/drawingml/2006/main" noGrp="1"/>
          </p:cNvSpPr>
          <p:nvPr/>
        </p:nvSpPr>
        <p:spPr>
          <a:xfrm xmlns:a="http://schemas.openxmlformats.org/drawingml/2006/main">
            <a:off x="6286500" y="4572000"/>
            <a:ext cx="121920" cy="142875"/>
          </a:xfrm>
          <a:prstGeom xmlns:a="http://schemas.openxmlformats.org/drawingml/2006/main" prst="rect">
            <a:avLst/>
          </a:prstGeom>
          <a:solidFill xmlns:a="http://schemas.openxmlformats.org/drawingml/2006/main">
            <a:srgbClr val="3775C3"/>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C5112355-CDA7-4706-94A8-C6F0589B5109}"/>
              </a:ext>
            </a:extLst>
          </p:cNvPr>
          <p:cNvSpPr>
            <a:spLocks xmlns:a="http://schemas.openxmlformats.org/drawingml/2006/main" noGrp="1"/>
          </p:cNvSpPr>
          <p:nvPr/>
        </p:nvSpPr>
        <p:spPr>
          <a:xfrm xmlns:a="http://schemas.openxmlformats.org/drawingml/2006/main">
            <a:off x="6405563" y="4572000"/>
            <a:ext cx="121920" cy="142875"/>
          </a:xfrm>
          <a:prstGeom xmlns:a="http://schemas.openxmlformats.org/drawingml/2006/main" prst="rect">
            <a:avLst/>
          </a:prstGeom>
          <a:solidFill xmlns:a="http://schemas.openxmlformats.org/drawingml/2006/main">
            <a:srgbClr val="3E6FC1"/>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27EEB85E-7C05-4D61-97C6-097CA16D3D26}"/>
              </a:ext>
            </a:extLst>
          </p:cNvPr>
          <p:cNvSpPr>
            <a:spLocks xmlns:a="http://schemas.openxmlformats.org/drawingml/2006/main" noGrp="1"/>
          </p:cNvSpPr>
          <p:nvPr/>
        </p:nvSpPr>
        <p:spPr>
          <a:xfrm xmlns:a="http://schemas.openxmlformats.org/drawingml/2006/main">
            <a:off x="6524625" y="4572000"/>
            <a:ext cx="121920" cy="142875"/>
          </a:xfrm>
          <a:prstGeom xmlns:a="http://schemas.openxmlformats.org/drawingml/2006/main" prst="rect">
            <a:avLst/>
          </a:prstGeom>
          <a:solidFill xmlns:a="http://schemas.openxmlformats.org/drawingml/2006/main">
            <a:srgbClr val="446ABE"/>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75ECF1F2-C9D5-439A-913F-8EA4E738B27D}"/>
              </a:ext>
            </a:extLst>
          </p:cNvPr>
          <p:cNvSpPr>
            <a:spLocks xmlns:a="http://schemas.openxmlformats.org/drawingml/2006/main" noGrp="1"/>
          </p:cNvSpPr>
          <p:nvPr/>
        </p:nvSpPr>
        <p:spPr>
          <a:xfrm xmlns:a="http://schemas.openxmlformats.org/drawingml/2006/main">
            <a:off x="6643688" y="4572000"/>
            <a:ext cx="121920" cy="142875"/>
          </a:xfrm>
          <a:prstGeom xmlns:a="http://schemas.openxmlformats.org/drawingml/2006/main" prst="rect">
            <a:avLst/>
          </a:prstGeom>
          <a:solidFill xmlns:a="http://schemas.openxmlformats.org/drawingml/2006/main">
            <a:srgbClr val="4B64BC"/>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B7B28EEA-CB74-4070-A52E-E13CC1829772}"/>
              </a:ext>
            </a:extLst>
          </p:cNvPr>
          <p:cNvSpPr>
            <a:spLocks xmlns:a="http://schemas.openxmlformats.org/drawingml/2006/main" noGrp="1"/>
          </p:cNvSpPr>
          <p:nvPr/>
        </p:nvSpPr>
        <p:spPr>
          <a:xfrm xmlns:a="http://schemas.openxmlformats.org/drawingml/2006/main">
            <a:off x="6762750" y="4572000"/>
            <a:ext cx="121920" cy="142875"/>
          </a:xfrm>
          <a:prstGeom xmlns:a="http://schemas.openxmlformats.org/drawingml/2006/main" prst="rect">
            <a:avLst/>
          </a:prstGeom>
          <a:solidFill xmlns:a="http://schemas.openxmlformats.org/drawingml/2006/main">
            <a:srgbClr val="515EB9"/>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C6803E0C-30FE-4A88-81F5-0F5EAE511409}"/>
              </a:ext>
            </a:extLst>
          </p:cNvPr>
          <p:cNvSpPr>
            <a:spLocks xmlns:a="http://schemas.openxmlformats.org/drawingml/2006/main" noGrp="1"/>
          </p:cNvSpPr>
          <p:nvPr/>
        </p:nvSpPr>
        <p:spPr>
          <a:xfrm xmlns:a="http://schemas.openxmlformats.org/drawingml/2006/main">
            <a:off x="6881813" y="4572000"/>
            <a:ext cx="121920" cy="142875"/>
          </a:xfrm>
          <a:prstGeom xmlns:a="http://schemas.openxmlformats.org/drawingml/2006/main" prst="rect">
            <a:avLst/>
          </a:prstGeom>
          <a:solidFill xmlns:a="http://schemas.openxmlformats.org/drawingml/2006/main">
            <a:srgbClr val="5858B7"/>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BEF71263-4172-4A8B-88CD-9A597A853952}"/>
              </a:ext>
            </a:extLst>
          </p:cNvPr>
          <p:cNvSpPr>
            <a:spLocks xmlns:a="http://schemas.openxmlformats.org/drawingml/2006/main" noGrp="1"/>
          </p:cNvSpPr>
          <p:nvPr/>
        </p:nvSpPr>
        <p:spPr>
          <a:xfrm xmlns:a="http://schemas.openxmlformats.org/drawingml/2006/main">
            <a:off x="7000875" y="4572000"/>
            <a:ext cx="121920" cy="142875"/>
          </a:xfrm>
          <a:prstGeom xmlns:a="http://schemas.openxmlformats.org/drawingml/2006/main" prst="rect">
            <a:avLst/>
          </a:prstGeom>
          <a:solidFill xmlns:a="http://schemas.openxmlformats.org/drawingml/2006/main">
            <a:srgbClr val="5E53B4"/>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EDA378E6-4F5A-49E8-9A65-646C472ECE49}"/>
              </a:ext>
            </a:extLst>
          </p:cNvPr>
          <p:cNvSpPr>
            <a:spLocks xmlns:a="http://schemas.openxmlformats.org/drawingml/2006/main" noGrp="1"/>
          </p:cNvSpPr>
          <p:nvPr/>
        </p:nvSpPr>
        <p:spPr>
          <a:xfrm xmlns:a="http://schemas.openxmlformats.org/drawingml/2006/main">
            <a:off x="7119938" y="4572000"/>
            <a:ext cx="121920" cy="142875"/>
          </a:xfrm>
          <a:prstGeom xmlns:a="http://schemas.openxmlformats.org/drawingml/2006/main" prst="rect">
            <a:avLst/>
          </a:prstGeom>
          <a:solidFill xmlns:a="http://schemas.openxmlformats.org/drawingml/2006/main">
            <a:srgbClr val="654DB1"/>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BECD8043-D00C-4384-BA13-8A88773E9701}"/>
              </a:ext>
            </a:extLst>
          </p:cNvPr>
          <p:cNvSpPr>
            <a:spLocks xmlns:a="http://schemas.openxmlformats.org/drawingml/2006/main" noGrp="1"/>
          </p:cNvSpPr>
          <p:nvPr/>
        </p:nvSpPr>
        <p:spPr>
          <a:xfrm xmlns:a="http://schemas.openxmlformats.org/drawingml/2006/main">
            <a:off x="7239000" y="4572000"/>
            <a:ext cx="121920" cy="142875"/>
          </a:xfrm>
          <a:prstGeom xmlns:a="http://schemas.openxmlformats.org/drawingml/2006/main" prst="rect">
            <a:avLst/>
          </a:prstGeom>
          <a:solidFill xmlns:a="http://schemas.openxmlformats.org/drawingml/2006/main">
            <a:srgbClr val="6B47AF"/>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4A9302B6-AA6F-490B-A4D5-A80A925E7570}"/>
              </a:ext>
            </a:extLst>
          </p:cNvPr>
          <p:cNvSpPr>
            <a:spLocks xmlns:a="http://schemas.openxmlformats.org/drawingml/2006/main" noGrp="1"/>
          </p:cNvSpPr>
          <p:nvPr/>
        </p:nvSpPr>
        <p:spPr>
          <a:xfrm xmlns:a="http://schemas.openxmlformats.org/drawingml/2006/main">
            <a:off x="7358063" y="4572000"/>
            <a:ext cx="121920" cy="142875"/>
          </a:xfrm>
          <a:prstGeom xmlns:a="http://schemas.openxmlformats.org/drawingml/2006/main" prst="rect">
            <a:avLst/>
          </a:prstGeom>
          <a:solidFill xmlns:a="http://schemas.openxmlformats.org/drawingml/2006/main">
            <a:srgbClr val="7241A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FF8593C0-CE93-4493-B3B8-1DF0EAADD031}"/>
              </a:ext>
            </a:extLst>
          </p:cNvPr>
          <p:cNvSpPr>
            <a:spLocks xmlns:a="http://schemas.openxmlformats.org/drawingml/2006/main" noGrp="1"/>
          </p:cNvSpPr>
          <p:nvPr/>
        </p:nvSpPr>
        <p:spPr>
          <a:xfrm xmlns:a="http://schemas.openxmlformats.org/drawingml/2006/main">
            <a:off x="7477125" y="4572000"/>
            <a:ext cx="121920" cy="142875"/>
          </a:xfrm>
          <a:prstGeom xmlns:a="http://schemas.openxmlformats.org/drawingml/2006/main" prst="rect">
            <a:avLst/>
          </a:prstGeom>
          <a:solidFill xmlns:a="http://schemas.openxmlformats.org/drawingml/2006/main">
            <a:srgbClr val="783CAA"/>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8FEB6884-8D9E-4AC9-AD12-B4F48B435EC9}"/>
              </a:ext>
            </a:extLst>
          </p:cNvPr>
          <p:cNvSpPr>
            <a:spLocks xmlns:a="http://schemas.openxmlformats.org/drawingml/2006/main" noGrp="1"/>
          </p:cNvSpPr>
          <p:nvPr/>
        </p:nvSpPr>
        <p:spPr>
          <a:xfrm xmlns:a="http://schemas.openxmlformats.org/drawingml/2006/main">
            <a:off x="7596188" y="4572000"/>
            <a:ext cx="121920" cy="142875"/>
          </a:xfrm>
          <a:prstGeom xmlns:a="http://schemas.openxmlformats.org/drawingml/2006/main" prst="rect">
            <a:avLst/>
          </a:prstGeom>
          <a:solidFill xmlns:a="http://schemas.openxmlformats.org/drawingml/2006/main">
            <a:srgbClr val="7F36A7"/>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CBA9DBDF-5AD3-4E97-9D94-AD0178B053C7}"/>
              </a:ext>
            </a:extLst>
          </p:cNvPr>
          <p:cNvSpPr>
            <a:spLocks xmlns:a="http://schemas.openxmlformats.org/drawingml/2006/main" noGrp="1"/>
          </p:cNvSpPr>
          <p:nvPr/>
        </p:nvSpPr>
        <p:spPr>
          <a:xfrm xmlns:a="http://schemas.openxmlformats.org/drawingml/2006/main">
            <a:off x="2781300" y="47625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a:t>
            </a:r>
          </a:p>
        </p:txBody>
      </p:sp>
      <p:sp>
        <p:nvSpPr>
          <p:cNvPr id="100" name="">
            <a:extLst xmlns:a="http://schemas.openxmlformats.org/drawingml/2006/main">
              <a:ext uri="{FF2B5EF4-FFF2-40B4-BE49-F238E27FC236}">
                <a16:creationId xmlns:a16="http://schemas.microsoft.com/office/drawing/2014/main" id="{0DC10295-CEC3-417C-B790-E85C9517528C}"/>
              </a:ext>
            </a:extLst>
          </p:cNvPr>
          <p:cNvSpPr>
            <a:spLocks xmlns:a="http://schemas.openxmlformats.org/drawingml/2006/main" noGrp="1"/>
          </p:cNvSpPr>
          <p:nvPr/>
        </p:nvSpPr>
        <p:spPr>
          <a:xfrm xmlns:a="http://schemas.openxmlformats.org/drawingml/2006/main">
            <a:off x="5067300" y="4762500"/>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2.5%</a:t>
            </a:r>
          </a:p>
        </p:txBody>
      </p:sp>
      <p:sp>
        <p:nvSpPr>
          <p:cNvPr id="101" name="">
            <a:extLst xmlns:a="http://schemas.openxmlformats.org/drawingml/2006/main">
              <a:ext uri="{FF2B5EF4-FFF2-40B4-BE49-F238E27FC236}">
                <a16:creationId xmlns:a16="http://schemas.microsoft.com/office/drawing/2014/main" id="{E12531F2-DCAA-4A2D-A8AD-71B2DAFB9496}"/>
              </a:ext>
            </a:extLst>
          </p:cNvPr>
          <p:cNvSpPr>
            <a:spLocks xmlns:a="http://schemas.openxmlformats.org/drawingml/2006/main" noGrp="1"/>
          </p:cNvSpPr>
          <p:nvPr/>
        </p:nvSpPr>
        <p:spPr>
          <a:xfrm xmlns:a="http://schemas.openxmlformats.org/drawingml/2006/main">
            <a:off x="7381875" y="47625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a:t>
            </a:r>
          </a:p>
        </p:txBody>
      </p:sp>
      <p:sp>
        <p:nvSpPr>
          <p:cNvPr id="102" name="">
            <a:extLst xmlns:a="http://schemas.openxmlformats.org/drawingml/2006/main">
              <a:ext uri="{FF2B5EF4-FFF2-40B4-BE49-F238E27FC236}">
                <a16:creationId xmlns:a16="http://schemas.microsoft.com/office/drawing/2014/main" id="{C112BCD5-7AC6-431B-BF77-3D1C97091B35}"/>
              </a:ext>
            </a:extLst>
          </p:cNvPr>
          <p:cNvSpPr>
            <a:spLocks xmlns:a="http://schemas.openxmlformats.org/drawingml/2006/main" noGrp="1"/>
          </p:cNvSpPr>
          <p:nvPr/>
        </p:nvSpPr>
        <p:spPr>
          <a:xfrm xmlns:a="http://schemas.openxmlformats.org/drawingml/2006/main">
            <a:off x="2952750" y="43434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841"/>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手法間最大TV</a:t>
            </a:r>
          </a:p>
        </p:txBody>
      </p:sp>
      <p:sp>
        <p:nvSpPr>
          <p:cNvPr id="105" name="">
            <a:extLst xmlns:a="http://schemas.openxmlformats.org/drawingml/2006/main">
              <a:ext uri="{FF2B5EF4-FFF2-40B4-BE49-F238E27FC236}">
                <a16:creationId xmlns:a16="http://schemas.microsoft.com/office/drawing/2014/main" id="{155411E9-0270-48D4-A484-02DF0841E700}"/>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計算法選択</a:t>
            </a:r>
            <a:r>
              <a:rPr sz="1275" b="1" i="0">
                <a:solidFill>
                  <a:srgbClr val="6DBB20"/>
                </a:solidFill>
                <a:latin typeface="Noto Sans JP"/>
                <a:ea typeface="Noto Sans JP"/>
                <a:cs typeface="Noto Sans JP"/>
              </a:rPr>
              <a:t>を固定順位にせず、E/N・組成ごとの不一致地図で精密計算点を選ぶ。</a:t>
            </a:r>
          </a:p>
        </p:txBody>
      </p:sp>
      <p:sp>
        <p:nvSpPr>
          <p:cNvPr id="106" name="">
            <a:extLst xmlns:a="http://schemas.openxmlformats.org/drawingml/2006/main">
              <a:ext uri="{FF2B5EF4-FFF2-40B4-BE49-F238E27FC236}">
                <a16:creationId xmlns:a16="http://schemas.microsoft.com/office/drawing/2014/main" id="{95D29B8F-1A36-4F38-A1A8-3AF382769AA7}"/>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pure-Ar and mixture EEDF comparison metrics; conservative union-grid TV</a:t>
            </a:r>
          </a:p>
        </p:txBody>
      </p:sp>
      <p:sp>
        <p:nvSpPr>
          <p:cNvPr id="108" name="title">
            <a:extLst xmlns:a="http://schemas.openxmlformats.org/drawingml/2006/main">
              <a:ext uri="{FF2B5EF4-FFF2-40B4-BE49-F238E27FC236}">
                <a16:creationId xmlns:a16="http://schemas.microsoft.com/office/drawing/2014/main" id="{2DCD3555-1CB3-4A85-BE71-69D409A6F99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E/Nと組成に対する計算法の不一致</a:t>
            </a:r>
          </a:p>
        </p:txBody>
      </p:sp>
      <p:sp>
        <p:nvSpPr>
          <p:cNvPr id="109" name="">
            <a:extLst xmlns:a="http://schemas.openxmlformats.org/drawingml/2006/main">
              <a:ext uri="{FF2B5EF4-FFF2-40B4-BE49-F238E27FC236}">
                <a16:creationId xmlns:a16="http://schemas.microsoft.com/office/drawing/2014/main" id="{9B688222-C5A1-4C67-9094-C88D48F5F62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0" name="section">
            <a:extLst xmlns:a="http://schemas.openxmlformats.org/drawingml/2006/main">
              <a:ext uri="{FF2B5EF4-FFF2-40B4-BE49-F238E27FC236}">
                <a16:creationId xmlns:a16="http://schemas.microsoft.com/office/drawing/2014/main" id="{C44FF83F-6F27-42D7-B867-A8175930438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75253724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266138-2AAE-4C42-B5FA-187422A36B0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43F08B3C-7F01-45E2-8833-F44619DCE50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40</a:t>
            </a:r>
          </a:p>
        </p:txBody>
      </p:sp>
      <p:graphicFrame>
        <p:nvGraphicFramePr>
          <p:cNvPr id="27" name="Chart"/>
          <p:cNvGraphicFramePr/>
          <p:nvPr/>
        </p:nvGraphicFramePr>
        <p:xfrm>
          <a:off xmlns:a="http://schemas.openxmlformats.org/drawingml/2006/main" x="476250" y="1428750"/>
          <a:ext xmlns:a="http://schemas.openxmlformats.org/drawingml/2006/main" cx="5476875" cy="3429000"/>
        </p:xfrm>
        <a:graphic xmlns:a="http://schemas.openxmlformats.org/drawingml/2006/main">
          <a:graphicData uri="http://schemas.openxmlformats.org/drawingml/2006/chart">
            <c:chart xmlns:r="http://schemas.openxmlformats.org/officeDocument/2006/relationships" xmlns:c="http://schemas.openxmlformats.org/drawingml/2006/chart" r:id="Rebee566e0daf48d6"/>
          </a:graphicData>
        </a:graphic>
      </p:graphicFrame>
      <p:graphicFrame>
        <p:nvGraphicFramePr>
          <p:cNvPr id="28" name=""/>
          <p:cNvGraphicFramePr/>
          <p:nvPr/>
        </p:nvGraphicFramePr>
        <p:xfrm>
          <a:off xmlns:a="http://schemas.openxmlformats.org/drawingml/2006/main" x="6191250" y="1428750"/>
          <a:ext xmlns:a="http://schemas.openxmlformats.org/drawingml/2006/main" cx="5524500" cy="2714625"/>
        </p:xfrm>
        <a:graphic xmlns:a="http://schemas.openxmlformats.org/drawingml/2006/main">
          <a:graphicData uri="http://schemas.openxmlformats.org/drawingml/2006/table">
            <a:tbl>
              <a:tblPr firstRow="1" bandRow="0"/>
              <a:tblGrid>
                <a:gridCol w="1428750"/>
                <a:gridCol w="1095375"/>
                <a:gridCol w="1000125"/>
                <a:gridCol w="952500"/>
                <a:gridCol w="1047750"/>
              </a:tblGrid>
              <a:tr h="678656">
                <a:tc>
                  <a:txBody>
                    <a:bodyPr lIns="57150" tIns="38100" rIns="47625" bIns="38100">
                      <a:normAutofit/>
                    </a:bodyPr>
                    <a:lstStyle/>
                    <a:p>
                      <a:pPr algn="l">
                        <a:buNone/>
                      </a:pPr>
                      <a:r>
                        <a:rPr sz="863" b="1">
                          <a:solidFill>
                            <a:srgbClr val="FFFFFF"/>
                          </a:solidFill>
                          <a:latin typeface="Noto Sans JP"/>
                          <a:ea typeface="Noto Sans JP"/>
                          <a:cs typeface="Noto Sans JP"/>
                        </a:rPr>
                        <a:t>Monte Carlo（100 Td）</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計算規模（衝突処理数）</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実行時間</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計算速度</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統計的解釈</a:t>
                      </a:r>
                    </a:p>
                  </a:txBody>
                  <a:tcPr marL="91440" marR="91440" marT="45720" marB="45720" anchor="ctr">
                    <a:solidFill>
                      <a:srgbClr val="00A6D9"/>
                    </a:solidFill>
                  </a:tcPr>
                </a:tc>
              </a:tr>
              <a:tr h="678656">
                <a:tc>
                  <a:txBody>
                    <a:bodyPr lIns="57150" tIns="38100" rIns="47625" bIns="38100">
                      <a:normAutofit/>
                    </a:bodyPr>
                    <a:lstStyle/>
                    <a:p>
                      <a:pPr algn="l">
                        <a:buNone/>
                      </a:pPr>
                      <a:r>
                        <a:rPr sz="885" b="1">
                          <a:solidFill>
                            <a:srgbClr val="2F2F2F"/>
                          </a:solidFill>
                          <a:latin typeface="Noto Sans JP"/>
                          <a:ea typeface="Noto Sans JP"/>
                          <a:cs typeface="Noto Sans JP"/>
                        </a:rPr>
                        <a:t>Ar/N2 90/10</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151.0 M</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550.2 s</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274 k/s</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共通エネルギー格子の統合処理が支配</a:t>
                      </a:r>
                    </a:p>
                  </a:txBody>
                  <a:tcPr marL="91440" marR="91440" marT="45720" marB="45720" anchor="ctr">
                    <a:solidFill>
                      <a:srgbClr val="FFFFFF"/>
                    </a:solidFill>
                  </a:tcPr>
                </a:tc>
              </a:tr>
              <a:tr h="678656">
                <a:tc>
                  <a:txBody>
                    <a:bodyPr lIns="57150" tIns="38100" rIns="47625" bIns="38100">
                      <a:normAutofit/>
                    </a:bodyPr>
                    <a:lstStyle/>
                    <a:p>
                      <a:pPr algn="l">
                        <a:buNone/>
                      </a:pPr>
                      <a:r>
                        <a:rPr sz="885" b="1">
                          <a:solidFill>
                            <a:srgbClr val="2F2F2F"/>
                          </a:solidFill>
                          <a:latin typeface="Noto Sans JP"/>
                          <a:ea typeface="Noto Sans JP"/>
                          <a:cs typeface="Noto Sans JP"/>
                        </a:rPr>
                        <a:t>Ar/Cl2 90/10</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184.5 M</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236.6 s</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780 k/s</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高閾値反応を4独立反復で未観測</a:t>
                      </a:r>
                    </a:p>
                  </a:txBody>
                  <a:tcPr marL="91440" marR="91440" marT="45720" marB="45720" anchor="ctr">
                    <a:solidFill>
                      <a:srgbClr val="F1F1F1"/>
                    </a:solidFill>
                  </a:tcPr>
                </a:tc>
              </a:tr>
              <a:tr h="678656">
                <a:tc>
                  <a:txBody>
                    <a:bodyPr lIns="57150" tIns="38100" rIns="47625" bIns="38100">
                      <a:normAutofit/>
                    </a:bodyPr>
                    <a:lstStyle/>
                    <a:p>
                      <a:pPr algn="l">
                        <a:buNone/>
                      </a:pPr>
                      <a:r>
                        <a:rPr sz="885" b="1">
                          <a:solidFill>
                            <a:srgbClr val="2F2F2F"/>
                          </a:solidFill>
                          <a:latin typeface="Noto Sans JP"/>
                          <a:ea typeface="Noto Sans JP"/>
                          <a:cs typeface="Noto Sans JP"/>
                        </a:rPr>
                        <a:t>標本数依存</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粒子数×衝突処理数×独立反復</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共用計算機での実測</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条件依存</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95%信頼区間幅 ∝ N_eff⁻¹ᐟ²（独立性が前提）</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EB64433D-2599-44CE-A147-ED0D8A503401}"/>
              </a:ext>
            </a:extLst>
          </p:cNvPr>
          <p:cNvSpPr>
            <a:spLocks xmlns:a="http://schemas.openxmlformats.org/drawingml/2006/main" noGrp="1"/>
          </p:cNvSpPr>
          <p:nvPr/>
        </p:nvSpPr>
        <p:spPr>
          <a:xfrm xmlns:a="http://schemas.openxmlformats.org/drawingml/2006/main">
            <a:off x="6429375" y="4410075"/>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211441"/>
                </a:solidFill>
                <a:latin typeface="Noto Sans JP"/>
                <a:ea typeface="Noto Sans JP"/>
                <a:cs typeface="Noto Sans JP"/>
              </a:defRPr>
            </a:pPr>
            <a:r>
              <a:rPr sz="1088" b="1" i="0">
                <a:solidFill>
                  <a:srgbClr val="211441"/>
                </a:solidFill>
                <a:latin typeface="Noto Sans JP"/>
                <a:ea typeface="Noto Sans JP"/>
                <a:cs typeface="Noto Sans JP"/>
              </a:rPr>
              <a:t>左：</a:t>
            </a:r>
            <a:r>
              <a:rPr sz="1088" b="1" i="0">
                <a:solidFill>
                  <a:srgbClr val="211441"/>
                </a:solidFill>
                <a:latin typeface="Noto Sans JP"/>
                <a:ea typeface="Noto Sans JP"/>
                <a:cs typeface="Noto Sans JP"/>
              </a:rPr>
              <a:t>COMSOL物性表を適用して計算</a:t>
            </a:r>
            <a:r>
              <a:rPr sz="1088" b="1" i="0">
                <a:solidFill>
                  <a:srgbClr val="211441"/>
                </a:solidFill>
                <a:latin typeface="Noto Sans JP"/>
                <a:ea typeface="Noto Sans JP"/>
                <a:cs typeface="Noto Sans JP"/>
              </a:rPr>
              <a:t>（同一PC・同一MPH）</a:t>
            </a:r>
          </a:p>
        </p:txBody>
      </p:sp>
      <p:sp>
        <p:nvSpPr>
          <p:cNvPr id="11" name="">
            <a:extLst xmlns:a="http://schemas.openxmlformats.org/drawingml/2006/main">
              <a:ext uri="{FF2B5EF4-FFF2-40B4-BE49-F238E27FC236}">
                <a16:creationId xmlns:a16="http://schemas.microsoft.com/office/drawing/2014/main" id="{0DE21F34-2C7A-453F-A147-7B4E834F6FB4}"/>
              </a:ext>
            </a:extLst>
          </p:cNvPr>
          <p:cNvSpPr>
            <a:spLocks xmlns:a="http://schemas.openxmlformats.org/drawingml/2006/main" noGrp="1"/>
          </p:cNvSpPr>
          <p:nvPr/>
        </p:nvSpPr>
        <p:spPr>
          <a:xfrm xmlns:a="http://schemas.openxmlformats.org/drawingml/2006/main">
            <a:off x="6334125" y="4762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65" b="0" i="0">
                <a:solidFill>
                  <a:srgbClr val="2F2F2F"/>
                </a:solidFill>
                <a:latin typeface="Noto Sans JP"/>
                <a:ea typeface="Noto Sans JP"/>
                <a:cs typeface="Noto Sans JP"/>
              </a:defRPr>
            </a:pPr>
            <a:r>
              <a:rPr sz="1065" b="0" i="0">
                <a:solidFill>
                  <a:srgbClr val="2F2F2F"/>
                </a:solidFill>
                <a:latin typeface="Noto Sans JP"/>
                <a:ea typeface="Noto Sans JP"/>
                <a:cs typeface="Noto Sans JP"/>
              </a:rPr>
              <a:t>右上：2つの4-</a:t>
            </a:r>
            <a:r>
              <a:rPr sz="1065" b="0" i="0">
                <a:solidFill>
                  <a:srgbClr val="2F2F2F"/>
                </a:solidFill>
                <a:latin typeface="Noto Sans JP"/>
                <a:ea typeface="Noto Sans JP"/>
                <a:cs typeface="Noto Sans JP"/>
              </a:rPr>
              <a:t>並列計算</a:t>
            </a:r>
            <a:r>
              <a:rPr sz="1065" b="0" i="0">
                <a:solidFill>
                  <a:srgbClr val="2F2F2F"/>
                </a:solidFill>
                <a:latin typeface="Noto Sans JP"/>
                <a:ea typeface="Noto Sans JP"/>
                <a:cs typeface="Noto Sans JP"/>
              </a:rPr>
              <a:t>を同時実行した運用</a:t>
            </a:r>
            <a:r>
              <a:rPr sz="1065" b="0" i="0">
                <a:solidFill>
                  <a:srgbClr val="2F2F2F"/>
                </a:solidFill>
                <a:latin typeface="Noto Sans JP"/>
                <a:ea typeface="Noto Sans JP"/>
                <a:cs typeface="Noto Sans JP"/>
              </a:rPr>
              <a:t>実行時間</a:t>
            </a:r>
            <a:r>
              <a:rPr sz="1065" b="0" i="0">
                <a:solidFill>
                  <a:srgbClr val="2F2F2F"/>
                </a:solidFill>
                <a:latin typeface="Noto Sans JP"/>
                <a:ea typeface="Noto Sans JP"/>
                <a:cs typeface="Noto Sans JP"/>
              </a:rPr>
              <a:t>。単独</a:t>
            </a:r>
            <a:r>
              <a:rPr sz="1065" b="0" i="0">
                <a:solidFill>
                  <a:srgbClr val="2F2F2F"/>
                </a:solidFill>
                <a:latin typeface="Noto Sans JP"/>
                <a:ea typeface="Noto Sans JP"/>
                <a:cs typeface="Noto Sans JP"/>
              </a:rPr>
              <a:t>単体性能測定</a:t>
            </a:r>
            <a:r>
              <a:rPr sz="1065" b="0" i="0">
                <a:solidFill>
                  <a:srgbClr val="2F2F2F"/>
                </a:solidFill>
                <a:latin typeface="Noto Sans JP"/>
                <a:ea typeface="Noto Sans JP"/>
                <a:cs typeface="Noto Sans JP"/>
              </a:rPr>
              <a:t>ではない。</a:t>
            </a:r>
          </a:p>
        </p:txBody>
      </p:sp>
      <p:sp>
        <p:nvSpPr>
          <p:cNvPr id="14" name="">
            <a:extLst xmlns:a="http://schemas.openxmlformats.org/drawingml/2006/main">
              <a:ext uri="{FF2B5EF4-FFF2-40B4-BE49-F238E27FC236}">
                <a16:creationId xmlns:a16="http://schemas.microsoft.com/office/drawing/2014/main" id="{E91B1FAA-8C3E-4C45-9021-3EBBE722A3AB}"/>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決定論的手法の離散化誤差とMCの標本誤差は交換可能でない。目的精度に対する総計算費用で比較する。</a:t>
            </a:r>
          </a:p>
        </p:txBody>
      </p:sp>
      <p:sp>
        <p:nvSpPr>
          <p:cNvPr id="15" name="">
            <a:extLst xmlns:a="http://schemas.openxmlformats.org/drawingml/2006/main">
              <a:ext uri="{FF2B5EF4-FFF2-40B4-BE49-F238E27FC236}">
                <a16:creationId xmlns:a16="http://schemas.microsoft.com/office/drawing/2014/main" id="{C7CAB4F4-68FC-40CB-A03D-A30E7312D42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comsol_*_function_eedf/run_status.json; mc_core_v8/evaluation/metrics.csv</a:t>
            </a:r>
          </a:p>
        </p:txBody>
      </p:sp>
      <p:sp>
        <p:nvSpPr>
          <p:cNvPr id="19" name="title">
            <a:extLst xmlns:a="http://schemas.openxmlformats.org/drawingml/2006/main">
              <a:ext uri="{FF2B5EF4-FFF2-40B4-BE49-F238E27FC236}">
                <a16:creationId xmlns:a16="http://schemas.microsoft.com/office/drawing/2014/main" id="{BD55C0D9-122A-4784-8652-D257B2F23EB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計算時間とMonte Carloノイズ</a:t>
            </a:r>
          </a:p>
        </p:txBody>
      </p:sp>
      <p:sp>
        <p:nvSpPr>
          <p:cNvPr id="20" name="">
            <a:extLst xmlns:a="http://schemas.openxmlformats.org/drawingml/2006/main">
              <a:ext uri="{FF2B5EF4-FFF2-40B4-BE49-F238E27FC236}">
                <a16:creationId xmlns:a16="http://schemas.microsoft.com/office/drawing/2014/main" id="{6192ADCB-3A8F-4391-82E6-08FEAA6862C3}"/>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4" name="section">
            <a:extLst xmlns:a="http://schemas.openxmlformats.org/drawingml/2006/main">
              <a:ext uri="{FF2B5EF4-FFF2-40B4-BE49-F238E27FC236}">
                <a16:creationId xmlns:a16="http://schemas.microsoft.com/office/drawing/2014/main" id="{A6751EC5-3882-445B-9957-6ECA36DADB73}"/>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77911644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EAF719-D9B4-42FC-9049-B8A06E0E18BC}"/>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A188FB8F-5646-4D49-9465-C5EAFEC6780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41</a:t>
            </a:r>
          </a:p>
        </p:txBody>
      </p:sp>
      <p:graphicFrame>
        <p:nvGraphicFramePr>
          <p:cNvPr id="26" name=""/>
          <p:cNvGraphicFramePr/>
          <p:nvPr/>
        </p:nvGraphicFramePr>
        <p:xfrm>
          <a:off xmlns:a="http://schemas.openxmlformats.org/drawingml/2006/main" x="381000" y="1428750"/>
          <a:ext xmlns:a="http://schemas.openxmlformats.org/drawingml/2006/main" cx="11430000" cy="3714750"/>
        </p:xfrm>
        <a:graphic xmlns:a="http://schemas.openxmlformats.org/drawingml/2006/main">
          <a:graphicData uri="http://schemas.openxmlformats.org/drawingml/2006/table">
            <a:tbl>
              <a:tblPr firstRow="1" bandRow="0"/>
              <a:tblGrid>
                <a:gridCol w="1524000"/>
                <a:gridCol w="2714625"/>
                <a:gridCol w="1952625"/>
                <a:gridCol w="2381250"/>
                <a:gridCol w="2857500"/>
              </a:tblGrid>
              <a:tr h="530679">
                <a:tc>
                  <a:txBody>
                    <a:bodyPr lIns="57150" tIns="38100" rIns="47625" bIns="38100">
                      <a:normAutofit/>
                    </a:bodyPr>
                    <a:lstStyle/>
                    <a:p>
                      <a:pPr algn="l">
                        <a:buNone/>
                      </a:pPr>
                      <a:r>
                        <a:rPr sz="975" b="1">
                          <a:solidFill>
                            <a:srgbClr val="FFFFFF"/>
                          </a:solidFill>
                          <a:latin typeface="Noto Sans JP"/>
                          <a:ea typeface="Noto Sans JP"/>
                          <a:cs typeface="Noto Sans JP"/>
                        </a:rPr>
                        <a:t>層</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誤差源</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観測量</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低減手段</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残る限界</a:t>
                      </a:r>
                    </a:p>
                  </a:txBody>
                  <a:tcPr marL="91440" marR="91440" marT="45720" marB="45720" anchor="ctr">
                    <a:solidFill>
                      <a:srgbClr val="00A6D9"/>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衝突断面積</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データセット・閾値・角度情報</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反応速度積分</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出典固定・代替データ比較</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断面積測定の不確かさ</a:t>
                      </a:r>
                    </a:p>
                  </a:txBody>
                  <a:tcPr marL="91440" marR="91440" marT="45720" marB="45720" anchor="ctr">
                    <a:solidFill>
                      <a:srgbClr val="FFFFFF"/>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角度散乱モデル</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P1/PN切断・角度閉包</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ドリフト・異方性・高エネルギー尾部</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Lmax収束・Monte Carlo比較</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積分断面積だけでは角度分布が一意でない</a:t>
                      </a:r>
                    </a:p>
                  </a:txBody>
                  <a:tcPr marL="91440" marR="91440" marT="45720" marB="45720" anchor="ctr">
                    <a:solidFill>
                      <a:srgbClr val="F1F1F1"/>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エネルギー離散化</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閾値近傍・高エネルギー上限・数値流束</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EEDF・反応速度</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格子細分化・高エネルギー範囲確認</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範囲外外挿</a:t>
                      </a:r>
                    </a:p>
                  </a:txBody>
                  <a:tcPr marL="91440" marR="91440" marT="45720" marB="45720" anchor="ctr">
                    <a:solidFill>
                      <a:srgbClr val="FFFFFF"/>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Monte Carlo統計</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有限標本・系譜相関</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95%CI・相対標準誤差・有効標本数</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独立反復・長い相関時間</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希少反応の計算費用</a:t>
                      </a:r>
                    </a:p>
                  </a:txBody>
                  <a:tcPr marL="91440" marR="91440" marT="45720" marB="45720" anchor="ctr">
                    <a:solidFill>
                      <a:srgbClr val="F1F1F1"/>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COMSOL補間</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E/N–平均エネルギー二次元表</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局所反応速度・移動度</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補間点追加・モーメント整合</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局所場／局所平均エネルギー近似</a:t>
                      </a:r>
                    </a:p>
                  </a:txBody>
                  <a:tcPr marL="91440" marR="91440" marT="45720" marB="45720" anchor="ctr">
                    <a:solidFill>
                      <a:srgbClr val="FFFFFF"/>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装置モデル</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RF加熱・壁反応・化学反応</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空間分布</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同一MPH・定常性</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非局所電子動力学</a:t>
                      </a:r>
                    </a:p>
                  </a:txBody>
                  <a:tcPr marL="91440" marR="91440" marT="45720" marB="45720" anchor="ctr">
                    <a:solidFill>
                      <a:srgbClr val="F1F1F1"/>
                    </a:solidFill>
                  </a:tcPr>
                </a:tc>
              </a:tr>
            </a:tbl>
          </a:graphicData>
        </a:graphic>
      </p:graphicFrame>
      <p:sp>
        <p:nvSpPr>
          <p:cNvPr id="9" name="">
            <a:extLst xmlns:a="http://schemas.openxmlformats.org/drawingml/2006/main">
              <a:ext uri="{FF2B5EF4-FFF2-40B4-BE49-F238E27FC236}">
                <a16:creationId xmlns:a16="http://schemas.microsoft.com/office/drawing/2014/main" id="{2751787C-5869-464F-970D-C4982D5C2FA3}"/>
              </a:ext>
            </a:extLst>
          </p:cNvPr>
          <p:cNvSpPr>
            <a:spLocks xmlns:a="http://schemas.openxmlformats.org/drawingml/2006/main" noGrp="1"/>
          </p:cNvSpPr>
          <p:nvPr/>
        </p:nvSpPr>
        <p:spPr>
          <a:xfrm xmlns:a="http://schemas.openxmlformats.org/drawingml/2006/main">
            <a:off x="1762125" y="5257800"/>
            <a:ext cx="8667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0" name="">
            <a:extLst xmlns:a="http://schemas.openxmlformats.org/drawingml/2006/main">
              <a:ext uri="{FF2B5EF4-FFF2-40B4-BE49-F238E27FC236}">
                <a16:creationId xmlns:a16="http://schemas.microsoft.com/office/drawing/2014/main" id="{F12CC42B-D8B7-4DE3-B45F-6433C3D1A4E9}"/>
              </a:ext>
            </a:extLst>
          </p:cNvPr>
          <p:cNvSpPr>
            <a:spLocks xmlns:a="http://schemas.openxmlformats.org/drawingml/2006/main" noGrp="1"/>
          </p:cNvSpPr>
          <p:nvPr/>
        </p:nvSpPr>
        <p:spPr>
          <a:xfrm xmlns:a="http://schemas.openxmlformats.org/drawingml/2006/main">
            <a:off x="1762125" y="5257800"/>
            <a:ext cx="704850" cy="55245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B4DD76-E96D-423B-B748-51888274D3C7}"/>
              </a:ext>
            </a:extLst>
          </p:cNvPr>
          <p:cNvSpPr>
            <a:spLocks xmlns:a="http://schemas.openxmlformats.org/drawingml/2006/main" noGrp="1"/>
          </p:cNvSpPr>
          <p:nvPr/>
        </p:nvSpPr>
        <p:spPr>
          <a:xfrm xmlns:a="http://schemas.openxmlformats.org/drawingml/2006/main">
            <a:off x="1809750" y="529590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誤差伝播</a:t>
            </a:r>
          </a:p>
        </p:txBody>
      </p:sp>
      <p:sp>
        <p:nvSpPr>
          <p:cNvPr id="12" name="">
            <a:extLst xmlns:a="http://schemas.openxmlformats.org/drawingml/2006/main">
              <a:ext uri="{FF2B5EF4-FFF2-40B4-BE49-F238E27FC236}">
                <a16:creationId xmlns:a16="http://schemas.microsoft.com/office/drawing/2014/main" id="{1E2D4B45-E29D-4B77-9EA1-42423CB45F16}"/>
              </a:ext>
            </a:extLst>
          </p:cNvPr>
          <p:cNvSpPr>
            <a:spLocks xmlns:a="http://schemas.openxmlformats.org/drawingml/2006/main" noGrp="1"/>
          </p:cNvSpPr>
          <p:nvPr/>
        </p:nvSpPr>
        <p:spPr>
          <a:xfrm xmlns:a="http://schemas.openxmlformats.org/drawingml/2006/main">
            <a:off x="2638425" y="5305425"/>
            <a:ext cx="763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δKPI² ≈ Σα (∂KPI/∂qα)² δqα² + 2Σα&lt;β Covαβ</a:t>
            </a:r>
          </a:p>
        </p:txBody>
      </p:sp>
      <p:sp>
        <p:nvSpPr>
          <p:cNvPr id="15" name="">
            <a:extLst xmlns:a="http://schemas.openxmlformats.org/drawingml/2006/main">
              <a:ext uri="{FF2B5EF4-FFF2-40B4-BE49-F238E27FC236}">
                <a16:creationId xmlns:a16="http://schemas.microsoft.com/office/drawing/2014/main" id="{78F06E62-3975-4852-981B-DBB5CC69CA76}"/>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手法間差</a:t>
            </a:r>
            <a:r>
              <a:rPr sz="1275" b="1" i="0">
                <a:solidFill>
                  <a:srgbClr val="6DBB20"/>
                </a:solidFill>
                <a:latin typeface="Noto Sans JP"/>
                <a:ea typeface="Noto Sans JP"/>
                <a:cs typeface="Noto Sans JP"/>
              </a:rPr>
              <a:t>は総誤差の一部。装置KPIへ感度伝播して初めて開発優先度になる。</a:t>
            </a:r>
          </a:p>
        </p:txBody>
      </p:sp>
      <p:sp>
        <p:nvSpPr>
          <p:cNvPr id="16" name="">
            <a:extLst xmlns:a="http://schemas.openxmlformats.org/drawingml/2006/main">
              <a:ext uri="{FF2B5EF4-FFF2-40B4-BE49-F238E27FC236}">
                <a16:creationId xmlns:a16="http://schemas.microsoft.com/office/drawing/2014/main" id="{CE0725C3-1A5D-4501-92CA-519A199BA40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[R10]</a:t>
            </a:r>
          </a:p>
        </p:txBody>
      </p:sp>
      <p:sp>
        <p:nvSpPr>
          <p:cNvPr id="19" name="title">
            <a:extLst xmlns:a="http://schemas.openxmlformats.org/drawingml/2006/main">
              <a:ext uri="{FF2B5EF4-FFF2-40B4-BE49-F238E27FC236}">
                <a16:creationId xmlns:a16="http://schemas.microsoft.com/office/drawing/2014/main" id="{BF040636-177E-4920-B380-B800981F73B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誤差を4層に分けて評価する</a:t>
            </a:r>
          </a:p>
        </p:txBody>
      </p:sp>
      <p:sp>
        <p:nvSpPr>
          <p:cNvPr id="20" name="">
            <a:extLst xmlns:a="http://schemas.openxmlformats.org/drawingml/2006/main">
              <a:ext uri="{FF2B5EF4-FFF2-40B4-BE49-F238E27FC236}">
                <a16:creationId xmlns:a16="http://schemas.microsoft.com/office/drawing/2014/main" id="{72C34AEE-6326-4900-99C2-E6E6DC61857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76C47C8C-E136-45C0-B00B-B4177634A09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90836209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3A63A8B-15EE-45E6-9F0E-71D3C948D48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COMSOLがSwarm結果を使う場所</a:t>
            </a:r>
          </a:p>
        </p:txBody>
      </p:sp>
      <p:sp>
        <p:nvSpPr>
          <p:cNvPr id="3" name="subtitle">
            <a:extLst xmlns:a="http://schemas.openxmlformats.org/drawingml/2006/main">
              <a:ext uri="{FF2B5EF4-FFF2-40B4-BE49-F238E27FC236}">
                <a16:creationId xmlns:a16="http://schemas.microsoft.com/office/drawing/2014/main" id="{74BD5F12-9445-448F-973B-56F1450FDF48}"/>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Swarmは局所電子物性、COMSOLは空間輸送・化学・電磁場を解く</a:t>
            </a:r>
          </a:p>
        </p:txBody>
      </p:sp>
      <p:sp>
        <p:nvSpPr>
          <p:cNvPr id="4" name="">
            <a:extLst xmlns:a="http://schemas.openxmlformats.org/drawingml/2006/main">
              <a:ext uri="{FF2B5EF4-FFF2-40B4-BE49-F238E27FC236}">
                <a16:creationId xmlns:a16="http://schemas.microsoft.com/office/drawing/2014/main" id="{7100A6D4-D833-4279-9F2D-868DD995DBB9}"/>
              </a:ext>
            </a:extLst>
          </p:cNvPr>
          <p:cNvSpPr>
            <a:spLocks xmlns:a="http://schemas.openxmlformats.org/drawingml/2006/main" noGrp="1"/>
          </p:cNvSpPr>
          <p:nvPr/>
        </p:nvSpPr>
        <p:spPr>
          <a:xfrm xmlns:a="http://schemas.openxmlformats.org/drawingml/2006/main">
            <a:off x="666750" y="14287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008DB6"/>
                </a:solidFill>
                <a:latin typeface="Noto Sans JP"/>
                <a:ea typeface="Noto Sans JP"/>
                <a:cs typeface="Noto Sans JP"/>
              </a:defRPr>
            </a:pPr>
            <a:r>
              <a:rPr sz="1500" b="1" i="0">
                <a:solidFill>
                  <a:srgbClr val="008DB6"/>
                </a:solidFill>
                <a:latin typeface="Noto Sans JP"/>
                <a:ea typeface="Noto Sans JP"/>
                <a:cs typeface="Noto Sans JP"/>
              </a:rPr>
              <a:t>電子数保存</a:t>
            </a:r>
          </a:p>
        </p:txBody>
      </p:sp>
      <p:sp>
        <p:nvSpPr>
          <p:cNvPr id="5" name="">
            <a:extLst xmlns:a="http://schemas.openxmlformats.org/drawingml/2006/main">
              <a:ext uri="{FF2B5EF4-FFF2-40B4-BE49-F238E27FC236}">
                <a16:creationId xmlns:a16="http://schemas.microsoft.com/office/drawing/2014/main" id="{894594EF-028E-42CE-B2DF-7CBE653EA65F}"/>
              </a:ext>
            </a:extLst>
          </p:cNvPr>
          <p:cNvSpPr>
            <a:spLocks xmlns:a="http://schemas.openxmlformats.org/drawingml/2006/main" noGrp="1"/>
          </p:cNvSpPr>
          <p:nvPr/>
        </p:nvSpPr>
        <p:spPr>
          <a:xfrm xmlns:a="http://schemas.openxmlformats.org/drawingml/2006/main">
            <a:off x="666750" y="1857375"/>
            <a:ext cx="4953000" cy="590550"/>
          </a:xfrm>
          <a:prstGeom xmlns:a="http://schemas.openxmlformats.org/drawingml/2006/main" prst="rect">
            <a:avLst/>
          </a:prstGeom>
          <a:solidFill xmlns:a="http://schemas.openxmlformats.org/drawingml/2006/main">
            <a:srgbClr val="F2F3F4"/>
          </a:solidFill>
          <a:ln xmlns:a="http://schemas.openxmlformats.org/drawingml/2006/main" w="7620">
            <a:solidFill>
              <a:srgbClr val="CD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75" b="0" i="0">
                <a:solidFill>
                  <a:srgbClr val="333333"/>
                </a:solidFill>
                <a:latin typeface="Cambria Math"/>
                <a:ea typeface="Cambria Math"/>
                <a:cs typeface="Cambria Math"/>
              </a:defRPr>
            </a:pPr>
            <a:r>
              <a:rPr sz="1875" b="0" i="0">
                <a:solidFill>
                  <a:srgbClr val="333333"/>
                </a:solidFill>
                <a:latin typeface="Cambria Math"/>
                <a:ea typeface="Cambria Math"/>
                <a:cs typeface="Cambria Math"/>
              </a:rPr>
              <a:t>∂ₜnₑ + ∇·Γₑ = Σⱼ kⱼ Nⱼ nₑ</a:t>
            </a:r>
          </a:p>
        </p:txBody>
      </p:sp>
      <p:sp>
        <p:nvSpPr>
          <p:cNvPr id="6" name="">
            <a:extLst xmlns:a="http://schemas.openxmlformats.org/drawingml/2006/main">
              <a:ext uri="{FF2B5EF4-FFF2-40B4-BE49-F238E27FC236}">
                <a16:creationId xmlns:a16="http://schemas.microsoft.com/office/drawing/2014/main" id="{89E0E567-5E65-49B5-908C-E8CA7C67A224}"/>
              </a:ext>
            </a:extLst>
          </p:cNvPr>
          <p:cNvSpPr>
            <a:spLocks xmlns:a="http://schemas.openxmlformats.org/drawingml/2006/main" noGrp="1"/>
          </p:cNvSpPr>
          <p:nvPr/>
        </p:nvSpPr>
        <p:spPr>
          <a:xfrm xmlns:a="http://schemas.openxmlformats.org/drawingml/2006/main">
            <a:off x="6572250" y="14287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00AFA5"/>
                </a:solidFill>
                <a:latin typeface="Noto Sans JP"/>
                <a:ea typeface="Noto Sans JP"/>
                <a:cs typeface="Noto Sans JP"/>
              </a:defRPr>
            </a:pPr>
            <a:r>
              <a:rPr sz="1500" b="1" i="0">
                <a:solidFill>
                  <a:srgbClr val="00AFA5"/>
                </a:solidFill>
                <a:latin typeface="Noto Sans JP"/>
                <a:ea typeface="Noto Sans JP"/>
                <a:cs typeface="Noto Sans JP"/>
              </a:rPr>
              <a:t>電子流束</a:t>
            </a:r>
          </a:p>
        </p:txBody>
      </p:sp>
      <p:sp>
        <p:nvSpPr>
          <p:cNvPr id="7" name="">
            <a:extLst xmlns:a="http://schemas.openxmlformats.org/drawingml/2006/main">
              <a:ext uri="{FF2B5EF4-FFF2-40B4-BE49-F238E27FC236}">
                <a16:creationId xmlns:a16="http://schemas.microsoft.com/office/drawing/2014/main" id="{C513A523-3ADA-4733-AA93-48C0E72CDB28}"/>
              </a:ext>
            </a:extLst>
          </p:cNvPr>
          <p:cNvSpPr>
            <a:spLocks xmlns:a="http://schemas.openxmlformats.org/drawingml/2006/main" noGrp="1"/>
          </p:cNvSpPr>
          <p:nvPr/>
        </p:nvSpPr>
        <p:spPr>
          <a:xfrm xmlns:a="http://schemas.openxmlformats.org/drawingml/2006/main">
            <a:off x="6572250" y="1857375"/>
            <a:ext cx="4953000" cy="590550"/>
          </a:xfrm>
          <a:prstGeom xmlns:a="http://schemas.openxmlformats.org/drawingml/2006/main" prst="rect">
            <a:avLst/>
          </a:prstGeom>
          <a:solidFill xmlns:a="http://schemas.openxmlformats.org/drawingml/2006/main">
            <a:srgbClr val="F2F3F4"/>
          </a:solidFill>
          <a:ln xmlns:a="http://schemas.openxmlformats.org/drawingml/2006/main" w="7620">
            <a:solidFill>
              <a:srgbClr val="CD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75" b="0" i="0">
                <a:solidFill>
                  <a:srgbClr val="333333"/>
                </a:solidFill>
                <a:latin typeface="Cambria Math"/>
                <a:ea typeface="Cambria Math"/>
                <a:cs typeface="Cambria Math"/>
              </a:defRPr>
            </a:pPr>
            <a:r>
              <a:rPr sz="1875" b="0" i="0">
                <a:solidFill>
                  <a:srgbClr val="333333"/>
                </a:solidFill>
                <a:latin typeface="Cambria Math"/>
                <a:ea typeface="Cambria Math"/>
                <a:cs typeface="Cambria Math"/>
              </a:rPr>
              <a:t>Γₑ = −μₑ nₑ E − Dₑ∇nₑ</a:t>
            </a:r>
          </a:p>
        </p:txBody>
      </p:sp>
      <p:sp>
        <p:nvSpPr>
          <p:cNvPr id="8" name="">
            <a:extLst xmlns:a="http://schemas.openxmlformats.org/drawingml/2006/main">
              <a:ext uri="{FF2B5EF4-FFF2-40B4-BE49-F238E27FC236}">
                <a16:creationId xmlns:a16="http://schemas.microsoft.com/office/drawing/2014/main" id="{08B94899-38BD-4CA9-9F74-EAD3BC0961B6}"/>
              </a:ext>
            </a:extLst>
          </p:cNvPr>
          <p:cNvSpPr>
            <a:spLocks xmlns:a="http://schemas.openxmlformats.org/drawingml/2006/main" noGrp="1"/>
          </p:cNvSpPr>
          <p:nvPr/>
        </p:nvSpPr>
        <p:spPr>
          <a:xfrm xmlns:a="http://schemas.openxmlformats.org/drawingml/2006/main">
            <a:off x="666750" y="2714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7B2FA3"/>
                </a:solidFill>
                <a:latin typeface="Noto Sans JP"/>
                <a:ea typeface="Noto Sans JP"/>
                <a:cs typeface="Noto Sans JP"/>
              </a:defRPr>
            </a:pPr>
            <a:r>
              <a:rPr sz="1500" b="1" i="0">
                <a:solidFill>
                  <a:srgbClr val="7B2FA3"/>
                </a:solidFill>
                <a:latin typeface="Noto Sans JP"/>
                <a:ea typeface="Noto Sans JP"/>
                <a:cs typeface="Noto Sans JP"/>
              </a:rPr>
              <a:t>電子エネルギー保存</a:t>
            </a:r>
          </a:p>
        </p:txBody>
      </p:sp>
      <p:sp>
        <p:nvSpPr>
          <p:cNvPr id="9" name="">
            <a:extLst xmlns:a="http://schemas.openxmlformats.org/drawingml/2006/main">
              <a:ext uri="{FF2B5EF4-FFF2-40B4-BE49-F238E27FC236}">
                <a16:creationId xmlns:a16="http://schemas.microsoft.com/office/drawing/2014/main" id="{2C647993-C2A3-4552-A1F3-2EB55943B2D3}"/>
              </a:ext>
            </a:extLst>
          </p:cNvPr>
          <p:cNvSpPr>
            <a:spLocks xmlns:a="http://schemas.openxmlformats.org/drawingml/2006/main" noGrp="1"/>
          </p:cNvSpPr>
          <p:nvPr/>
        </p:nvSpPr>
        <p:spPr>
          <a:xfrm xmlns:a="http://schemas.openxmlformats.org/drawingml/2006/main">
            <a:off x="666750" y="3143250"/>
            <a:ext cx="10858500" cy="628650"/>
          </a:xfrm>
          <a:prstGeom xmlns:a="http://schemas.openxmlformats.org/drawingml/2006/main" prst="rect">
            <a:avLst/>
          </a:prstGeom>
          <a:solidFill xmlns:a="http://schemas.openxmlformats.org/drawingml/2006/main">
            <a:srgbClr val="F2F3F4"/>
          </a:solidFill>
          <a:ln xmlns:a="http://schemas.openxmlformats.org/drawingml/2006/main" w="7620">
            <a:solidFill>
              <a:srgbClr val="CD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75" b="0" i="0">
                <a:solidFill>
                  <a:srgbClr val="333333"/>
                </a:solidFill>
                <a:latin typeface="Cambria Math"/>
                <a:ea typeface="Cambria Math"/>
                <a:cs typeface="Cambria Math"/>
              </a:defRPr>
            </a:pPr>
            <a:r>
              <a:rPr sz="1875" b="0" i="0">
                <a:solidFill>
                  <a:srgbClr val="333333"/>
                </a:solidFill>
                <a:latin typeface="Cambria Math"/>
                <a:ea typeface="Cambria Math"/>
                <a:cs typeface="Cambria Math"/>
              </a:rPr>
              <a:t>∂ₜ(nε) + ∇·Γε + E·Γₑ = Σⱼ kⱼ Nⱼ nₑ Δεⱼ</a:t>
            </a:r>
          </a:p>
        </p:txBody>
      </p:sp>
      <p:sp>
        <p:nvSpPr>
          <p:cNvPr id="10" name="">
            <a:extLst xmlns:a="http://schemas.openxmlformats.org/drawingml/2006/main">
              <a:ext uri="{FF2B5EF4-FFF2-40B4-BE49-F238E27FC236}">
                <a16:creationId xmlns:a16="http://schemas.microsoft.com/office/drawing/2014/main" id="{22347A7E-74CB-4DF0-A020-2C22FFEF3C2D}"/>
              </a:ext>
            </a:extLst>
          </p:cNvPr>
          <p:cNvSpPr>
            <a:spLocks xmlns:a="http://schemas.openxmlformats.org/drawingml/2006/main" noGrp="1"/>
          </p:cNvSpPr>
          <p:nvPr/>
        </p:nvSpPr>
        <p:spPr>
          <a:xfrm xmlns:a="http://schemas.openxmlformats.org/drawingml/2006/main">
            <a:off x="571500"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00A6D6"/>
            </a:solidFill>
            <a:prstDash val="solid"/>
          </a:ln>
        </p:spPr>
      </p:sp>
      <p:sp>
        <p:nvSpPr>
          <p:cNvPr id="11" name="">
            <a:extLst xmlns:a="http://schemas.openxmlformats.org/drawingml/2006/main">
              <a:ext uri="{FF2B5EF4-FFF2-40B4-BE49-F238E27FC236}">
                <a16:creationId xmlns:a16="http://schemas.microsoft.com/office/drawing/2014/main" id="{A3D362C6-F508-457D-8EE2-5E724AAB5338}"/>
              </a:ext>
            </a:extLst>
          </p:cNvPr>
          <p:cNvSpPr>
            <a:spLocks xmlns:a="http://schemas.openxmlformats.org/drawingml/2006/main" noGrp="1"/>
          </p:cNvSpPr>
          <p:nvPr/>
        </p:nvSpPr>
        <p:spPr>
          <a:xfrm xmlns:a="http://schemas.openxmlformats.org/drawingml/2006/main">
            <a:off x="714375"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局所状態</a:t>
            </a:r>
          </a:p>
        </p:txBody>
      </p:sp>
      <p:sp>
        <p:nvSpPr>
          <p:cNvPr id="12" name="">
            <a:extLst xmlns:a="http://schemas.openxmlformats.org/drawingml/2006/main">
              <a:ext uri="{FF2B5EF4-FFF2-40B4-BE49-F238E27FC236}">
                <a16:creationId xmlns:a16="http://schemas.microsoft.com/office/drawing/2014/main" id="{A9CFA9A9-FC55-4C59-AA56-301011159786}"/>
              </a:ext>
            </a:extLst>
          </p:cNvPr>
          <p:cNvSpPr>
            <a:spLocks xmlns:a="http://schemas.openxmlformats.org/drawingml/2006/main" noGrp="1"/>
          </p:cNvSpPr>
          <p:nvPr/>
        </p:nvSpPr>
        <p:spPr>
          <a:xfrm xmlns:a="http://schemas.openxmlformats.org/drawingml/2006/main">
            <a:off x="714375"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E/N または ⟨ε⟩</a:t>
            </a:r>
          </a:p>
        </p:txBody>
      </p:sp>
      <p:sp>
        <p:nvSpPr>
          <p:cNvPr id="13" name="">
            <a:extLst xmlns:a="http://schemas.openxmlformats.org/drawingml/2006/main">
              <a:ext uri="{FF2B5EF4-FFF2-40B4-BE49-F238E27FC236}">
                <a16:creationId xmlns:a16="http://schemas.microsoft.com/office/drawing/2014/main" id="{EEFA832D-5190-4727-94C8-6287E3A17884}"/>
              </a:ext>
            </a:extLst>
          </p:cNvPr>
          <p:cNvSpPr>
            <a:spLocks xmlns:a="http://schemas.openxmlformats.org/drawingml/2006/main" noGrp="1"/>
          </p:cNvSpPr>
          <p:nvPr/>
        </p:nvSpPr>
        <p:spPr>
          <a:xfrm xmlns:a="http://schemas.openxmlformats.org/drawingml/2006/main">
            <a:off x="3476625"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00A6D6"/>
            </a:solidFill>
            <a:prstDash val="solid"/>
          </a:ln>
        </p:spPr>
      </p:sp>
      <p:sp>
        <p:nvSpPr>
          <p:cNvPr id="14" name="">
            <a:extLst xmlns:a="http://schemas.openxmlformats.org/drawingml/2006/main">
              <a:ext uri="{FF2B5EF4-FFF2-40B4-BE49-F238E27FC236}">
                <a16:creationId xmlns:a16="http://schemas.microsoft.com/office/drawing/2014/main" id="{2BD83E12-5034-4CEB-B76F-85FAB408F126}"/>
              </a:ext>
            </a:extLst>
          </p:cNvPr>
          <p:cNvSpPr>
            <a:spLocks xmlns:a="http://schemas.openxmlformats.org/drawingml/2006/main" noGrp="1"/>
          </p:cNvSpPr>
          <p:nvPr/>
        </p:nvSpPr>
        <p:spPr>
          <a:xfrm xmlns:a="http://schemas.openxmlformats.org/drawingml/2006/main">
            <a:off x="3619500"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Swarm参照表</a:t>
            </a:r>
          </a:p>
        </p:txBody>
      </p:sp>
      <p:sp>
        <p:nvSpPr>
          <p:cNvPr id="15" name="">
            <a:extLst xmlns:a="http://schemas.openxmlformats.org/drawingml/2006/main">
              <a:ext uri="{FF2B5EF4-FFF2-40B4-BE49-F238E27FC236}">
                <a16:creationId xmlns:a16="http://schemas.microsoft.com/office/drawing/2014/main" id="{F8E60458-4A0D-4B1F-B443-FCE5C2D05B79}"/>
              </a:ext>
            </a:extLst>
          </p:cNvPr>
          <p:cNvSpPr>
            <a:spLocks xmlns:a="http://schemas.openxmlformats.org/drawingml/2006/main" noGrp="1"/>
          </p:cNvSpPr>
          <p:nvPr/>
        </p:nvSpPr>
        <p:spPr>
          <a:xfrm xmlns:a="http://schemas.openxmlformats.org/drawingml/2006/main">
            <a:off x="3619500"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p(ε), μ, D, kⱼ</a:t>
            </a:r>
          </a:p>
        </p:txBody>
      </p:sp>
      <p:sp>
        <p:nvSpPr>
          <p:cNvPr id="16" name="">
            <a:extLst xmlns:a="http://schemas.openxmlformats.org/drawingml/2006/main">
              <a:ext uri="{FF2B5EF4-FFF2-40B4-BE49-F238E27FC236}">
                <a16:creationId xmlns:a16="http://schemas.microsoft.com/office/drawing/2014/main" id="{5B749466-4259-4DE2-8A73-44C8E775C4E9}"/>
              </a:ext>
            </a:extLst>
          </p:cNvPr>
          <p:cNvSpPr>
            <a:spLocks xmlns:a="http://schemas.openxmlformats.org/drawingml/2006/main" noGrp="1"/>
          </p:cNvSpPr>
          <p:nvPr/>
        </p:nvSpPr>
        <p:spPr>
          <a:xfrm xmlns:a="http://schemas.openxmlformats.org/drawingml/2006/main">
            <a:off x="6381750"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00A6D6"/>
            </a:solidFill>
            <a:prstDash val="solid"/>
          </a:ln>
        </p:spPr>
      </p:sp>
      <p:sp>
        <p:nvSpPr>
          <p:cNvPr id="17" name="">
            <a:extLst xmlns:a="http://schemas.openxmlformats.org/drawingml/2006/main">
              <a:ext uri="{FF2B5EF4-FFF2-40B4-BE49-F238E27FC236}">
                <a16:creationId xmlns:a16="http://schemas.microsoft.com/office/drawing/2014/main" id="{BBF0526E-87CE-40D7-94AD-28011AAB61F9}"/>
              </a:ext>
            </a:extLst>
          </p:cNvPr>
          <p:cNvSpPr>
            <a:spLocks xmlns:a="http://schemas.openxmlformats.org/drawingml/2006/main" noGrp="1"/>
          </p:cNvSpPr>
          <p:nvPr/>
        </p:nvSpPr>
        <p:spPr>
          <a:xfrm xmlns:a="http://schemas.openxmlformats.org/drawingml/2006/main">
            <a:off x="6524625"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保存則の係数</a:t>
            </a:r>
          </a:p>
        </p:txBody>
      </p:sp>
      <p:sp>
        <p:nvSpPr>
          <p:cNvPr id="18" name="">
            <a:extLst xmlns:a="http://schemas.openxmlformats.org/drawingml/2006/main">
              <a:ext uri="{FF2B5EF4-FFF2-40B4-BE49-F238E27FC236}">
                <a16:creationId xmlns:a16="http://schemas.microsoft.com/office/drawing/2014/main" id="{1A3D6DAC-5BC7-4BFD-A4BE-4F2959C024C5}"/>
              </a:ext>
            </a:extLst>
          </p:cNvPr>
          <p:cNvSpPr>
            <a:spLocks xmlns:a="http://schemas.openxmlformats.org/drawingml/2006/main" noGrp="1"/>
          </p:cNvSpPr>
          <p:nvPr/>
        </p:nvSpPr>
        <p:spPr>
          <a:xfrm xmlns:a="http://schemas.openxmlformats.org/drawingml/2006/main">
            <a:off x="6524625"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流束・生成・損失</a:t>
            </a:r>
          </a:p>
        </p:txBody>
      </p:sp>
      <p:sp>
        <p:nvSpPr>
          <p:cNvPr id="19" name="">
            <a:extLst xmlns:a="http://schemas.openxmlformats.org/drawingml/2006/main">
              <a:ext uri="{FF2B5EF4-FFF2-40B4-BE49-F238E27FC236}">
                <a16:creationId xmlns:a16="http://schemas.microsoft.com/office/drawing/2014/main" id="{324DD431-0DCD-4199-A467-C657B8635AE2}"/>
              </a:ext>
            </a:extLst>
          </p:cNvPr>
          <p:cNvSpPr>
            <a:spLocks xmlns:a="http://schemas.openxmlformats.org/drawingml/2006/main" noGrp="1"/>
          </p:cNvSpPr>
          <p:nvPr/>
        </p:nvSpPr>
        <p:spPr>
          <a:xfrm xmlns:a="http://schemas.openxmlformats.org/drawingml/2006/main">
            <a:off x="9286875"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6DBB20"/>
            </a:solidFill>
            <a:prstDash val="solid"/>
          </a:ln>
        </p:spPr>
      </p:sp>
      <p:sp>
        <p:nvSpPr>
          <p:cNvPr id="20" name="">
            <a:extLst xmlns:a="http://schemas.openxmlformats.org/drawingml/2006/main">
              <a:ext uri="{FF2B5EF4-FFF2-40B4-BE49-F238E27FC236}">
                <a16:creationId xmlns:a16="http://schemas.microsoft.com/office/drawing/2014/main" id="{8223CF53-B82D-4E5E-97B4-CC2757A25629}"/>
              </a:ext>
            </a:extLst>
          </p:cNvPr>
          <p:cNvSpPr>
            <a:spLocks xmlns:a="http://schemas.openxmlformats.org/drawingml/2006/main" noGrp="1"/>
          </p:cNvSpPr>
          <p:nvPr/>
        </p:nvSpPr>
        <p:spPr>
          <a:xfrm xmlns:a="http://schemas.openxmlformats.org/drawingml/2006/main">
            <a:off x="9429750"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空間解</a:t>
            </a:r>
          </a:p>
        </p:txBody>
      </p:sp>
      <p:sp>
        <p:nvSpPr>
          <p:cNvPr id="21" name="">
            <a:extLst xmlns:a="http://schemas.openxmlformats.org/drawingml/2006/main">
              <a:ext uri="{FF2B5EF4-FFF2-40B4-BE49-F238E27FC236}">
                <a16:creationId xmlns:a16="http://schemas.microsoft.com/office/drawing/2014/main" id="{28761D31-22A6-495D-8295-BBE949FC604A}"/>
              </a:ext>
            </a:extLst>
          </p:cNvPr>
          <p:cNvSpPr>
            <a:spLocks xmlns:a="http://schemas.openxmlformats.org/drawingml/2006/main" noGrp="1"/>
          </p:cNvSpPr>
          <p:nvPr/>
        </p:nvSpPr>
        <p:spPr>
          <a:xfrm xmlns:a="http://schemas.openxmlformats.org/drawingml/2006/main">
            <a:off x="9429750"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nₑ, ε, species, E, B</a:t>
            </a:r>
          </a:p>
        </p:txBody>
      </p:sp>
      <p:cxnSp>
        <p:nvCxnSpPr>
          <p:cNvPr id="75" name=""/>
          <p:cNvCxnSpPr>
            <a:stCxn xmlns:a="http://schemas.openxmlformats.org/drawingml/2006/main" id="10" idx="3"/>
            <a:endCxn xmlns:a="http://schemas.openxmlformats.org/drawingml/2006/main" id="13" idx="1"/>
          </p:cNvCxnSpPr>
          <p:nvPr/>
        </p:nvCxnSpPr>
        <p:spPr>
          <a:xfrm xmlns:a="http://schemas.openxmlformats.org/drawingml/2006/main">
            <a:off x="2952750" y="4833938"/>
            <a:ext cx="523875" cy="0"/>
          </a:xfrm>
          <a:prstGeom xmlns:a="http://schemas.openxmlformats.org/drawingml/2006/main" prst="straightConnector1">
            <a:avLst/>
          </a:prstGeom>
          <a:ln xmlns:a="http://schemas.openxmlformats.org/drawingml/2006/main" w="13335">
            <a:solidFill>
              <a:srgbClr val="7A858A"/>
            </a:solidFill>
            <a:prstDash val="solid"/>
            <a:tailEnd type="arrow" w="sm" len="sm"/>
          </a:ln>
        </p:spPr>
      </p:cxnSp>
      <p:cxnSp>
        <p:nvCxnSpPr>
          <p:cNvPr id="76" name=""/>
          <p:cNvCxnSpPr>
            <a:stCxn xmlns:a="http://schemas.openxmlformats.org/drawingml/2006/main" id="13" idx="3"/>
            <a:endCxn xmlns:a="http://schemas.openxmlformats.org/drawingml/2006/main" id="16" idx="1"/>
          </p:cNvCxnSpPr>
          <p:nvPr/>
        </p:nvCxnSpPr>
        <p:spPr>
          <a:xfrm xmlns:a="http://schemas.openxmlformats.org/drawingml/2006/main">
            <a:off x="5857875" y="4833938"/>
            <a:ext cx="523875" cy="0"/>
          </a:xfrm>
          <a:prstGeom xmlns:a="http://schemas.openxmlformats.org/drawingml/2006/main" prst="straightConnector1">
            <a:avLst/>
          </a:prstGeom>
          <a:ln xmlns:a="http://schemas.openxmlformats.org/drawingml/2006/main" w="13335">
            <a:solidFill>
              <a:srgbClr val="7A858A"/>
            </a:solidFill>
            <a:prstDash val="solid"/>
            <a:tailEnd type="arrow" w="sm" len="sm"/>
          </a:ln>
        </p:spPr>
      </p:cxnSp>
      <p:cxnSp>
        <p:nvCxnSpPr>
          <p:cNvPr id="77" name=""/>
          <p:cNvCxnSpPr>
            <a:stCxn xmlns:a="http://schemas.openxmlformats.org/drawingml/2006/main" id="16" idx="3"/>
            <a:endCxn xmlns:a="http://schemas.openxmlformats.org/drawingml/2006/main" id="19" idx="1"/>
          </p:cNvCxnSpPr>
          <p:nvPr/>
        </p:nvCxnSpPr>
        <p:spPr>
          <a:xfrm xmlns:a="http://schemas.openxmlformats.org/drawingml/2006/main">
            <a:off x="8763000" y="4833938"/>
            <a:ext cx="523875" cy="0"/>
          </a:xfrm>
          <a:prstGeom xmlns:a="http://schemas.openxmlformats.org/drawingml/2006/main" prst="straightConnector1">
            <a:avLst/>
          </a:prstGeom>
          <a:ln xmlns:a="http://schemas.openxmlformats.org/drawingml/2006/main" w="13335">
            <a:solidFill>
              <a:srgbClr val="7A858A"/>
            </a:solidFill>
            <a:prstDash val="solid"/>
            <a:tailEnd type="arrow" w="sm" len="sm"/>
          </a:ln>
        </p:spPr>
      </p:cxnSp>
      <p:sp>
        <p:nvSpPr>
          <p:cNvPr id="25" name="takeaway-bullet">
            <a:extLst xmlns:a="http://schemas.openxmlformats.org/drawingml/2006/main">
              <a:ext uri="{FF2B5EF4-FFF2-40B4-BE49-F238E27FC236}">
                <a16:creationId xmlns:a16="http://schemas.microsoft.com/office/drawing/2014/main" id="{814040C0-4F30-428E-9AD4-ED95439735E0}"/>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takeaway">
            <a:extLst xmlns:a="http://schemas.openxmlformats.org/drawingml/2006/main">
              <a:ext uri="{FF2B5EF4-FFF2-40B4-BE49-F238E27FC236}">
                <a16:creationId xmlns:a16="http://schemas.microsoft.com/office/drawing/2014/main" id="{996BF2E8-A025-4632-B7E2-2E811FCAEB3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Swarmは係数とEEDFを供給する。2次元分布はCOMSOL保存則の解であり、両者の役割を混同しない。</a:t>
            </a:r>
          </a:p>
        </p:txBody>
      </p:sp>
      <p:sp>
        <p:nvSpPr>
          <p:cNvPr id="27" name="source">
            <a:extLst xmlns:a="http://schemas.openxmlformats.org/drawingml/2006/main">
              <a:ext uri="{FF2B5EF4-FFF2-40B4-BE49-F238E27FC236}">
                <a16:creationId xmlns:a16="http://schemas.microsoft.com/office/drawing/2014/main" id="{08E779FA-0C0C-4A87-978B-37D2A4D2DA2E}"/>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COMSOL plasma model equations and repository mapping: [R13], [R14]</a:t>
            </a:r>
          </a:p>
        </p:txBody>
      </p:sp>
      <p:sp>
        <p:nvSpPr>
          <p:cNvPr id="29" name="footer">
            <a:extLst xmlns:a="http://schemas.openxmlformats.org/drawingml/2006/main">
              <a:ext uri="{FF2B5EF4-FFF2-40B4-BE49-F238E27FC236}">
                <a16:creationId xmlns:a16="http://schemas.microsoft.com/office/drawing/2014/main" id="{39480F1E-40A4-4CD9-9E52-0589AF598BE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0" name="page">
            <a:extLst xmlns:a="http://schemas.openxmlformats.org/drawingml/2006/main">
              <a:ext uri="{FF2B5EF4-FFF2-40B4-BE49-F238E27FC236}">
                <a16:creationId xmlns:a16="http://schemas.microsoft.com/office/drawing/2014/main" id="{618AFA44-062F-4F1E-B5C6-06B5AE45FBD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42</a:t>
            </a:r>
          </a:p>
        </p:txBody>
      </p:sp>
      <p:sp>
        <p:nvSpPr>
          <p:cNvPr id="54" name="section">
            <a:extLst xmlns:a="http://schemas.openxmlformats.org/drawingml/2006/main">
              <a:ext uri="{FF2B5EF4-FFF2-40B4-BE49-F238E27FC236}">
                <a16:creationId xmlns:a16="http://schemas.microsoft.com/office/drawing/2014/main" id="{3634D011-D516-492A-B21B-165BD76AD06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170690405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547628C-492E-4380-B5EC-FEA0B684656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COMSOLへ渡す表と検査項目</a:t>
            </a:r>
          </a:p>
        </p:txBody>
      </p:sp>
      <p:graphicFrame>
        <p:nvGraphicFramePr>
          <p:cNvPr id="14" name=""/>
          <p:cNvGraphicFramePr/>
          <p:nvPr/>
        </p:nvGraphicFramePr>
        <p:xfrm>
          <a:off xmlns:a="http://schemas.openxmlformats.org/drawingml/2006/main" x="457200" y="1381125"/>
          <a:ext xmlns:a="http://schemas.openxmlformats.org/drawingml/2006/main" cx="11287125" cy="3714750"/>
        </p:xfrm>
        <a:graphic xmlns:a="http://schemas.openxmlformats.org/drawingml/2006/main">
          <a:graphicData uri="http://schemas.openxmlformats.org/drawingml/2006/table">
            <a:tbl>
              <a:tblPr/>
              <a:tblGrid>
                <a:gridCol w="2673266"/>
                <a:gridCol w="1841584"/>
                <a:gridCol w="3445543"/>
                <a:gridCol w="3326732"/>
              </a:tblGrid>
              <a:tr h="619125">
                <a:tc>
                  <a:txBody>
                    <a:bodyPr lIns="57150" tIns="47625" rIns="57150" bIns="47625">
                      <a:normAutofit/>
                    </a:bodyPr>
                    <a:lstStyle/>
                    <a:p>
                      <a:pPr algn="l">
                        <a:buNone/>
                      </a:pPr>
                      <a:r>
                        <a:rPr sz="1125" b="1">
                          <a:solidFill>
                            <a:srgbClr val="FFFFFF"/>
                          </a:solidFill>
                          <a:latin typeface="Noto Sans JP"/>
                          <a:ea typeface="Noto Sans JP"/>
                          <a:cs typeface="Noto Sans JP"/>
                        </a:rPr>
                        <a:t>ファイル</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独立変数</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格納する物性</a:t>
                      </a:r>
                    </a:p>
                  </a:txBody>
                  <a:tcPr marL="91440" marR="91440" marT="45720" marB="45720" anchor="ctr">
                    <a:solidFill>
                      <a:srgbClr val="00A6D6"/>
                    </a:solidFill>
                  </a:tcPr>
                </a:tc>
                <a:tc>
                  <a:txBody>
                    <a:bodyPr lIns="57150" tIns="47625" rIns="57150" bIns="47625">
                      <a:normAutofit/>
                    </a:bodyPr>
                    <a:lstStyle/>
                    <a:p>
                      <a:pPr algn="ctr">
                        <a:buNone/>
                      </a:pPr>
                      <a:r>
                        <a:rPr sz="1125" b="1">
                          <a:solidFill>
                            <a:srgbClr val="FFFFFF"/>
                          </a:solidFill>
                          <a:latin typeface="Noto Sans JP"/>
                          <a:ea typeface="Noto Sans JP"/>
                          <a:cs typeface="Noto Sans JP"/>
                        </a:rPr>
                        <a:t>COMSOLへ渡す前の確認</a:t>
                      </a:r>
                    </a:p>
                  </a:txBody>
                  <a:tcPr marL="91440" marR="91440" marT="45720" marB="45720" anchor="ctr">
                    <a:solidFill>
                      <a:srgbClr val="00A6D6"/>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transport_vs_en.csv</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E/N</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μN、DN、エネルギー輸送係数</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定義、単位、対応E/N範囲</a:t>
                      </a:r>
                    </a:p>
                  </a:txBody>
                  <a:tcPr marL="91440" marR="91440" marT="45720" marB="45720" anchor="ctr">
                    <a:solidFill>
                      <a:srgbClr val="FFFFFF"/>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rates_vs_en.csv</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E/N</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反応速度係数 kⱼ、成長率</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反応名、閾値、断面積との対応</a:t>
                      </a:r>
                    </a:p>
                  </a:txBody>
                  <a:tcPr marL="91440" marR="91440" marT="45720" marB="45720" anchor="ctr">
                    <a:solidFill>
                      <a:srgbClr val="F2F3F4"/>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eedf.csv</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ε, E/N</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EEDF p(ε)</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正規化、平均値、高エネルギー上限</a:t>
                      </a:r>
                    </a:p>
                  </a:txBody>
                  <a:tcPr marL="91440" marR="91440" marT="45720" marB="45720" anchor="ctr">
                    <a:solidFill>
                      <a:srgbClr val="FFFFFF"/>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*_vs_mean_energy.csv</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⟨ε⟩</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輸送・反応・EEDF参照表</a:t>
                      </a:r>
                    </a:p>
                  </a:txBody>
                  <a:tcPr marL="91440" marR="91440" marT="45720" marB="45720" anchor="ctr">
                    <a:solidFill>
                      <a:srgbClr val="F2F3F4"/>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単調枝、補間範囲、外挿禁止</a:t>
                      </a:r>
                    </a:p>
                  </a:txBody>
                  <a:tcPr marL="91440" marR="91440" marT="45720" marB="45720" anchor="ctr">
                    <a:solidFill>
                      <a:srgbClr val="F2F3F4"/>
                    </a:solidFill>
                  </a:tcPr>
                </a:tc>
              </a:tr>
              <a:tr h="619125">
                <a:tc>
                  <a:txBody>
                    <a:bodyPr lIns="57150" tIns="47625" rIns="57150" bIns="47625">
                      <a:normAutofit/>
                    </a:bodyPr>
                    <a:lstStyle/>
                    <a:p>
                      <a:pPr algn="l">
                        <a:buNone/>
                      </a:pPr>
                      <a:r>
                        <a:rPr sz="1050" b="1">
                          <a:solidFill>
                            <a:srgbClr val="333333"/>
                          </a:solidFill>
                          <a:latin typeface="Noto Sans JP"/>
                          <a:ea typeface="Noto Sans JP"/>
                          <a:cs typeface="Noto Sans JP"/>
                        </a:rPr>
                        <a:t>manifest.json</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ガス、断面積識別子、単位、手法、採用状態</a:t>
                      </a:r>
                    </a:p>
                  </a:txBody>
                  <a:tcPr marL="91440" marR="91440" marT="45720" marB="45720" anchor="ctr">
                    <a:solidFill>
                      <a:srgbClr val="FFFFFF"/>
                    </a:solidFill>
                  </a:tcPr>
                </a:tc>
                <a:tc>
                  <a:txBody>
                    <a:bodyPr lIns="57150" tIns="47625" rIns="57150" bIns="47625">
                      <a:normAutofit/>
                    </a:bodyPr>
                    <a:lstStyle/>
                    <a:p>
                      <a:pPr algn="ctr">
                        <a:buNone/>
                      </a:pPr>
                      <a:r>
                        <a:rPr sz="1050" b="0">
                          <a:solidFill>
                            <a:srgbClr val="333333"/>
                          </a:solidFill>
                          <a:latin typeface="Noto Sans JP"/>
                          <a:ea typeface="Noto Sans JP"/>
                          <a:cs typeface="Noto Sans JP"/>
                        </a:rPr>
                        <a:t>出典と再現条件</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C68E987-99ED-45A4-B5BF-3AC147256B81}"/>
              </a:ext>
            </a:extLst>
          </p:cNvPr>
          <p:cNvSpPr>
            <a:spLocks xmlns:a="http://schemas.openxmlformats.org/drawingml/2006/main" noGrp="1"/>
          </p:cNvSpPr>
          <p:nvPr/>
        </p:nvSpPr>
        <p:spPr>
          <a:xfrm xmlns:a="http://schemas.openxmlformats.org/drawingml/2006/main">
            <a:off x="762000" y="53816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個別MPHで別に定義するもの</a:t>
            </a:r>
          </a:p>
        </p:txBody>
      </p:sp>
      <p:sp>
        <p:nvSpPr>
          <p:cNvPr id="5" name="">
            <a:extLst xmlns:a="http://schemas.openxmlformats.org/drawingml/2006/main">
              <a:ext uri="{FF2B5EF4-FFF2-40B4-BE49-F238E27FC236}">
                <a16:creationId xmlns:a16="http://schemas.microsoft.com/office/drawing/2014/main" id="{2A5D8CD0-35F1-40A4-81D8-DB8324E71D12}"/>
              </a:ext>
            </a:extLst>
          </p:cNvPr>
          <p:cNvSpPr>
            <a:spLocks xmlns:a="http://schemas.openxmlformats.org/drawingml/2006/main" noGrp="1"/>
          </p:cNvSpPr>
          <p:nvPr/>
        </p:nvSpPr>
        <p:spPr>
          <a:xfrm xmlns:a="http://schemas.openxmlformats.org/drawingml/2006/main">
            <a:off x="3524250" y="5286375"/>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COMSOL変数タグ、反応名、解析ステップ、境界条件、実行条件、出力時刻</a:t>
            </a:r>
          </a:p>
        </p:txBody>
      </p:sp>
      <p:sp>
        <p:nvSpPr>
          <p:cNvPr id="6" name="takeaway-bullet">
            <a:extLst xmlns:a="http://schemas.openxmlformats.org/drawingml/2006/main">
              <a:ext uri="{FF2B5EF4-FFF2-40B4-BE49-F238E27FC236}">
                <a16:creationId xmlns:a16="http://schemas.microsoft.com/office/drawing/2014/main" id="{6FFA8F86-1FD5-475D-B5C3-A54F27374C39}"/>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B2954106-17F5-478D-A631-6BB0EA4C6B3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物性表は装置モデル非依存。個別MPHへの結び付けは別の変数対応表で管理する。</a:t>
            </a:r>
          </a:p>
        </p:txBody>
      </p:sp>
      <p:sp>
        <p:nvSpPr>
          <p:cNvPr id="9" name="footer">
            <a:extLst xmlns:a="http://schemas.openxmlformats.org/drawingml/2006/main">
              <a:ext uri="{FF2B5EF4-FFF2-40B4-BE49-F238E27FC236}">
                <a16:creationId xmlns:a16="http://schemas.microsoft.com/office/drawing/2014/main" id="{5ADCE6DB-99BA-4E3D-800C-5BA01C1AA21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342DD941-F50D-4C20-8849-C5702FC6914C}"/>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43</a:t>
            </a:r>
          </a:p>
        </p:txBody>
      </p:sp>
      <p:sp>
        <p:nvSpPr>
          <p:cNvPr id="12" name="section">
            <a:extLst xmlns:a="http://schemas.openxmlformats.org/drawingml/2006/main">
              <a:ext uri="{FF2B5EF4-FFF2-40B4-BE49-F238E27FC236}">
                <a16:creationId xmlns:a16="http://schemas.microsoft.com/office/drawing/2014/main" id="{0AAE4219-75CE-4D1F-889F-817A4C51EED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192751482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53024C5-BCB7-4267-8DB9-41773A5984D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平均エネルギーからEEDFを参照する表</a:t>
            </a:r>
          </a:p>
        </p:txBody>
      </p:sp>
      <p:sp>
        <p:nvSpPr>
          <p:cNvPr id="3" name="subtitle">
            <a:extLst xmlns:a="http://schemas.openxmlformats.org/drawingml/2006/main">
              <a:ext uri="{FF2B5EF4-FFF2-40B4-BE49-F238E27FC236}">
                <a16:creationId xmlns:a16="http://schemas.microsoft.com/office/drawing/2014/main" id="{CC52A3FD-EEDF-4644-978A-7D7A6E09073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COMSOLの局所平均エネルギーに対応するEEDFを、正規化と一次モーメントを保って補間</a:t>
            </a:r>
          </a:p>
        </p:txBody>
      </p:sp>
      <p:sp>
        <p:nvSpPr>
          <p:cNvPr id="4" name="">
            <a:extLst xmlns:a="http://schemas.openxmlformats.org/drawingml/2006/main">
              <a:ext uri="{FF2B5EF4-FFF2-40B4-BE49-F238E27FC236}">
                <a16:creationId xmlns:a16="http://schemas.microsoft.com/office/drawing/2014/main" id="{A1EE533F-0AA1-4116-B6A1-20B6A100EED5}"/>
              </a:ext>
            </a:extLst>
          </p:cNvPr>
          <p:cNvSpPr>
            <a:spLocks xmlns:a="http://schemas.openxmlformats.org/drawingml/2006/main" noGrp="1"/>
          </p:cNvSpPr>
          <p:nvPr/>
        </p:nvSpPr>
        <p:spPr>
          <a:xfrm xmlns:a="http://schemas.openxmlformats.org/drawingml/2006/main">
            <a:off x="1190625" y="1333500"/>
            <a:ext cx="1143000" cy="6286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参照関数</a:t>
            </a:r>
          </a:p>
        </p:txBody>
      </p:sp>
      <p:sp>
        <p:nvSpPr>
          <p:cNvPr id="5" name="">
            <a:extLst xmlns:a="http://schemas.openxmlformats.org/drawingml/2006/main">
              <a:ext uri="{FF2B5EF4-FFF2-40B4-BE49-F238E27FC236}">
                <a16:creationId xmlns:a16="http://schemas.microsoft.com/office/drawing/2014/main" id="{6A909FFB-A2C7-41FF-819E-D4C49A360897}"/>
              </a:ext>
            </a:extLst>
          </p:cNvPr>
          <p:cNvSpPr>
            <a:spLocks xmlns:a="http://schemas.openxmlformats.org/drawingml/2006/main" noGrp="1"/>
          </p:cNvSpPr>
          <p:nvPr/>
        </p:nvSpPr>
        <p:spPr>
          <a:xfrm xmlns:a="http://schemas.openxmlformats.org/drawingml/2006/main">
            <a:off x="2333625" y="1333500"/>
            <a:ext cx="8667750" cy="6286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p(ε; ū) = interp₂D(ε, ū),    ∫p dε = 1,    ∫εp dε = ū</a:t>
            </a:r>
          </a:p>
        </p:txBody>
      </p:sp>
      <p:sp>
        <p:nvSpPr>
          <p:cNvPr id="6" name="">
            <a:extLst xmlns:a="http://schemas.openxmlformats.org/drawingml/2006/main">
              <a:ext uri="{FF2B5EF4-FFF2-40B4-BE49-F238E27FC236}">
                <a16:creationId xmlns:a16="http://schemas.microsoft.com/office/drawing/2014/main" id="{F80C3809-1727-47C7-9E9C-CE18E4921541}"/>
              </a:ext>
            </a:extLst>
          </p:cNvPr>
          <p:cNvSpPr>
            <a:spLocks xmlns:a="http://schemas.openxmlformats.org/drawingml/2006/main" noGrp="1"/>
          </p:cNvSpPr>
          <p:nvPr/>
        </p:nvSpPr>
        <p:spPr>
          <a:xfrm xmlns:a="http://schemas.openxmlformats.org/drawingml/2006/main">
            <a:off x="857250" y="233362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06440D94-3144-454F-9D7F-8BD549B95C63}"/>
              </a:ext>
            </a:extLst>
          </p:cNvPr>
          <p:cNvSpPr>
            <a:spLocks xmlns:a="http://schemas.openxmlformats.org/drawingml/2006/main" noGrp="1"/>
          </p:cNvSpPr>
          <p:nvPr/>
        </p:nvSpPr>
        <p:spPr>
          <a:xfrm xmlns:a="http://schemas.openxmlformats.org/drawingml/2006/main">
            <a:off x="1428750" y="2190750"/>
            <a:ext cx="285750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00A6D6"/>
            </a:solidFill>
            <a:prstDash val="solid"/>
          </a:ln>
        </p:spPr>
      </p:sp>
      <p:sp>
        <p:nvSpPr>
          <p:cNvPr id="8" name="">
            <a:extLst xmlns:a="http://schemas.openxmlformats.org/drawingml/2006/main">
              <a:ext uri="{FF2B5EF4-FFF2-40B4-BE49-F238E27FC236}">
                <a16:creationId xmlns:a16="http://schemas.microsoft.com/office/drawing/2014/main" id="{5E7DB4C0-7DF8-4559-9D8C-732FB8E8E836}"/>
              </a:ext>
            </a:extLst>
          </p:cNvPr>
          <p:cNvSpPr>
            <a:spLocks xmlns:a="http://schemas.openxmlformats.org/drawingml/2006/main" noGrp="1"/>
          </p:cNvSpPr>
          <p:nvPr/>
        </p:nvSpPr>
        <p:spPr>
          <a:xfrm xmlns:a="http://schemas.openxmlformats.org/drawingml/2006/main">
            <a:off x="1571625" y="2305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計算法ごとの基準EEDF</a:t>
            </a:r>
          </a:p>
        </p:txBody>
      </p:sp>
      <p:sp>
        <p:nvSpPr>
          <p:cNvPr id="9" name="">
            <a:extLst xmlns:a="http://schemas.openxmlformats.org/drawingml/2006/main">
              <a:ext uri="{FF2B5EF4-FFF2-40B4-BE49-F238E27FC236}">
                <a16:creationId xmlns:a16="http://schemas.microsoft.com/office/drawing/2014/main" id="{822B753E-3BCC-45CF-8B04-DA2C70C06EAC}"/>
              </a:ext>
            </a:extLst>
          </p:cNvPr>
          <p:cNvSpPr>
            <a:spLocks xmlns:a="http://schemas.openxmlformats.org/drawingml/2006/main" noGrp="1"/>
          </p:cNvSpPr>
          <p:nvPr/>
        </p:nvSpPr>
        <p:spPr>
          <a:xfrm xmlns:a="http://schemas.openxmlformats.org/drawingml/2006/main">
            <a:off x="1571625" y="2619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共通E/N点で得たp(ε)</a:t>
            </a:r>
          </a:p>
        </p:txBody>
      </p:sp>
      <p:sp>
        <p:nvSpPr>
          <p:cNvPr id="10" name="">
            <a:extLst xmlns:a="http://schemas.openxmlformats.org/drawingml/2006/main">
              <a:ext uri="{FF2B5EF4-FFF2-40B4-BE49-F238E27FC236}">
                <a16:creationId xmlns:a16="http://schemas.microsoft.com/office/drawing/2014/main" id="{9D64E0BD-44C7-4C35-BF0C-8C1190664E6A}"/>
              </a:ext>
            </a:extLst>
          </p:cNvPr>
          <p:cNvSpPr>
            <a:spLocks xmlns:a="http://schemas.openxmlformats.org/drawingml/2006/main" noGrp="1"/>
          </p:cNvSpPr>
          <p:nvPr/>
        </p:nvSpPr>
        <p:spPr>
          <a:xfrm xmlns:a="http://schemas.openxmlformats.org/drawingml/2006/main">
            <a:off x="4762500" y="233362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7EAE35ED-308D-49C2-8553-B66A2D312301}"/>
              </a:ext>
            </a:extLst>
          </p:cNvPr>
          <p:cNvSpPr>
            <a:spLocks xmlns:a="http://schemas.openxmlformats.org/drawingml/2006/main" noGrp="1"/>
          </p:cNvSpPr>
          <p:nvPr/>
        </p:nvSpPr>
        <p:spPr>
          <a:xfrm xmlns:a="http://schemas.openxmlformats.org/drawingml/2006/main">
            <a:off x="5334000" y="2190750"/>
            <a:ext cx="285750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00A6D6"/>
            </a:solidFill>
            <a:prstDash val="solid"/>
          </a:ln>
        </p:spPr>
      </p:sp>
      <p:sp>
        <p:nvSpPr>
          <p:cNvPr id="12" name="">
            <a:extLst xmlns:a="http://schemas.openxmlformats.org/drawingml/2006/main">
              <a:ext uri="{FF2B5EF4-FFF2-40B4-BE49-F238E27FC236}">
                <a16:creationId xmlns:a16="http://schemas.microsoft.com/office/drawing/2014/main" id="{F17A94FF-BC97-4589-BE30-98BB0C632018}"/>
              </a:ext>
            </a:extLst>
          </p:cNvPr>
          <p:cNvSpPr>
            <a:spLocks xmlns:a="http://schemas.openxmlformats.org/drawingml/2006/main" noGrp="1"/>
          </p:cNvSpPr>
          <p:nvPr/>
        </p:nvSpPr>
        <p:spPr>
          <a:xfrm xmlns:a="http://schemas.openxmlformats.org/drawingml/2006/main">
            <a:off x="5476875" y="2305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エネルギー節点を再配置</a:t>
            </a:r>
          </a:p>
        </p:txBody>
      </p:sp>
      <p:sp>
        <p:nvSpPr>
          <p:cNvPr id="13" name="">
            <a:extLst xmlns:a="http://schemas.openxmlformats.org/drawingml/2006/main">
              <a:ext uri="{FF2B5EF4-FFF2-40B4-BE49-F238E27FC236}">
                <a16:creationId xmlns:a16="http://schemas.microsoft.com/office/drawing/2014/main" id="{D32ED41C-18B8-4112-98DF-199D1AC077B6}"/>
              </a:ext>
            </a:extLst>
          </p:cNvPr>
          <p:cNvSpPr>
            <a:spLocks xmlns:a="http://schemas.openxmlformats.org/drawingml/2006/main" noGrp="1"/>
          </p:cNvSpPr>
          <p:nvPr/>
        </p:nvSpPr>
        <p:spPr>
          <a:xfrm xmlns:a="http://schemas.openxmlformats.org/drawingml/2006/main">
            <a:off x="5476875" y="2619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閾値と高エネルギー尾部に節点を追加</a:t>
            </a:r>
          </a:p>
        </p:txBody>
      </p:sp>
      <p:sp>
        <p:nvSpPr>
          <p:cNvPr id="14" name="">
            <a:extLst xmlns:a="http://schemas.openxmlformats.org/drawingml/2006/main">
              <a:ext uri="{FF2B5EF4-FFF2-40B4-BE49-F238E27FC236}">
                <a16:creationId xmlns:a16="http://schemas.microsoft.com/office/drawing/2014/main" id="{A71EE472-106A-4D96-B546-2B7361E78E87}"/>
              </a:ext>
            </a:extLst>
          </p:cNvPr>
          <p:cNvSpPr>
            <a:spLocks xmlns:a="http://schemas.openxmlformats.org/drawingml/2006/main" noGrp="1"/>
          </p:cNvSpPr>
          <p:nvPr/>
        </p:nvSpPr>
        <p:spPr>
          <a:xfrm xmlns:a="http://schemas.openxmlformats.org/drawingml/2006/main">
            <a:off x="8667750" y="2333625"/>
            <a:ext cx="400050" cy="40005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3</a:t>
            </a:r>
          </a:p>
        </p:txBody>
      </p:sp>
      <p:sp>
        <p:nvSpPr>
          <p:cNvPr id="15" name="">
            <a:extLst xmlns:a="http://schemas.openxmlformats.org/drawingml/2006/main">
              <a:ext uri="{FF2B5EF4-FFF2-40B4-BE49-F238E27FC236}">
                <a16:creationId xmlns:a16="http://schemas.microsoft.com/office/drawing/2014/main" id="{12523306-17FC-4F0D-8FFE-CD5AA086903F}"/>
              </a:ext>
            </a:extLst>
          </p:cNvPr>
          <p:cNvSpPr>
            <a:spLocks xmlns:a="http://schemas.openxmlformats.org/drawingml/2006/main" noGrp="1"/>
          </p:cNvSpPr>
          <p:nvPr/>
        </p:nvSpPr>
        <p:spPr>
          <a:xfrm xmlns:a="http://schemas.openxmlformats.org/drawingml/2006/main">
            <a:off x="9239250" y="2190750"/>
            <a:ext cx="285750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6DBB20"/>
            </a:solidFill>
            <a:prstDash val="solid"/>
          </a:ln>
        </p:spPr>
      </p:sp>
      <p:sp>
        <p:nvSpPr>
          <p:cNvPr id="16" name="">
            <a:extLst xmlns:a="http://schemas.openxmlformats.org/drawingml/2006/main">
              <a:ext uri="{FF2B5EF4-FFF2-40B4-BE49-F238E27FC236}">
                <a16:creationId xmlns:a16="http://schemas.microsoft.com/office/drawing/2014/main" id="{FBB2C9F5-4C54-4BF0-8B75-720C6E72DA9E}"/>
              </a:ext>
            </a:extLst>
          </p:cNvPr>
          <p:cNvSpPr>
            <a:spLocks xmlns:a="http://schemas.openxmlformats.org/drawingml/2006/main" noGrp="1"/>
          </p:cNvSpPr>
          <p:nvPr/>
        </p:nvSpPr>
        <p:spPr>
          <a:xfrm xmlns:a="http://schemas.openxmlformats.org/drawingml/2006/main">
            <a:off x="9382125" y="2305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COMSOL用2次元表</a:t>
            </a:r>
          </a:p>
        </p:txBody>
      </p:sp>
      <p:sp>
        <p:nvSpPr>
          <p:cNvPr id="17" name="">
            <a:extLst xmlns:a="http://schemas.openxmlformats.org/drawingml/2006/main">
              <a:ext uri="{FF2B5EF4-FFF2-40B4-BE49-F238E27FC236}">
                <a16:creationId xmlns:a16="http://schemas.microsoft.com/office/drawing/2014/main" id="{49F7CCFF-5F4E-4400-BCB3-A41B17743488}"/>
              </a:ext>
            </a:extLst>
          </p:cNvPr>
          <p:cNvSpPr>
            <a:spLocks xmlns:a="http://schemas.openxmlformats.org/drawingml/2006/main" noGrp="1"/>
          </p:cNvSpPr>
          <p:nvPr/>
        </p:nvSpPr>
        <p:spPr>
          <a:xfrm xmlns:a="http://schemas.openxmlformats.org/drawingml/2006/main">
            <a:off x="9382125" y="2619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ū × ε の参照関数</a:t>
            </a:r>
          </a:p>
        </p:txBody>
      </p:sp>
      <p:cxnSp>
        <p:nvCxnSpPr>
          <p:cNvPr id="62" name=""/>
          <p:cNvCxnSpPr>
            <a:stCxn xmlns:a="http://schemas.openxmlformats.org/drawingml/2006/main" id="7" idx="3"/>
            <a:endCxn xmlns:a="http://schemas.openxmlformats.org/drawingml/2006/main" id="11" idx="1"/>
          </p:cNvCxnSpPr>
          <p:nvPr/>
        </p:nvCxnSpPr>
        <p:spPr>
          <a:xfrm xmlns:a="http://schemas.openxmlformats.org/drawingml/2006/main">
            <a:off x="4286250" y="2619375"/>
            <a:ext cx="1047750" cy="0"/>
          </a:xfrm>
          <a:prstGeom xmlns:a="http://schemas.openxmlformats.org/drawingml/2006/main" prst="straightConnector1">
            <a:avLst/>
          </a:prstGeom>
          <a:ln xmlns:a="http://schemas.openxmlformats.org/drawingml/2006/main" w="12383">
            <a:solidFill>
              <a:srgbClr val="788388"/>
            </a:solidFill>
            <a:prstDash val="solid"/>
            <a:tailEnd type="arrow" w="sm" len="sm"/>
          </a:ln>
        </p:spPr>
      </p:cxnSp>
      <p:cxnSp>
        <p:nvCxnSpPr>
          <p:cNvPr id="63" name=""/>
          <p:cNvCxnSpPr>
            <a:stCxn xmlns:a="http://schemas.openxmlformats.org/drawingml/2006/main" id="11" idx="3"/>
            <a:endCxn xmlns:a="http://schemas.openxmlformats.org/drawingml/2006/main" id="15" idx="1"/>
          </p:cNvCxnSpPr>
          <p:nvPr/>
        </p:nvCxnSpPr>
        <p:spPr>
          <a:xfrm xmlns:a="http://schemas.openxmlformats.org/drawingml/2006/main">
            <a:off x="8191500" y="2619375"/>
            <a:ext cx="1047750" cy="0"/>
          </a:xfrm>
          <a:prstGeom xmlns:a="http://schemas.openxmlformats.org/drawingml/2006/main" prst="straightConnector1">
            <a:avLst/>
          </a:prstGeom>
          <a:ln xmlns:a="http://schemas.openxmlformats.org/drawingml/2006/main" w="12383">
            <a:solidFill>
              <a:srgbClr val="788388"/>
            </a:solidFill>
            <a:prstDash val="solid"/>
            <a:tailEnd type="arrow" w="sm" len="sm"/>
          </a:ln>
        </p:spPr>
      </p:cxnSp>
      <p:graphicFrame>
        <p:nvGraphicFramePr>
          <p:cNvPr id="64" name=""/>
          <p:cNvGraphicFramePr/>
          <p:nvPr/>
        </p:nvGraphicFramePr>
        <p:xfrm>
          <a:off xmlns:a="http://schemas.openxmlformats.org/drawingml/2006/main" x="666750" y="3524250"/>
          <a:ext xmlns:a="http://schemas.openxmlformats.org/drawingml/2006/main" cx="10858500" cy="1952625"/>
        </p:xfrm>
        <a:graphic xmlns:a="http://schemas.openxmlformats.org/drawingml/2006/main">
          <a:graphicData uri="http://schemas.openxmlformats.org/drawingml/2006/table">
            <a:tbl>
              <a:tblPr/>
              <a:tblGrid>
                <a:gridCol w="2025420"/>
                <a:gridCol w="1350280"/>
                <a:gridCol w="1856635"/>
                <a:gridCol w="1575326"/>
                <a:gridCol w="1350280"/>
                <a:gridCol w="2700560"/>
              </a:tblGrid>
              <a:tr h="488156">
                <a:tc>
                  <a:txBody>
                    <a:bodyPr lIns="57150" tIns="47625" rIns="57150" bIns="47625">
                      <a:normAutofit/>
                    </a:bodyPr>
                    <a:lstStyle/>
                    <a:p>
                      <a:pPr algn="l">
                        <a:buNone/>
                      </a:pPr>
                      <a:r>
                        <a:rPr sz="1050" b="1">
                          <a:solidFill>
                            <a:srgbClr val="FFFFFF"/>
                          </a:solidFill>
                          <a:latin typeface="Noto Sans JP"/>
                          <a:ea typeface="Noto Sans JP"/>
                          <a:cs typeface="Noto Sans JP"/>
                        </a:rPr>
                        <a:t>計算法</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E/N基準点</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平均エネルギー点</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エネルギー点</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行数</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最大補間誤差</a:t>
                      </a:r>
                    </a:p>
                  </a:txBody>
                  <a:tcPr marL="91440" marR="91440" marT="45720" marB="45720" anchor="ctr">
                    <a:solidFill>
                      <a:srgbClr val="00A6D6"/>
                    </a:solidFill>
                  </a:tcPr>
                </a:tc>
              </a:tr>
              <a:tr h="488156">
                <a:tc>
                  <a:txBody>
                    <a:bodyPr lIns="57150" tIns="47625" rIns="57150" bIns="47625">
                      <a:normAutofit/>
                    </a:bodyPr>
                    <a:lstStyle/>
                    <a:p>
                      <a:pPr algn="l">
                        <a:buNone/>
                      </a:pPr>
                      <a:r>
                        <a:rPr sz="975" b="1">
                          <a:solidFill>
                            <a:srgbClr val="333333"/>
                          </a:solidFill>
                          <a:latin typeface="Noto Sans JP"/>
                          <a:ea typeface="Noto Sans JP"/>
                          <a:cs typeface="Noto Sans JP"/>
                        </a:rPr>
                        <a:t>two-term</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14</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93</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605</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56,265</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TV 0.495%; 反応速度 0.475%</a:t>
                      </a:r>
                    </a:p>
                  </a:txBody>
                  <a:tcPr marL="91440" marR="91440" marT="45720" marB="45720" anchor="ctr">
                    <a:solidFill>
                      <a:srgbClr val="FFFFFF"/>
                    </a:solidFill>
                  </a:tcPr>
                </a:tc>
              </a:tr>
              <a:tr h="488156">
                <a:tc>
                  <a:txBody>
                    <a:bodyPr lIns="57150" tIns="47625" rIns="57150" bIns="47625">
                      <a:normAutofit/>
                    </a:bodyPr>
                    <a:lstStyle/>
                    <a:p>
                      <a:pPr algn="l">
                        <a:buNone/>
                      </a:pPr>
                      <a:r>
                        <a:rPr sz="975" b="1">
                          <a:solidFill>
                            <a:srgbClr val="333333"/>
                          </a:solidFill>
                          <a:latin typeface="Noto Sans JP"/>
                          <a:ea typeface="Noto Sans JP"/>
                          <a:cs typeface="Noto Sans JP"/>
                        </a:rPr>
                        <a:t>Monte Carlo</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14</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114</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797</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90,858</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TV 0.497%; 反応速度 0.493%</a:t>
                      </a:r>
                    </a:p>
                  </a:txBody>
                  <a:tcPr marL="91440" marR="91440" marT="45720" marB="45720" anchor="ctr">
                    <a:solidFill>
                      <a:srgbClr val="F2F3F4"/>
                    </a:solidFill>
                  </a:tcPr>
                </a:tc>
              </a:tr>
              <a:tr h="488156">
                <a:tc>
                  <a:txBody>
                    <a:bodyPr lIns="57150" tIns="47625" rIns="57150" bIns="47625">
                      <a:normAutofit/>
                    </a:bodyPr>
                    <a:lstStyle/>
                    <a:p>
                      <a:pPr algn="l">
                        <a:buNone/>
                      </a:pPr>
                      <a:r>
                        <a:rPr sz="975" b="1">
                          <a:solidFill>
                            <a:srgbClr val="333333"/>
                          </a:solidFill>
                          <a:latin typeface="Noto Sans JP"/>
                          <a:ea typeface="Noto Sans JP"/>
                          <a:cs typeface="Noto Sans JP"/>
                        </a:rPr>
                        <a:t>propagator P1</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14</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89</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543</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48,327</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TV 0.455%; 反応速度 0.499%</a:t>
                      </a:r>
                    </a:p>
                  </a:txBody>
                  <a:tcPr marL="91440" marR="91440" marT="45720" marB="45720" anchor="ctr">
                    <a:solidFill>
                      <a:srgbClr val="FFFFFF"/>
                    </a:solidFill>
                  </a:tcPr>
                </a:tc>
              </a:tr>
            </a:tbl>
          </a:graphicData>
        </a:graphic>
      </p:graphicFrame>
      <p:sp>
        <p:nvSpPr>
          <p:cNvPr id="21" name="takeaway-bullet">
            <a:extLst xmlns:a="http://schemas.openxmlformats.org/drawingml/2006/main">
              <a:ext uri="{FF2B5EF4-FFF2-40B4-BE49-F238E27FC236}">
                <a16:creationId xmlns:a16="http://schemas.microsoft.com/office/drawing/2014/main" id="{572BF7C0-F19D-4042-9A9D-F1D32EF0A59C}"/>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takeaway">
            <a:extLst xmlns:a="http://schemas.openxmlformats.org/drawingml/2006/main">
              <a:ext uri="{FF2B5EF4-FFF2-40B4-BE49-F238E27FC236}">
                <a16:creationId xmlns:a16="http://schemas.microsoft.com/office/drawing/2014/main" id="{773837D5-B6FB-4943-9327-7E9D62C6BE7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補間誤差を0.5%以下に管理し、計算法の差と表生成の差を分離する。</a:t>
            </a:r>
          </a:p>
        </p:txBody>
      </p:sp>
      <p:sp>
        <p:nvSpPr>
          <p:cNvPr id="24" name="footer">
            <a:extLst xmlns:a="http://schemas.openxmlformats.org/drawingml/2006/main">
              <a:ext uri="{FF2B5EF4-FFF2-40B4-BE49-F238E27FC236}">
                <a16:creationId xmlns:a16="http://schemas.microsoft.com/office/drawing/2014/main" id="{0B3B17BA-DCFD-4D6A-9643-F2696968136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5" name="page">
            <a:extLst xmlns:a="http://schemas.openxmlformats.org/drawingml/2006/main">
              <a:ext uri="{FF2B5EF4-FFF2-40B4-BE49-F238E27FC236}">
                <a16:creationId xmlns:a16="http://schemas.microsoft.com/office/drawing/2014/main" id="{9A0A5604-65A3-4AE8-948B-E623BCC8EF5B}"/>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44</a:t>
            </a:r>
          </a:p>
        </p:txBody>
      </p:sp>
      <p:sp>
        <p:nvSpPr>
          <p:cNvPr id="45" name="section">
            <a:extLst xmlns:a="http://schemas.openxmlformats.org/drawingml/2006/main">
              <a:ext uri="{FF2B5EF4-FFF2-40B4-BE49-F238E27FC236}">
                <a16:creationId xmlns:a16="http://schemas.microsoft.com/office/drawing/2014/main" id="{4B49EB59-7359-4D70-BC47-D99A0E52335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213489198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DBFAF19-9E11-486E-9D93-532D4A37E10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3次元応答曲面 I：EEDF p(ε; E/N)</a:t>
            </a:r>
          </a:p>
        </p:txBody>
      </p:sp>
      <p:sp>
        <p:nvSpPr>
          <p:cNvPr id="3" name="subtitle">
            <a:extLst xmlns:a="http://schemas.openxmlformats.org/drawingml/2006/main">
              <a:ext uri="{FF2B5EF4-FFF2-40B4-BE49-F238E27FC236}">
                <a16:creationId xmlns:a16="http://schemas.microsoft.com/office/drawing/2014/main" id="{EA1F41C6-D577-49D7-AFC2-123579EAC871}"/>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x＝電子エネルギー ε [eV]（線形）、奥行き＝E/N、z＝log₁₀ p(ε)；純Ar・13共通基準点</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52ba5379fde4830"/>
          <a:stretch xmlns:a="http://schemas.openxmlformats.org/drawingml/2006/main"/>
        </p:blipFill>
        <p:spPr>
          <a:xfrm xmlns:a="http://schemas.openxmlformats.org/drawingml/2006/main">
            <a:off x="381000" y="1352550"/>
            <a:ext cx="11430000" cy="4572000"/>
          </a:xfrm>
          <a:prstGeom xmlns:a="http://schemas.openxmlformats.org/drawingml/2006/main" prst="rect">
            <a:avLst/>
          </a:prstGeom>
        </p:spPr>
      </p:pic>
      <p:sp>
        <p:nvSpPr>
          <p:cNvPr id="5" name="takeaway-bullet">
            <a:extLst xmlns:a="http://schemas.openxmlformats.org/drawingml/2006/main">
              <a:ext uri="{FF2B5EF4-FFF2-40B4-BE49-F238E27FC236}">
                <a16:creationId xmlns:a16="http://schemas.microsoft.com/office/drawing/2014/main" id="{2B3617A8-2D55-454B-869A-762B64A2BD34}"/>
              </a:ext>
            </a:extLst>
          </p:cNvPr>
          <p:cNvSpPr>
            <a:spLocks xmlns:a="http://schemas.openxmlformats.org/drawingml/2006/main" noGrp="1"/>
          </p:cNvSpPr>
          <p:nvPr/>
        </p:nvSpPr>
        <p:spPr>
          <a:xfrm xmlns:a="http://schemas.openxmlformats.org/drawingml/2006/main">
            <a:off x="457200" y="59721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E1CA03A3-4EC9-4110-BF1A-C178108C735F}"/>
              </a:ext>
            </a:extLst>
          </p:cNvPr>
          <p:cNvSpPr>
            <a:spLocks xmlns:a="http://schemas.openxmlformats.org/drawingml/2006/main" noGrp="1"/>
          </p:cNvSpPr>
          <p:nvPr/>
        </p:nvSpPr>
        <p:spPr>
          <a:xfrm xmlns:a="http://schemas.openxmlformats.org/drawingml/2006/main">
            <a:off x="647700" y="58483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線形エネルギー軸により、反応閾値とtailの絶対エネルギー範囲を直接読める。</a:t>
            </a:r>
          </a:p>
        </p:txBody>
      </p:sp>
      <p:sp>
        <p:nvSpPr>
          <p:cNvPr id="7" name="source">
            <a:extLst xmlns:a="http://schemas.openxmlformats.org/drawingml/2006/main">
              <a:ext uri="{FF2B5EF4-FFF2-40B4-BE49-F238E27FC236}">
                <a16:creationId xmlns:a16="http://schemas.microsoft.com/office/drawing/2014/main" id="{5CB0C0A3-5F72-4A9E-9C47-5202F39B8262}"/>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pure-Ar EEDF tables, outputs/argon_gec_icp/{two_term,monte_carlo,propagator}_tables*/mixture_0000/eedf.csv</a:t>
            </a:r>
          </a:p>
        </p:txBody>
      </p:sp>
      <p:sp>
        <p:nvSpPr>
          <p:cNvPr id="8" name="section">
            <a:extLst xmlns:a="http://schemas.openxmlformats.org/drawingml/2006/main">
              <a:ext uri="{FF2B5EF4-FFF2-40B4-BE49-F238E27FC236}">
                <a16:creationId xmlns:a16="http://schemas.microsoft.com/office/drawing/2014/main" id="{273A0D16-A551-4ED3-8039-9E4412ECBEE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
        <p:nvSpPr>
          <p:cNvPr id="9" name="footer">
            <a:extLst xmlns:a="http://schemas.openxmlformats.org/drawingml/2006/main">
              <a:ext uri="{FF2B5EF4-FFF2-40B4-BE49-F238E27FC236}">
                <a16:creationId xmlns:a16="http://schemas.microsoft.com/office/drawing/2014/main" id="{BD7E0D22-6062-421F-BB20-13DD67AD4087}"/>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F1DEA1E6-4361-4234-A2CA-A14D3B3A279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45</a:t>
            </a:r>
          </a:p>
        </p:txBody>
      </p:sp>
    </p:spTree>
    <p:extLst>
      <p:ext uri="{BB962C8B-B14F-4D97-AF65-F5344CB8AC3E}">
        <p14:creationId xmlns:p14="http://schemas.microsoft.com/office/powerpoint/2010/main" val="81702258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ECAEF15-3308-4AF2-A581-8222729346A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3次元応答曲面 II：平均エネルギーから参照するEEDF</a:t>
            </a:r>
          </a:p>
        </p:txBody>
      </p:sp>
      <p:sp>
        <p:nvSpPr>
          <p:cNvPr id="3" name="subtitle">
            <a:extLst xmlns:a="http://schemas.openxmlformats.org/drawingml/2006/main">
              <a:ext uri="{FF2B5EF4-FFF2-40B4-BE49-F238E27FC236}">
                <a16:creationId xmlns:a16="http://schemas.microsoft.com/office/drawing/2014/main" id="{6ED9658C-0260-4E5D-9743-016237BD3D68}"/>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x＝電子エネルギー ε [eV]（線形）、奥行き＝平均エネルギー〈ε〉、z＝log₁₀ p(ε)</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af2a5989cf540d3"/>
          <a:stretch xmlns:a="http://schemas.openxmlformats.org/drawingml/2006/main"/>
        </p:blipFill>
        <p:spPr>
          <a:xfrm xmlns:a="http://schemas.openxmlformats.org/drawingml/2006/main">
            <a:off x="381000" y="1352550"/>
            <a:ext cx="11430000" cy="4572000"/>
          </a:xfrm>
          <a:prstGeom xmlns:a="http://schemas.openxmlformats.org/drawingml/2006/main" prst="rect">
            <a:avLst/>
          </a:prstGeom>
        </p:spPr>
      </p:pic>
      <p:sp>
        <p:nvSpPr>
          <p:cNvPr id="5" name="takeaway-bullet">
            <a:extLst xmlns:a="http://schemas.openxmlformats.org/drawingml/2006/main">
              <a:ext uri="{FF2B5EF4-FFF2-40B4-BE49-F238E27FC236}">
                <a16:creationId xmlns:a16="http://schemas.microsoft.com/office/drawing/2014/main" id="{8ED0BDC4-87DA-4A76-9DC5-3634E17627E8}"/>
              </a:ext>
            </a:extLst>
          </p:cNvPr>
          <p:cNvSpPr>
            <a:spLocks xmlns:a="http://schemas.openxmlformats.org/drawingml/2006/main" noGrp="1"/>
          </p:cNvSpPr>
          <p:nvPr/>
        </p:nvSpPr>
        <p:spPr>
          <a:xfrm xmlns:a="http://schemas.openxmlformats.org/drawingml/2006/main">
            <a:off x="457200" y="59721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540959B7-D9BC-4962-8B55-99368FA85088}"/>
              </a:ext>
            </a:extLst>
          </p:cNvPr>
          <p:cNvSpPr>
            <a:spLocks xmlns:a="http://schemas.openxmlformats.org/drawingml/2006/main" noGrp="1"/>
          </p:cNvSpPr>
          <p:nvPr/>
        </p:nvSpPr>
        <p:spPr>
          <a:xfrm xmlns:a="http://schemas.openxmlformats.org/drawingml/2006/main">
            <a:off x="647700" y="58483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COMSOLは局所平均エネルギーで曲面を切り出す。各切断面の正規化・一次モーメント・反応速度を同時に監査する。</a:t>
            </a:r>
          </a:p>
        </p:txBody>
      </p:sp>
      <p:sp>
        <p:nvSpPr>
          <p:cNvPr id="7" name="source">
            <a:extLst xmlns:a="http://schemas.openxmlformats.org/drawingml/2006/main">
              <a:ext uri="{FF2B5EF4-FFF2-40B4-BE49-F238E27FC236}">
                <a16:creationId xmlns:a16="http://schemas.microsoft.com/office/drawing/2014/main" id="{3F18BC62-DA56-49C8-BB8D-5516843C14B1}"/>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pure-Ar EEDF tables, outputs/argon_gec_icp/{two_term,monte_carlo,propagator}_tables*/mixture_0000/eedf.csv</a:t>
            </a:r>
          </a:p>
        </p:txBody>
      </p:sp>
      <p:sp>
        <p:nvSpPr>
          <p:cNvPr id="8" name="section">
            <a:extLst xmlns:a="http://schemas.openxmlformats.org/drawingml/2006/main">
              <a:ext uri="{FF2B5EF4-FFF2-40B4-BE49-F238E27FC236}">
                <a16:creationId xmlns:a16="http://schemas.microsoft.com/office/drawing/2014/main" id="{F5719E00-33E7-4CA3-B384-D89895ED893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
        <p:nvSpPr>
          <p:cNvPr id="9" name="footer">
            <a:extLst xmlns:a="http://schemas.openxmlformats.org/drawingml/2006/main">
              <a:ext uri="{FF2B5EF4-FFF2-40B4-BE49-F238E27FC236}">
                <a16:creationId xmlns:a16="http://schemas.microsoft.com/office/drawing/2014/main" id="{0BC9643D-FAD7-4639-B2AE-6CC94E35E95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A76CF227-DE7A-4247-AC0C-28C928741A5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46</a:t>
            </a:r>
          </a:p>
        </p:txBody>
      </p:sp>
    </p:spTree>
    <p:extLst>
      <p:ext uri="{BB962C8B-B14F-4D97-AF65-F5344CB8AC3E}">
        <p14:creationId xmlns:p14="http://schemas.microsoft.com/office/powerpoint/2010/main" val="187464863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2DFD36A-B808-4ED0-92DB-725C1705C476}"/>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色は</a:t>
            </a:r>
            <a:r>
              <a:rPr sz="1275" b="0" i="0">
                <a:solidFill>
                  <a:srgbClr val="008DB6"/>
                </a:solidFill>
                <a:latin typeface="Noto Sans JP"/>
                <a:ea typeface="Noto Sans JP"/>
                <a:cs typeface="Noto Sans JP"/>
              </a:rPr>
              <a:t>標準COMSOL</a:t>
            </a:r>
            <a:r>
              <a:rPr sz="1275" b="0" i="0">
                <a:solidFill>
                  <a:srgbClr val="008DB6"/>
                </a:solidFill>
                <a:latin typeface="Noto Sans JP"/>
                <a:ea typeface="Noto Sans JP"/>
                <a:cs typeface="Noto Sans JP"/>
              </a:rPr>
              <a:t>のRF吸収密度。外形は共通時刻</a:t>
            </a:r>
            <a:r>
              <a:rPr sz="1275" b="0" i="0">
                <a:solidFill>
                  <a:srgbClr val="008DB6"/>
                </a:solidFill>
                <a:latin typeface="Noto Sans JP"/>
                <a:ea typeface="Noto Sans JP"/>
                <a:cs typeface="Noto Sans JP"/>
              </a:rPr>
              <a:t>出力結果</a:t>
            </a:r>
            <a:r>
              <a:rPr sz="1275" b="0" i="0">
                <a:solidFill>
                  <a:srgbClr val="008DB6"/>
                </a:solidFill>
                <a:latin typeface="Noto Sans JP"/>
                <a:ea typeface="Noto Sans JP"/>
                <a:cs typeface="Noto Sans JP"/>
              </a:rPr>
              <a:t>の計算領域</a:t>
            </a:r>
          </a:p>
        </p:txBody>
      </p:sp>
      <p:sp>
        <p:nvSpPr>
          <p:cNvPr id="7" name="">
            <a:extLst xmlns:a="http://schemas.openxmlformats.org/drawingml/2006/main">
              <a:ext uri="{FF2B5EF4-FFF2-40B4-BE49-F238E27FC236}">
                <a16:creationId xmlns:a16="http://schemas.microsoft.com/office/drawing/2014/main" id="{0B38ECB6-4EFB-404A-AAC5-71FA28FD104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2321377E-F5EA-415C-B75D-4613FE3A431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47</a:t>
            </a:r>
          </a:p>
        </p:txBody>
      </p:sp>
      <p:sp>
        <p:nvSpPr>
          <p:cNvPr id="9" name="">
            <a:extLst xmlns:a="http://schemas.openxmlformats.org/drawingml/2006/main">
              <a:ext uri="{FF2B5EF4-FFF2-40B4-BE49-F238E27FC236}">
                <a16:creationId xmlns:a16="http://schemas.microsoft.com/office/drawing/2014/main" id="{561628FA-8B77-4FBB-A05D-F67ABCF5A95C}"/>
              </a:ext>
            </a:extLst>
          </p:cNvPr>
          <p:cNvSpPr>
            <a:spLocks xmlns:a="http://schemas.openxmlformats.org/drawingml/2006/main" noGrp="1"/>
          </p:cNvSpPr>
          <p:nvPr/>
        </p:nvSpPr>
        <p:spPr>
          <a:xfrm xmlns:a="http://schemas.openxmlformats.org/drawingml/2006/main">
            <a:off x="552450" y="1295400"/>
            <a:ext cx="490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 Qrh（t = 1 ms）</a:t>
            </a:r>
          </a:p>
        </p:txBody>
      </p:sp>
      <p:sp>
        <p:nvSpPr>
          <p:cNvPr id="10" name="">
            <a:extLst xmlns:a="http://schemas.openxmlformats.org/drawingml/2006/main">
              <a:ext uri="{FF2B5EF4-FFF2-40B4-BE49-F238E27FC236}">
                <a16:creationId xmlns:a16="http://schemas.microsoft.com/office/drawing/2014/main" id="{26747A3A-64D9-4CB3-B503-CF19F34D9B8B}"/>
              </a:ext>
            </a:extLst>
          </p:cNvPr>
          <p:cNvSpPr>
            <a:spLocks xmlns:a="http://schemas.openxmlformats.org/drawingml/2006/main" noGrp="1"/>
          </p:cNvSpPr>
          <p:nvPr/>
        </p:nvSpPr>
        <p:spPr>
          <a:xfrm xmlns:a="http://schemas.openxmlformats.org/drawingml/2006/main">
            <a:off x="1281113" y="1571625"/>
            <a:ext cx="3581400" cy="268605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89" name=""/>
          <p:cNvPicPr>
            <a:picLocks xmlns:a="http://schemas.openxmlformats.org/drawingml/2006/main" noChangeAspect="1"/>
          </p:cNvPicPr>
          <p:nvPr/>
        </p:nvPicPr>
        <p:blipFill>
          <a:blip xmlns:r="http://schemas.openxmlformats.org/officeDocument/2006/relationships" xmlns:a="http://schemas.openxmlformats.org/drawingml/2006/main" r:embed="R2fa4a9c07cfa4b53"/>
          <a:stretch xmlns:a="http://schemas.openxmlformats.org/drawingml/2006/main"/>
        </p:blipFill>
        <p:spPr>
          <a:xfrm xmlns:a="http://schemas.openxmlformats.org/drawingml/2006/main">
            <a:off x="1281113" y="1571625"/>
            <a:ext cx="3581400" cy="2686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AC0E299-C1A1-4D87-862F-325B2B15B151}"/>
              </a:ext>
            </a:extLst>
          </p:cNvPr>
          <p:cNvSpPr>
            <a:spLocks xmlns:a="http://schemas.openxmlformats.org/drawingml/2006/main" noGrp="1"/>
          </p:cNvSpPr>
          <p:nvPr/>
        </p:nvSpPr>
        <p:spPr>
          <a:xfrm xmlns:a="http://schemas.openxmlformats.org/drawingml/2006/main">
            <a:off x="1281113"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17F4F52B-A43D-44E0-9100-304514714E9A}"/>
              </a:ext>
            </a:extLst>
          </p:cNvPr>
          <p:cNvSpPr>
            <a:spLocks xmlns:a="http://schemas.openxmlformats.org/drawingml/2006/main" noGrp="1"/>
          </p:cNvSpPr>
          <p:nvPr/>
        </p:nvSpPr>
        <p:spPr>
          <a:xfrm xmlns:a="http://schemas.openxmlformats.org/drawingml/2006/main">
            <a:off x="1157288"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F70BD949-C190-461E-9302-2D4FD36AF79D}"/>
              </a:ext>
            </a:extLst>
          </p:cNvPr>
          <p:cNvSpPr>
            <a:spLocks xmlns:a="http://schemas.openxmlformats.org/drawingml/2006/main" noGrp="1"/>
          </p:cNvSpPr>
          <p:nvPr/>
        </p:nvSpPr>
        <p:spPr>
          <a:xfrm xmlns:a="http://schemas.openxmlformats.org/drawingml/2006/main">
            <a:off x="2560184"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1EE7ECB7-24B1-4A9D-A5E0-F0AC9118F350}"/>
              </a:ext>
            </a:extLst>
          </p:cNvPr>
          <p:cNvSpPr>
            <a:spLocks xmlns:a="http://schemas.openxmlformats.org/drawingml/2006/main" noGrp="1"/>
          </p:cNvSpPr>
          <p:nvPr/>
        </p:nvSpPr>
        <p:spPr>
          <a:xfrm xmlns:a="http://schemas.openxmlformats.org/drawingml/2006/main">
            <a:off x="2436359"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7A90AA44-024D-4287-9BEC-3F0E7E933373}"/>
              </a:ext>
            </a:extLst>
          </p:cNvPr>
          <p:cNvSpPr>
            <a:spLocks xmlns:a="http://schemas.openxmlformats.org/drawingml/2006/main" noGrp="1"/>
          </p:cNvSpPr>
          <p:nvPr/>
        </p:nvSpPr>
        <p:spPr>
          <a:xfrm xmlns:a="http://schemas.openxmlformats.org/drawingml/2006/main">
            <a:off x="3839255"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9FF0FBC1-49C6-4976-82B3-86934F110B23}"/>
              </a:ext>
            </a:extLst>
          </p:cNvPr>
          <p:cNvSpPr>
            <a:spLocks xmlns:a="http://schemas.openxmlformats.org/drawingml/2006/main" noGrp="1"/>
          </p:cNvSpPr>
          <p:nvPr/>
        </p:nvSpPr>
        <p:spPr>
          <a:xfrm xmlns:a="http://schemas.openxmlformats.org/drawingml/2006/main">
            <a:off x="3715430"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2814B4E4-9104-46CE-9070-FD1DF2A726C3}"/>
              </a:ext>
            </a:extLst>
          </p:cNvPr>
          <p:cNvSpPr>
            <a:spLocks xmlns:a="http://schemas.openxmlformats.org/drawingml/2006/main" noGrp="1"/>
          </p:cNvSpPr>
          <p:nvPr/>
        </p:nvSpPr>
        <p:spPr>
          <a:xfrm xmlns:a="http://schemas.openxmlformats.org/drawingml/2006/main">
            <a:off x="4862513"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8AA1E678-3275-429B-8AA6-FF979E5F85CD}"/>
              </a:ext>
            </a:extLst>
          </p:cNvPr>
          <p:cNvSpPr>
            <a:spLocks xmlns:a="http://schemas.openxmlformats.org/drawingml/2006/main" noGrp="1"/>
          </p:cNvSpPr>
          <p:nvPr/>
        </p:nvSpPr>
        <p:spPr>
          <a:xfrm xmlns:a="http://schemas.openxmlformats.org/drawingml/2006/main">
            <a:off x="4738688"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981C959C-0652-4BF8-81BE-B3806CF7AFC3}"/>
              </a:ext>
            </a:extLst>
          </p:cNvPr>
          <p:cNvSpPr>
            <a:spLocks xmlns:a="http://schemas.openxmlformats.org/drawingml/2006/main" noGrp="1"/>
          </p:cNvSpPr>
          <p:nvPr/>
        </p:nvSpPr>
        <p:spPr>
          <a:xfrm xmlns:a="http://schemas.openxmlformats.org/drawingml/2006/main">
            <a:off x="1233488" y="425767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9A193AE1-8C66-4794-86B8-5AB8E03492BE}"/>
              </a:ext>
            </a:extLst>
          </p:cNvPr>
          <p:cNvSpPr>
            <a:spLocks xmlns:a="http://schemas.openxmlformats.org/drawingml/2006/main" noGrp="1"/>
          </p:cNvSpPr>
          <p:nvPr/>
        </p:nvSpPr>
        <p:spPr>
          <a:xfrm xmlns:a="http://schemas.openxmlformats.org/drawingml/2006/main">
            <a:off x="919163" y="41910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5E72F587-43D6-4C49-B43F-85936BD0ECE1}"/>
              </a:ext>
            </a:extLst>
          </p:cNvPr>
          <p:cNvSpPr>
            <a:spLocks xmlns:a="http://schemas.openxmlformats.org/drawingml/2006/main" noGrp="1"/>
          </p:cNvSpPr>
          <p:nvPr/>
        </p:nvSpPr>
        <p:spPr>
          <a:xfrm xmlns:a="http://schemas.openxmlformats.org/drawingml/2006/main">
            <a:off x="1233488" y="3618139"/>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AC5BCB55-3193-4526-8F36-8ECFA4C38378}"/>
              </a:ext>
            </a:extLst>
          </p:cNvPr>
          <p:cNvSpPr>
            <a:spLocks xmlns:a="http://schemas.openxmlformats.org/drawingml/2006/main" noGrp="1"/>
          </p:cNvSpPr>
          <p:nvPr/>
        </p:nvSpPr>
        <p:spPr>
          <a:xfrm xmlns:a="http://schemas.openxmlformats.org/drawingml/2006/main">
            <a:off x="919163" y="3551464"/>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ADCBD90E-1130-4504-934C-C36F4F1C98A5}"/>
              </a:ext>
            </a:extLst>
          </p:cNvPr>
          <p:cNvSpPr>
            <a:spLocks xmlns:a="http://schemas.openxmlformats.org/drawingml/2006/main" noGrp="1"/>
          </p:cNvSpPr>
          <p:nvPr/>
        </p:nvSpPr>
        <p:spPr>
          <a:xfrm xmlns:a="http://schemas.openxmlformats.org/drawingml/2006/main">
            <a:off x="1233488" y="2594882"/>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16F30FE6-1DB5-4780-80F5-FF20F9203678}"/>
              </a:ext>
            </a:extLst>
          </p:cNvPr>
          <p:cNvSpPr>
            <a:spLocks xmlns:a="http://schemas.openxmlformats.org/drawingml/2006/main" noGrp="1"/>
          </p:cNvSpPr>
          <p:nvPr/>
        </p:nvSpPr>
        <p:spPr>
          <a:xfrm xmlns:a="http://schemas.openxmlformats.org/drawingml/2006/main">
            <a:off x="919163" y="2528207"/>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62A6D24B-D0DC-41FA-A487-8C41D61967DC}"/>
              </a:ext>
            </a:extLst>
          </p:cNvPr>
          <p:cNvSpPr>
            <a:spLocks xmlns:a="http://schemas.openxmlformats.org/drawingml/2006/main" noGrp="1"/>
          </p:cNvSpPr>
          <p:nvPr/>
        </p:nvSpPr>
        <p:spPr>
          <a:xfrm xmlns:a="http://schemas.openxmlformats.org/drawingml/2006/main">
            <a:off x="1233488"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6D7D84E7-97B9-4902-9071-A003BA196D84}"/>
              </a:ext>
            </a:extLst>
          </p:cNvPr>
          <p:cNvSpPr>
            <a:spLocks xmlns:a="http://schemas.openxmlformats.org/drawingml/2006/main" noGrp="1"/>
          </p:cNvSpPr>
          <p:nvPr/>
        </p:nvSpPr>
        <p:spPr>
          <a:xfrm xmlns:a="http://schemas.openxmlformats.org/drawingml/2006/main">
            <a:off x="919163"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1CA6017F-01F6-43C5-A948-13B646789C13}"/>
              </a:ext>
            </a:extLst>
          </p:cNvPr>
          <p:cNvSpPr>
            <a:spLocks xmlns:a="http://schemas.openxmlformats.org/drawingml/2006/main" noGrp="1"/>
          </p:cNvSpPr>
          <p:nvPr/>
        </p:nvSpPr>
        <p:spPr>
          <a:xfrm xmlns:a="http://schemas.openxmlformats.org/drawingml/2006/main">
            <a:off x="2738438" y="4448175"/>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ADA2ED12-8DEE-482E-B53B-CBCC0DBD7C8A}"/>
              </a:ext>
            </a:extLst>
          </p:cNvPr>
          <p:cNvSpPr>
            <a:spLocks xmlns:a="http://schemas.openxmlformats.org/drawingml/2006/main" noGrp="1"/>
          </p:cNvSpPr>
          <p:nvPr/>
        </p:nvSpPr>
        <p:spPr>
          <a:xfrm xmlns:a="http://schemas.openxmlformats.org/drawingml/2006/main">
            <a:off x="323850" y="28289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B75FA902-058C-4246-A00D-BBFD6DBBE998}"/>
              </a:ext>
            </a:extLst>
          </p:cNvPr>
          <p:cNvSpPr>
            <a:spLocks xmlns:a="http://schemas.openxmlformats.org/drawingml/2006/main" noGrp="1"/>
          </p:cNvSpPr>
          <p:nvPr/>
        </p:nvSpPr>
        <p:spPr>
          <a:xfrm xmlns:a="http://schemas.openxmlformats.org/drawingml/2006/main">
            <a:off x="1920382" y="2613560"/>
            <a:ext cx="152400" cy="152400"/>
          </a:xfrm>
          <a:prstGeom xmlns:a="http://schemas.openxmlformats.org/drawingml/2006/main" prst="ellipse">
            <a:avLst/>
          </a:prstGeom>
          <a:noFill xmlns:a="http://schemas.openxmlformats.org/drawingml/2006/main"/>
          <a:ln xmlns:a="http://schemas.openxmlformats.org/drawingml/2006/main" w="23813">
            <a:solidFill>
              <a:srgbClr val="D43C3C"/>
            </a:solidFill>
            <a:prstDash val="solid"/>
          </a:ln>
        </p:spPr>
      </p:sp>
      <p:sp>
        <p:nvSpPr>
          <p:cNvPr id="31" name="">
            <a:extLst xmlns:a="http://schemas.openxmlformats.org/drawingml/2006/main">
              <a:ext uri="{FF2B5EF4-FFF2-40B4-BE49-F238E27FC236}">
                <a16:creationId xmlns:a16="http://schemas.microsoft.com/office/drawing/2014/main" id="{A2F0EA10-222D-4B2A-B25C-043091EFCE6F}"/>
              </a:ext>
            </a:extLst>
          </p:cNvPr>
          <p:cNvSpPr>
            <a:spLocks xmlns:a="http://schemas.openxmlformats.org/drawingml/2006/main" noGrp="1"/>
          </p:cNvSpPr>
          <p:nvPr/>
        </p:nvSpPr>
        <p:spPr>
          <a:xfrm xmlns:a="http://schemas.openxmlformats.org/drawingml/2006/main">
            <a:off x="1253632" y="1714500"/>
            <a:ext cx="14859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43C3C"/>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013" b="1" i="0">
                <a:solidFill>
                  <a:srgbClr val="D43C3C"/>
                </a:solidFill>
                <a:latin typeface="Noto Sans JP"/>
                <a:ea typeface="Noto Sans JP"/>
                <a:cs typeface="Noto Sans JP"/>
              </a:defRPr>
            </a:pPr>
            <a:r>
              <a:rPr sz="1013" b="1" i="0">
                <a:solidFill>
                  <a:srgbClr val="D43C3C"/>
                </a:solidFill>
                <a:latin typeface="Noto Sans JP"/>
                <a:ea typeface="Noto Sans JP"/>
                <a:cs typeface="Noto Sans JP"/>
              </a:rPr>
              <a:t>RF吸収ピーク</a:t>
            </a:r>
          </a:p>
          <a:p xmlns:a="http://schemas.openxmlformats.org/drawingml/2006/main">
            <a:pPr algn="ctr">
              <a:lnSpc>
                <a:spcPct val="105000"/>
              </a:lnSpc>
              <a:buNone/>
              <a:defRPr sz="1013" b="1" i="0">
                <a:solidFill>
                  <a:srgbClr val="D43C3C"/>
                </a:solidFill>
                <a:latin typeface="Noto Sans JP"/>
                <a:ea typeface="Noto Sans JP"/>
                <a:cs typeface="Noto Sans JP"/>
              </a:defRPr>
            </a:pPr>
            <a:r>
              <a:rPr sz="1013" b="1" i="0">
                <a:solidFill>
                  <a:srgbClr val="D43C3C"/>
                </a:solidFill>
                <a:latin typeface="Noto Sans JP"/>
                <a:ea typeface="Noto Sans JP"/>
                <a:cs typeface="Noto Sans JP"/>
              </a:rPr>
              <a:t>2.29e+7 W m⁻³</a:t>
            </a:r>
          </a:p>
        </p:txBody>
      </p:sp>
      <p:cxnSp>
        <p:nvCxnSpPr>
          <p:cNvPr id="210" name=""/>
          <p:cNvCxnSpPr>
            <a:stCxn xmlns:a="http://schemas.openxmlformats.org/drawingml/2006/main" id="31" idx="2"/>
            <a:endCxn xmlns:a="http://schemas.openxmlformats.org/drawingml/2006/main" id="30" idx="0"/>
          </p:cNvCxnSpPr>
          <p:nvPr/>
        </p:nvCxnSpPr>
        <p:spPr>
          <a:xfrm xmlns:a="http://schemas.openxmlformats.org/drawingml/2006/main">
            <a:off x="1996582" y="2133600"/>
            <a:ext cx="0" cy="479960"/>
          </a:xfrm>
          <a:prstGeom xmlns:a="http://schemas.openxmlformats.org/drawingml/2006/main" prst="straightConnector1">
            <a:avLst/>
          </a:prstGeom>
          <a:ln xmlns:a="http://schemas.openxmlformats.org/drawingml/2006/main" w="14288">
            <a:solidFill>
              <a:srgbClr val="D43C3C"/>
            </a:solidFill>
            <a:prstDash val="solid"/>
            <a:tailEnd type="arrow" w="med" len="med"/>
          </a:ln>
        </p:spPr>
      </p:cxnSp>
      <p:sp>
        <p:nvSpPr>
          <p:cNvPr id="33" name="">
            <a:extLst xmlns:a="http://schemas.openxmlformats.org/drawingml/2006/main">
              <a:ext uri="{FF2B5EF4-FFF2-40B4-BE49-F238E27FC236}">
                <a16:creationId xmlns:a16="http://schemas.microsoft.com/office/drawing/2014/main" id="{121E0D74-2360-4BFB-92BC-7790F9EEB1E8}"/>
              </a:ext>
            </a:extLst>
          </p:cNvPr>
          <p:cNvSpPr>
            <a:spLocks xmlns:a="http://schemas.openxmlformats.org/drawingml/2006/main" noGrp="1"/>
          </p:cNvSpPr>
          <p:nvPr/>
        </p:nvSpPr>
        <p:spPr>
          <a:xfrm xmlns:a="http://schemas.openxmlformats.org/drawingml/2006/main">
            <a:off x="400050" y="338137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900" b="1" i="0">
                <a:solidFill>
                  <a:srgbClr val="211441"/>
                </a:solidFill>
                <a:latin typeface="Noto Sans JP"/>
                <a:ea typeface="Noto Sans JP"/>
                <a:cs typeface="Noto Sans JP"/>
              </a:defRPr>
            </a:pPr>
            <a:r>
              <a:rPr sz="900" b="1" i="0">
                <a:solidFill>
                  <a:srgbClr val="211441"/>
                </a:solidFill>
                <a:latin typeface="Noto Sans JP"/>
                <a:ea typeface="Noto Sans JP"/>
                <a:cs typeface="Noto Sans JP"/>
              </a:rPr>
              <a:t>r = 0 回転軸</a:t>
            </a:r>
          </a:p>
        </p:txBody>
      </p:sp>
      <p:sp>
        <p:nvSpPr>
          <p:cNvPr id="34" name="">
            <a:extLst xmlns:a="http://schemas.openxmlformats.org/drawingml/2006/main">
              <a:ext uri="{FF2B5EF4-FFF2-40B4-BE49-F238E27FC236}">
                <a16:creationId xmlns:a16="http://schemas.microsoft.com/office/drawing/2014/main" id="{F8A65E18-575F-4FB7-9E24-EA8D4B7F240D}"/>
              </a:ext>
            </a:extLst>
          </p:cNvPr>
          <p:cNvSpPr>
            <a:spLocks xmlns:a="http://schemas.openxmlformats.org/drawingml/2006/main" noGrp="1"/>
          </p:cNvSpPr>
          <p:nvPr/>
        </p:nvSpPr>
        <p:spPr>
          <a:xfrm xmlns:a="http://schemas.openxmlformats.org/drawingml/2006/main">
            <a:off x="1352550" y="4905375"/>
            <a:ext cx="52923"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A83FFA9-A575-405C-8999-F782F19B49D4}"/>
              </a:ext>
            </a:extLst>
          </p:cNvPr>
          <p:cNvSpPr>
            <a:spLocks xmlns:a="http://schemas.openxmlformats.org/drawingml/2006/main" noGrp="1"/>
          </p:cNvSpPr>
          <p:nvPr/>
        </p:nvSpPr>
        <p:spPr>
          <a:xfrm xmlns:a="http://schemas.openxmlformats.org/drawingml/2006/main">
            <a:off x="1401663" y="4905375"/>
            <a:ext cx="52923"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9DD20A1-EB23-43F2-8DBE-8841E388496D}"/>
              </a:ext>
            </a:extLst>
          </p:cNvPr>
          <p:cNvSpPr>
            <a:spLocks xmlns:a="http://schemas.openxmlformats.org/drawingml/2006/main" noGrp="1"/>
          </p:cNvSpPr>
          <p:nvPr/>
        </p:nvSpPr>
        <p:spPr>
          <a:xfrm xmlns:a="http://schemas.openxmlformats.org/drawingml/2006/main">
            <a:off x="1450777" y="4905375"/>
            <a:ext cx="52923"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21F9439-FA43-4EA1-BCF0-577F1A5DDD7F}"/>
              </a:ext>
            </a:extLst>
          </p:cNvPr>
          <p:cNvSpPr>
            <a:spLocks xmlns:a="http://schemas.openxmlformats.org/drawingml/2006/main" noGrp="1"/>
          </p:cNvSpPr>
          <p:nvPr/>
        </p:nvSpPr>
        <p:spPr>
          <a:xfrm xmlns:a="http://schemas.openxmlformats.org/drawingml/2006/main">
            <a:off x="1499890" y="4905375"/>
            <a:ext cx="52923"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731AA9E-4CDA-4270-8AE9-B94986F04D4A}"/>
              </a:ext>
            </a:extLst>
          </p:cNvPr>
          <p:cNvSpPr>
            <a:spLocks xmlns:a="http://schemas.openxmlformats.org/drawingml/2006/main" noGrp="1"/>
          </p:cNvSpPr>
          <p:nvPr/>
        </p:nvSpPr>
        <p:spPr>
          <a:xfrm xmlns:a="http://schemas.openxmlformats.org/drawingml/2006/main">
            <a:off x="1549003" y="4905375"/>
            <a:ext cx="52923"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03CDBCA-94B8-437E-BF3B-CB3DDD42095F}"/>
              </a:ext>
            </a:extLst>
          </p:cNvPr>
          <p:cNvSpPr>
            <a:spLocks xmlns:a="http://schemas.openxmlformats.org/drawingml/2006/main" noGrp="1"/>
          </p:cNvSpPr>
          <p:nvPr/>
        </p:nvSpPr>
        <p:spPr>
          <a:xfrm xmlns:a="http://schemas.openxmlformats.org/drawingml/2006/main">
            <a:off x="1598116" y="4905375"/>
            <a:ext cx="52923"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E2394B9-97E0-47EF-B5EF-ECF2EE02F577}"/>
              </a:ext>
            </a:extLst>
          </p:cNvPr>
          <p:cNvSpPr>
            <a:spLocks xmlns:a="http://schemas.openxmlformats.org/drawingml/2006/main" noGrp="1"/>
          </p:cNvSpPr>
          <p:nvPr/>
        </p:nvSpPr>
        <p:spPr>
          <a:xfrm xmlns:a="http://schemas.openxmlformats.org/drawingml/2006/main">
            <a:off x="1647230" y="4905375"/>
            <a:ext cx="52923"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8C83DF3-6E31-44DF-B407-B4AF83F606D0}"/>
              </a:ext>
            </a:extLst>
          </p:cNvPr>
          <p:cNvSpPr>
            <a:spLocks xmlns:a="http://schemas.openxmlformats.org/drawingml/2006/main" noGrp="1"/>
          </p:cNvSpPr>
          <p:nvPr/>
        </p:nvSpPr>
        <p:spPr>
          <a:xfrm xmlns:a="http://schemas.openxmlformats.org/drawingml/2006/main">
            <a:off x="1696343" y="4905375"/>
            <a:ext cx="52923"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255BB46-9684-4E72-B92C-EA5F87E3441A}"/>
              </a:ext>
            </a:extLst>
          </p:cNvPr>
          <p:cNvSpPr>
            <a:spLocks xmlns:a="http://schemas.openxmlformats.org/drawingml/2006/main" noGrp="1"/>
          </p:cNvSpPr>
          <p:nvPr/>
        </p:nvSpPr>
        <p:spPr>
          <a:xfrm xmlns:a="http://schemas.openxmlformats.org/drawingml/2006/main">
            <a:off x="1745456" y="4905375"/>
            <a:ext cx="52923"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81F2440-CC6C-4643-A04A-2211E2F8885E}"/>
              </a:ext>
            </a:extLst>
          </p:cNvPr>
          <p:cNvSpPr>
            <a:spLocks xmlns:a="http://schemas.openxmlformats.org/drawingml/2006/main" noGrp="1"/>
          </p:cNvSpPr>
          <p:nvPr/>
        </p:nvSpPr>
        <p:spPr>
          <a:xfrm xmlns:a="http://schemas.openxmlformats.org/drawingml/2006/main">
            <a:off x="1794570" y="4905375"/>
            <a:ext cx="52923"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AFBB485-3AE1-4AC0-83E4-1EC4CFE2A8DF}"/>
              </a:ext>
            </a:extLst>
          </p:cNvPr>
          <p:cNvSpPr>
            <a:spLocks xmlns:a="http://schemas.openxmlformats.org/drawingml/2006/main" noGrp="1"/>
          </p:cNvSpPr>
          <p:nvPr/>
        </p:nvSpPr>
        <p:spPr>
          <a:xfrm xmlns:a="http://schemas.openxmlformats.org/drawingml/2006/main">
            <a:off x="1843683" y="4905375"/>
            <a:ext cx="52923"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C80C29F-1F99-4312-B43D-D8AADE1B427F}"/>
              </a:ext>
            </a:extLst>
          </p:cNvPr>
          <p:cNvSpPr>
            <a:spLocks xmlns:a="http://schemas.openxmlformats.org/drawingml/2006/main" noGrp="1"/>
          </p:cNvSpPr>
          <p:nvPr/>
        </p:nvSpPr>
        <p:spPr>
          <a:xfrm xmlns:a="http://schemas.openxmlformats.org/drawingml/2006/main">
            <a:off x="1892796" y="4905375"/>
            <a:ext cx="52923"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7667707-2C5E-4125-9A74-191960AE5930}"/>
              </a:ext>
            </a:extLst>
          </p:cNvPr>
          <p:cNvSpPr>
            <a:spLocks xmlns:a="http://schemas.openxmlformats.org/drawingml/2006/main" noGrp="1"/>
          </p:cNvSpPr>
          <p:nvPr/>
        </p:nvSpPr>
        <p:spPr>
          <a:xfrm xmlns:a="http://schemas.openxmlformats.org/drawingml/2006/main">
            <a:off x="1941909" y="4905375"/>
            <a:ext cx="52923"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B97B4A3-65DE-423F-8DD8-3276C0C03EBD}"/>
              </a:ext>
            </a:extLst>
          </p:cNvPr>
          <p:cNvSpPr>
            <a:spLocks xmlns:a="http://schemas.openxmlformats.org/drawingml/2006/main" noGrp="1"/>
          </p:cNvSpPr>
          <p:nvPr/>
        </p:nvSpPr>
        <p:spPr>
          <a:xfrm xmlns:a="http://schemas.openxmlformats.org/drawingml/2006/main">
            <a:off x="1991023" y="4905375"/>
            <a:ext cx="52923"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F90DB80-6D2C-45D1-AD26-C04E7F5CC970}"/>
              </a:ext>
            </a:extLst>
          </p:cNvPr>
          <p:cNvSpPr>
            <a:spLocks xmlns:a="http://schemas.openxmlformats.org/drawingml/2006/main" noGrp="1"/>
          </p:cNvSpPr>
          <p:nvPr/>
        </p:nvSpPr>
        <p:spPr>
          <a:xfrm xmlns:a="http://schemas.openxmlformats.org/drawingml/2006/main">
            <a:off x="2040136" y="4905375"/>
            <a:ext cx="52923"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5EB5369-2715-42EC-A876-24157F69E266}"/>
              </a:ext>
            </a:extLst>
          </p:cNvPr>
          <p:cNvSpPr>
            <a:spLocks xmlns:a="http://schemas.openxmlformats.org/drawingml/2006/main" noGrp="1"/>
          </p:cNvSpPr>
          <p:nvPr/>
        </p:nvSpPr>
        <p:spPr>
          <a:xfrm xmlns:a="http://schemas.openxmlformats.org/drawingml/2006/main">
            <a:off x="2089249" y="4905375"/>
            <a:ext cx="52923"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C3A85C9-83FE-4D44-AB99-5359DB3FBACB}"/>
              </a:ext>
            </a:extLst>
          </p:cNvPr>
          <p:cNvSpPr>
            <a:spLocks xmlns:a="http://schemas.openxmlformats.org/drawingml/2006/main" noGrp="1"/>
          </p:cNvSpPr>
          <p:nvPr/>
        </p:nvSpPr>
        <p:spPr>
          <a:xfrm xmlns:a="http://schemas.openxmlformats.org/drawingml/2006/main">
            <a:off x="2138363" y="4905375"/>
            <a:ext cx="52923"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7C2A891-B69F-4FBE-9204-EB0A515710FA}"/>
              </a:ext>
            </a:extLst>
          </p:cNvPr>
          <p:cNvSpPr>
            <a:spLocks xmlns:a="http://schemas.openxmlformats.org/drawingml/2006/main" noGrp="1"/>
          </p:cNvSpPr>
          <p:nvPr/>
        </p:nvSpPr>
        <p:spPr>
          <a:xfrm xmlns:a="http://schemas.openxmlformats.org/drawingml/2006/main">
            <a:off x="2187476" y="4905375"/>
            <a:ext cx="52923"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6D6BAB8-C315-47FF-94C8-0DF342474447}"/>
              </a:ext>
            </a:extLst>
          </p:cNvPr>
          <p:cNvSpPr>
            <a:spLocks xmlns:a="http://schemas.openxmlformats.org/drawingml/2006/main" noGrp="1"/>
          </p:cNvSpPr>
          <p:nvPr/>
        </p:nvSpPr>
        <p:spPr>
          <a:xfrm xmlns:a="http://schemas.openxmlformats.org/drawingml/2006/main">
            <a:off x="2236589" y="4905375"/>
            <a:ext cx="52923"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585D40CA-5A1A-43A1-8E0F-8A5E76FDC9A6}"/>
              </a:ext>
            </a:extLst>
          </p:cNvPr>
          <p:cNvSpPr>
            <a:spLocks xmlns:a="http://schemas.openxmlformats.org/drawingml/2006/main" noGrp="1"/>
          </p:cNvSpPr>
          <p:nvPr/>
        </p:nvSpPr>
        <p:spPr>
          <a:xfrm xmlns:a="http://schemas.openxmlformats.org/drawingml/2006/main">
            <a:off x="2285702" y="4905375"/>
            <a:ext cx="52923"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AF6837EA-80E6-4900-B8A0-52047226E4DE}"/>
              </a:ext>
            </a:extLst>
          </p:cNvPr>
          <p:cNvSpPr>
            <a:spLocks xmlns:a="http://schemas.openxmlformats.org/drawingml/2006/main" noGrp="1"/>
          </p:cNvSpPr>
          <p:nvPr/>
        </p:nvSpPr>
        <p:spPr>
          <a:xfrm xmlns:a="http://schemas.openxmlformats.org/drawingml/2006/main">
            <a:off x="2334816" y="4905375"/>
            <a:ext cx="52923"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FF800C82-2198-4195-882A-197FEF1C0434}"/>
              </a:ext>
            </a:extLst>
          </p:cNvPr>
          <p:cNvSpPr>
            <a:spLocks xmlns:a="http://schemas.openxmlformats.org/drawingml/2006/main" noGrp="1"/>
          </p:cNvSpPr>
          <p:nvPr/>
        </p:nvSpPr>
        <p:spPr>
          <a:xfrm xmlns:a="http://schemas.openxmlformats.org/drawingml/2006/main">
            <a:off x="2383929" y="4905375"/>
            <a:ext cx="52923"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76694F0-7392-46DA-9899-2B4B0732EEBD}"/>
              </a:ext>
            </a:extLst>
          </p:cNvPr>
          <p:cNvSpPr>
            <a:spLocks xmlns:a="http://schemas.openxmlformats.org/drawingml/2006/main" noGrp="1"/>
          </p:cNvSpPr>
          <p:nvPr/>
        </p:nvSpPr>
        <p:spPr>
          <a:xfrm xmlns:a="http://schemas.openxmlformats.org/drawingml/2006/main">
            <a:off x="2433042" y="4905375"/>
            <a:ext cx="52923"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19C3B5A3-9A8A-4FE3-832C-8FA7D417BCA9}"/>
              </a:ext>
            </a:extLst>
          </p:cNvPr>
          <p:cNvSpPr>
            <a:spLocks xmlns:a="http://schemas.openxmlformats.org/drawingml/2006/main" noGrp="1"/>
          </p:cNvSpPr>
          <p:nvPr/>
        </p:nvSpPr>
        <p:spPr>
          <a:xfrm xmlns:a="http://schemas.openxmlformats.org/drawingml/2006/main">
            <a:off x="2482155" y="4905375"/>
            <a:ext cx="52923"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57743AA8-5A4C-46EE-9988-BEEA6DE63214}"/>
              </a:ext>
            </a:extLst>
          </p:cNvPr>
          <p:cNvSpPr>
            <a:spLocks xmlns:a="http://schemas.openxmlformats.org/drawingml/2006/main" noGrp="1"/>
          </p:cNvSpPr>
          <p:nvPr/>
        </p:nvSpPr>
        <p:spPr>
          <a:xfrm xmlns:a="http://schemas.openxmlformats.org/drawingml/2006/main">
            <a:off x="2531269" y="4905375"/>
            <a:ext cx="52923"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EB03ED3-2A1B-4147-BB4C-BAE09F00D2AA}"/>
              </a:ext>
            </a:extLst>
          </p:cNvPr>
          <p:cNvSpPr>
            <a:spLocks xmlns:a="http://schemas.openxmlformats.org/drawingml/2006/main" noGrp="1"/>
          </p:cNvSpPr>
          <p:nvPr/>
        </p:nvSpPr>
        <p:spPr>
          <a:xfrm xmlns:a="http://schemas.openxmlformats.org/drawingml/2006/main">
            <a:off x="2580382" y="4905375"/>
            <a:ext cx="52923"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16C2DE0-C1C1-4E57-8FAB-C4764B8E2072}"/>
              </a:ext>
            </a:extLst>
          </p:cNvPr>
          <p:cNvSpPr>
            <a:spLocks xmlns:a="http://schemas.openxmlformats.org/drawingml/2006/main" noGrp="1"/>
          </p:cNvSpPr>
          <p:nvPr/>
        </p:nvSpPr>
        <p:spPr>
          <a:xfrm xmlns:a="http://schemas.openxmlformats.org/drawingml/2006/main">
            <a:off x="2629495" y="4905375"/>
            <a:ext cx="52923"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7B8A59E6-F36E-4632-A710-B32DEF97F83D}"/>
              </a:ext>
            </a:extLst>
          </p:cNvPr>
          <p:cNvSpPr>
            <a:spLocks xmlns:a="http://schemas.openxmlformats.org/drawingml/2006/main" noGrp="1"/>
          </p:cNvSpPr>
          <p:nvPr/>
        </p:nvSpPr>
        <p:spPr>
          <a:xfrm xmlns:a="http://schemas.openxmlformats.org/drawingml/2006/main">
            <a:off x="2678609" y="4905375"/>
            <a:ext cx="52923"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A51FA4B3-8048-4B05-A271-F9EDE95AA6FC}"/>
              </a:ext>
            </a:extLst>
          </p:cNvPr>
          <p:cNvSpPr>
            <a:spLocks xmlns:a="http://schemas.openxmlformats.org/drawingml/2006/main" noGrp="1"/>
          </p:cNvSpPr>
          <p:nvPr/>
        </p:nvSpPr>
        <p:spPr>
          <a:xfrm xmlns:a="http://schemas.openxmlformats.org/drawingml/2006/main">
            <a:off x="2727722" y="4905375"/>
            <a:ext cx="52923"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5632ABFC-C7B8-4989-B40E-0038649DD7E1}"/>
              </a:ext>
            </a:extLst>
          </p:cNvPr>
          <p:cNvSpPr>
            <a:spLocks xmlns:a="http://schemas.openxmlformats.org/drawingml/2006/main" noGrp="1"/>
          </p:cNvSpPr>
          <p:nvPr/>
        </p:nvSpPr>
        <p:spPr>
          <a:xfrm xmlns:a="http://schemas.openxmlformats.org/drawingml/2006/main">
            <a:off x="2776835" y="4905375"/>
            <a:ext cx="52923"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67401285-DB72-4CD6-B8E2-CAEBDAF230B0}"/>
              </a:ext>
            </a:extLst>
          </p:cNvPr>
          <p:cNvSpPr>
            <a:spLocks xmlns:a="http://schemas.openxmlformats.org/drawingml/2006/main" noGrp="1"/>
          </p:cNvSpPr>
          <p:nvPr/>
        </p:nvSpPr>
        <p:spPr>
          <a:xfrm xmlns:a="http://schemas.openxmlformats.org/drawingml/2006/main">
            <a:off x="2825948" y="4905375"/>
            <a:ext cx="52923"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5CF1B9CD-5F71-49F9-A46B-74801020F888}"/>
              </a:ext>
            </a:extLst>
          </p:cNvPr>
          <p:cNvSpPr>
            <a:spLocks xmlns:a="http://schemas.openxmlformats.org/drawingml/2006/main" noGrp="1"/>
          </p:cNvSpPr>
          <p:nvPr/>
        </p:nvSpPr>
        <p:spPr>
          <a:xfrm xmlns:a="http://schemas.openxmlformats.org/drawingml/2006/main">
            <a:off x="2875062" y="4905375"/>
            <a:ext cx="52923"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2B6A1C79-40AF-4A64-9CFE-75602B85EB86}"/>
              </a:ext>
            </a:extLst>
          </p:cNvPr>
          <p:cNvSpPr>
            <a:spLocks xmlns:a="http://schemas.openxmlformats.org/drawingml/2006/main" noGrp="1"/>
          </p:cNvSpPr>
          <p:nvPr/>
        </p:nvSpPr>
        <p:spPr>
          <a:xfrm xmlns:a="http://schemas.openxmlformats.org/drawingml/2006/main">
            <a:off x="2924175" y="4905375"/>
            <a:ext cx="52923"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5832925A-3F79-4CDD-90A0-A89D57F5C8CB}"/>
              </a:ext>
            </a:extLst>
          </p:cNvPr>
          <p:cNvSpPr>
            <a:spLocks xmlns:a="http://schemas.openxmlformats.org/drawingml/2006/main" noGrp="1"/>
          </p:cNvSpPr>
          <p:nvPr/>
        </p:nvSpPr>
        <p:spPr>
          <a:xfrm xmlns:a="http://schemas.openxmlformats.org/drawingml/2006/main">
            <a:off x="2973288" y="4905375"/>
            <a:ext cx="52923"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78C00DD2-C7EE-4FDE-A43B-5D37E6B6FF62}"/>
              </a:ext>
            </a:extLst>
          </p:cNvPr>
          <p:cNvSpPr>
            <a:spLocks xmlns:a="http://schemas.openxmlformats.org/drawingml/2006/main" noGrp="1"/>
          </p:cNvSpPr>
          <p:nvPr/>
        </p:nvSpPr>
        <p:spPr>
          <a:xfrm xmlns:a="http://schemas.openxmlformats.org/drawingml/2006/main">
            <a:off x="3022402" y="4905375"/>
            <a:ext cx="52923"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7AD77A95-1FF7-48A9-B997-7BF703A00F75}"/>
              </a:ext>
            </a:extLst>
          </p:cNvPr>
          <p:cNvSpPr>
            <a:spLocks xmlns:a="http://schemas.openxmlformats.org/drawingml/2006/main" noGrp="1"/>
          </p:cNvSpPr>
          <p:nvPr/>
        </p:nvSpPr>
        <p:spPr>
          <a:xfrm xmlns:a="http://schemas.openxmlformats.org/drawingml/2006/main">
            <a:off x="3071515" y="4905375"/>
            <a:ext cx="52923"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B81844CE-A573-45D0-ABB2-30872C4C2EB1}"/>
              </a:ext>
            </a:extLst>
          </p:cNvPr>
          <p:cNvSpPr>
            <a:spLocks xmlns:a="http://schemas.openxmlformats.org/drawingml/2006/main" noGrp="1"/>
          </p:cNvSpPr>
          <p:nvPr/>
        </p:nvSpPr>
        <p:spPr>
          <a:xfrm xmlns:a="http://schemas.openxmlformats.org/drawingml/2006/main">
            <a:off x="3120628" y="4905375"/>
            <a:ext cx="52923"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55963212-9C65-4EED-A701-2FCC9E07B85A}"/>
              </a:ext>
            </a:extLst>
          </p:cNvPr>
          <p:cNvSpPr>
            <a:spLocks xmlns:a="http://schemas.openxmlformats.org/drawingml/2006/main" noGrp="1"/>
          </p:cNvSpPr>
          <p:nvPr/>
        </p:nvSpPr>
        <p:spPr>
          <a:xfrm xmlns:a="http://schemas.openxmlformats.org/drawingml/2006/main">
            <a:off x="3169741" y="4905375"/>
            <a:ext cx="52923"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43514E54-08E7-4AB2-8B21-0287DB6C43BA}"/>
              </a:ext>
            </a:extLst>
          </p:cNvPr>
          <p:cNvSpPr>
            <a:spLocks xmlns:a="http://schemas.openxmlformats.org/drawingml/2006/main" noGrp="1"/>
          </p:cNvSpPr>
          <p:nvPr/>
        </p:nvSpPr>
        <p:spPr>
          <a:xfrm xmlns:a="http://schemas.openxmlformats.org/drawingml/2006/main">
            <a:off x="3218855" y="4905375"/>
            <a:ext cx="52923"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186B81AE-6EA4-4928-850C-896B84CF8D4E}"/>
              </a:ext>
            </a:extLst>
          </p:cNvPr>
          <p:cNvSpPr>
            <a:spLocks xmlns:a="http://schemas.openxmlformats.org/drawingml/2006/main" noGrp="1"/>
          </p:cNvSpPr>
          <p:nvPr/>
        </p:nvSpPr>
        <p:spPr>
          <a:xfrm xmlns:a="http://schemas.openxmlformats.org/drawingml/2006/main">
            <a:off x="3267968" y="4905375"/>
            <a:ext cx="52923"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580B8464-7E40-4FE7-98C8-6262DB8861AF}"/>
              </a:ext>
            </a:extLst>
          </p:cNvPr>
          <p:cNvSpPr>
            <a:spLocks xmlns:a="http://schemas.openxmlformats.org/drawingml/2006/main" noGrp="1"/>
          </p:cNvSpPr>
          <p:nvPr/>
        </p:nvSpPr>
        <p:spPr>
          <a:xfrm xmlns:a="http://schemas.openxmlformats.org/drawingml/2006/main">
            <a:off x="3317081" y="4905375"/>
            <a:ext cx="52923"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D36DB05E-F092-4682-A206-29E95C6E28B6}"/>
              </a:ext>
            </a:extLst>
          </p:cNvPr>
          <p:cNvSpPr>
            <a:spLocks xmlns:a="http://schemas.openxmlformats.org/drawingml/2006/main" noGrp="1"/>
          </p:cNvSpPr>
          <p:nvPr/>
        </p:nvSpPr>
        <p:spPr>
          <a:xfrm xmlns:a="http://schemas.openxmlformats.org/drawingml/2006/main">
            <a:off x="3366195" y="4905375"/>
            <a:ext cx="52923"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8DCC2844-3A66-41EA-8054-A09A73A6911A}"/>
              </a:ext>
            </a:extLst>
          </p:cNvPr>
          <p:cNvSpPr>
            <a:spLocks xmlns:a="http://schemas.openxmlformats.org/drawingml/2006/main" noGrp="1"/>
          </p:cNvSpPr>
          <p:nvPr/>
        </p:nvSpPr>
        <p:spPr>
          <a:xfrm xmlns:a="http://schemas.openxmlformats.org/drawingml/2006/main">
            <a:off x="3415308" y="4905375"/>
            <a:ext cx="52923"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5BBEBB17-9371-4158-A9F2-942A06648B96}"/>
              </a:ext>
            </a:extLst>
          </p:cNvPr>
          <p:cNvSpPr>
            <a:spLocks xmlns:a="http://schemas.openxmlformats.org/drawingml/2006/main" noGrp="1"/>
          </p:cNvSpPr>
          <p:nvPr/>
        </p:nvSpPr>
        <p:spPr>
          <a:xfrm xmlns:a="http://schemas.openxmlformats.org/drawingml/2006/main">
            <a:off x="3464421" y="4905375"/>
            <a:ext cx="52923"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D2A0D4B8-B48F-4CC0-8AF9-E810004607EF}"/>
              </a:ext>
            </a:extLst>
          </p:cNvPr>
          <p:cNvSpPr>
            <a:spLocks xmlns:a="http://schemas.openxmlformats.org/drawingml/2006/main" noGrp="1"/>
          </p:cNvSpPr>
          <p:nvPr/>
        </p:nvSpPr>
        <p:spPr>
          <a:xfrm xmlns:a="http://schemas.openxmlformats.org/drawingml/2006/main">
            <a:off x="3513534" y="4905375"/>
            <a:ext cx="52923"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3E1ED0A-5391-4706-898A-4702B03BF323}"/>
              </a:ext>
            </a:extLst>
          </p:cNvPr>
          <p:cNvSpPr>
            <a:spLocks xmlns:a="http://schemas.openxmlformats.org/drawingml/2006/main" noGrp="1"/>
          </p:cNvSpPr>
          <p:nvPr/>
        </p:nvSpPr>
        <p:spPr>
          <a:xfrm xmlns:a="http://schemas.openxmlformats.org/drawingml/2006/main">
            <a:off x="3562648" y="4905375"/>
            <a:ext cx="52923"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25591999-EF50-4040-B6BD-545C2C9E3E14}"/>
              </a:ext>
            </a:extLst>
          </p:cNvPr>
          <p:cNvSpPr>
            <a:spLocks xmlns:a="http://schemas.openxmlformats.org/drawingml/2006/main" noGrp="1"/>
          </p:cNvSpPr>
          <p:nvPr/>
        </p:nvSpPr>
        <p:spPr>
          <a:xfrm xmlns:a="http://schemas.openxmlformats.org/drawingml/2006/main">
            <a:off x="3611761" y="4905375"/>
            <a:ext cx="52923"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53637CA5-FF97-4E19-A9F2-C6DB57D4252D}"/>
              </a:ext>
            </a:extLst>
          </p:cNvPr>
          <p:cNvSpPr>
            <a:spLocks xmlns:a="http://schemas.openxmlformats.org/drawingml/2006/main" noGrp="1"/>
          </p:cNvSpPr>
          <p:nvPr/>
        </p:nvSpPr>
        <p:spPr>
          <a:xfrm xmlns:a="http://schemas.openxmlformats.org/drawingml/2006/main">
            <a:off x="3660874" y="4905375"/>
            <a:ext cx="52923"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937E22D6-0F9F-4337-A26C-50EECA0A3544}"/>
              </a:ext>
            </a:extLst>
          </p:cNvPr>
          <p:cNvSpPr>
            <a:spLocks xmlns:a="http://schemas.openxmlformats.org/drawingml/2006/main" noGrp="1"/>
          </p:cNvSpPr>
          <p:nvPr/>
        </p:nvSpPr>
        <p:spPr>
          <a:xfrm xmlns:a="http://schemas.openxmlformats.org/drawingml/2006/main">
            <a:off x="3709988" y="4905375"/>
            <a:ext cx="52923"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37A61D10-61BB-4F7C-9ED1-730D2A8A953B}"/>
              </a:ext>
            </a:extLst>
          </p:cNvPr>
          <p:cNvSpPr>
            <a:spLocks xmlns:a="http://schemas.openxmlformats.org/drawingml/2006/main" noGrp="1"/>
          </p:cNvSpPr>
          <p:nvPr/>
        </p:nvSpPr>
        <p:spPr>
          <a:xfrm xmlns:a="http://schemas.openxmlformats.org/drawingml/2006/main">
            <a:off x="3759101" y="4905375"/>
            <a:ext cx="52923"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6BCFB161-25C9-460D-A60E-7A88FF107946}"/>
              </a:ext>
            </a:extLst>
          </p:cNvPr>
          <p:cNvSpPr>
            <a:spLocks xmlns:a="http://schemas.openxmlformats.org/drawingml/2006/main" noGrp="1"/>
          </p:cNvSpPr>
          <p:nvPr/>
        </p:nvSpPr>
        <p:spPr>
          <a:xfrm xmlns:a="http://schemas.openxmlformats.org/drawingml/2006/main">
            <a:off x="3808214" y="4905375"/>
            <a:ext cx="52923"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FF5D9255-F550-4447-8E17-2AE3468CF056}"/>
              </a:ext>
            </a:extLst>
          </p:cNvPr>
          <p:cNvSpPr>
            <a:spLocks xmlns:a="http://schemas.openxmlformats.org/drawingml/2006/main" noGrp="1"/>
          </p:cNvSpPr>
          <p:nvPr/>
        </p:nvSpPr>
        <p:spPr>
          <a:xfrm xmlns:a="http://schemas.openxmlformats.org/drawingml/2006/main">
            <a:off x="3857327" y="4905375"/>
            <a:ext cx="52923"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07A9FDBC-876D-4426-976F-5A4E2AD8792A}"/>
              </a:ext>
            </a:extLst>
          </p:cNvPr>
          <p:cNvSpPr>
            <a:spLocks xmlns:a="http://schemas.openxmlformats.org/drawingml/2006/main" noGrp="1"/>
          </p:cNvSpPr>
          <p:nvPr/>
        </p:nvSpPr>
        <p:spPr>
          <a:xfrm xmlns:a="http://schemas.openxmlformats.org/drawingml/2006/main">
            <a:off x="3906441" y="4905375"/>
            <a:ext cx="52923"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6EA348D8-2ED7-4D98-8672-CB611E218009}"/>
              </a:ext>
            </a:extLst>
          </p:cNvPr>
          <p:cNvSpPr>
            <a:spLocks xmlns:a="http://schemas.openxmlformats.org/drawingml/2006/main" noGrp="1"/>
          </p:cNvSpPr>
          <p:nvPr/>
        </p:nvSpPr>
        <p:spPr>
          <a:xfrm xmlns:a="http://schemas.openxmlformats.org/drawingml/2006/main">
            <a:off x="3955554" y="4905375"/>
            <a:ext cx="52923"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85674EF0-A309-4B90-BC7B-79394AF85003}"/>
              </a:ext>
            </a:extLst>
          </p:cNvPr>
          <p:cNvSpPr>
            <a:spLocks xmlns:a="http://schemas.openxmlformats.org/drawingml/2006/main" noGrp="1"/>
          </p:cNvSpPr>
          <p:nvPr/>
        </p:nvSpPr>
        <p:spPr>
          <a:xfrm xmlns:a="http://schemas.openxmlformats.org/drawingml/2006/main">
            <a:off x="4004667" y="4905375"/>
            <a:ext cx="52923"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7AD4CA39-095E-4E9E-AC9B-FAEC416A460A}"/>
              </a:ext>
            </a:extLst>
          </p:cNvPr>
          <p:cNvSpPr>
            <a:spLocks xmlns:a="http://schemas.openxmlformats.org/drawingml/2006/main" noGrp="1"/>
          </p:cNvSpPr>
          <p:nvPr/>
        </p:nvSpPr>
        <p:spPr>
          <a:xfrm xmlns:a="http://schemas.openxmlformats.org/drawingml/2006/main">
            <a:off x="4053780" y="4905375"/>
            <a:ext cx="52923"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F3BDF1CB-27DF-4CDE-8F9B-8A56BC3891BE}"/>
              </a:ext>
            </a:extLst>
          </p:cNvPr>
          <p:cNvSpPr>
            <a:spLocks xmlns:a="http://schemas.openxmlformats.org/drawingml/2006/main" noGrp="1"/>
          </p:cNvSpPr>
          <p:nvPr/>
        </p:nvSpPr>
        <p:spPr>
          <a:xfrm xmlns:a="http://schemas.openxmlformats.org/drawingml/2006/main">
            <a:off x="4102894" y="4905375"/>
            <a:ext cx="52923"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20FF0F9A-2150-4AEF-9583-A13223E1EDC4}"/>
              </a:ext>
            </a:extLst>
          </p:cNvPr>
          <p:cNvSpPr>
            <a:spLocks xmlns:a="http://schemas.openxmlformats.org/drawingml/2006/main" noGrp="1"/>
          </p:cNvSpPr>
          <p:nvPr/>
        </p:nvSpPr>
        <p:spPr>
          <a:xfrm xmlns:a="http://schemas.openxmlformats.org/drawingml/2006/main">
            <a:off x="4152007" y="4905375"/>
            <a:ext cx="52923"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AB5280B7-09C5-47F6-83B4-919D6856A21E}"/>
              </a:ext>
            </a:extLst>
          </p:cNvPr>
          <p:cNvSpPr>
            <a:spLocks xmlns:a="http://schemas.openxmlformats.org/drawingml/2006/main" noGrp="1"/>
          </p:cNvSpPr>
          <p:nvPr/>
        </p:nvSpPr>
        <p:spPr>
          <a:xfrm xmlns:a="http://schemas.openxmlformats.org/drawingml/2006/main">
            <a:off x="4201120" y="4905375"/>
            <a:ext cx="52923"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DC959F08-E1AB-4EE8-80B1-FCB10A71FBEF}"/>
              </a:ext>
            </a:extLst>
          </p:cNvPr>
          <p:cNvSpPr>
            <a:spLocks xmlns:a="http://schemas.openxmlformats.org/drawingml/2006/main" noGrp="1"/>
          </p:cNvSpPr>
          <p:nvPr/>
        </p:nvSpPr>
        <p:spPr>
          <a:xfrm xmlns:a="http://schemas.openxmlformats.org/drawingml/2006/main">
            <a:off x="4250234" y="4905375"/>
            <a:ext cx="52923"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63BF07D6-6590-4460-B9F0-0D1FBC60E3FD}"/>
              </a:ext>
            </a:extLst>
          </p:cNvPr>
          <p:cNvSpPr>
            <a:spLocks xmlns:a="http://schemas.openxmlformats.org/drawingml/2006/main" noGrp="1"/>
          </p:cNvSpPr>
          <p:nvPr/>
        </p:nvSpPr>
        <p:spPr>
          <a:xfrm xmlns:a="http://schemas.openxmlformats.org/drawingml/2006/main">
            <a:off x="4299347" y="4905375"/>
            <a:ext cx="52923"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00DAC124-56DF-4495-87C1-E0850BB4ACF5}"/>
              </a:ext>
            </a:extLst>
          </p:cNvPr>
          <p:cNvSpPr>
            <a:spLocks xmlns:a="http://schemas.openxmlformats.org/drawingml/2006/main" noGrp="1"/>
          </p:cNvSpPr>
          <p:nvPr/>
        </p:nvSpPr>
        <p:spPr>
          <a:xfrm xmlns:a="http://schemas.openxmlformats.org/drawingml/2006/main">
            <a:off x="4348460" y="4905375"/>
            <a:ext cx="52923"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7A7BB3B6-B007-4F6C-96DA-0E0B28812D55}"/>
              </a:ext>
            </a:extLst>
          </p:cNvPr>
          <p:cNvSpPr>
            <a:spLocks xmlns:a="http://schemas.openxmlformats.org/drawingml/2006/main" noGrp="1"/>
          </p:cNvSpPr>
          <p:nvPr/>
        </p:nvSpPr>
        <p:spPr>
          <a:xfrm xmlns:a="http://schemas.openxmlformats.org/drawingml/2006/main">
            <a:off x="4397573" y="4905375"/>
            <a:ext cx="52923"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A2C85946-FB93-4F8F-B960-D97865E0AA37}"/>
              </a:ext>
            </a:extLst>
          </p:cNvPr>
          <p:cNvSpPr>
            <a:spLocks xmlns:a="http://schemas.openxmlformats.org/drawingml/2006/main" noGrp="1"/>
          </p:cNvSpPr>
          <p:nvPr/>
        </p:nvSpPr>
        <p:spPr>
          <a:xfrm xmlns:a="http://schemas.openxmlformats.org/drawingml/2006/main">
            <a:off x="4446687" y="4905375"/>
            <a:ext cx="52923"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7E8F116F-D277-44A8-BF3C-034937312670}"/>
              </a:ext>
            </a:extLst>
          </p:cNvPr>
          <p:cNvSpPr>
            <a:spLocks xmlns:a="http://schemas.openxmlformats.org/drawingml/2006/main" noGrp="1"/>
          </p:cNvSpPr>
          <p:nvPr/>
        </p:nvSpPr>
        <p:spPr>
          <a:xfrm xmlns:a="http://schemas.openxmlformats.org/drawingml/2006/main">
            <a:off x="1352550" y="4905375"/>
            <a:ext cx="314325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99" name="">
            <a:extLst xmlns:a="http://schemas.openxmlformats.org/drawingml/2006/main">
              <a:ext uri="{FF2B5EF4-FFF2-40B4-BE49-F238E27FC236}">
                <a16:creationId xmlns:a16="http://schemas.microsoft.com/office/drawing/2014/main" id="{8226DFCA-0F5F-4698-92EA-E31A1496C83A}"/>
              </a:ext>
            </a:extLst>
          </p:cNvPr>
          <p:cNvSpPr>
            <a:spLocks xmlns:a="http://schemas.openxmlformats.org/drawingml/2006/main" noGrp="1"/>
          </p:cNvSpPr>
          <p:nvPr/>
        </p:nvSpPr>
        <p:spPr>
          <a:xfrm xmlns:a="http://schemas.openxmlformats.org/drawingml/2006/main">
            <a:off x="1687516" y="5029200"/>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0" name="">
            <a:extLst xmlns:a="http://schemas.openxmlformats.org/drawingml/2006/main">
              <a:ext uri="{FF2B5EF4-FFF2-40B4-BE49-F238E27FC236}">
                <a16:creationId xmlns:a16="http://schemas.microsoft.com/office/drawing/2014/main" id="{92E72FCA-28B9-4685-886F-390715100904}"/>
              </a:ext>
            </a:extLst>
          </p:cNvPr>
          <p:cNvSpPr>
            <a:spLocks xmlns:a="http://schemas.openxmlformats.org/drawingml/2006/main" noGrp="1"/>
          </p:cNvSpPr>
          <p:nvPr/>
        </p:nvSpPr>
        <p:spPr>
          <a:xfrm xmlns:a="http://schemas.openxmlformats.org/drawingml/2006/main">
            <a:off x="1344616" y="5067300"/>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10²</a:t>
            </a:r>
          </a:p>
        </p:txBody>
      </p:sp>
      <p:sp>
        <p:nvSpPr>
          <p:cNvPr id="101" name="">
            <a:extLst xmlns:a="http://schemas.openxmlformats.org/drawingml/2006/main">
              <a:ext uri="{FF2B5EF4-FFF2-40B4-BE49-F238E27FC236}">
                <a16:creationId xmlns:a16="http://schemas.microsoft.com/office/drawing/2014/main" id="{44BCE555-87A1-496F-A41F-4B58CA8351DD}"/>
              </a:ext>
            </a:extLst>
          </p:cNvPr>
          <p:cNvSpPr>
            <a:spLocks xmlns:a="http://schemas.openxmlformats.org/drawingml/2006/main" noGrp="1"/>
          </p:cNvSpPr>
          <p:nvPr/>
        </p:nvSpPr>
        <p:spPr>
          <a:xfrm xmlns:a="http://schemas.openxmlformats.org/drawingml/2006/main">
            <a:off x="2735266" y="5029200"/>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2" name="">
            <a:extLst xmlns:a="http://schemas.openxmlformats.org/drawingml/2006/main">
              <a:ext uri="{FF2B5EF4-FFF2-40B4-BE49-F238E27FC236}">
                <a16:creationId xmlns:a16="http://schemas.microsoft.com/office/drawing/2014/main" id="{F961D051-83A7-43F8-A9BD-23CA8D1DC558}"/>
              </a:ext>
            </a:extLst>
          </p:cNvPr>
          <p:cNvSpPr>
            <a:spLocks xmlns:a="http://schemas.openxmlformats.org/drawingml/2006/main" noGrp="1"/>
          </p:cNvSpPr>
          <p:nvPr/>
        </p:nvSpPr>
        <p:spPr>
          <a:xfrm xmlns:a="http://schemas.openxmlformats.org/drawingml/2006/main">
            <a:off x="2392366" y="5067300"/>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10⁴</a:t>
            </a:r>
          </a:p>
        </p:txBody>
      </p:sp>
      <p:sp>
        <p:nvSpPr>
          <p:cNvPr id="103" name="">
            <a:extLst xmlns:a="http://schemas.openxmlformats.org/drawingml/2006/main">
              <a:ext uri="{FF2B5EF4-FFF2-40B4-BE49-F238E27FC236}">
                <a16:creationId xmlns:a16="http://schemas.microsoft.com/office/drawing/2014/main" id="{25803736-4118-4035-9C9F-13C5A1198D84}"/>
              </a:ext>
            </a:extLst>
          </p:cNvPr>
          <p:cNvSpPr>
            <a:spLocks xmlns:a="http://schemas.openxmlformats.org/drawingml/2006/main" noGrp="1"/>
          </p:cNvSpPr>
          <p:nvPr/>
        </p:nvSpPr>
        <p:spPr>
          <a:xfrm xmlns:a="http://schemas.openxmlformats.org/drawingml/2006/main">
            <a:off x="3783016" y="5029200"/>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4" name="">
            <a:extLst xmlns:a="http://schemas.openxmlformats.org/drawingml/2006/main">
              <a:ext uri="{FF2B5EF4-FFF2-40B4-BE49-F238E27FC236}">
                <a16:creationId xmlns:a16="http://schemas.microsoft.com/office/drawing/2014/main" id="{843F4E3E-D7D2-497F-87C8-351C089DDABD}"/>
              </a:ext>
            </a:extLst>
          </p:cNvPr>
          <p:cNvSpPr>
            <a:spLocks xmlns:a="http://schemas.openxmlformats.org/drawingml/2006/main" noGrp="1"/>
          </p:cNvSpPr>
          <p:nvPr/>
        </p:nvSpPr>
        <p:spPr>
          <a:xfrm xmlns:a="http://schemas.openxmlformats.org/drawingml/2006/main">
            <a:off x="3440116" y="5067300"/>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10⁶</a:t>
            </a:r>
          </a:p>
        </p:txBody>
      </p:sp>
      <p:sp>
        <p:nvSpPr>
          <p:cNvPr id="105" name="">
            <a:extLst xmlns:a="http://schemas.openxmlformats.org/drawingml/2006/main">
              <a:ext uri="{FF2B5EF4-FFF2-40B4-BE49-F238E27FC236}">
                <a16:creationId xmlns:a16="http://schemas.microsoft.com/office/drawing/2014/main" id="{C4DE1FA3-0760-4C1B-AAC6-8172444BABF3}"/>
              </a:ext>
            </a:extLst>
          </p:cNvPr>
          <p:cNvSpPr>
            <a:spLocks xmlns:a="http://schemas.openxmlformats.org/drawingml/2006/main" noGrp="1"/>
          </p:cNvSpPr>
          <p:nvPr/>
        </p:nvSpPr>
        <p:spPr>
          <a:xfrm xmlns:a="http://schemas.openxmlformats.org/drawingml/2006/main">
            <a:off x="1352550" y="4695825"/>
            <a:ext cx="3143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log₁₀(Qrh / W m⁻³)</a:t>
            </a:r>
          </a:p>
        </p:txBody>
      </p:sp>
      <p:sp>
        <p:nvSpPr>
          <p:cNvPr id="106" name="">
            <a:extLst xmlns:a="http://schemas.openxmlformats.org/drawingml/2006/main">
              <a:ext uri="{FF2B5EF4-FFF2-40B4-BE49-F238E27FC236}">
                <a16:creationId xmlns:a16="http://schemas.microsoft.com/office/drawing/2014/main" id="{6C3DC550-E587-4DB1-919F-07C8B5BCA3F5}"/>
              </a:ext>
            </a:extLst>
          </p:cNvPr>
          <p:cNvSpPr>
            <a:spLocks xmlns:a="http://schemas.openxmlformats.org/drawingml/2006/main" noGrp="1"/>
          </p:cNvSpPr>
          <p:nvPr/>
        </p:nvSpPr>
        <p:spPr>
          <a:xfrm xmlns:a="http://schemas.openxmlformats.org/drawingml/2006/main">
            <a:off x="1352550" y="5229225"/>
            <a:ext cx="31432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修正Shepard補間（近傍10点）。表示下限Qmax×10⁻⁶。統計は節点値</a:t>
            </a:r>
          </a:p>
        </p:txBody>
      </p:sp>
      <p:graphicFrame>
        <p:nvGraphicFramePr>
          <p:cNvPr id="285" name=""/>
          <p:cNvGraphicFramePr/>
          <p:nvPr/>
        </p:nvGraphicFramePr>
        <p:xfrm>
          <a:off xmlns:a="http://schemas.openxmlformats.org/drawingml/2006/main" x="6048375" y="1352550"/>
          <a:ext xmlns:a="http://schemas.openxmlformats.org/drawingml/2006/main" cx="5476875" cy="3314700"/>
        </p:xfrm>
        <a:graphic xmlns:a="http://schemas.openxmlformats.org/drawingml/2006/main">
          <a:graphicData uri="http://schemas.openxmlformats.org/drawingml/2006/table">
            <a:tbl>
              <a:tblPr firstRow="1" bandRow="0"/>
              <a:tblGrid>
                <a:gridCol w="2428875"/>
                <a:gridCol w="3048000"/>
              </a:tblGrid>
              <a:tr h="414338">
                <a:tc>
                  <a:txBody>
                    <a:bodyPr lIns="57150" tIns="38100" rIns="47625" bIns="38100">
                      <a:normAutofit/>
                    </a:bodyPr>
                    <a:lstStyle/>
                    <a:p>
                      <a:pPr algn="l">
                        <a:buNone/>
                      </a:pPr>
                      <a:r>
                        <a:rPr sz="1013" b="1">
                          <a:solidFill>
                            <a:srgbClr val="FFFFFF"/>
                          </a:solidFill>
                          <a:latin typeface="Noto Sans JP"/>
                          <a:ea typeface="Noto Sans JP"/>
                          <a:cs typeface="Noto Sans JP"/>
                        </a:rPr>
                        <a:t>条件</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値</a:t>
                      </a:r>
                    </a:p>
                  </a:txBody>
                  <a:tcPr marL="91440" marR="91440" marT="45720" marB="45720" anchor="ctr">
                    <a:solidFill>
                      <a:srgbClr val="00A6D9"/>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RF周波数</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13.56 MHz</a:t>
                      </a:r>
                    </a:p>
                  </a:txBody>
                  <a:tcPr marL="91440" marR="91440" marT="45720" marB="45720" anchor="ctr">
                    <a:solidFill>
                      <a:srgbClr val="FFFFFF"/>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コイル電力</a:t>
                      </a:r>
                    </a:p>
                  </a:txBody>
                  <a:tcPr marL="91440" marR="91440" marT="45720" marB="45720" anchor="ctr">
                    <a:solidFill>
                      <a:srgbClr val="F1F1F1"/>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1500 W</a:t>
                      </a:r>
                    </a:p>
                  </a:txBody>
                  <a:tcPr marL="91440" marR="91440" marT="45720" marB="45720" anchor="ctr">
                    <a:solidFill>
                      <a:srgbClr val="F1F1F1"/>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圧力</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2.66644 Pa</a:t>
                      </a:r>
                    </a:p>
                  </a:txBody>
                  <a:tcPr marL="91440" marR="91440" marT="45720" marB="45720" anchor="ctr">
                    <a:solidFill>
                      <a:srgbClr val="FFFFFF"/>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気体温度</a:t>
                      </a:r>
                    </a:p>
                  </a:txBody>
                  <a:tcPr marL="91440" marR="91440" marT="45720" marB="45720" anchor="ctr">
                    <a:solidFill>
                      <a:srgbClr val="F1F1F1"/>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300 K</a:t>
                      </a:r>
                    </a:p>
                  </a:txBody>
                  <a:tcPr marL="91440" marR="91440" marT="45720" marB="45720" anchor="ctr">
                    <a:solidFill>
                      <a:srgbClr val="F1F1F1"/>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比較時刻</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0.001 s (時刻を厳密補間)</a:t>
                      </a:r>
                    </a:p>
                  </a:txBody>
                  <a:tcPr marL="91440" marR="91440" marT="45720" marB="45720" anchor="ctr">
                    <a:solidFill>
                      <a:srgbClr val="FFFFFF"/>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Swarm終端時刻</a:t>
                      </a:r>
                    </a:p>
                  </a:txBody>
                  <a:tcPr marL="91440" marR="91440" marT="45720" marB="45720" anchor="ctr">
                    <a:solidFill>
                      <a:srgbClr val="F1F1F1"/>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0.01 s; 空間比較には不使用</a:t>
                      </a:r>
                    </a:p>
                  </a:txBody>
                  <a:tcPr marL="91440" marR="91440" marT="45720" marB="45720" anchor="ctr">
                    <a:solidFill>
                      <a:srgbClr val="F1F1F1"/>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比較条件</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同一メッシュ／同一MPH／4物性入力</a:t>
                      </a:r>
                    </a:p>
                  </a:txBody>
                  <a:tcPr marL="91440" marR="91440" marT="45720" marB="45720" anchor="ctr">
                    <a:solidFill>
                      <a:srgbClr val="FFFFFF"/>
                    </a:solidFill>
                  </a:tcPr>
                </a:tc>
              </a:tr>
            </a:tbl>
          </a:graphicData>
        </a:graphic>
      </p:graphicFrame>
      <p:sp>
        <p:nvSpPr>
          <p:cNvPr id="108" name="">
            <a:extLst xmlns:a="http://schemas.openxmlformats.org/drawingml/2006/main">
              <a:ext uri="{FF2B5EF4-FFF2-40B4-BE49-F238E27FC236}">
                <a16:creationId xmlns:a16="http://schemas.microsoft.com/office/drawing/2014/main" id="{15E25698-1817-427D-A186-851578384FCA}"/>
              </a:ext>
            </a:extLst>
          </p:cNvPr>
          <p:cNvSpPr>
            <a:spLocks xmlns:a="http://schemas.openxmlformats.org/drawingml/2006/main" noGrp="1"/>
          </p:cNvSpPr>
          <p:nvPr/>
        </p:nvSpPr>
        <p:spPr>
          <a:xfrm xmlns:a="http://schemas.openxmlformats.org/drawingml/2006/main">
            <a:off x="6381750" y="4714875"/>
            <a:ext cx="48101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09" name="">
            <a:extLst xmlns:a="http://schemas.openxmlformats.org/drawingml/2006/main">
              <a:ext uri="{FF2B5EF4-FFF2-40B4-BE49-F238E27FC236}">
                <a16:creationId xmlns:a16="http://schemas.microsoft.com/office/drawing/2014/main" id="{84047D08-4E50-40BA-92B7-138457AA083C}"/>
              </a:ext>
            </a:extLst>
          </p:cNvPr>
          <p:cNvSpPr>
            <a:spLocks xmlns:a="http://schemas.openxmlformats.org/drawingml/2006/main" noGrp="1"/>
          </p:cNvSpPr>
          <p:nvPr/>
        </p:nvSpPr>
        <p:spPr>
          <a:xfrm xmlns:a="http://schemas.openxmlformats.org/drawingml/2006/main">
            <a:off x="6381750" y="4714875"/>
            <a:ext cx="704850" cy="55245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FDD753B6-802D-4EE1-86F6-8BD31F50A41C}"/>
              </a:ext>
            </a:extLst>
          </p:cNvPr>
          <p:cNvSpPr>
            <a:spLocks xmlns:a="http://schemas.openxmlformats.org/drawingml/2006/main" noGrp="1"/>
          </p:cNvSpPr>
          <p:nvPr/>
        </p:nvSpPr>
        <p:spPr>
          <a:xfrm xmlns:a="http://schemas.openxmlformats.org/drawingml/2006/main">
            <a:off x="6429375" y="4752975"/>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軸対称</a:t>
            </a:r>
          </a:p>
        </p:txBody>
      </p:sp>
      <p:sp>
        <p:nvSpPr>
          <p:cNvPr id="111" name="">
            <a:extLst xmlns:a="http://schemas.openxmlformats.org/drawingml/2006/main">
              <a:ext uri="{FF2B5EF4-FFF2-40B4-BE49-F238E27FC236}">
                <a16:creationId xmlns:a16="http://schemas.microsoft.com/office/drawing/2014/main" id="{C778F697-A048-439A-8E9B-8BA021CA5CA2}"/>
              </a:ext>
            </a:extLst>
          </p:cNvPr>
          <p:cNvSpPr>
            <a:spLocks xmlns:a="http://schemas.openxmlformats.org/drawingml/2006/main" noGrp="1"/>
          </p:cNvSpPr>
          <p:nvPr/>
        </p:nvSpPr>
        <p:spPr>
          <a:xfrm xmlns:a="http://schemas.openxmlformats.org/drawingml/2006/main">
            <a:off x="7258050" y="4762500"/>
            <a:ext cx="3781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dV = 2πr dr dz,   X = ∫Ω X(r,z) dV</a:t>
            </a:r>
          </a:p>
        </p:txBody>
      </p:sp>
      <p:sp>
        <p:nvSpPr>
          <p:cNvPr id="112" name="">
            <a:extLst xmlns:a="http://schemas.openxmlformats.org/drawingml/2006/main">
              <a:ext uri="{FF2B5EF4-FFF2-40B4-BE49-F238E27FC236}">
                <a16:creationId xmlns:a16="http://schemas.microsoft.com/office/drawing/2014/main" id="{D984D575-8CE9-4DBA-BA7F-E4E0E95E1FF3}"/>
              </a:ext>
            </a:extLst>
          </p:cNvPr>
          <p:cNvSpPr>
            <a:spLocks xmlns:a="http://schemas.openxmlformats.org/drawingml/2006/main" noGrp="1"/>
          </p:cNvSpPr>
          <p:nvPr/>
        </p:nvSpPr>
        <p:spPr>
          <a:xfrm xmlns:a="http://schemas.openxmlformats.org/drawingml/2006/main">
            <a:off x="6381750" y="5410200"/>
            <a:ext cx="481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72B51F"/>
                </a:solidFill>
                <a:latin typeface="Noto Sans JP"/>
                <a:ea typeface="Noto Sans JP"/>
                <a:cs typeface="Noto Sans JP"/>
              </a:defRPr>
            </a:pPr>
            <a:r>
              <a:rPr sz="1200" b="1" i="0">
                <a:solidFill>
                  <a:srgbClr val="72B51F"/>
                </a:solidFill>
                <a:latin typeface="Noto Sans JP"/>
                <a:ea typeface="Noto Sans JP"/>
                <a:cs typeface="Noto Sans JP"/>
              </a:rPr>
              <a:t>比較：</a:t>
            </a:r>
            <a:r>
              <a:rPr sz="1200" b="1" i="0">
                <a:solidFill>
                  <a:srgbClr val="72B51F"/>
                </a:solidFill>
                <a:latin typeface="Noto Sans JP"/>
                <a:ea typeface="Noto Sans JP"/>
                <a:cs typeface="Noto Sans JP"/>
              </a:rPr>
              <a:t>標準COMSOL / two-term / Monte Carlo / propagator</a:t>
            </a:r>
          </a:p>
        </p:txBody>
      </p:sp>
      <p:sp>
        <p:nvSpPr>
          <p:cNvPr id="115" name="">
            <a:extLst xmlns:a="http://schemas.openxmlformats.org/drawingml/2006/main">
              <a:ext uri="{FF2B5EF4-FFF2-40B4-BE49-F238E27FC236}">
                <a16:creationId xmlns:a16="http://schemas.microsoft.com/office/drawing/2014/main" id="{F08D8F22-F3EF-4D1A-A654-CC4566EEDE0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4ケースを同一MPH・同一4545節点・同一時刻1 msで比較。</a:t>
            </a:r>
            <a:r>
              <a:rPr sz="1275" b="1" i="0">
                <a:solidFill>
                  <a:srgbClr val="6DBB20"/>
                </a:solidFill>
                <a:latin typeface="Noto Sans JP"/>
                <a:ea typeface="Noto Sans JP"/>
                <a:cs typeface="Noto Sans JP"/>
              </a:rPr>
              <a:t>標準COMSOLの</a:t>
            </a:r>
            <a:r>
              <a:rPr sz="1275" b="1" i="0">
                <a:solidFill>
                  <a:srgbClr val="6DBB20"/>
                </a:solidFill>
                <a:latin typeface="Noto Sans JP"/>
                <a:ea typeface="Noto Sans JP"/>
                <a:cs typeface="Noto Sans JP"/>
              </a:rPr>
              <a:t>Ar*はこの時刻で未定常のため、差は閉包＋過渡応答として読む。</a:t>
            </a:r>
          </a:p>
        </p:txBody>
      </p:sp>
      <p:sp>
        <p:nvSpPr>
          <p:cNvPr id="116" name="">
            <a:extLst xmlns:a="http://schemas.openxmlformats.org/drawingml/2006/main">
              <a:ext uri="{FF2B5EF4-FFF2-40B4-BE49-F238E27FC236}">
                <a16:creationId xmlns:a16="http://schemas.microsoft.com/office/drawing/2014/main" id="{8E51B7EC-251E-4ADD-BD34-A38E5A676B31}"/>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[R8] [R9] [R13]  |  comparison_exports/*/fields_common_time.csv; docs/comsol_gec_icp.md</a:t>
            </a:r>
          </a:p>
        </p:txBody>
      </p:sp>
      <p:sp>
        <p:nvSpPr>
          <p:cNvPr id="151" name="title">
            <a:extLst xmlns:a="http://schemas.openxmlformats.org/drawingml/2006/main">
              <a:ext uri="{FF2B5EF4-FFF2-40B4-BE49-F238E27FC236}">
                <a16:creationId xmlns:a16="http://schemas.microsoft.com/office/drawing/2014/main" id="{BA7E310B-F78B-436C-8D70-AA58DC394A8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GEC ICP：軸対称 r–z 断面と比較条件</a:t>
            </a:r>
          </a:p>
        </p:txBody>
      </p:sp>
      <p:sp>
        <p:nvSpPr>
          <p:cNvPr id="152" name="">
            <a:extLst xmlns:a="http://schemas.openxmlformats.org/drawingml/2006/main">
              <a:ext uri="{FF2B5EF4-FFF2-40B4-BE49-F238E27FC236}">
                <a16:creationId xmlns:a16="http://schemas.microsoft.com/office/drawing/2014/main" id="{5F6F450A-1A4A-46DB-900B-487DC006887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3" name="section">
            <a:extLst xmlns:a="http://schemas.openxmlformats.org/drawingml/2006/main">
              <a:ext uri="{FF2B5EF4-FFF2-40B4-BE49-F238E27FC236}">
                <a16:creationId xmlns:a16="http://schemas.microsoft.com/office/drawing/2014/main" id="{FABA4D40-053A-4BD6-BBFB-61521D5086F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204828269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CFB6D72-EE88-4545-8233-34517D1681E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COMSOLで各物性値をどこから与えるか</a:t>
            </a:r>
          </a:p>
        </p:txBody>
      </p:sp>
      <p:sp>
        <p:nvSpPr>
          <p:cNvPr id="3" name="subtitle">
            <a:extLst xmlns:a="http://schemas.openxmlformats.org/drawingml/2006/main">
              <a:ext uri="{FF2B5EF4-FFF2-40B4-BE49-F238E27FC236}">
                <a16:creationId xmlns:a16="http://schemas.microsoft.com/office/drawing/2014/main" id="{C457664B-FEA2-4761-ADEE-5F6EADE415CF}"/>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比較で変える項目と、全ケースで固定する項目を明示する</a:t>
            </a:r>
          </a:p>
        </p:txBody>
      </p:sp>
      <p:graphicFrame>
        <p:nvGraphicFramePr>
          <p:cNvPr id="14" name=""/>
          <p:cNvGraphicFramePr/>
          <p:nvPr/>
        </p:nvGraphicFramePr>
        <p:xfrm>
          <a:off xmlns:a="http://schemas.openxmlformats.org/drawingml/2006/main" x="333375" y="1381125"/>
          <a:ext xmlns:a="http://schemas.openxmlformats.org/drawingml/2006/main" cx="11525250" cy="4095750"/>
        </p:xfrm>
        <a:graphic xmlns:a="http://schemas.openxmlformats.org/drawingml/2006/main">
          <a:graphicData uri="http://schemas.openxmlformats.org/drawingml/2006/table">
            <a:tbl>
              <a:tblPr/>
              <a:tblGrid>
                <a:gridCol w="1948714"/>
                <a:gridCol w="1726004"/>
                <a:gridCol w="1726004"/>
                <a:gridCol w="1948714"/>
                <a:gridCol w="1948714"/>
                <a:gridCol w="2227101"/>
              </a:tblGrid>
              <a:tr h="585107">
                <a:tc>
                  <a:txBody>
                    <a:bodyPr lIns="57150" tIns="47625" rIns="57150" bIns="47625">
                      <a:normAutofit/>
                    </a:bodyPr>
                    <a:lstStyle/>
                    <a:p>
                      <a:pPr algn="l">
                        <a:buNone/>
                      </a:pPr>
                      <a:r>
                        <a:rPr sz="975" b="1">
                          <a:solidFill>
                            <a:srgbClr val="FFFFFF"/>
                          </a:solidFill>
                          <a:latin typeface="Noto Sans JP"/>
                          <a:ea typeface="Noto Sans JP"/>
                          <a:cs typeface="Noto Sans JP"/>
                        </a:rPr>
                        <a:t>物性・モデル</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標準COMSOL</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two-term</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Monte Carlo</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propagator P1</a:t>
                      </a:r>
                    </a:p>
                  </a:txBody>
                  <a:tcPr marL="91440" marR="91440" marT="45720" marB="45720" anchor="ctr">
                    <a:solidFill>
                      <a:srgbClr val="00A6D6"/>
                    </a:solidFill>
                  </a:tcPr>
                </a:tc>
                <a:tc>
                  <a:txBody>
                    <a:bodyPr lIns="57150" tIns="47625" rIns="57150" bIns="47625">
                      <a:normAutofit/>
                    </a:bodyPr>
                    <a:lstStyle/>
                    <a:p>
                      <a:pPr algn="ctr">
                        <a:buNone/>
                      </a:pPr>
                      <a:r>
                        <a:rPr sz="975" b="1">
                          <a:solidFill>
                            <a:srgbClr val="FFFFFF"/>
                          </a:solidFill>
                          <a:latin typeface="Noto Sans JP"/>
                          <a:ea typeface="Noto Sans JP"/>
                          <a:cs typeface="Noto Sans JP"/>
                        </a:rPr>
                        <a:t>全ケースでの供給元</a:t>
                      </a:r>
                    </a:p>
                  </a:txBody>
                  <a:tcPr marL="91440" marR="91440" marT="45720" marB="45720" anchor="ctr">
                    <a:solidFill>
                      <a:srgbClr val="00A6D6"/>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EEDF</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Maxwell型EEDF</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EEDF参照表</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重み付きEEDF参照表</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P1 EEDF参照表</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各電子物性入力</a:t>
                      </a:r>
                    </a:p>
                  </a:txBody>
                  <a:tcPr marL="91440" marR="91440" marT="45720" marB="45720" anchor="ctr">
                    <a:solidFill>
                      <a:srgbClr val="FFFFFF"/>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電子移動度</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モデル内定義</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Swarm μN</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Swarm μN</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Swarm μN</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各電子物性入力</a:t>
                      </a:r>
                    </a:p>
                  </a:txBody>
                  <a:tcPr marL="91440" marR="91440" marT="45720" marB="45720" anchor="ctr">
                    <a:solidFill>
                      <a:srgbClr val="F2F3F4"/>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電子拡散</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モデル内定義</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Einstein関係</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Einstein関係</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Einstein関係</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COMSOL側共通</a:t>
                      </a:r>
                    </a:p>
                  </a:txBody>
                  <a:tcPr marL="91440" marR="91440" marT="45720" marB="45720" anchor="ctr">
                    <a:solidFill>
                      <a:srgbClr val="FFFFFF"/>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弾性エネルギー損失</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モデル内定義</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断面積積分</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断面積積分</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断面積積分</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COMSOL反応式</a:t>
                      </a:r>
                    </a:p>
                  </a:txBody>
                  <a:tcPr marL="91440" marR="91440" marT="45720" marB="45720" anchor="ctr">
                    <a:solidFill>
                      <a:srgbClr val="F2F3F4"/>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非弾性反応</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同じ反応集合</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COMSOL化学</a:t>
                      </a:r>
                    </a:p>
                  </a:txBody>
                  <a:tcPr marL="91440" marR="91440" marT="45720" marB="45720" anchor="ctr">
                    <a:solidFill>
                      <a:srgbClr val="FFFFFF"/>
                    </a:solidFill>
                  </a:tcPr>
                </a:tc>
              </a:tr>
              <a:tr h="585107">
                <a:tc>
                  <a:txBody>
                    <a:bodyPr lIns="57150" tIns="47625" rIns="57150" bIns="47625">
                      <a:normAutofit/>
                    </a:bodyPr>
                    <a:lstStyle/>
                    <a:p>
                      <a:pPr algn="l">
                        <a:buNone/>
                      </a:pPr>
                      <a:r>
                        <a:rPr sz="938" b="1">
                          <a:solidFill>
                            <a:srgbClr val="333333"/>
                          </a:solidFill>
                          <a:latin typeface="Noto Sans JP"/>
                          <a:ea typeface="Noto Sans JP"/>
                          <a:cs typeface="Noto Sans JP"/>
                        </a:rPr>
                        <a:t>RF場・壁境界</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COMSOL</a:t>
                      </a:r>
                    </a:p>
                  </a:txBody>
                  <a:tcPr marL="91440" marR="91440" marT="45720" marB="45720" anchor="ctr">
                    <a:solidFill>
                      <a:srgbClr val="F2F3F4"/>
                    </a:solidFill>
                  </a:tcPr>
                </a:tc>
              </a:tr>
            </a:tbl>
          </a:graphicData>
        </a:graphic>
      </p:graphicFrame>
      <p:sp>
        <p:nvSpPr>
          <p:cNvPr id="5" name="takeaway-bullet">
            <a:extLst xmlns:a="http://schemas.openxmlformats.org/drawingml/2006/main">
              <a:ext uri="{FF2B5EF4-FFF2-40B4-BE49-F238E27FC236}">
                <a16:creationId xmlns:a16="http://schemas.microsoft.com/office/drawing/2014/main" id="{F6451239-7C2A-420D-98AC-912F215011BF}"/>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60AC89D7-B744-49BC-A966-808A4A29714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同一MPH・同一時刻・同一反応・同一境界を固定して初めて、空間差を電子物性入力へ帰属できる。</a:t>
            </a:r>
          </a:p>
        </p:txBody>
      </p:sp>
      <p:sp>
        <p:nvSpPr>
          <p:cNvPr id="8" name="footer">
            <a:extLst xmlns:a="http://schemas.openxmlformats.org/drawingml/2006/main">
              <a:ext uri="{FF2B5EF4-FFF2-40B4-BE49-F238E27FC236}">
                <a16:creationId xmlns:a16="http://schemas.microsoft.com/office/drawing/2014/main" id="{4D6DBE23-F222-440A-9DCC-39F5BE9A05D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9" name="page">
            <a:extLst xmlns:a="http://schemas.openxmlformats.org/drawingml/2006/main">
              <a:ext uri="{FF2B5EF4-FFF2-40B4-BE49-F238E27FC236}">
                <a16:creationId xmlns:a16="http://schemas.microsoft.com/office/drawing/2014/main" id="{7A0FAA44-A74D-48D1-BDA2-AEEFE45C6A0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48</a:t>
            </a:r>
          </a:p>
        </p:txBody>
      </p:sp>
      <p:sp>
        <p:nvSpPr>
          <p:cNvPr id="11" name="section">
            <a:extLst xmlns:a="http://schemas.openxmlformats.org/drawingml/2006/main">
              <a:ext uri="{FF2B5EF4-FFF2-40B4-BE49-F238E27FC236}">
                <a16:creationId xmlns:a16="http://schemas.microsoft.com/office/drawing/2014/main" id="{96492195-8A6C-4EA3-ADAD-DED740583AF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62117360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F9D8843-9620-480A-9CCD-41D66C0839A2}"/>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527D83A3-974E-4F53-AA49-33D74E45A5D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D171FC83-5FF4-492A-8DA3-7DF0CB7E4C0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49</a:t>
            </a:r>
          </a:p>
        </p:txBody>
      </p:sp>
      <p:sp>
        <p:nvSpPr>
          <p:cNvPr id="9" name="">
            <a:extLst xmlns:a="http://schemas.openxmlformats.org/drawingml/2006/main">
              <a:ext uri="{FF2B5EF4-FFF2-40B4-BE49-F238E27FC236}">
                <a16:creationId xmlns:a16="http://schemas.microsoft.com/office/drawing/2014/main" id="{5DD454EE-BB09-4BD0-BE31-DA30B6224ECE}"/>
              </a:ext>
            </a:extLst>
          </p:cNvPr>
          <p:cNvSpPr>
            <a:spLocks xmlns:a="http://schemas.openxmlformats.org/drawingml/2006/main" noGrp="1"/>
          </p:cNvSpPr>
          <p:nvPr/>
        </p:nvSpPr>
        <p:spPr>
          <a:xfrm xmlns:a="http://schemas.openxmlformats.org/drawingml/2006/main">
            <a:off x="37147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A5A1BD0F-D297-4138-91C0-CC29C88452C8}"/>
              </a:ext>
            </a:extLst>
          </p:cNvPr>
          <p:cNvSpPr>
            <a:spLocks xmlns:a="http://schemas.openxmlformats.org/drawingml/2006/main" noGrp="1"/>
          </p:cNvSpPr>
          <p:nvPr/>
        </p:nvSpPr>
        <p:spPr>
          <a:xfrm xmlns:a="http://schemas.openxmlformats.org/drawingml/2006/main">
            <a:off x="56197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37b8f17b59054aa8"/>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EB881A9-A38D-455D-B8A5-37B21898EB12}"/>
              </a:ext>
            </a:extLst>
          </p:cNvPr>
          <p:cNvSpPr>
            <a:spLocks xmlns:a="http://schemas.openxmlformats.org/drawingml/2006/main" noGrp="1"/>
          </p:cNvSpPr>
          <p:nvPr/>
        </p:nvSpPr>
        <p:spPr>
          <a:xfrm xmlns:a="http://schemas.openxmlformats.org/drawingml/2006/main">
            <a:off x="5619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2507A5BC-4CE6-4E34-9D20-13B2A56D4F8F}"/>
              </a:ext>
            </a:extLst>
          </p:cNvPr>
          <p:cNvSpPr>
            <a:spLocks xmlns:a="http://schemas.openxmlformats.org/drawingml/2006/main" noGrp="1"/>
          </p:cNvSpPr>
          <p:nvPr/>
        </p:nvSpPr>
        <p:spPr>
          <a:xfrm xmlns:a="http://schemas.openxmlformats.org/drawingml/2006/main">
            <a:off x="4381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806E2F86-5753-4E5E-8A35-E750FF3FACCB}"/>
              </a:ext>
            </a:extLst>
          </p:cNvPr>
          <p:cNvSpPr>
            <a:spLocks xmlns:a="http://schemas.openxmlformats.org/drawingml/2006/main" noGrp="1"/>
          </p:cNvSpPr>
          <p:nvPr/>
        </p:nvSpPr>
        <p:spPr>
          <a:xfrm xmlns:a="http://schemas.openxmlformats.org/drawingml/2006/main">
            <a:off x="142602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316F2202-E26A-4680-A3C2-527705639F6D}"/>
              </a:ext>
            </a:extLst>
          </p:cNvPr>
          <p:cNvSpPr>
            <a:spLocks xmlns:a="http://schemas.openxmlformats.org/drawingml/2006/main" noGrp="1"/>
          </p:cNvSpPr>
          <p:nvPr/>
        </p:nvSpPr>
        <p:spPr>
          <a:xfrm xmlns:a="http://schemas.openxmlformats.org/drawingml/2006/main">
            <a:off x="130220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CD930DA6-9D1D-45AE-9BCD-71B472FC895E}"/>
              </a:ext>
            </a:extLst>
          </p:cNvPr>
          <p:cNvSpPr>
            <a:spLocks xmlns:a="http://schemas.openxmlformats.org/drawingml/2006/main" noGrp="1"/>
          </p:cNvSpPr>
          <p:nvPr/>
        </p:nvSpPr>
        <p:spPr>
          <a:xfrm xmlns:a="http://schemas.openxmlformats.org/drawingml/2006/main">
            <a:off x="229008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3A4FF949-3EEB-41D4-9249-0318C04BBD89}"/>
              </a:ext>
            </a:extLst>
          </p:cNvPr>
          <p:cNvSpPr>
            <a:spLocks xmlns:a="http://schemas.openxmlformats.org/drawingml/2006/main" noGrp="1"/>
          </p:cNvSpPr>
          <p:nvPr/>
        </p:nvSpPr>
        <p:spPr>
          <a:xfrm xmlns:a="http://schemas.openxmlformats.org/drawingml/2006/main">
            <a:off x="216625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E220F160-04B6-4625-A83F-527F8EC9511D}"/>
              </a:ext>
            </a:extLst>
          </p:cNvPr>
          <p:cNvSpPr>
            <a:spLocks xmlns:a="http://schemas.openxmlformats.org/drawingml/2006/main" noGrp="1"/>
          </p:cNvSpPr>
          <p:nvPr/>
        </p:nvSpPr>
        <p:spPr>
          <a:xfrm xmlns:a="http://schemas.openxmlformats.org/drawingml/2006/main">
            <a:off x="29813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F44F0CF0-27AD-4F10-B855-42A49D99D3BE}"/>
              </a:ext>
            </a:extLst>
          </p:cNvPr>
          <p:cNvSpPr>
            <a:spLocks xmlns:a="http://schemas.openxmlformats.org/drawingml/2006/main" noGrp="1"/>
          </p:cNvSpPr>
          <p:nvPr/>
        </p:nvSpPr>
        <p:spPr>
          <a:xfrm xmlns:a="http://schemas.openxmlformats.org/drawingml/2006/main">
            <a:off x="28575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6A7DDF09-58FD-4313-8F45-620EF13459D4}"/>
              </a:ext>
            </a:extLst>
          </p:cNvPr>
          <p:cNvSpPr>
            <a:spLocks xmlns:a="http://schemas.openxmlformats.org/drawingml/2006/main" noGrp="1"/>
          </p:cNvSpPr>
          <p:nvPr/>
        </p:nvSpPr>
        <p:spPr>
          <a:xfrm xmlns:a="http://schemas.openxmlformats.org/drawingml/2006/main">
            <a:off x="51435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D738260A-D611-4E7F-AA7A-067332571AA5}"/>
              </a:ext>
            </a:extLst>
          </p:cNvPr>
          <p:cNvSpPr>
            <a:spLocks xmlns:a="http://schemas.openxmlformats.org/drawingml/2006/main" noGrp="1"/>
          </p:cNvSpPr>
          <p:nvPr/>
        </p:nvSpPr>
        <p:spPr>
          <a:xfrm xmlns:a="http://schemas.openxmlformats.org/drawingml/2006/main">
            <a:off x="20002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64CEB744-A7BA-4D28-AB36-FCB7AE1B175B}"/>
              </a:ext>
            </a:extLst>
          </p:cNvPr>
          <p:cNvSpPr>
            <a:spLocks xmlns:a="http://schemas.openxmlformats.org/drawingml/2006/main" noGrp="1"/>
          </p:cNvSpPr>
          <p:nvPr/>
        </p:nvSpPr>
        <p:spPr>
          <a:xfrm xmlns:a="http://schemas.openxmlformats.org/drawingml/2006/main">
            <a:off x="51435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A0D752DD-A917-41F9-A096-C8D794B5079A}"/>
              </a:ext>
            </a:extLst>
          </p:cNvPr>
          <p:cNvSpPr>
            <a:spLocks xmlns:a="http://schemas.openxmlformats.org/drawingml/2006/main" noGrp="1"/>
          </p:cNvSpPr>
          <p:nvPr/>
        </p:nvSpPr>
        <p:spPr>
          <a:xfrm xmlns:a="http://schemas.openxmlformats.org/drawingml/2006/main">
            <a:off x="20002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97A2D430-2017-4485-9772-6A43A5C20D1A}"/>
              </a:ext>
            </a:extLst>
          </p:cNvPr>
          <p:cNvSpPr>
            <a:spLocks xmlns:a="http://schemas.openxmlformats.org/drawingml/2006/main" noGrp="1"/>
          </p:cNvSpPr>
          <p:nvPr/>
        </p:nvSpPr>
        <p:spPr>
          <a:xfrm xmlns:a="http://schemas.openxmlformats.org/drawingml/2006/main">
            <a:off x="51435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01E39C42-D734-4FE0-9E3C-01080393DB0A}"/>
              </a:ext>
            </a:extLst>
          </p:cNvPr>
          <p:cNvSpPr>
            <a:spLocks xmlns:a="http://schemas.openxmlformats.org/drawingml/2006/main" noGrp="1"/>
          </p:cNvSpPr>
          <p:nvPr/>
        </p:nvSpPr>
        <p:spPr>
          <a:xfrm xmlns:a="http://schemas.openxmlformats.org/drawingml/2006/main">
            <a:off x="20002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019A0F0C-524C-4455-AE1A-62EB81B3B9FB}"/>
              </a:ext>
            </a:extLst>
          </p:cNvPr>
          <p:cNvSpPr>
            <a:spLocks xmlns:a="http://schemas.openxmlformats.org/drawingml/2006/main" noGrp="1"/>
          </p:cNvSpPr>
          <p:nvPr/>
        </p:nvSpPr>
        <p:spPr>
          <a:xfrm xmlns:a="http://schemas.openxmlformats.org/drawingml/2006/main">
            <a:off x="51435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EAD88237-F3C6-42B2-8510-F7CEC1A423F6}"/>
              </a:ext>
            </a:extLst>
          </p:cNvPr>
          <p:cNvSpPr>
            <a:spLocks xmlns:a="http://schemas.openxmlformats.org/drawingml/2006/main" noGrp="1"/>
          </p:cNvSpPr>
          <p:nvPr/>
        </p:nvSpPr>
        <p:spPr>
          <a:xfrm xmlns:a="http://schemas.openxmlformats.org/drawingml/2006/main">
            <a:off x="20002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3E2EE8C9-F1E7-4277-A9F1-DF49904AFD04}"/>
              </a:ext>
            </a:extLst>
          </p:cNvPr>
          <p:cNvSpPr>
            <a:spLocks xmlns:a="http://schemas.openxmlformats.org/drawingml/2006/main" noGrp="1"/>
          </p:cNvSpPr>
          <p:nvPr/>
        </p:nvSpPr>
        <p:spPr>
          <a:xfrm xmlns:a="http://schemas.openxmlformats.org/drawingml/2006/main">
            <a:off x="143827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7B57F1AD-5F82-4A55-862C-F309104E579D}"/>
              </a:ext>
            </a:extLst>
          </p:cNvPr>
          <p:cNvSpPr>
            <a:spLocks xmlns:a="http://schemas.openxmlformats.org/drawingml/2006/main" noGrp="1"/>
          </p:cNvSpPr>
          <p:nvPr/>
        </p:nvSpPr>
        <p:spPr>
          <a:xfrm xmlns:a="http://schemas.openxmlformats.org/drawingml/2006/main">
            <a:off x="142875" y="23931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0AFA2C56-965A-4B63-BFFF-41C07A609C1F}"/>
              </a:ext>
            </a:extLst>
          </p:cNvPr>
          <p:cNvSpPr>
            <a:spLocks xmlns:a="http://schemas.openxmlformats.org/drawingml/2006/main" noGrp="1"/>
          </p:cNvSpPr>
          <p:nvPr/>
        </p:nvSpPr>
        <p:spPr>
          <a:xfrm xmlns:a="http://schemas.openxmlformats.org/drawingml/2006/main">
            <a:off x="333375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C3099414-201D-4AB8-8AD1-74386EA1EA2C}"/>
              </a:ext>
            </a:extLst>
          </p:cNvPr>
          <p:cNvSpPr>
            <a:spLocks xmlns:a="http://schemas.openxmlformats.org/drawingml/2006/main" noGrp="1"/>
          </p:cNvSpPr>
          <p:nvPr/>
        </p:nvSpPr>
        <p:spPr>
          <a:xfrm xmlns:a="http://schemas.openxmlformats.org/drawingml/2006/main">
            <a:off x="352425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13" name=""/>
          <p:cNvPicPr>
            <a:picLocks xmlns:a="http://schemas.openxmlformats.org/drawingml/2006/main" noChangeAspect="1"/>
          </p:cNvPicPr>
          <p:nvPr/>
        </p:nvPicPr>
        <p:blipFill>
          <a:blip xmlns:r="http://schemas.openxmlformats.org/officeDocument/2006/relationships" xmlns:a="http://schemas.openxmlformats.org/drawingml/2006/main" r:embed="Ra6581455008146aa"/>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F7008F36-C91A-42CD-85BC-0969C1CAFFF5}"/>
              </a:ext>
            </a:extLst>
          </p:cNvPr>
          <p:cNvSpPr>
            <a:spLocks xmlns:a="http://schemas.openxmlformats.org/drawingml/2006/main" noGrp="1"/>
          </p:cNvSpPr>
          <p:nvPr/>
        </p:nvSpPr>
        <p:spPr>
          <a:xfrm xmlns:a="http://schemas.openxmlformats.org/drawingml/2006/main">
            <a:off x="35242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E87CA448-2B71-4AFE-A321-BCFCD227C02D}"/>
              </a:ext>
            </a:extLst>
          </p:cNvPr>
          <p:cNvSpPr>
            <a:spLocks xmlns:a="http://schemas.openxmlformats.org/drawingml/2006/main" noGrp="1"/>
          </p:cNvSpPr>
          <p:nvPr/>
        </p:nvSpPr>
        <p:spPr>
          <a:xfrm xmlns:a="http://schemas.openxmlformats.org/drawingml/2006/main">
            <a:off x="34004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9C53A156-A3CB-4600-B0E5-AA4FF917F72C}"/>
              </a:ext>
            </a:extLst>
          </p:cNvPr>
          <p:cNvSpPr>
            <a:spLocks xmlns:a="http://schemas.openxmlformats.org/drawingml/2006/main" noGrp="1"/>
          </p:cNvSpPr>
          <p:nvPr/>
        </p:nvSpPr>
        <p:spPr>
          <a:xfrm xmlns:a="http://schemas.openxmlformats.org/drawingml/2006/main">
            <a:off x="438830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8A5D8A6D-250D-429E-9B9A-0CB0B2C7E16F}"/>
              </a:ext>
            </a:extLst>
          </p:cNvPr>
          <p:cNvSpPr>
            <a:spLocks xmlns:a="http://schemas.openxmlformats.org/drawingml/2006/main" noGrp="1"/>
          </p:cNvSpPr>
          <p:nvPr/>
        </p:nvSpPr>
        <p:spPr>
          <a:xfrm xmlns:a="http://schemas.openxmlformats.org/drawingml/2006/main">
            <a:off x="426447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FF177974-8FDA-42F8-8D32-8B6AA727182F}"/>
              </a:ext>
            </a:extLst>
          </p:cNvPr>
          <p:cNvSpPr>
            <a:spLocks xmlns:a="http://schemas.openxmlformats.org/drawingml/2006/main" noGrp="1"/>
          </p:cNvSpPr>
          <p:nvPr/>
        </p:nvSpPr>
        <p:spPr>
          <a:xfrm xmlns:a="http://schemas.openxmlformats.org/drawingml/2006/main">
            <a:off x="525235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3042C609-4D73-4D8F-A4AA-20BDB60E92D8}"/>
              </a:ext>
            </a:extLst>
          </p:cNvPr>
          <p:cNvSpPr>
            <a:spLocks xmlns:a="http://schemas.openxmlformats.org/drawingml/2006/main" noGrp="1"/>
          </p:cNvSpPr>
          <p:nvPr/>
        </p:nvSpPr>
        <p:spPr>
          <a:xfrm xmlns:a="http://schemas.openxmlformats.org/drawingml/2006/main">
            <a:off x="512853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1AA56E39-7D32-478F-A41D-DCF6DCD80A71}"/>
              </a:ext>
            </a:extLst>
          </p:cNvPr>
          <p:cNvSpPr>
            <a:spLocks xmlns:a="http://schemas.openxmlformats.org/drawingml/2006/main" noGrp="1"/>
          </p:cNvSpPr>
          <p:nvPr/>
        </p:nvSpPr>
        <p:spPr>
          <a:xfrm xmlns:a="http://schemas.openxmlformats.org/drawingml/2006/main">
            <a:off x="59436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F1A1513C-0D61-47E7-B82C-ECACA125EC03}"/>
              </a:ext>
            </a:extLst>
          </p:cNvPr>
          <p:cNvSpPr>
            <a:spLocks xmlns:a="http://schemas.openxmlformats.org/drawingml/2006/main" noGrp="1"/>
          </p:cNvSpPr>
          <p:nvPr/>
        </p:nvSpPr>
        <p:spPr>
          <a:xfrm xmlns:a="http://schemas.openxmlformats.org/drawingml/2006/main">
            <a:off x="58197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80F9F374-9996-426D-9BFD-43B2DD9BD321}"/>
              </a:ext>
            </a:extLst>
          </p:cNvPr>
          <p:cNvSpPr>
            <a:spLocks xmlns:a="http://schemas.openxmlformats.org/drawingml/2006/main" noGrp="1"/>
          </p:cNvSpPr>
          <p:nvPr/>
        </p:nvSpPr>
        <p:spPr>
          <a:xfrm xmlns:a="http://schemas.openxmlformats.org/drawingml/2006/main">
            <a:off x="347662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4447204E-EE9B-4F62-8BAE-BD60139F9C0C}"/>
              </a:ext>
            </a:extLst>
          </p:cNvPr>
          <p:cNvSpPr>
            <a:spLocks xmlns:a="http://schemas.openxmlformats.org/drawingml/2006/main" noGrp="1"/>
          </p:cNvSpPr>
          <p:nvPr/>
        </p:nvSpPr>
        <p:spPr>
          <a:xfrm xmlns:a="http://schemas.openxmlformats.org/drawingml/2006/main">
            <a:off x="316230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4588F56B-CBB8-40B4-A08A-DC3B8EDBBD51}"/>
              </a:ext>
            </a:extLst>
          </p:cNvPr>
          <p:cNvSpPr>
            <a:spLocks xmlns:a="http://schemas.openxmlformats.org/drawingml/2006/main" noGrp="1"/>
          </p:cNvSpPr>
          <p:nvPr/>
        </p:nvSpPr>
        <p:spPr>
          <a:xfrm xmlns:a="http://schemas.openxmlformats.org/drawingml/2006/main">
            <a:off x="347662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019721EF-F46B-4732-8F4D-8CFEBEF79D79}"/>
              </a:ext>
            </a:extLst>
          </p:cNvPr>
          <p:cNvSpPr>
            <a:spLocks xmlns:a="http://schemas.openxmlformats.org/drawingml/2006/main" noGrp="1"/>
          </p:cNvSpPr>
          <p:nvPr/>
        </p:nvSpPr>
        <p:spPr>
          <a:xfrm xmlns:a="http://schemas.openxmlformats.org/drawingml/2006/main">
            <a:off x="316230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24EA64FE-291B-4D68-8AFE-8CD3CCB05723}"/>
              </a:ext>
            </a:extLst>
          </p:cNvPr>
          <p:cNvSpPr>
            <a:spLocks xmlns:a="http://schemas.openxmlformats.org/drawingml/2006/main" noGrp="1"/>
          </p:cNvSpPr>
          <p:nvPr/>
        </p:nvSpPr>
        <p:spPr>
          <a:xfrm xmlns:a="http://schemas.openxmlformats.org/drawingml/2006/main">
            <a:off x="347662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45940E8E-25CE-4477-AB7D-AD1848B0DEE9}"/>
              </a:ext>
            </a:extLst>
          </p:cNvPr>
          <p:cNvSpPr>
            <a:spLocks xmlns:a="http://schemas.openxmlformats.org/drawingml/2006/main" noGrp="1"/>
          </p:cNvSpPr>
          <p:nvPr/>
        </p:nvSpPr>
        <p:spPr>
          <a:xfrm xmlns:a="http://schemas.openxmlformats.org/drawingml/2006/main">
            <a:off x="316230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77965E1A-53A8-4317-B62B-B65D1C854261}"/>
              </a:ext>
            </a:extLst>
          </p:cNvPr>
          <p:cNvSpPr>
            <a:spLocks xmlns:a="http://schemas.openxmlformats.org/drawingml/2006/main" noGrp="1"/>
          </p:cNvSpPr>
          <p:nvPr/>
        </p:nvSpPr>
        <p:spPr>
          <a:xfrm xmlns:a="http://schemas.openxmlformats.org/drawingml/2006/main">
            <a:off x="347662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11B1BFAD-CF1A-4649-814B-D8FD77BE4CA4}"/>
              </a:ext>
            </a:extLst>
          </p:cNvPr>
          <p:cNvSpPr>
            <a:spLocks xmlns:a="http://schemas.openxmlformats.org/drawingml/2006/main" noGrp="1"/>
          </p:cNvSpPr>
          <p:nvPr/>
        </p:nvSpPr>
        <p:spPr>
          <a:xfrm xmlns:a="http://schemas.openxmlformats.org/drawingml/2006/main">
            <a:off x="316230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6844340D-CD21-4FE7-BAA9-CE38B6CE4A22}"/>
              </a:ext>
            </a:extLst>
          </p:cNvPr>
          <p:cNvSpPr>
            <a:spLocks xmlns:a="http://schemas.openxmlformats.org/drawingml/2006/main" noGrp="1"/>
          </p:cNvSpPr>
          <p:nvPr/>
        </p:nvSpPr>
        <p:spPr>
          <a:xfrm xmlns:a="http://schemas.openxmlformats.org/drawingml/2006/main">
            <a:off x="440055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7724195A-21C9-4B81-A2B2-009D47AE29CF}"/>
              </a:ext>
            </a:extLst>
          </p:cNvPr>
          <p:cNvSpPr>
            <a:spLocks xmlns:a="http://schemas.openxmlformats.org/drawingml/2006/main" noGrp="1"/>
          </p:cNvSpPr>
          <p:nvPr/>
        </p:nvSpPr>
        <p:spPr>
          <a:xfrm xmlns:a="http://schemas.openxmlformats.org/drawingml/2006/main">
            <a:off x="629602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C1429EA4-2421-4926-8CE4-4115742C8443}"/>
              </a:ext>
            </a:extLst>
          </p:cNvPr>
          <p:cNvSpPr>
            <a:spLocks xmlns:a="http://schemas.openxmlformats.org/drawingml/2006/main" noGrp="1"/>
          </p:cNvSpPr>
          <p:nvPr/>
        </p:nvSpPr>
        <p:spPr>
          <a:xfrm xmlns:a="http://schemas.openxmlformats.org/drawingml/2006/main">
            <a:off x="648652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33" name=""/>
          <p:cNvPicPr>
            <a:picLocks xmlns:a="http://schemas.openxmlformats.org/drawingml/2006/main" noChangeAspect="1"/>
          </p:cNvPicPr>
          <p:nvPr/>
        </p:nvPicPr>
        <p:blipFill>
          <a:blip xmlns:r="http://schemas.openxmlformats.org/officeDocument/2006/relationships" xmlns:a="http://schemas.openxmlformats.org/drawingml/2006/main" r:embed="Rbec9ba6b4a99406e"/>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E98663B4-6996-4D09-B9BC-4E4F4FD58766}"/>
              </a:ext>
            </a:extLst>
          </p:cNvPr>
          <p:cNvSpPr>
            <a:spLocks xmlns:a="http://schemas.openxmlformats.org/drawingml/2006/main" noGrp="1"/>
          </p:cNvSpPr>
          <p:nvPr/>
        </p:nvSpPr>
        <p:spPr>
          <a:xfrm xmlns:a="http://schemas.openxmlformats.org/drawingml/2006/main">
            <a:off x="64865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B9109302-B1F0-4AC0-9999-DE2BBA206166}"/>
              </a:ext>
            </a:extLst>
          </p:cNvPr>
          <p:cNvSpPr>
            <a:spLocks xmlns:a="http://schemas.openxmlformats.org/drawingml/2006/main" noGrp="1"/>
          </p:cNvSpPr>
          <p:nvPr/>
        </p:nvSpPr>
        <p:spPr>
          <a:xfrm xmlns:a="http://schemas.openxmlformats.org/drawingml/2006/main">
            <a:off x="63627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9D33FCCB-33A1-45A5-A5C7-EC0528B65970}"/>
              </a:ext>
            </a:extLst>
          </p:cNvPr>
          <p:cNvSpPr>
            <a:spLocks xmlns:a="http://schemas.openxmlformats.org/drawingml/2006/main" noGrp="1"/>
          </p:cNvSpPr>
          <p:nvPr/>
        </p:nvSpPr>
        <p:spPr>
          <a:xfrm xmlns:a="http://schemas.openxmlformats.org/drawingml/2006/main">
            <a:off x="735057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07AC5D7A-40FE-45DF-BD3F-A87078E41062}"/>
              </a:ext>
            </a:extLst>
          </p:cNvPr>
          <p:cNvSpPr>
            <a:spLocks xmlns:a="http://schemas.openxmlformats.org/drawingml/2006/main" noGrp="1"/>
          </p:cNvSpPr>
          <p:nvPr/>
        </p:nvSpPr>
        <p:spPr>
          <a:xfrm xmlns:a="http://schemas.openxmlformats.org/drawingml/2006/main">
            <a:off x="722675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22357C1E-2EC3-4348-A788-28DBF77E859C}"/>
              </a:ext>
            </a:extLst>
          </p:cNvPr>
          <p:cNvSpPr>
            <a:spLocks xmlns:a="http://schemas.openxmlformats.org/drawingml/2006/main" noGrp="1"/>
          </p:cNvSpPr>
          <p:nvPr/>
        </p:nvSpPr>
        <p:spPr>
          <a:xfrm xmlns:a="http://schemas.openxmlformats.org/drawingml/2006/main">
            <a:off x="821463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6A0F4339-F6C7-42F2-A32A-2AF82BE3A92C}"/>
              </a:ext>
            </a:extLst>
          </p:cNvPr>
          <p:cNvSpPr>
            <a:spLocks xmlns:a="http://schemas.openxmlformats.org/drawingml/2006/main" noGrp="1"/>
          </p:cNvSpPr>
          <p:nvPr/>
        </p:nvSpPr>
        <p:spPr>
          <a:xfrm xmlns:a="http://schemas.openxmlformats.org/drawingml/2006/main">
            <a:off x="809080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8AB93DBF-71D1-4E24-8287-9A4054AF172E}"/>
              </a:ext>
            </a:extLst>
          </p:cNvPr>
          <p:cNvSpPr>
            <a:spLocks xmlns:a="http://schemas.openxmlformats.org/drawingml/2006/main" noGrp="1"/>
          </p:cNvSpPr>
          <p:nvPr/>
        </p:nvSpPr>
        <p:spPr>
          <a:xfrm xmlns:a="http://schemas.openxmlformats.org/drawingml/2006/main">
            <a:off x="89058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E93D9787-97E1-41E6-892A-2CA762C743EE}"/>
              </a:ext>
            </a:extLst>
          </p:cNvPr>
          <p:cNvSpPr>
            <a:spLocks xmlns:a="http://schemas.openxmlformats.org/drawingml/2006/main" noGrp="1"/>
          </p:cNvSpPr>
          <p:nvPr/>
        </p:nvSpPr>
        <p:spPr>
          <a:xfrm xmlns:a="http://schemas.openxmlformats.org/drawingml/2006/main">
            <a:off x="87820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0803AA5D-F3AC-44B4-B324-6DA2F88F1E01}"/>
              </a:ext>
            </a:extLst>
          </p:cNvPr>
          <p:cNvSpPr>
            <a:spLocks xmlns:a="http://schemas.openxmlformats.org/drawingml/2006/main" noGrp="1"/>
          </p:cNvSpPr>
          <p:nvPr/>
        </p:nvSpPr>
        <p:spPr>
          <a:xfrm xmlns:a="http://schemas.openxmlformats.org/drawingml/2006/main">
            <a:off x="643890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04886E31-5140-4C44-9677-8CD3F1AF1A3F}"/>
              </a:ext>
            </a:extLst>
          </p:cNvPr>
          <p:cNvSpPr>
            <a:spLocks xmlns:a="http://schemas.openxmlformats.org/drawingml/2006/main" noGrp="1"/>
          </p:cNvSpPr>
          <p:nvPr/>
        </p:nvSpPr>
        <p:spPr>
          <a:xfrm xmlns:a="http://schemas.openxmlformats.org/drawingml/2006/main">
            <a:off x="612457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3A4DC99F-064D-43D0-ACD8-1F3600C2F942}"/>
              </a:ext>
            </a:extLst>
          </p:cNvPr>
          <p:cNvSpPr>
            <a:spLocks xmlns:a="http://schemas.openxmlformats.org/drawingml/2006/main" noGrp="1"/>
          </p:cNvSpPr>
          <p:nvPr/>
        </p:nvSpPr>
        <p:spPr>
          <a:xfrm xmlns:a="http://schemas.openxmlformats.org/drawingml/2006/main">
            <a:off x="643890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C5F111E0-4D8D-4AB2-8B0D-DD924993D4A9}"/>
              </a:ext>
            </a:extLst>
          </p:cNvPr>
          <p:cNvSpPr>
            <a:spLocks xmlns:a="http://schemas.openxmlformats.org/drawingml/2006/main" noGrp="1"/>
          </p:cNvSpPr>
          <p:nvPr/>
        </p:nvSpPr>
        <p:spPr>
          <a:xfrm xmlns:a="http://schemas.openxmlformats.org/drawingml/2006/main">
            <a:off x="612457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A0D06E29-6797-4998-9872-4BC18B11AF45}"/>
              </a:ext>
            </a:extLst>
          </p:cNvPr>
          <p:cNvSpPr>
            <a:spLocks xmlns:a="http://schemas.openxmlformats.org/drawingml/2006/main" noGrp="1"/>
          </p:cNvSpPr>
          <p:nvPr/>
        </p:nvSpPr>
        <p:spPr>
          <a:xfrm xmlns:a="http://schemas.openxmlformats.org/drawingml/2006/main">
            <a:off x="643890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BE438597-9DD8-41A1-9CD4-CFC6AA12748C}"/>
              </a:ext>
            </a:extLst>
          </p:cNvPr>
          <p:cNvSpPr>
            <a:spLocks xmlns:a="http://schemas.openxmlformats.org/drawingml/2006/main" noGrp="1"/>
          </p:cNvSpPr>
          <p:nvPr/>
        </p:nvSpPr>
        <p:spPr>
          <a:xfrm xmlns:a="http://schemas.openxmlformats.org/drawingml/2006/main">
            <a:off x="612457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552C1727-0361-4FC8-ADF7-ACD68AF73966}"/>
              </a:ext>
            </a:extLst>
          </p:cNvPr>
          <p:cNvSpPr>
            <a:spLocks xmlns:a="http://schemas.openxmlformats.org/drawingml/2006/main" noGrp="1"/>
          </p:cNvSpPr>
          <p:nvPr/>
        </p:nvSpPr>
        <p:spPr>
          <a:xfrm xmlns:a="http://schemas.openxmlformats.org/drawingml/2006/main">
            <a:off x="643890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A0CD671F-9ADF-405D-B9AA-0E8FE93B0A49}"/>
              </a:ext>
            </a:extLst>
          </p:cNvPr>
          <p:cNvSpPr>
            <a:spLocks xmlns:a="http://schemas.openxmlformats.org/drawingml/2006/main" noGrp="1"/>
          </p:cNvSpPr>
          <p:nvPr/>
        </p:nvSpPr>
        <p:spPr>
          <a:xfrm xmlns:a="http://schemas.openxmlformats.org/drawingml/2006/main">
            <a:off x="612457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1D52BE30-1925-40EF-873B-C1C9D32E3181}"/>
              </a:ext>
            </a:extLst>
          </p:cNvPr>
          <p:cNvSpPr>
            <a:spLocks xmlns:a="http://schemas.openxmlformats.org/drawingml/2006/main" noGrp="1"/>
          </p:cNvSpPr>
          <p:nvPr/>
        </p:nvSpPr>
        <p:spPr>
          <a:xfrm xmlns:a="http://schemas.openxmlformats.org/drawingml/2006/main">
            <a:off x="736282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662E4621-AAF2-46D6-A1FC-3661D858B61D}"/>
              </a:ext>
            </a:extLst>
          </p:cNvPr>
          <p:cNvSpPr>
            <a:spLocks xmlns:a="http://schemas.openxmlformats.org/drawingml/2006/main" noGrp="1"/>
          </p:cNvSpPr>
          <p:nvPr/>
        </p:nvSpPr>
        <p:spPr>
          <a:xfrm xmlns:a="http://schemas.openxmlformats.org/drawingml/2006/main">
            <a:off x="925830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D1CE423F-2992-479B-92EA-A81AC0857661}"/>
              </a:ext>
            </a:extLst>
          </p:cNvPr>
          <p:cNvSpPr>
            <a:spLocks xmlns:a="http://schemas.openxmlformats.org/drawingml/2006/main" noGrp="1"/>
          </p:cNvSpPr>
          <p:nvPr/>
        </p:nvSpPr>
        <p:spPr>
          <a:xfrm xmlns:a="http://schemas.openxmlformats.org/drawingml/2006/main">
            <a:off x="944880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e7fdb48f068149eb"/>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0AD1D355-CE60-46EE-94AF-E99BFEFDFBBD}"/>
              </a:ext>
            </a:extLst>
          </p:cNvPr>
          <p:cNvSpPr>
            <a:spLocks xmlns:a="http://schemas.openxmlformats.org/drawingml/2006/main" noGrp="1"/>
          </p:cNvSpPr>
          <p:nvPr/>
        </p:nvSpPr>
        <p:spPr>
          <a:xfrm xmlns:a="http://schemas.openxmlformats.org/drawingml/2006/main">
            <a:off x="94488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255C44EB-C32A-468E-AD65-56D62B2F5F4D}"/>
              </a:ext>
            </a:extLst>
          </p:cNvPr>
          <p:cNvSpPr>
            <a:spLocks xmlns:a="http://schemas.openxmlformats.org/drawingml/2006/main" noGrp="1"/>
          </p:cNvSpPr>
          <p:nvPr/>
        </p:nvSpPr>
        <p:spPr>
          <a:xfrm xmlns:a="http://schemas.openxmlformats.org/drawingml/2006/main">
            <a:off x="93249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78B91EF1-B8E3-46E1-B549-CE5164CA5A09}"/>
              </a:ext>
            </a:extLst>
          </p:cNvPr>
          <p:cNvSpPr>
            <a:spLocks xmlns:a="http://schemas.openxmlformats.org/drawingml/2006/main" noGrp="1"/>
          </p:cNvSpPr>
          <p:nvPr/>
        </p:nvSpPr>
        <p:spPr>
          <a:xfrm xmlns:a="http://schemas.openxmlformats.org/drawingml/2006/main">
            <a:off x="1031285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7F877632-2ED3-4882-86A9-C9727F3E7A1D}"/>
              </a:ext>
            </a:extLst>
          </p:cNvPr>
          <p:cNvSpPr>
            <a:spLocks xmlns:a="http://schemas.openxmlformats.org/drawingml/2006/main" noGrp="1"/>
          </p:cNvSpPr>
          <p:nvPr/>
        </p:nvSpPr>
        <p:spPr>
          <a:xfrm xmlns:a="http://schemas.openxmlformats.org/drawingml/2006/main">
            <a:off x="1018902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EB6FDBA5-CBFA-4F75-B8F4-6467451ED8EB}"/>
              </a:ext>
            </a:extLst>
          </p:cNvPr>
          <p:cNvSpPr>
            <a:spLocks xmlns:a="http://schemas.openxmlformats.org/drawingml/2006/main" noGrp="1"/>
          </p:cNvSpPr>
          <p:nvPr/>
        </p:nvSpPr>
        <p:spPr>
          <a:xfrm xmlns:a="http://schemas.openxmlformats.org/drawingml/2006/main">
            <a:off x="1117690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C1FF9B24-86DA-4C98-B141-8F09BE0E70C5}"/>
              </a:ext>
            </a:extLst>
          </p:cNvPr>
          <p:cNvSpPr>
            <a:spLocks xmlns:a="http://schemas.openxmlformats.org/drawingml/2006/main" noGrp="1"/>
          </p:cNvSpPr>
          <p:nvPr/>
        </p:nvSpPr>
        <p:spPr>
          <a:xfrm xmlns:a="http://schemas.openxmlformats.org/drawingml/2006/main">
            <a:off x="1105308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82F57B04-6CC5-4693-BF32-831841CFA94C}"/>
              </a:ext>
            </a:extLst>
          </p:cNvPr>
          <p:cNvSpPr>
            <a:spLocks xmlns:a="http://schemas.openxmlformats.org/drawingml/2006/main" noGrp="1"/>
          </p:cNvSpPr>
          <p:nvPr/>
        </p:nvSpPr>
        <p:spPr>
          <a:xfrm xmlns:a="http://schemas.openxmlformats.org/drawingml/2006/main">
            <a:off x="118681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6DF53C97-14A2-43A3-A6C0-9DBEEE5E6D70}"/>
              </a:ext>
            </a:extLst>
          </p:cNvPr>
          <p:cNvSpPr>
            <a:spLocks xmlns:a="http://schemas.openxmlformats.org/drawingml/2006/main" noGrp="1"/>
          </p:cNvSpPr>
          <p:nvPr/>
        </p:nvSpPr>
        <p:spPr>
          <a:xfrm xmlns:a="http://schemas.openxmlformats.org/drawingml/2006/main">
            <a:off x="117443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459A7BF1-B418-491A-B4DD-A4E41FA8EFA1}"/>
              </a:ext>
            </a:extLst>
          </p:cNvPr>
          <p:cNvSpPr>
            <a:spLocks xmlns:a="http://schemas.openxmlformats.org/drawingml/2006/main" noGrp="1"/>
          </p:cNvSpPr>
          <p:nvPr/>
        </p:nvSpPr>
        <p:spPr>
          <a:xfrm xmlns:a="http://schemas.openxmlformats.org/drawingml/2006/main">
            <a:off x="940117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EFA18C20-6186-478D-A752-A0445B27BF2B}"/>
              </a:ext>
            </a:extLst>
          </p:cNvPr>
          <p:cNvSpPr>
            <a:spLocks xmlns:a="http://schemas.openxmlformats.org/drawingml/2006/main" noGrp="1"/>
          </p:cNvSpPr>
          <p:nvPr/>
        </p:nvSpPr>
        <p:spPr>
          <a:xfrm xmlns:a="http://schemas.openxmlformats.org/drawingml/2006/main">
            <a:off x="908685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FEFC6F1C-C172-4EC3-BB08-6B2A7214F337}"/>
              </a:ext>
            </a:extLst>
          </p:cNvPr>
          <p:cNvSpPr>
            <a:spLocks xmlns:a="http://schemas.openxmlformats.org/drawingml/2006/main" noGrp="1"/>
          </p:cNvSpPr>
          <p:nvPr/>
        </p:nvSpPr>
        <p:spPr>
          <a:xfrm xmlns:a="http://schemas.openxmlformats.org/drawingml/2006/main">
            <a:off x="940117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F16B4245-53B4-4CFC-AA21-8C66E397CD42}"/>
              </a:ext>
            </a:extLst>
          </p:cNvPr>
          <p:cNvSpPr>
            <a:spLocks xmlns:a="http://schemas.openxmlformats.org/drawingml/2006/main" noGrp="1"/>
          </p:cNvSpPr>
          <p:nvPr/>
        </p:nvSpPr>
        <p:spPr>
          <a:xfrm xmlns:a="http://schemas.openxmlformats.org/drawingml/2006/main">
            <a:off x="908685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B1407BBC-EDD6-4140-9DAE-4A7221BB4551}"/>
              </a:ext>
            </a:extLst>
          </p:cNvPr>
          <p:cNvSpPr>
            <a:spLocks xmlns:a="http://schemas.openxmlformats.org/drawingml/2006/main" noGrp="1"/>
          </p:cNvSpPr>
          <p:nvPr/>
        </p:nvSpPr>
        <p:spPr>
          <a:xfrm xmlns:a="http://schemas.openxmlformats.org/drawingml/2006/main">
            <a:off x="940117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9E4B875F-4517-47E6-92F6-3FAEEF6B0A3C}"/>
              </a:ext>
            </a:extLst>
          </p:cNvPr>
          <p:cNvSpPr>
            <a:spLocks xmlns:a="http://schemas.openxmlformats.org/drawingml/2006/main" noGrp="1"/>
          </p:cNvSpPr>
          <p:nvPr/>
        </p:nvSpPr>
        <p:spPr>
          <a:xfrm xmlns:a="http://schemas.openxmlformats.org/drawingml/2006/main">
            <a:off x="908685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0A40CDE8-5F2D-4B3F-B17E-B583112E3A2B}"/>
              </a:ext>
            </a:extLst>
          </p:cNvPr>
          <p:cNvSpPr>
            <a:spLocks xmlns:a="http://schemas.openxmlformats.org/drawingml/2006/main" noGrp="1"/>
          </p:cNvSpPr>
          <p:nvPr/>
        </p:nvSpPr>
        <p:spPr>
          <a:xfrm xmlns:a="http://schemas.openxmlformats.org/drawingml/2006/main">
            <a:off x="940117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4692DE0E-4693-462C-B9C7-DF89D893EF0A}"/>
              </a:ext>
            </a:extLst>
          </p:cNvPr>
          <p:cNvSpPr>
            <a:spLocks xmlns:a="http://schemas.openxmlformats.org/drawingml/2006/main" noGrp="1"/>
          </p:cNvSpPr>
          <p:nvPr/>
        </p:nvSpPr>
        <p:spPr>
          <a:xfrm xmlns:a="http://schemas.openxmlformats.org/drawingml/2006/main">
            <a:off x="908685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50F69D88-0602-4DEC-BE86-D777721BD076}"/>
              </a:ext>
            </a:extLst>
          </p:cNvPr>
          <p:cNvSpPr>
            <a:spLocks xmlns:a="http://schemas.openxmlformats.org/drawingml/2006/main" noGrp="1"/>
          </p:cNvSpPr>
          <p:nvPr/>
        </p:nvSpPr>
        <p:spPr>
          <a:xfrm xmlns:a="http://schemas.openxmlformats.org/drawingml/2006/main">
            <a:off x="1032510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3B03F74F-DDEC-4259-AC80-4F715A41844F}"/>
              </a:ext>
            </a:extLst>
          </p:cNvPr>
          <p:cNvSpPr>
            <a:spLocks xmlns:a="http://schemas.openxmlformats.org/drawingml/2006/main" noGrp="1"/>
          </p:cNvSpPr>
          <p:nvPr/>
        </p:nvSpPr>
        <p:spPr>
          <a:xfrm xmlns:a="http://schemas.openxmlformats.org/drawingml/2006/main">
            <a:off x="4000500" y="42291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886D68BF-E4FF-4EF7-8F7C-21908FB7A22D}"/>
              </a:ext>
            </a:extLst>
          </p:cNvPr>
          <p:cNvSpPr>
            <a:spLocks xmlns:a="http://schemas.openxmlformats.org/drawingml/2006/main" noGrp="1"/>
          </p:cNvSpPr>
          <p:nvPr/>
        </p:nvSpPr>
        <p:spPr>
          <a:xfrm xmlns:a="http://schemas.openxmlformats.org/drawingml/2006/main">
            <a:off x="4065984" y="42291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EA513B9A-8D60-41D4-A280-2A7507D4BC37}"/>
              </a:ext>
            </a:extLst>
          </p:cNvPr>
          <p:cNvSpPr>
            <a:spLocks xmlns:a="http://schemas.openxmlformats.org/drawingml/2006/main" noGrp="1"/>
          </p:cNvSpPr>
          <p:nvPr/>
        </p:nvSpPr>
        <p:spPr>
          <a:xfrm xmlns:a="http://schemas.openxmlformats.org/drawingml/2006/main">
            <a:off x="4131469" y="42291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EFA6C6A4-4D93-4640-ADD8-4DA8830B946C}"/>
              </a:ext>
            </a:extLst>
          </p:cNvPr>
          <p:cNvSpPr>
            <a:spLocks xmlns:a="http://schemas.openxmlformats.org/drawingml/2006/main" noGrp="1"/>
          </p:cNvSpPr>
          <p:nvPr/>
        </p:nvSpPr>
        <p:spPr>
          <a:xfrm xmlns:a="http://schemas.openxmlformats.org/drawingml/2006/main">
            <a:off x="4196953" y="42291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FAE2049C-E346-4F35-84ED-91BA1D13A2D6}"/>
              </a:ext>
            </a:extLst>
          </p:cNvPr>
          <p:cNvSpPr>
            <a:spLocks xmlns:a="http://schemas.openxmlformats.org/drawingml/2006/main" noGrp="1"/>
          </p:cNvSpPr>
          <p:nvPr/>
        </p:nvSpPr>
        <p:spPr>
          <a:xfrm xmlns:a="http://schemas.openxmlformats.org/drawingml/2006/main">
            <a:off x="4262438" y="42291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386FECDC-A9CD-4134-A778-24632F40951B}"/>
              </a:ext>
            </a:extLst>
          </p:cNvPr>
          <p:cNvSpPr>
            <a:spLocks xmlns:a="http://schemas.openxmlformats.org/drawingml/2006/main" noGrp="1"/>
          </p:cNvSpPr>
          <p:nvPr/>
        </p:nvSpPr>
        <p:spPr>
          <a:xfrm xmlns:a="http://schemas.openxmlformats.org/drawingml/2006/main">
            <a:off x="4327922" y="42291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71D4DA65-4B94-4BE8-BAA5-4B6259287A3C}"/>
              </a:ext>
            </a:extLst>
          </p:cNvPr>
          <p:cNvSpPr>
            <a:spLocks xmlns:a="http://schemas.openxmlformats.org/drawingml/2006/main" noGrp="1"/>
          </p:cNvSpPr>
          <p:nvPr/>
        </p:nvSpPr>
        <p:spPr>
          <a:xfrm xmlns:a="http://schemas.openxmlformats.org/drawingml/2006/main">
            <a:off x="4393406" y="42291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BC132C41-57AE-48D1-998C-32727DB1A69E}"/>
              </a:ext>
            </a:extLst>
          </p:cNvPr>
          <p:cNvSpPr>
            <a:spLocks xmlns:a="http://schemas.openxmlformats.org/drawingml/2006/main" noGrp="1"/>
          </p:cNvSpPr>
          <p:nvPr/>
        </p:nvSpPr>
        <p:spPr>
          <a:xfrm xmlns:a="http://schemas.openxmlformats.org/drawingml/2006/main">
            <a:off x="4458891" y="42291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39686881-EA5C-4F30-B5EB-B7D30DB8EB30}"/>
              </a:ext>
            </a:extLst>
          </p:cNvPr>
          <p:cNvSpPr>
            <a:spLocks xmlns:a="http://schemas.openxmlformats.org/drawingml/2006/main" noGrp="1"/>
          </p:cNvSpPr>
          <p:nvPr/>
        </p:nvSpPr>
        <p:spPr>
          <a:xfrm xmlns:a="http://schemas.openxmlformats.org/drawingml/2006/main">
            <a:off x="4524375" y="42291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A52FC0AA-38F6-444F-9541-4ECC4F6C68B1}"/>
              </a:ext>
            </a:extLst>
          </p:cNvPr>
          <p:cNvSpPr>
            <a:spLocks xmlns:a="http://schemas.openxmlformats.org/drawingml/2006/main" noGrp="1"/>
          </p:cNvSpPr>
          <p:nvPr/>
        </p:nvSpPr>
        <p:spPr>
          <a:xfrm xmlns:a="http://schemas.openxmlformats.org/drawingml/2006/main">
            <a:off x="4589859" y="42291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6A8CCD00-0594-4D4F-BD3F-80549C1F2831}"/>
              </a:ext>
            </a:extLst>
          </p:cNvPr>
          <p:cNvSpPr>
            <a:spLocks xmlns:a="http://schemas.openxmlformats.org/drawingml/2006/main" noGrp="1"/>
          </p:cNvSpPr>
          <p:nvPr/>
        </p:nvSpPr>
        <p:spPr>
          <a:xfrm xmlns:a="http://schemas.openxmlformats.org/drawingml/2006/main">
            <a:off x="4655344" y="42291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7E3F7C66-3BA0-4D08-BC4F-B7675A9A7D8C}"/>
              </a:ext>
            </a:extLst>
          </p:cNvPr>
          <p:cNvSpPr>
            <a:spLocks xmlns:a="http://schemas.openxmlformats.org/drawingml/2006/main" noGrp="1"/>
          </p:cNvSpPr>
          <p:nvPr/>
        </p:nvSpPr>
        <p:spPr>
          <a:xfrm xmlns:a="http://schemas.openxmlformats.org/drawingml/2006/main">
            <a:off x="4720828" y="42291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2BC6F3BA-93B8-4DE5-8867-53685B2E0F3E}"/>
              </a:ext>
            </a:extLst>
          </p:cNvPr>
          <p:cNvSpPr>
            <a:spLocks xmlns:a="http://schemas.openxmlformats.org/drawingml/2006/main" noGrp="1"/>
          </p:cNvSpPr>
          <p:nvPr/>
        </p:nvSpPr>
        <p:spPr>
          <a:xfrm xmlns:a="http://schemas.openxmlformats.org/drawingml/2006/main">
            <a:off x="4786313" y="42291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0C8D0978-AA43-4ADC-92B0-75540212A841}"/>
              </a:ext>
            </a:extLst>
          </p:cNvPr>
          <p:cNvSpPr>
            <a:spLocks xmlns:a="http://schemas.openxmlformats.org/drawingml/2006/main" noGrp="1"/>
          </p:cNvSpPr>
          <p:nvPr/>
        </p:nvSpPr>
        <p:spPr>
          <a:xfrm xmlns:a="http://schemas.openxmlformats.org/drawingml/2006/main">
            <a:off x="4851797" y="42291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E1940089-9CE8-4678-A967-7383D80E2D1A}"/>
              </a:ext>
            </a:extLst>
          </p:cNvPr>
          <p:cNvSpPr>
            <a:spLocks xmlns:a="http://schemas.openxmlformats.org/drawingml/2006/main" noGrp="1"/>
          </p:cNvSpPr>
          <p:nvPr/>
        </p:nvSpPr>
        <p:spPr>
          <a:xfrm xmlns:a="http://schemas.openxmlformats.org/drawingml/2006/main">
            <a:off x="4917281" y="42291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97CA307B-34E2-42BD-8F53-F6F881B1A308}"/>
              </a:ext>
            </a:extLst>
          </p:cNvPr>
          <p:cNvSpPr>
            <a:spLocks xmlns:a="http://schemas.openxmlformats.org/drawingml/2006/main" noGrp="1"/>
          </p:cNvSpPr>
          <p:nvPr/>
        </p:nvSpPr>
        <p:spPr>
          <a:xfrm xmlns:a="http://schemas.openxmlformats.org/drawingml/2006/main">
            <a:off x="4982766" y="42291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F979D9D7-AF70-4995-9397-92BC198AFB17}"/>
              </a:ext>
            </a:extLst>
          </p:cNvPr>
          <p:cNvSpPr>
            <a:spLocks xmlns:a="http://schemas.openxmlformats.org/drawingml/2006/main" noGrp="1"/>
          </p:cNvSpPr>
          <p:nvPr/>
        </p:nvSpPr>
        <p:spPr>
          <a:xfrm xmlns:a="http://schemas.openxmlformats.org/drawingml/2006/main">
            <a:off x="5048250" y="42291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CA4630C5-4A0E-4210-B8CC-60D399C7CC90}"/>
              </a:ext>
            </a:extLst>
          </p:cNvPr>
          <p:cNvSpPr>
            <a:spLocks xmlns:a="http://schemas.openxmlformats.org/drawingml/2006/main" noGrp="1"/>
          </p:cNvSpPr>
          <p:nvPr/>
        </p:nvSpPr>
        <p:spPr>
          <a:xfrm xmlns:a="http://schemas.openxmlformats.org/drawingml/2006/main">
            <a:off x="5113734" y="42291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A5C7F332-4186-4C2C-9A7F-3F67C411102A}"/>
              </a:ext>
            </a:extLst>
          </p:cNvPr>
          <p:cNvSpPr>
            <a:spLocks xmlns:a="http://schemas.openxmlformats.org/drawingml/2006/main" noGrp="1"/>
          </p:cNvSpPr>
          <p:nvPr/>
        </p:nvSpPr>
        <p:spPr>
          <a:xfrm xmlns:a="http://schemas.openxmlformats.org/drawingml/2006/main">
            <a:off x="5179219" y="42291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F290D442-CC0F-4345-8CF9-0FEBA20BD4D0}"/>
              </a:ext>
            </a:extLst>
          </p:cNvPr>
          <p:cNvSpPr>
            <a:spLocks xmlns:a="http://schemas.openxmlformats.org/drawingml/2006/main" noGrp="1"/>
          </p:cNvSpPr>
          <p:nvPr/>
        </p:nvSpPr>
        <p:spPr>
          <a:xfrm xmlns:a="http://schemas.openxmlformats.org/drawingml/2006/main">
            <a:off x="5244703" y="42291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7BC978B0-F484-4A7A-BE0F-1940ACF2C60E}"/>
              </a:ext>
            </a:extLst>
          </p:cNvPr>
          <p:cNvSpPr>
            <a:spLocks xmlns:a="http://schemas.openxmlformats.org/drawingml/2006/main" noGrp="1"/>
          </p:cNvSpPr>
          <p:nvPr/>
        </p:nvSpPr>
        <p:spPr>
          <a:xfrm xmlns:a="http://schemas.openxmlformats.org/drawingml/2006/main">
            <a:off x="5310188" y="42291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CF9C3750-E81D-4DDA-A6B3-A83F7E6C8BD8}"/>
              </a:ext>
            </a:extLst>
          </p:cNvPr>
          <p:cNvSpPr>
            <a:spLocks xmlns:a="http://schemas.openxmlformats.org/drawingml/2006/main" noGrp="1"/>
          </p:cNvSpPr>
          <p:nvPr/>
        </p:nvSpPr>
        <p:spPr>
          <a:xfrm xmlns:a="http://schemas.openxmlformats.org/drawingml/2006/main">
            <a:off x="5375672" y="42291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E160B935-B230-4DAD-8ADC-5FB65B112D9C}"/>
              </a:ext>
            </a:extLst>
          </p:cNvPr>
          <p:cNvSpPr>
            <a:spLocks xmlns:a="http://schemas.openxmlformats.org/drawingml/2006/main" noGrp="1"/>
          </p:cNvSpPr>
          <p:nvPr/>
        </p:nvSpPr>
        <p:spPr>
          <a:xfrm xmlns:a="http://schemas.openxmlformats.org/drawingml/2006/main">
            <a:off x="5441156" y="42291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4ABE3075-5A68-47CF-B8DC-CF8B391B9314}"/>
              </a:ext>
            </a:extLst>
          </p:cNvPr>
          <p:cNvSpPr>
            <a:spLocks xmlns:a="http://schemas.openxmlformats.org/drawingml/2006/main" noGrp="1"/>
          </p:cNvSpPr>
          <p:nvPr/>
        </p:nvSpPr>
        <p:spPr>
          <a:xfrm xmlns:a="http://schemas.openxmlformats.org/drawingml/2006/main">
            <a:off x="5506641" y="42291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5608C815-99FC-4D03-91AC-FEB26998E54D}"/>
              </a:ext>
            </a:extLst>
          </p:cNvPr>
          <p:cNvSpPr>
            <a:spLocks xmlns:a="http://schemas.openxmlformats.org/drawingml/2006/main" noGrp="1"/>
          </p:cNvSpPr>
          <p:nvPr/>
        </p:nvSpPr>
        <p:spPr>
          <a:xfrm xmlns:a="http://schemas.openxmlformats.org/drawingml/2006/main">
            <a:off x="5572125" y="42291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11030E7F-D006-41EC-ACCF-6A211A6550DC}"/>
              </a:ext>
            </a:extLst>
          </p:cNvPr>
          <p:cNvSpPr>
            <a:spLocks xmlns:a="http://schemas.openxmlformats.org/drawingml/2006/main" noGrp="1"/>
          </p:cNvSpPr>
          <p:nvPr/>
        </p:nvSpPr>
        <p:spPr>
          <a:xfrm xmlns:a="http://schemas.openxmlformats.org/drawingml/2006/main">
            <a:off x="5637609" y="42291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BBB68973-B171-4247-B334-DC2E65039D0F}"/>
              </a:ext>
            </a:extLst>
          </p:cNvPr>
          <p:cNvSpPr>
            <a:spLocks xmlns:a="http://schemas.openxmlformats.org/drawingml/2006/main" noGrp="1"/>
          </p:cNvSpPr>
          <p:nvPr/>
        </p:nvSpPr>
        <p:spPr>
          <a:xfrm xmlns:a="http://schemas.openxmlformats.org/drawingml/2006/main">
            <a:off x="5703094" y="42291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B444BFE5-AC2E-4F0E-A64F-91D786E49062}"/>
              </a:ext>
            </a:extLst>
          </p:cNvPr>
          <p:cNvSpPr>
            <a:spLocks xmlns:a="http://schemas.openxmlformats.org/drawingml/2006/main" noGrp="1"/>
          </p:cNvSpPr>
          <p:nvPr/>
        </p:nvSpPr>
        <p:spPr>
          <a:xfrm xmlns:a="http://schemas.openxmlformats.org/drawingml/2006/main">
            <a:off x="5768578" y="42291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FFE20B55-C904-4B5D-9BC2-C6C5FD4023D3}"/>
              </a:ext>
            </a:extLst>
          </p:cNvPr>
          <p:cNvSpPr>
            <a:spLocks xmlns:a="http://schemas.openxmlformats.org/drawingml/2006/main" noGrp="1"/>
          </p:cNvSpPr>
          <p:nvPr/>
        </p:nvSpPr>
        <p:spPr>
          <a:xfrm xmlns:a="http://schemas.openxmlformats.org/drawingml/2006/main">
            <a:off x="5834063" y="42291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3EEB192A-1287-40DA-AF05-0FBDE8A1BFD7}"/>
              </a:ext>
            </a:extLst>
          </p:cNvPr>
          <p:cNvSpPr>
            <a:spLocks xmlns:a="http://schemas.openxmlformats.org/drawingml/2006/main" noGrp="1"/>
          </p:cNvSpPr>
          <p:nvPr/>
        </p:nvSpPr>
        <p:spPr>
          <a:xfrm xmlns:a="http://schemas.openxmlformats.org/drawingml/2006/main">
            <a:off x="5899547" y="42291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224ECD41-06FA-4A74-B373-96A6FADA766E}"/>
              </a:ext>
            </a:extLst>
          </p:cNvPr>
          <p:cNvSpPr>
            <a:spLocks xmlns:a="http://schemas.openxmlformats.org/drawingml/2006/main" noGrp="1"/>
          </p:cNvSpPr>
          <p:nvPr/>
        </p:nvSpPr>
        <p:spPr>
          <a:xfrm xmlns:a="http://schemas.openxmlformats.org/drawingml/2006/main">
            <a:off x="5965031" y="42291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1ACB020A-491B-4C91-A388-DE2F05A2DA61}"/>
              </a:ext>
            </a:extLst>
          </p:cNvPr>
          <p:cNvSpPr>
            <a:spLocks xmlns:a="http://schemas.openxmlformats.org/drawingml/2006/main" noGrp="1"/>
          </p:cNvSpPr>
          <p:nvPr/>
        </p:nvSpPr>
        <p:spPr>
          <a:xfrm xmlns:a="http://schemas.openxmlformats.org/drawingml/2006/main">
            <a:off x="6030516" y="42291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7534E542-DBA0-477B-94F2-8F913E64F846}"/>
              </a:ext>
            </a:extLst>
          </p:cNvPr>
          <p:cNvSpPr>
            <a:spLocks xmlns:a="http://schemas.openxmlformats.org/drawingml/2006/main" noGrp="1"/>
          </p:cNvSpPr>
          <p:nvPr/>
        </p:nvSpPr>
        <p:spPr>
          <a:xfrm xmlns:a="http://schemas.openxmlformats.org/drawingml/2006/main">
            <a:off x="6096000" y="42291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D90251F3-9EE6-4982-A46A-4238148A05D9}"/>
              </a:ext>
            </a:extLst>
          </p:cNvPr>
          <p:cNvSpPr>
            <a:spLocks xmlns:a="http://schemas.openxmlformats.org/drawingml/2006/main" noGrp="1"/>
          </p:cNvSpPr>
          <p:nvPr/>
        </p:nvSpPr>
        <p:spPr>
          <a:xfrm xmlns:a="http://schemas.openxmlformats.org/drawingml/2006/main">
            <a:off x="6161484" y="42291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CCA89E68-1617-4D5B-91E5-887C1149A5A7}"/>
              </a:ext>
            </a:extLst>
          </p:cNvPr>
          <p:cNvSpPr>
            <a:spLocks xmlns:a="http://schemas.openxmlformats.org/drawingml/2006/main" noGrp="1"/>
          </p:cNvSpPr>
          <p:nvPr/>
        </p:nvSpPr>
        <p:spPr>
          <a:xfrm xmlns:a="http://schemas.openxmlformats.org/drawingml/2006/main">
            <a:off x="6226969" y="42291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A2A7402B-143D-432C-B24F-C06631D56FD8}"/>
              </a:ext>
            </a:extLst>
          </p:cNvPr>
          <p:cNvSpPr>
            <a:spLocks xmlns:a="http://schemas.openxmlformats.org/drawingml/2006/main" noGrp="1"/>
          </p:cNvSpPr>
          <p:nvPr/>
        </p:nvSpPr>
        <p:spPr>
          <a:xfrm xmlns:a="http://schemas.openxmlformats.org/drawingml/2006/main">
            <a:off x="6292453" y="42291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0FDAC52A-7A29-4051-91D0-45614F25A488}"/>
              </a:ext>
            </a:extLst>
          </p:cNvPr>
          <p:cNvSpPr>
            <a:spLocks xmlns:a="http://schemas.openxmlformats.org/drawingml/2006/main" noGrp="1"/>
          </p:cNvSpPr>
          <p:nvPr/>
        </p:nvSpPr>
        <p:spPr>
          <a:xfrm xmlns:a="http://schemas.openxmlformats.org/drawingml/2006/main">
            <a:off x="6357938" y="42291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55785DE2-6E1B-4496-AA83-92DE46ABAE76}"/>
              </a:ext>
            </a:extLst>
          </p:cNvPr>
          <p:cNvSpPr>
            <a:spLocks xmlns:a="http://schemas.openxmlformats.org/drawingml/2006/main" noGrp="1"/>
          </p:cNvSpPr>
          <p:nvPr/>
        </p:nvSpPr>
        <p:spPr>
          <a:xfrm xmlns:a="http://schemas.openxmlformats.org/drawingml/2006/main">
            <a:off x="6423422" y="42291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938772F8-DBBD-4E42-9B94-80FC54FCA8B1}"/>
              </a:ext>
            </a:extLst>
          </p:cNvPr>
          <p:cNvSpPr>
            <a:spLocks xmlns:a="http://schemas.openxmlformats.org/drawingml/2006/main" noGrp="1"/>
          </p:cNvSpPr>
          <p:nvPr/>
        </p:nvSpPr>
        <p:spPr>
          <a:xfrm xmlns:a="http://schemas.openxmlformats.org/drawingml/2006/main">
            <a:off x="6488906" y="42291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40B17C1E-61AE-4765-8811-0BA61F44ED96}"/>
              </a:ext>
            </a:extLst>
          </p:cNvPr>
          <p:cNvSpPr>
            <a:spLocks xmlns:a="http://schemas.openxmlformats.org/drawingml/2006/main" noGrp="1"/>
          </p:cNvSpPr>
          <p:nvPr/>
        </p:nvSpPr>
        <p:spPr>
          <a:xfrm xmlns:a="http://schemas.openxmlformats.org/drawingml/2006/main">
            <a:off x="6554391" y="42291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8CB45F6F-404E-4D25-9D75-F76E37585537}"/>
              </a:ext>
            </a:extLst>
          </p:cNvPr>
          <p:cNvSpPr>
            <a:spLocks xmlns:a="http://schemas.openxmlformats.org/drawingml/2006/main" noGrp="1"/>
          </p:cNvSpPr>
          <p:nvPr/>
        </p:nvSpPr>
        <p:spPr>
          <a:xfrm xmlns:a="http://schemas.openxmlformats.org/drawingml/2006/main">
            <a:off x="6619875" y="42291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C5854445-94AA-4E68-B969-17B2222B5745}"/>
              </a:ext>
            </a:extLst>
          </p:cNvPr>
          <p:cNvSpPr>
            <a:spLocks xmlns:a="http://schemas.openxmlformats.org/drawingml/2006/main" noGrp="1"/>
          </p:cNvSpPr>
          <p:nvPr/>
        </p:nvSpPr>
        <p:spPr>
          <a:xfrm xmlns:a="http://schemas.openxmlformats.org/drawingml/2006/main">
            <a:off x="6685359" y="42291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815BED99-7F60-43C0-BB8B-4D853A14240A}"/>
              </a:ext>
            </a:extLst>
          </p:cNvPr>
          <p:cNvSpPr>
            <a:spLocks xmlns:a="http://schemas.openxmlformats.org/drawingml/2006/main" noGrp="1"/>
          </p:cNvSpPr>
          <p:nvPr/>
        </p:nvSpPr>
        <p:spPr>
          <a:xfrm xmlns:a="http://schemas.openxmlformats.org/drawingml/2006/main">
            <a:off x="6750844" y="42291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37B42BB7-E876-45F3-A743-4C23D194C768}"/>
              </a:ext>
            </a:extLst>
          </p:cNvPr>
          <p:cNvSpPr>
            <a:spLocks xmlns:a="http://schemas.openxmlformats.org/drawingml/2006/main" noGrp="1"/>
          </p:cNvSpPr>
          <p:nvPr/>
        </p:nvSpPr>
        <p:spPr>
          <a:xfrm xmlns:a="http://schemas.openxmlformats.org/drawingml/2006/main">
            <a:off x="6816328" y="42291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8B60863E-A6F9-46FD-A241-FAAC49C0A0CF}"/>
              </a:ext>
            </a:extLst>
          </p:cNvPr>
          <p:cNvSpPr>
            <a:spLocks xmlns:a="http://schemas.openxmlformats.org/drawingml/2006/main" noGrp="1"/>
          </p:cNvSpPr>
          <p:nvPr/>
        </p:nvSpPr>
        <p:spPr>
          <a:xfrm xmlns:a="http://schemas.openxmlformats.org/drawingml/2006/main">
            <a:off x="6881813" y="42291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929FF490-CCD6-47AA-9B13-97215A9F7222}"/>
              </a:ext>
            </a:extLst>
          </p:cNvPr>
          <p:cNvSpPr>
            <a:spLocks xmlns:a="http://schemas.openxmlformats.org/drawingml/2006/main" noGrp="1"/>
          </p:cNvSpPr>
          <p:nvPr/>
        </p:nvSpPr>
        <p:spPr>
          <a:xfrm xmlns:a="http://schemas.openxmlformats.org/drawingml/2006/main">
            <a:off x="6947297" y="42291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4F7584E7-3B99-4085-BF1A-B92329E6A394}"/>
              </a:ext>
            </a:extLst>
          </p:cNvPr>
          <p:cNvSpPr>
            <a:spLocks xmlns:a="http://schemas.openxmlformats.org/drawingml/2006/main" noGrp="1"/>
          </p:cNvSpPr>
          <p:nvPr/>
        </p:nvSpPr>
        <p:spPr>
          <a:xfrm xmlns:a="http://schemas.openxmlformats.org/drawingml/2006/main">
            <a:off x="7012781" y="42291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21AB1933-86F3-40DF-AC95-6DFFCD162799}"/>
              </a:ext>
            </a:extLst>
          </p:cNvPr>
          <p:cNvSpPr>
            <a:spLocks xmlns:a="http://schemas.openxmlformats.org/drawingml/2006/main" noGrp="1"/>
          </p:cNvSpPr>
          <p:nvPr/>
        </p:nvSpPr>
        <p:spPr>
          <a:xfrm xmlns:a="http://schemas.openxmlformats.org/drawingml/2006/main">
            <a:off x="7078266" y="42291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A58FDF0B-DC79-479A-B7E2-592F3083E009}"/>
              </a:ext>
            </a:extLst>
          </p:cNvPr>
          <p:cNvSpPr>
            <a:spLocks xmlns:a="http://schemas.openxmlformats.org/drawingml/2006/main" noGrp="1"/>
          </p:cNvSpPr>
          <p:nvPr/>
        </p:nvSpPr>
        <p:spPr>
          <a:xfrm xmlns:a="http://schemas.openxmlformats.org/drawingml/2006/main">
            <a:off x="7143750" y="42291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C456DAB8-EC40-4723-B3ED-95D13E71CA48}"/>
              </a:ext>
            </a:extLst>
          </p:cNvPr>
          <p:cNvSpPr>
            <a:spLocks xmlns:a="http://schemas.openxmlformats.org/drawingml/2006/main" noGrp="1"/>
          </p:cNvSpPr>
          <p:nvPr/>
        </p:nvSpPr>
        <p:spPr>
          <a:xfrm xmlns:a="http://schemas.openxmlformats.org/drawingml/2006/main">
            <a:off x="7209234" y="42291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325B3BF4-DEF8-43F4-84A5-D97F7E11B39C}"/>
              </a:ext>
            </a:extLst>
          </p:cNvPr>
          <p:cNvSpPr>
            <a:spLocks xmlns:a="http://schemas.openxmlformats.org/drawingml/2006/main" noGrp="1"/>
          </p:cNvSpPr>
          <p:nvPr/>
        </p:nvSpPr>
        <p:spPr>
          <a:xfrm xmlns:a="http://schemas.openxmlformats.org/drawingml/2006/main">
            <a:off x="7274719" y="42291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69001043-B080-42C2-9016-6596E3B6D863}"/>
              </a:ext>
            </a:extLst>
          </p:cNvPr>
          <p:cNvSpPr>
            <a:spLocks xmlns:a="http://schemas.openxmlformats.org/drawingml/2006/main" noGrp="1"/>
          </p:cNvSpPr>
          <p:nvPr/>
        </p:nvSpPr>
        <p:spPr>
          <a:xfrm xmlns:a="http://schemas.openxmlformats.org/drawingml/2006/main">
            <a:off x="7340203" y="42291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11C3409C-454E-4662-8119-D857ACF715A9}"/>
              </a:ext>
            </a:extLst>
          </p:cNvPr>
          <p:cNvSpPr>
            <a:spLocks xmlns:a="http://schemas.openxmlformats.org/drawingml/2006/main" noGrp="1"/>
          </p:cNvSpPr>
          <p:nvPr/>
        </p:nvSpPr>
        <p:spPr>
          <a:xfrm xmlns:a="http://schemas.openxmlformats.org/drawingml/2006/main">
            <a:off x="7405688" y="42291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74CC2B91-F62A-4FB8-980E-69AB681FFAAC}"/>
              </a:ext>
            </a:extLst>
          </p:cNvPr>
          <p:cNvSpPr>
            <a:spLocks xmlns:a="http://schemas.openxmlformats.org/drawingml/2006/main" noGrp="1"/>
          </p:cNvSpPr>
          <p:nvPr/>
        </p:nvSpPr>
        <p:spPr>
          <a:xfrm xmlns:a="http://schemas.openxmlformats.org/drawingml/2006/main">
            <a:off x="7471172" y="42291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125A1B48-3ABD-4D6A-B061-E2BE36D9BA4E}"/>
              </a:ext>
            </a:extLst>
          </p:cNvPr>
          <p:cNvSpPr>
            <a:spLocks xmlns:a="http://schemas.openxmlformats.org/drawingml/2006/main" noGrp="1"/>
          </p:cNvSpPr>
          <p:nvPr/>
        </p:nvSpPr>
        <p:spPr>
          <a:xfrm xmlns:a="http://schemas.openxmlformats.org/drawingml/2006/main">
            <a:off x="7536656" y="42291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E5CF7DD7-8262-4959-9B63-20F22D5616F3}"/>
              </a:ext>
            </a:extLst>
          </p:cNvPr>
          <p:cNvSpPr>
            <a:spLocks xmlns:a="http://schemas.openxmlformats.org/drawingml/2006/main" noGrp="1"/>
          </p:cNvSpPr>
          <p:nvPr/>
        </p:nvSpPr>
        <p:spPr>
          <a:xfrm xmlns:a="http://schemas.openxmlformats.org/drawingml/2006/main">
            <a:off x="7602141" y="42291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DB378D40-195B-4085-AB41-A699CD619DB6}"/>
              </a:ext>
            </a:extLst>
          </p:cNvPr>
          <p:cNvSpPr>
            <a:spLocks xmlns:a="http://schemas.openxmlformats.org/drawingml/2006/main" noGrp="1"/>
          </p:cNvSpPr>
          <p:nvPr/>
        </p:nvSpPr>
        <p:spPr>
          <a:xfrm xmlns:a="http://schemas.openxmlformats.org/drawingml/2006/main">
            <a:off x="7667625" y="42291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F7FF90D0-AAAE-41D9-857B-5572CC047065}"/>
              </a:ext>
            </a:extLst>
          </p:cNvPr>
          <p:cNvSpPr>
            <a:spLocks xmlns:a="http://schemas.openxmlformats.org/drawingml/2006/main" noGrp="1"/>
          </p:cNvSpPr>
          <p:nvPr/>
        </p:nvSpPr>
        <p:spPr>
          <a:xfrm xmlns:a="http://schemas.openxmlformats.org/drawingml/2006/main">
            <a:off x="7733109" y="42291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CAD8801C-C168-4F7F-BC8C-143CAD27618D}"/>
              </a:ext>
            </a:extLst>
          </p:cNvPr>
          <p:cNvSpPr>
            <a:spLocks xmlns:a="http://schemas.openxmlformats.org/drawingml/2006/main" noGrp="1"/>
          </p:cNvSpPr>
          <p:nvPr/>
        </p:nvSpPr>
        <p:spPr>
          <a:xfrm xmlns:a="http://schemas.openxmlformats.org/drawingml/2006/main">
            <a:off x="7798594" y="42291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FCDD5984-5340-4C19-BFC1-079823DD607A}"/>
              </a:ext>
            </a:extLst>
          </p:cNvPr>
          <p:cNvSpPr>
            <a:spLocks xmlns:a="http://schemas.openxmlformats.org/drawingml/2006/main" noGrp="1"/>
          </p:cNvSpPr>
          <p:nvPr/>
        </p:nvSpPr>
        <p:spPr>
          <a:xfrm xmlns:a="http://schemas.openxmlformats.org/drawingml/2006/main">
            <a:off x="7864078" y="42291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5450C650-E38C-4D8E-9C4A-EB61B798B3FD}"/>
              </a:ext>
            </a:extLst>
          </p:cNvPr>
          <p:cNvSpPr>
            <a:spLocks xmlns:a="http://schemas.openxmlformats.org/drawingml/2006/main" noGrp="1"/>
          </p:cNvSpPr>
          <p:nvPr/>
        </p:nvSpPr>
        <p:spPr>
          <a:xfrm xmlns:a="http://schemas.openxmlformats.org/drawingml/2006/main">
            <a:off x="7929563" y="42291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95323BB1-BA60-49AA-9AAD-32E9B275560A}"/>
              </a:ext>
            </a:extLst>
          </p:cNvPr>
          <p:cNvSpPr>
            <a:spLocks xmlns:a="http://schemas.openxmlformats.org/drawingml/2006/main" noGrp="1"/>
          </p:cNvSpPr>
          <p:nvPr/>
        </p:nvSpPr>
        <p:spPr>
          <a:xfrm xmlns:a="http://schemas.openxmlformats.org/drawingml/2006/main">
            <a:off x="7995047" y="42291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CDB98EB6-088B-44E2-B2C5-A969B0F0B036}"/>
              </a:ext>
            </a:extLst>
          </p:cNvPr>
          <p:cNvSpPr>
            <a:spLocks xmlns:a="http://schemas.openxmlformats.org/drawingml/2006/main" noGrp="1"/>
          </p:cNvSpPr>
          <p:nvPr/>
        </p:nvSpPr>
        <p:spPr>
          <a:xfrm xmlns:a="http://schemas.openxmlformats.org/drawingml/2006/main">
            <a:off x="8060531" y="42291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8C673A85-1DFF-49D8-A661-86AF7339F6BB}"/>
              </a:ext>
            </a:extLst>
          </p:cNvPr>
          <p:cNvSpPr>
            <a:spLocks xmlns:a="http://schemas.openxmlformats.org/drawingml/2006/main" noGrp="1"/>
          </p:cNvSpPr>
          <p:nvPr/>
        </p:nvSpPr>
        <p:spPr>
          <a:xfrm xmlns:a="http://schemas.openxmlformats.org/drawingml/2006/main">
            <a:off x="8126016" y="42291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5BB76B9B-AB93-4D7E-A301-F7B4DCCDAB9C}"/>
              </a:ext>
            </a:extLst>
          </p:cNvPr>
          <p:cNvSpPr>
            <a:spLocks xmlns:a="http://schemas.openxmlformats.org/drawingml/2006/main" noGrp="1"/>
          </p:cNvSpPr>
          <p:nvPr/>
        </p:nvSpPr>
        <p:spPr>
          <a:xfrm xmlns:a="http://schemas.openxmlformats.org/drawingml/2006/main">
            <a:off x="4000500" y="42291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D909F631-10AC-4349-BFDE-604A0038CA6F}"/>
              </a:ext>
            </a:extLst>
          </p:cNvPr>
          <p:cNvSpPr>
            <a:spLocks xmlns:a="http://schemas.openxmlformats.org/drawingml/2006/main" noGrp="1"/>
          </p:cNvSpPr>
          <p:nvPr/>
        </p:nvSpPr>
        <p:spPr>
          <a:xfrm xmlns:a="http://schemas.openxmlformats.org/drawingml/2006/main">
            <a:off x="4000500"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4614E8C5-E305-4EF2-A61B-F1439037967B}"/>
              </a:ext>
            </a:extLst>
          </p:cNvPr>
          <p:cNvSpPr>
            <a:spLocks xmlns:a="http://schemas.openxmlformats.org/drawingml/2006/main" noGrp="1"/>
          </p:cNvSpPr>
          <p:nvPr/>
        </p:nvSpPr>
        <p:spPr>
          <a:xfrm xmlns:a="http://schemas.openxmlformats.org/drawingml/2006/main">
            <a:off x="3657600"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10¹⁴</a:t>
            </a:r>
          </a:p>
        </p:txBody>
      </p:sp>
      <p:sp>
        <p:nvSpPr>
          <p:cNvPr id="157" name="">
            <a:extLst xmlns:a="http://schemas.openxmlformats.org/drawingml/2006/main">
              <a:ext uri="{FF2B5EF4-FFF2-40B4-BE49-F238E27FC236}">
                <a16:creationId xmlns:a16="http://schemas.microsoft.com/office/drawing/2014/main" id="{D1E16193-C644-4199-AEC7-1DAD8A090055}"/>
              </a:ext>
            </a:extLst>
          </p:cNvPr>
          <p:cNvSpPr>
            <a:spLocks xmlns:a="http://schemas.openxmlformats.org/drawingml/2006/main" noGrp="1"/>
          </p:cNvSpPr>
          <p:nvPr/>
        </p:nvSpPr>
        <p:spPr>
          <a:xfrm xmlns:a="http://schemas.openxmlformats.org/drawingml/2006/main">
            <a:off x="4998357"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6F1CBD03-2739-449B-BEF1-82257018323E}"/>
              </a:ext>
            </a:extLst>
          </p:cNvPr>
          <p:cNvSpPr>
            <a:spLocks xmlns:a="http://schemas.openxmlformats.org/drawingml/2006/main" noGrp="1"/>
          </p:cNvSpPr>
          <p:nvPr/>
        </p:nvSpPr>
        <p:spPr>
          <a:xfrm xmlns:a="http://schemas.openxmlformats.org/drawingml/2006/main">
            <a:off x="4655457"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10¹⁵</a:t>
            </a:r>
          </a:p>
        </p:txBody>
      </p:sp>
      <p:sp>
        <p:nvSpPr>
          <p:cNvPr id="159" name="">
            <a:extLst xmlns:a="http://schemas.openxmlformats.org/drawingml/2006/main">
              <a:ext uri="{FF2B5EF4-FFF2-40B4-BE49-F238E27FC236}">
                <a16:creationId xmlns:a16="http://schemas.microsoft.com/office/drawing/2014/main" id="{D95FB5BA-842D-494B-8BA3-0C1756D86E54}"/>
              </a:ext>
            </a:extLst>
          </p:cNvPr>
          <p:cNvSpPr>
            <a:spLocks xmlns:a="http://schemas.openxmlformats.org/drawingml/2006/main" noGrp="1"/>
          </p:cNvSpPr>
          <p:nvPr/>
        </p:nvSpPr>
        <p:spPr>
          <a:xfrm xmlns:a="http://schemas.openxmlformats.org/drawingml/2006/main">
            <a:off x="5996214"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2F6F9A2C-3A89-47F6-AA68-3026364537E6}"/>
              </a:ext>
            </a:extLst>
          </p:cNvPr>
          <p:cNvSpPr>
            <a:spLocks xmlns:a="http://schemas.openxmlformats.org/drawingml/2006/main" noGrp="1"/>
          </p:cNvSpPr>
          <p:nvPr/>
        </p:nvSpPr>
        <p:spPr>
          <a:xfrm xmlns:a="http://schemas.openxmlformats.org/drawingml/2006/main">
            <a:off x="5653314"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10¹⁶</a:t>
            </a:r>
          </a:p>
        </p:txBody>
      </p:sp>
      <p:sp>
        <p:nvSpPr>
          <p:cNvPr id="161" name="">
            <a:extLst xmlns:a="http://schemas.openxmlformats.org/drawingml/2006/main">
              <a:ext uri="{FF2B5EF4-FFF2-40B4-BE49-F238E27FC236}">
                <a16:creationId xmlns:a16="http://schemas.microsoft.com/office/drawing/2014/main" id="{8522E3A8-9D83-443A-B6B9-5E5F23105D35}"/>
              </a:ext>
            </a:extLst>
          </p:cNvPr>
          <p:cNvSpPr>
            <a:spLocks xmlns:a="http://schemas.openxmlformats.org/drawingml/2006/main" noGrp="1"/>
          </p:cNvSpPr>
          <p:nvPr/>
        </p:nvSpPr>
        <p:spPr>
          <a:xfrm xmlns:a="http://schemas.openxmlformats.org/drawingml/2006/main">
            <a:off x="699407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4DEC1FA5-4C2E-4736-B320-219F5A90C4CD}"/>
              </a:ext>
            </a:extLst>
          </p:cNvPr>
          <p:cNvSpPr>
            <a:spLocks xmlns:a="http://schemas.openxmlformats.org/drawingml/2006/main" noGrp="1"/>
          </p:cNvSpPr>
          <p:nvPr/>
        </p:nvSpPr>
        <p:spPr>
          <a:xfrm xmlns:a="http://schemas.openxmlformats.org/drawingml/2006/main">
            <a:off x="665117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10¹⁷</a:t>
            </a:r>
          </a:p>
        </p:txBody>
      </p:sp>
      <p:sp>
        <p:nvSpPr>
          <p:cNvPr id="163" name="">
            <a:extLst xmlns:a="http://schemas.openxmlformats.org/drawingml/2006/main">
              <a:ext uri="{FF2B5EF4-FFF2-40B4-BE49-F238E27FC236}">
                <a16:creationId xmlns:a16="http://schemas.microsoft.com/office/drawing/2014/main" id="{D4DEDFF4-E492-4FD6-96BA-8203170B4500}"/>
              </a:ext>
            </a:extLst>
          </p:cNvPr>
          <p:cNvSpPr>
            <a:spLocks xmlns:a="http://schemas.openxmlformats.org/drawingml/2006/main" noGrp="1"/>
          </p:cNvSpPr>
          <p:nvPr/>
        </p:nvSpPr>
        <p:spPr>
          <a:xfrm xmlns:a="http://schemas.openxmlformats.org/drawingml/2006/main">
            <a:off x="7991929"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AFEFA94E-DFCF-4C37-A3E2-3940280ECDC3}"/>
              </a:ext>
            </a:extLst>
          </p:cNvPr>
          <p:cNvSpPr>
            <a:spLocks xmlns:a="http://schemas.openxmlformats.org/drawingml/2006/main" noGrp="1"/>
          </p:cNvSpPr>
          <p:nvPr/>
        </p:nvSpPr>
        <p:spPr>
          <a:xfrm xmlns:a="http://schemas.openxmlformats.org/drawingml/2006/main">
            <a:off x="7649029"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10¹⁸</a:t>
            </a:r>
          </a:p>
        </p:txBody>
      </p:sp>
      <p:sp>
        <p:nvSpPr>
          <p:cNvPr id="165" name="">
            <a:extLst xmlns:a="http://schemas.openxmlformats.org/drawingml/2006/main">
              <a:ext uri="{FF2B5EF4-FFF2-40B4-BE49-F238E27FC236}">
                <a16:creationId xmlns:a16="http://schemas.microsoft.com/office/drawing/2014/main" id="{911F21F4-5A69-4F3E-8715-485B92FE95AB}"/>
              </a:ext>
            </a:extLst>
          </p:cNvPr>
          <p:cNvSpPr>
            <a:spLocks xmlns:a="http://schemas.openxmlformats.org/drawingml/2006/main" noGrp="1"/>
          </p:cNvSpPr>
          <p:nvPr/>
        </p:nvSpPr>
        <p:spPr>
          <a:xfrm xmlns:a="http://schemas.openxmlformats.org/drawingml/2006/main">
            <a:off x="4000500" y="40195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log₁₀(nₑ / m⁻³)</a:t>
            </a:r>
          </a:p>
        </p:txBody>
      </p:sp>
      <p:sp>
        <p:nvSpPr>
          <p:cNvPr id="167" name="">
            <a:extLst xmlns:a="http://schemas.openxmlformats.org/drawingml/2006/main">
              <a:ext uri="{FF2B5EF4-FFF2-40B4-BE49-F238E27FC236}">
                <a16:creationId xmlns:a16="http://schemas.microsoft.com/office/drawing/2014/main" id="{80F2C51F-FC89-4219-AA14-6C32F3F4F891}"/>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∂nₑ/∂t + ∇·Γₑ = Sion − Sloss</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Γₑ = −μₑ nₑ E − Dₑ∇nₑ</a:t>
            </a:r>
          </a:p>
        </p:txBody>
      </p:sp>
      <p:sp>
        <p:nvSpPr>
          <p:cNvPr id="169" name="">
            <a:extLst xmlns:a="http://schemas.openxmlformats.org/drawingml/2006/main">
              <a:ext uri="{FF2B5EF4-FFF2-40B4-BE49-F238E27FC236}">
                <a16:creationId xmlns:a16="http://schemas.microsoft.com/office/drawing/2014/main" id="{659A388E-7E5A-4265-B58B-A41A317C80FC}"/>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最大値：標準COMSOL</a:t>
            </a:r>
            <a:r>
              <a:rPr sz="1035" b="0" i="0">
                <a:solidFill>
                  <a:srgbClr val="2F2F2F"/>
                </a:solidFill>
                <a:latin typeface="Noto Sans JP"/>
                <a:ea typeface="Noto Sans JP"/>
                <a:cs typeface="Noto Sans JP"/>
              </a:rPr>
              <a:t> 1.47e+18、</a:t>
            </a:r>
            <a:r>
              <a:rPr sz="1035" b="0" i="0">
                <a:solidFill>
                  <a:srgbClr val="2F2F2F"/>
                </a:solidFill>
                <a:latin typeface="Noto Sans JP"/>
                <a:ea typeface="Noto Sans JP"/>
                <a:cs typeface="Noto Sans JP"/>
              </a:rPr>
              <a:t>two-term</a:t>
            </a:r>
            <a:r>
              <a:rPr sz="1035" b="0" i="0">
                <a:solidFill>
                  <a:srgbClr val="2F2F2F"/>
                </a:solidFill>
                <a:latin typeface="Noto Sans JP"/>
                <a:ea typeface="Noto Sans JP"/>
                <a:cs typeface="Noto Sans JP"/>
              </a:rPr>
              <a:t> 1.01e+18 m⁻³。極大は局所生成だけでなく拡散・壁損失を含む</a:t>
            </a:r>
            <a:r>
              <a:rPr sz="1035" b="0" i="0">
                <a:solidFill>
                  <a:srgbClr val="2F2F2F"/>
                </a:solidFill>
                <a:latin typeface="Noto Sans JP"/>
                <a:ea typeface="Noto Sans JP"/>
                <a:cs typeface="Noto Sans JP"/>
              </a:rPr>
              <a:t>収支</a:t>
            </a:r>
            <a:r>
              <a:rPr sz="1035" b="0" i="0">
                <a:solidFill>
                  <a:srgbClr val="2F2F2F"/>
                </a:solidFill>
                <a:latin typeface="Noto Sans JP"/>
                <a:ea typeface="Noto Sans JP"/>
                <a:cs typeface="Noto Sans JP"/>
              </a:rPr>
              <a:t>。</a:t>
            </a:r>
          </a:p>
        </p:txBody>
      </p:sp>
      <p:sp>
        <p:nvSpPr>
          <p:cNvPr id="172" name="">
            <a:extLst xmlns:a="http://schemas.openxmlformats.org/drawingml/2006/main">
              <a:ext uri="{FF2B5EF4-FFF2-40B4-BE49-F238E27FC236}">
                <a16:creationId xmlns:a16="http://schemas.microsoft.com/office/drawing/2014/main" id="{AC363DD2-13E5-42E0-9109-E283418C51D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体積積分電子数の標準COMSOL比（2T / MC / P1）= -35.4% / -35.0% / -34.8%。Swarm 3手法内ばらつきは0.91%。</a:t>
            </a:r>
          </a:p>
        </p:txBody>
      </p:sp>
      <p:sp>
        <p:nvSpPr>
          <p:cNvPr id="173" name="">
            <a:extLst xmlns:a="http://schemas.openxmlformats.org/drawingml/2006/main">
              <a:ext uri="{FF2B5EF4-FFF2-40B4-BE49-F238E27FC236}">
                <a16:creationId xmlns:a16="http://schemas.microsoft.com/office/drawing/2014/main" id="{5E089D51-03CC-45D3-A8DF-516A05D3E727}"/>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79" name="title">
            <a:extLst xmlns:a="http://schemas.openxmlformats.org/drawingml/2006/main">
              <a:ext uri="{FF2B5EF4-FFF2-40B4-BE49-F238E27FC236}">
                <a16:creationId xmlns:a16="http://schemas.microsoft.com/office/drawing/2014/main" id="{D9560C8E-E29C-4D3F-A007-50DDABE669E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電子密度 nₑ：標準COMSOLと3つのSwarm入力を比較</a:t>
            </a:r>
          </a:p>
        </p:txBody>
      </p:sp>
      <p:sp>
        <p:nvSpPr>
          <p:cNvPr id="180" name="">
            <a:extLst xmlns:a="http://schemas.openxmlformats.org/drawingml/2006/main">
              <a:ext uri="{FF2B5EF4-FFF2-40B4-BE49-F238E27FC236}">
                <a16:creationId xmlns:a16="http://schemas.microsoft.com/office/drawing/2014/main" id="{8A560DE0-C5BD-4629-9E17-F5A119F2C3A6}"/>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6" name="section">
            <a:extLst xmlns:a="http://schemas.openxmlformats.org/drawingml/2006/main">
              <a:ext uri="{FF2B5EF4-FFF2-40B4-BE49-F238E27FC236}">
                <a16:creationId xmlns:a16="http://schemas.microsoft.com/office/drawing/2014/main" id="{1723F852-AF1D-43D9-AFCC-C02CBE9F226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56168115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6705AD3-5750-4BC8-AB15-D197FB965164}"/>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F85A788E-8712-4BFB-AB17-ECF8446E2C3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F83939CD-82DE-4E1A-9566-0D7FDA3511B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50</a:t>
            </a:r>
          </a:p>
        </p:txBody>
      </p:sp>
      <p:sp>
        <p:nvSpPr>
          <p:cNvPr id="9" name="">
            <a:extLst xmlns:a="http://schemas.openxmlformats.org/drawingml/2006/main">
              <a:ext uri="{FF2B5EF4-FFF2-40B4-BE49-F238E27FC236}">
                <a16:creationId xmlns:a16="http://schemas.microsoft.com/office/drawing/2014/main" id="{CA4BF434-5F0A-4711-92F3-201296462188}"/>
              </a:ext>
            </a:extLst>
          </p:cNvPr>
          <p:cNvSpPr>
            <a:spLocks xmlns:a="http://schemas.openxmlformats.org/drawingml/2006/main" noGrp="1"/>
          </p:cNvSpPr>
          <p:nvPr/>
        </p:nvSpPr>
        <p:spPr>
          <a:xfrm xmlns:a="http://schemas.openxmlformats.org/drawingml/2006/main">
            <a:off x="37147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38C1DF95-6359-4643-8439-56DE4D368C4C}"/>
              </a:ext>
            </a:extLst>
          </p:cNvPr>
          <p:cNvSpPr>
            <a:spLocks xmlns:a="http://schemas.openxmlformats.org/drawingml/2006/main" noGrp="1"/>
          </p:cNvSpPr>
          <p:nvPr/>
        </p:nvSpPr>
        <p:spPr>
          <a:xfrm xmlns:a="http://schemas.openxmlformats.org/drawingml/2006/main">
            <a:off x="56197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028cda914c3541ce"/>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6EEB659-FF1C-4744-B87D-ABF7AF3DCE70}"/>
              </a:ext>
            </a:extLst>
          </p:cNvPr>
          <p:cNvSpPr>
            <a:spLocks xmlns:a="http://schemas.openxmlformats.org/drawingml/2006/main" noGrp="1"/>
          </p:cNvSpPr>
          <p:nvPr/>
        </p:nvSpPr>
        <p:spPr>
          <a:xfrm xmlns:a="http://schemas.openxmlformats.org/drawingml/2006/main">
            <a:off x="5619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0103C289-14C9-4209-9A31-EE220F5F1B5D}"/>
              </a:ext>
            </a:extLst>
          </p:cNvPr>
          <p:cNvSpPr>
            <a:spLocks xmlns:a="http://schemas.openxmlformats.org/drawingml/2006/main" noGrp="1"/>
          </p:cNvSpPr>
          <p:nvPr/>
        </p:nvSpPr>
        <p:spPr>
          <a:xfrm xmlns:a="http://schemas.openxmlformats.org/drawingml/2006/main">
            <a:off x="4381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E6FC9234-5B70-4A76-BD6D-063290594D94}"/>
              </a:ext>
            </a:extLst>
          </p:cNvPr>
          <p:cNvSpPr>
            <a:spLocks xmlns:a="http://schemas.openxmlformats.org/drawingml/2006/main" noGrp="1"/>
          </p:cNvSpPr>
          <p:nvPr/>
        </p:nvSpPr>
        <p:spPr>
          <a:xfrm xmlns:a="http://schemas.openxmlformats.org/drawingml/2006/main">
            <a:off x="142602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A08884A7-A536-45A5-8DD2-C2A27EBCA751}"/>
              </a:ext>
            </a:extLst>
          </p:cNvPr>
          <p:cNvSpPr>
            <a:spLocks xmlns:a="http://schemas.openxmlformats.org/drawingml/2006/main" noGrp="1"/>
          </p:cNvSpPr>
          <p:nvPr/>
        </p:nvSpPr>
        <p:spPr>
          <a:xfrm xmlns:a="http://schemas.openxmlformats.org/drawingml/2006/main">
            <a:off x="130220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0E79CBF1-68CC-4B2C-93D1-E092E585801A}"/>
              </a:ext>
            </a:extLst>
          </p:cNvPr>
          <p:cNvSpPr>
            <a:spLocks xmlns:a="http://schemas.openxmlformats.org/drawingml/2006/main" noGrp="1"/>
          </p:cNvSpPr>
          <p:nvPr/>
        </p:nvSpPr>
        <p:spPr>
          <a:xfrm xmlns:a="http://schemas.openxmlformats.org/drawingml/2006/main">
            <a:off x="229008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3EA90379-C23D-4909-B36C-3871217EA89C}"/>
              </a:ext>
            </a:extLst>
          </p:cNvPr>
          <p:cNvSpPr>
            <a:spLocks xmlns:a="http://schemas.openxmlformats.org/drawingml/2006/main" noGrp="1"/>
          </p:cNvSpPr>
          <p:nvPr/>
        </p:nvSpPr>
        <p:spPr>
          <a:xfrm xmlns:a="http://schemas.openxmlformats.org/drawingml/2006/main">
            <a:off x="216625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589E94D6-5C50-4E35-A58D-A5B0AD5C846B}"/>
              </a:ext>
            </a:extLst>
          </p:cNvPr>
          <p:cNvSpPr>
            <a:spLocks xmlns:a="http://schemas.openxmlformats.org/drawingml/2006/main" noGrp="1"/>
          </p:cNvSpPr>
          <p:nvPr/>
        </p:nvSpPr>
        <p:spPr>
          <a:xfrm xmlns:a="http://schemas.openxmlformats.org/drawingml/2006/main">
            <a:off x="29813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30A87AF1-9DB9-496A-BA9C-B4146BD6FE28}"/>
              </a:ext>
            </a:extLst>
          </p:cNvPr>
          <p:cNvSpPr>
            <a:spLocks xmlns:a="http://schemas.openxmlformats.org/drawingml/2006/main" noGrp="1"/>
          </p:cNvSpPr>
          <p:nvPr/>
        </p:nvSpPr>
        <p:spPr>
          <a:xfrm xmlns:a="http://schemas.openxmlformats.org/drawingml/2006/main">
            <a:off x="28575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D5829F8F-CA65-4C3B-99E2-1214C9776A83}"/>
              </a:ext>
            </a:extLst>
          </p:cNvPr>
          <p:cNvSpPr>
            <a:spLocks xmlns:a="http://schemas.openxmlformats.org/drawingml/2006/main" noGrp="1"/>
          </p:cNvSpPr>
          <p:nvPr/>
        </p:nvSpPr>
        <p:spPr>
          <a:xfrm xmlns:a="http://schemas.openxmlformats.org/drawingml/2006/main">
            <a:off x="51435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1F3BAAE3-CE10-465B-B8B0-5546365A346B}"/>
              </a:ext>
            </a:extLst>
          </p:cNvPr>
          <p:cNvSpPr>
            <a:spLocks xmlns:a="http://schemas.openxmlformats.org/drawingml/2006/main" noGrp="1"/>
          </p:cNvSpPr>
          <p:nvPr/>
        </p:nvSpPr>
        <p:spPr>
          <a:xfrm xmlns:a="http://schemas.openxmlformats.org/drawingml/2006/main">
            <a:off x="20002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57D961FD-DCB2-4089-BF77-0909F962AC3A}"/>
              </a:ext>
            </a:extLst>
          </p:cNvPr>
          <p:cNvSpPr>
            <a:spLocks xmlns:a="http://schemas.openxmlformats.org/drawingml/2006/main" noGrp="1"/>
          </p:cNvSpPr>
          <p:nvPr/>
        </p:nvSpPr>
        <p:spPr>
          <a:xfrm xmlns:a="http://schemas.openxmlformats.org/drawingml/2006/main">
            <a:off x="51435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C5DCBEF4-BDF8-431C-8B9B-D8534A6BC2AB}"/>
              </a:ext>
            </a:extLst>
          </p:cNvPr>
          <p:cNvSpPr>
            <a:spLocks xmlns:a="http://schemas.openxmlformats.org/drawingml/2006/main" noGrp="1"/>
          </p:cNvSpPr>
          <p:nvPr/>
        </p:nvSpPr>
        <p:spPr>
          <a:xfrm xmlns:a="http://schemas.openxmlformats.org/drawingml/2006/main">
            <a:off x="20002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C52D5981-4DD1-416F-AE60-3CC53945F5C6}"/>
              </a:ext>
            </a:extLst>
          </p:cNvPr>
          <p:cNvSpPr>
            <a:spLocks xmlns:a="http://schemas.openxmlformats.org/drawingml/2006/main" noGrp="1"/>
          </p:cNvSpPr>
          <p:nvPr/>
        </p:nvSpPr>
        <p:spPr>
          <a:xfrm xmlns:a="http://schemas.openxmlformats.org/drawingml/2006/main">
            <a:off x="51435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ED6A56C8-C11F-40D9-B091-CFE984747D85}"/>
              </a:ext>
            </a:extLst>
          </p:cNvPr>
          <p:cNvSpPr>
            <a:spLocks xmlns:a="http://schemas.openxmlformats.org/drawingml/2006/main" noGrp="1"/>
          </p:cNvSpPr>
          <p:nvPr/>
        </p:nvSpPr>
        <p:spPr>
          <a:xfrm xmlns:a="http://schemas.openxmlformats.org/drawingml/2006/main">
            <a:off x="20002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4FD6F4B9-A53D-4C95-874A-98BFB80CCB84}"/>
              </a:ext>
            </a:extLst>
          </p:cNvPr>
          <p:cNvSpPr>
            <a:spLocks xmlns:a="http://schemas.openxmlformats.org/drawingml/2006/main" noGrp="1"/>
          </p:cNvSpPr>
          <p:nvPr/>
        </p:nvSpPr>
        <p:spPr>
          <a:xfrm xmlns:a="http://schemas.openxmlformats.org/drawingml/2006/main">
            <a:off x="51435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627C225D-E124-453B-9168-745366308A63}"/>
              </a:ext>
            </a:extLst>
          </p:cNvPr>
          <p:cNvSpPr>
            <a:spLocks xmlns:a="http://schemas.openxmlformats.org/drawingml/2006/main" noGrp="1"/>
          </p:cNvSpPr>
          <p:nvPr/>
        </p:nvSpPr>
        <p:spPr>
          <a:xfrm xmlns:a="http://schemas.openxmlformats.org/drawingml/2006/main">
            <a:off x="20002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FBDB0267-F180-4CAD-AF66-3289BB74A4DC}"/>
              </a:ext>
            </a:extLst>
          </p:cNvPr>
          <p:cNvSpPr>
            <a:spLocks xmlns:a="http://schemas.openxmlformats.org/drawingml/2006/main" noGrp="1"/>
          </p:cNvSpPr>
          <p:nvPr/>
        </p:nvSpPr>
        <p:spPr>
          <a:xfrm xmlns:a="http://schemas.openxmlformats.org/drawingml/2006/main">
            <a:off x="143827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22404D49-965A-447A-94EA-8CE7A7647410}"/>
              </a:ext>
            </a:extLst>
          </p:cNvPr>
          <p:cNvSpPr>
            <a:spLocks xmlns:a="http://schemas.openxmlformats.org/drawingml/2006/main" noGrp="1"/>
          </p:cNvSpPr>
          <p:nvPr/>
        </p:nvSpPr>
        <p:spPr>
          <a:xfrm xmlns:a="http://schemas.openxmlformats.org/drawingml/2006/main">
            <a:off x="142875" y="23931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5BDA8546-B4E1-4B6D-A1FB-704ABFADD3CC}"/>
              </a:ext>
            </a:extLst>
          </p:cNvPr>
          <p:cNvSpPr>
            <a:spLocks xmlns:a="http://schemas.openxmlformats.org/drawingml/2006/main" noGrp="1"/>
          </p:cNvSpPr>
          <p:nvPr/>
        </p:nvSpPr>
        <p:spPr>
          <a:xfrm xmlns:a="http://schemas.openxmlformats.org/drawingml/2006/main">
            <a:off x="333375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3127ECED-8195-4C06-A40B-1983B0B406E0}"/>
              </a:ext>
            </a:extLst>
          </p:cNvPr>
          <p:cNvSpPr>
            <a:spLocks xmlns:a="http://schemas.openxmlformats.org/drawingml/2006/main" noGrp="1"/>
          </p:cNvSpPr>
          <p:nvPr/>
        </p:nvSpPr>
        <p:spPr>
          <a:xfrm xmlns:a="http://schemas.openxmlformats.org/drawingml/2006/main">
            <a:off x="352425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13" name=""/>
          <p:cNvPicPr>
            <a:picLocks xmlns:a="http://schemas.openxmlformats.org/drawingml/2006/main" noChangeAspect="1"/>
          </p:cNvPicPr>
          <p:nvPr/>
        </p:nvPicPr>
        <p:blipFill>
          <a:blip xmlns:r="http://schemas.openxmlformats.org/officeDocument/2006/relationships" xmlns:a="http://schemas.openxmlformats.org/drawingml/2006/main" r:embed="R4dda22a3ceed4efa"/>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6530F186-B31C-4343-A0A9-BB53D7988320}"/>
              </a:ext>
            </a:extLst>
          </p:cNvPr>
          <p:cNvSpPr>
            <a:spLocks xmlns:a="http://schemas.openxmlformats.org/drawingml/2006/main" noGrp="1"/>
          </p:cNvSpPr>
          <p:nvPr/>
        </p:nvSpPr>
        <p:spPr>
          <a:xfrm xmlns:a="http://schemas.openxmlformats.org/drawingml/2006/main">
            <a:off x="35242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377B9CC7-8976-4412-89BD-6DB4213E6BAE}"/>
              </a:ext>
            </a:extLst>
          </p:cNvPr>
          <p:cNvSpPr>
            <a:spLocks xmlns:a="http://schemas.openxmlformats.org/drawingml/2006/main" noGrp="1"/>
          </p:cNvSpPr>
          <p:nvPr/>
        </p:nvSpPr>
        <p:spPr>
          <a:xfrm xmlns:a="http://schemas.openxmlformats.org/drawingml/2006/main">
            <a:off x="34004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2793C53D-B124-4887-BCA0-54C3FFF863C6}"/>
              </a:ext>
            </a:extLst>
          </p:cNvPr>
          <p:cNvSpPr>
            <a:spLocks xmlns:a="http://schemas.openxmlformats.org/drawingml/2006/main" noGrp="1"/>
          </p:cNvSpPr>
          <p:nvPr/>
        </p:nvSpPr>
        <p:spPr>
          <a:xfrm xmlns:a="http://schemas.openxmlformats.org/drawingml/2006/main">
            <a:off x="438830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CCD93AB6-2EBF-478B-918F-7EBAE8A37314}"/>
              </a:ext>
            </a:extLst>
          </p:cNvPr>
          <p:cNvSpPr>
            <a:spLocks xmlns:a="http://schemas.openxmlformats.org/drawingml/2006/main" noGrp="1"/>
          </p:cNvSpPr>
          <p:nvPr/>
        </p:nvSpPr>
        <p:spPr>
          <a:xfrm xmlns:a="http://schemas.openxmlformats.org/drawingml/2006/main">
            <a:off x="426447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B90429D7-0B3F-47D9-835A-65DEEDDD0E8F}"/>
              </a:ext>
            </a:extLst>
          </p:cNvPr>
          <p:cNvSpPr>
            <a:spLocks xmlns:a="http://schemas.openxmlformats.org/drawingml/2006/main" noGrp="1"/>
          </p:cNvSpPr>
          <p:nvPr/>
        </p:nvSpPr>
        <p:spPr>
          <a:xfrm xmlns:a="http://schemas.openxmlformats.org/drawingml/2006/main">
            <a:off x="525235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CCF1E105-3A28-4A36-9481-6A294873C308}"/>
              </a:ext>
            </a:extLst>
          </p:cNvPr>
          <p:cNvSpPr>
            <a:spLocks xmlns:a="http://schemas.openxmlformats.org/drawingml/2006/main" noGrp="1"/>
          </p:cNvSpPr>
          <p:nvPr/>
        </p:nvSpPr>
        <p:spPr>
          <a:xfrm xmlns:a="http://schemas.openxmlformats.org/drawingml/2006/main">
            <a:off x="512853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CA6701DF-326B-465F-98A7-4996BEA55E24}"/>
              </a:ext>
            </a:extLst>
          </p:cNvPr>
          <p:cNvSpPr>
            <a:spLocks xmlns:a="http://schemas.openxmlformats.org/drawingml/2006/main" noGrp="1"/>
          </p:cNvSpPr>
          <p:nvPr/>
        </p:nvSpPr>
        <p:spPr>
          <a:xfrm xmlns:a="http://schemas.openxmlformats.org/drawingml/2006/main">
            <a:off x="59436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5E05BCF9-9CF4-4115-97B6-0AA7A96BD11B}"/>
              </a:ext>
            </a:extLst>
          </p:cNvPr>
          <p:cNvSpPr>
            <a:spLocks xmlns:a="http://schemas.openxmlformats.org/drawingml/2006/main" noGrp="1"/>
          </p:cNvSpPr>
          <p:nvPr/>
        </p:nvSpPr>
        <p:spPr>
          <a:xfrm xmlns:a="http://schemas.openxmlformats.org/drawingml/2006/main">
            <a:off x="58197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E5316451-027C-46E3-A0FF-329EB65A6DE6}"/>
              </a:ext>
            </a:extLst>
          </p:cNvPr>
          <p:cNvSpPr>
            <a:spLocks xmlns:a="http://schemas.openxmlformats.org/drawingml/2006/main" noGrp="1"/>
          </p:cNvSpPr>
          <p:nvPr/>
        </p:nvSpPr>
        <p:spPr>
          <a:xfrm xmlns:a="http://schemas.openxmlformats.org/drawingml/2006/main">
            <a:off x="347662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51C27046-2483-4239-83DE-4170E22576ED}"/>
              </a:ext>
            </a:extLst>
          </p:cNvPr>
          <p:cNvSpPr>
            <a:spLocks xmlns:a="http://schemas.openxmlformats.org/drawingml/2006/main" noGrp="1"/>
          </p:cNvSpPr>
          <p:nvPr/>
        </p:nvSpPr>
        <p:spPr>
          <a:xfrm xmlns:a="http://schemas.openxmlformats.org/drawingml/2006/main">
            <a:off x="316230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E8F7D72C-4965-4FF4-90A3-A91E201C083E}"/>
              </a:ext>
            </a:extLst>
          </p:cNvPr>
          <p:cNvSpPr>
            <a:spLocks xmlns:a="http://schemas.openxmlformats.org/drawingml/2006/main" noGrp="1"/>
          </p:cNvSpPr>
          <p:nvPr/>
        </p:nvSpPr>
        <p:spPr>
          <a:xfrm xmlns:a="http://schemas.openxmlformats.org/drawingml/2006/main">
            <a:off x="347662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6CA7E80F-4E7A-4FB3-AE04-DD74A67E3924}"/>
              </a:ext>
            </a:extLst>
          </p:cNvPr>
          <p:cNvSpPr>
            <a:spLocks xmlns:a="http://schemas.openxmlformats.org/drawingml/2006/main" noGrp="1"/>
          </p:cNvSpPr>
          <p:nvPr/>
        </p:nvSpPr>
        <p:spPr>
          <a:xfrm xmlns:a="http://schemas.openxmlformats.org/drawingml/2006/main">
            <a:off x="316230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8BC1B4A8-5BFC-4096-9166-866F538645D4}"/>
              </a:ext>
            </a:extLst>
          </p:cNvPr>
          <p:cNvSpPr>
            <a:spLocks xmlns:a="http://schemas.openxmlformats.org/drawingml/2006/main" noGrp="1"/>
          </p:cNvSpPr>
          <p:nvPr/>
        </p:nvSpPr>
        <p:spPr>
          <a:xfrm xmlns:a="http://schemas.openxmlformats.org/drawingml/2006/main">
            <a:off x="347662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549401D1-2F60-49B6-8A3B-D0FB2AB8C48D}"/>
              </a:ext>
            </a:extLst>
          </p:cNvPr>
          <p:cNvSpPr>
            <a:spLocks xmlns:a="http://schemas.openxmlformats.org/drawingml/2006/main" noGrp="1"/>
          </p:cNvSpPr>
          <p:nvPr/>
        </p:nvSpPr>
        <p:spPr>
          <a:xfrm xmlns:a="http://schemas.openxmlformats.org/drawingml/2006/main">
            <a:off x="316230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96947DDE-125A-4488-A0AE-C5A6CF05DD95}"/>
              </a:ext>
            </a:extLst>
          </p:cNvPr>
          <p:cNvSpPr>
            <a:spLocks xmlns:a="http://schemas.openxmlformats.org/drawingml/2006/main" noGrp="1"/>
          </p:cNvSpPr>
          <p:nvPr/>
        </p:nvSpPr>
        <p:spPr>
          <a:xfrm xmlns:a="http://schemas.openxmlformats.org/drawingml/2006/main">
            <a:off x="347662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5A7E62FA-F08B-4FCB-8AFD-A018E4CBA266}"/>
              </a:ext>
            </a:extLst>
          </p:cNvPr>
          <p:cNvSpPr>
            <a:spLocks xmlns:a="http://schemas.openxmlformats.org/drawingml/2006/main" noGrp="1"/>
          </p:cNvSpPr>
          <p:nvPr/>
        </p:nvSpPr>
        <p:spPr>
          <a:xfrm xmlns:a="http://schemas.openxmlformats.org/drawingml/2006/main">
            <a:off x="316230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CD3F3346-13DE-4A57-B0A0-C4840E023874}"/>
              </a:ext>
            </a:extLst>
          </p:cNvPr>
          <p:cNvSpPr>
            <a:spLocks xmlns:a="http://schemas.openxmlformats.org/drawingml/2006/main" noGrp="1"/>
          </p:cNvSpPr>
          <p:nvPr/>
        </p:nvSpPr>
        <p:spPr>
          <a:xfrm xmlns:a="http://schemas.openxmlformats.org/drawingml/2006/main">
            <a:off x="440055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A9E8C346-11D1-4B65-81B2-AFA7EE2755C0}"/>
              </a:ext>
            </a:extLst>
          </p:cNvPr>
          <p:cNvSpPr>
            <a:spLocks xmlns:a="http://schemas.openxmlformats.org/drawingml/2006/main" noGrp="1"/>
          </p:cNvSpPr>
          <p:nvPr/>
        </p:nvSpPr>
        <p:spPr>
          <a:xfrm xmlns:a="http://schemas.openxmlformats.org/drawingml/2006/main">
            <a:off x="629602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C1A91191-5556-4A83-9073-2D76AAB72AB8}"/>
              </a:ext>
            </a:extLst>
          </p:cNvPr>
          <p:cNvSpPr>
            <a:spLocks xmlns:a="http://schemas.openxmlformats.org/drawingml/2006/main" noGrp="1"/>
          </p:cNvSpPr>
          <p:nvPr/>
        </p:nvSpPr>
        <p:spPr>
          <a:xfrm xmlns:a="http://schemas.openxmlformats.org/drawingml/2006/main">
            <a:off x="648652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33" name=""/>
          <p:cNvPicPr>
            <a:picLocks xmlns:a="http://schemas.openxmlformats.org/drawingml/2006/main" noChangeAspect="1"/>
          </p:cNvPicPr>
          <p:nvPr/>
        </p:nvPicPr>
        <p:blipFill>
          <a:blip xmlns:r="http://schemas.openxmlformats.org/officeDocument/2006/relationships" xmlns:a="http://schemas.openxmlformats.org/drawingml/2006/main" r:embed="R6e14100564034948"/>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F7F2B479-B764-4E16-905E-894E522596D4}"/>
              </a:ext>
            </a:extLst>
          </p:cNvPr>
          <p:cNvSpPr>
            <a:spLocks xmlns:a="http://schemas.openxmlformats.org/drawingml/2006/main" noGrp="1"/>
          </p:cNvSpPr>
          <p:nvPr/>
        </p:nvSpPr>
        <p:spPr>
          <a:xfrm xmlns:a="http://schemas.openxmlformats.org/drawingml/2006/main">
            <a:off x="64865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8684722F-CFA2-4614-B6FA-6B64251FF09A}"/>
              </a:ext>
            </a:extLst>
          </p:cNvPr>
          <p:cNvSpPr>
            <a:spLocks xmlns:a="http://schemas.openxmlformats.org/drawingml/2006/main" noGrp="1"/>
          </p:cNvSpPr>
          <p:nvPr/>
        </p:nvSpPr>
        <p:spPr>
          <a:xfrm xmlns:a="http://schemas.openxmlformats.org/drawingml/2006/main">
            <a:off x="63627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D64C0E75-372A-45CC-A512-D6F04947E137}"/>
              </a:ext>
            </a:extLst>
          </p:cNvPr>
          <p:cNvSpPr>
            <a:spLocks xmlns:a="http://schemas.openxmlformats.org/drawingml/2006/main" noGrp="1"/>
          </p:cNvSpPr>
          <p:nvPr/>
        </p:nvSpPr>
        <p:spPr>
          <a:xfrm xmlns:a="http://schemas.openxmlformats.org/drawingml/2006/main">
            <a:off x="735057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3CF501A8-B077-4D32-80D3-8670C8B03633}"/>
              </a:ext>
            </a:extLst>
          </p:cNvPr>
          <p:cNvSpPr>
            <a:spLocks xmlns:a="http://schemas.openxmlformats.org/drawingml/2006/main" noGrp="1"/>
          </p:cNvSpPr>
          <p:nvPr/>
        </p:nvSpPr>
        <p:spPr>
          <a:xfrm xmlns:a="http://schemas.openxmlformats.org/drawingml/2006/main">
            <a:off x="722675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2CA710B4-DB5C-4F77-987A-EF683009BB74}"/>
              </a:ext>
            </a:extLst>
          </p:cNvPr>
          <p:cNvSpPr>
            <a:spLocks xmlns:a="http://schemas.openxmlformats.org/drawingml/2006/main" noGrp="1"/>
          </p:cNvSpPr>
          <p:nvPr/>
        </p:nvSpPr>
        <p:spPr>
          <a:xfrm xmlns:a="http://schemas.openxmlformats.org/drawingml/2006/main">
            <a:off x="821463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958287F1-199E-44D4-9E21-7B177BEE4B5B}"/>
              </a:ext>
            </a:extLst>
          </p:cNvPr>
          <p:cNvSpPr>
            <a:spLocks xmlns:a="http://schemas.openxmlformats.org/drawingml/2006/main" noGrp="1"/>
          </p:cNvSpPr>
          <p:nvPr/>
        </p:nvSpPr>
        <p:spPr>
          <a:xfrm xmlns:a="http://schemas.openxmlformats.org/drawingml/2006/main">
            <a:off x="809080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91400595-DCBF-4F5B-9C70-6566B647E18A}"/>
              </a:ext>
            </a:extLst>
          </p:cNvPr>
          <p:cNvSpPr>
            <a:spLocks xmlns:a="http://schemas.openxmlformats.org/drawingml/2006/main" noGrp="1"/>
          </p:cNvSpPr>
          <p:nvPr/>
        </p:nvSpPr>
        <p:spPr>
          <a:xfrm xmlns:a="http://schemas.openxmlformats.org/drawingml/2006/main">
            <a:off x="89058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382BC2EE-DF14-4E82-BB10-EE3428924580}"/>
              </a:ext>
            </a:extLst>
          </p:cNvPr>
          <p:cNvSpPr>
            <a:spLocks xmlns:a="http://schemas.openxmlformats.org/drawingml/2006/main" noGrp="1"/>
          </p:cNvSpPr>
          <p:nvPr/>
        </p:nvSpPr>
        <p:spPr>
          <a:xfrm xmlns:a="http://schemas.openxmlformats.org/drawingml/2006/main">
            <a:off x="87820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CA102047-F4B5-4C62-A0D9-952839884868}"/>
              </a:ext>
            </a:extLst>
          </p:cNvPr>
          <p:cNvSpPr>
            <a:spLocks xmlns:a="http://schemas.openxmlformats.org/drawingml/2006/main" noGrp="1"/>
          </p:cNvSpPr>
          <p:nvPr/>
        </p:nvSpPr>
        <p:spPr>
          <a:xfrm xmlns:a="http://schemas.openxmlformats.org/drawingml/2006/main">
            <a:off x="643890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2928904E-5C8E-4C07-9B78-C4660BBBAB70}"/>
              </a:ext>
            </a:extLst>
          </p:cNvPr>
          <p:cNvSpPr>
            <a:spLocks xmlns:a="http://schemas.openxmlformats.org/drawingml/2006/main" noGrp="1"/>
          </p:cNvSpPr>
          <p:nvPr/>
        </p:nvSpPr>
        <p:spPr>
          <a:xfrm xmlns:a="http://schemas.openxmlformats.org/drawingml/2006/main">
            <a:off x="612457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6A140277-F584-414A-B4B9-709E3F0261D6}"/>
              </a:ext>
            </a:extLst>
          </p:cNvPr>
          <p:cNvSpPr>
            <a:spLocks xmlns:a="http://schemas.openxmlformats.org/drawingml/2006/main" noGrp="1"/>
          </p:cNvSpPr>
          <p:nvPr/>
        </p:nvSpPr>
        <p:spPr>
          <a:xfrm xmlns:a="http://schemas.openxmlformats.org/drawingml/2006/main">
            <a:off x="643890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A4D77CE0-DA0F-44CE-8E7D-26732ABA8970}"/>
              </a:ext>
            </a:extLst>
          </p:cNvPr>
          <p:cNvSpPr>
            <a:spLocks xmlns:a="http://schemas.openxmlformats.org/drawingml/2006/main" noGrp="1"/>
          </p:cNvSpPr>
          <p:nvPr/>
        </p:nvSpPr>
        <p:spPr>
          <a:xfrm xmlns:a="http://schemas.openxmlformats.org/drawingml/2006/main">
            <a:off x="612457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67B02687-67FD-4DA4-AE1D-96A70425EBB2}"/>
              </a:ext>
            </a:extLst>
          </p:cNvPr>
          <p:cNvSpPr>
            <a:spLocks xmlns:a="http://schemas.openxmlformats.org/drawingml/2006/main" noGrp="1"/>
          </p:cNvSpPr>
          <p:nvPr/>
        </p:nvSpPr>
        <p:spPr>
          <a:xfrm xmlns:a="http://schemas.openxmlformats.org/drawingml/2006/main">
            <a:off x="643890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53784664-EDC3-467A-AE67-54E92C25ECB1}"/>
              </a:ext>
            </a:extLst>
          </p:cNvPr>
          <p:cNvSpPr>
            <a:spLocks xmlns:a="http://schemas.openxmlformats.org/drawingml/2006/main" noGrp="1"/>
          </p:cNvSpPr>
          <p:nvPr/>
        </p:nvSpPr>
        <p:spPr>
          <a:xfrm xmlns:a="http://schemas.openxmlformats.org/drawingml/2006/main">
            <a:off x="612457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B8A464BD-9C1E-4879-830C-236AFB66CA91}"/>
              </a:ext>
            </a:extLst>
          </p:cNvPr>
          <p:cNvSpPr>
            <a:spLocks xmlns:a="http://schemas.openxmlformats.org/drawingml/2006/main" noGrp="1"/>
          </p:cNvSpPr>
          <p:nvPr/>
        </p:nvSpPr>
        <p:spPr>
          <a:xfrm xmlns:a="http://schemas.openxmlformats.org/drawingml/2006/main">
            <a:off x="643890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9657AF74-461E-4D69-B04F-BFBF2390AAF0}"/>
              </a:ext>
            </a:extLst>
          </p:cNvPr>
          <p:cNvSpPr>
            <a:spLocks xmlns:a="http://schemas.openxmlformats.org/drawingml/2006/main" noGrp="1"/>
          </p:cNvSpPr>
          <p:nvPr/>
        </p:nvSpPr>
        <p:spPr>
          <a:xfrm xmlns:a="http://schemas.openxmlformats.org/drawingml/2006/main">
            <a:off x="612457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FB985CFC-3FA0-4A3A-840A-F6DD3A58383E}"/>
              </a:ext>
            </a:extLst>
          </p:cNvPr>
          <p:cNvSpPr>
            <a:spLocks xmlns:a="http://schemas.openxmlformats.org/drawingml/2006/main" noGrp="1"/>
          </p:cNvSpPr>
          <p:nvPr/>
        </p:nvSpPr>
        <p:spPr>
          <a:xfrm xmlns:a="http://schemas.openxmlformats.org/drawingml/2006/main">
            <a:off x="736282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70E6B05E-1BF0-434B-AA71-91CD061FA7C1}"/>
              </a:ext>
            </a:extLst>
          </p:cNvPr>
          <p:cNvSpPr>
            <a:spLocks xmlns:a="http://schemas.openxmlformats.org/drawingml/2006/main" noGrp="1"/>
          </p:cNvSpPr>
          <p:nvPr/>
        </p:nvSpPr>
        <p:spPr>
          <a:xfrm xmlns:a="http://schemas.openxmlformats.org/drawingml/2006/main">
            <a:off x="925830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8EF731F3-156A-4E8D-AA92-8E2ACBC0A5E4}"/>
              </a:ext>
            </a:extLst>
          </p:cNvPr>
          <p:cNvSpPr>
            <a:spLocks xmlns:a="http://schemas.openxmlformats.org/drawingml/2006/main" noGrp="1"/>
          </p:cNvSpPr>
          <p:nvPr/>
        </p:nvSpPr>
        <p:spPr>
          <a:xfrm xmlns:a="http://schemas.openxmlformats.org/drawingml/2006/main">
            <a:off x="944880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e5471ca4769b43ea"/>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FE4E1AEC-598F-429F-8644-48539D0EF433}"/>
              </a:ext>
            </a:extLst>
          </p:cNvPr>
          <p:cNvSpPr>
            <a:spLocks xmlns:a="http://schemas.openxmlformats.org/drawingml/2006/main" noGrp="1"/>
          </p:cNvSpPr>
          <p:nvPr/>
        </p:nvSpPr>
        <p:spPr>
          <a:xfrm xmlns:a="http://schemas.openxmlformats.org/drawingml/2006/main">
            <a:off x="94488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561740FF-75C8-4325-B563-28E73E3F1A42}"/>
              </a:ext>
            </a:extLst>
          </p:cNvPr>
          <p:cNvSpPr>
            <a:spLocks xmlns:a="http://schemas.openxmlformats.org/drawingml/2006/main" noGrp="1"/>
          </p:cNvSpPr>
          <p:nvPr/>
        </p:nvSpPr>
        <p:spPr>
          <a:xfrm xmlns:a="http://schemas.openxmlformats.org/drawingml/2006/main">
            <a:off x="93249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1F31710D-E94B-454A-8982-5AE196C1C171}"/>
              </a:ext>
            </a:extLst>
          </p:cNvPr>
          <p:cNvSpPr>
            <a:spLocks xmlns:a="http://schemas.openxmlformats.org/drawingml/2006/main" noGrp="1"/>
          </p:cNvSpPr>
          <p:nvPr/>
        </p:nvSpPr>
        <p:spPr>
          <a:xfrm xmlns:a="http://schemas.openxmlformats.org/drawingml/2006/main">
            <a:off x="1031285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8E42073A-1749-4E00-A3C4-C3E56E68FEB0}"/>
              </a:ext>
            </a:extLst>
          </p:cNvPr>
          <p:cNvSpPr>
            <a:spLocks xmlns:a="http://schemas.openxmlformats.org/drawingml/2006/main" noGrp="1"/>
          </p:cNvSpPr>
          <p:nvPr/>
        </p:nvSpPr>
        <p:spPr>
          <a:xfrm xmlns:a="http://schemas.openxmlformats.org/drawingml/2006/main">
            <a:off x="1018902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7CE6A70D-D523-439E-9800-3619C2043232}"/>
              </a:ext>
            </a:extLst>
          </p:cNvPr>
          <p:cNvSpPr>
            <a:spLocks xmlns:a="http://schemas.openxmlformats.org/drawingml/2006/main" noGrp="1"/>
          </p:cNvSpPr>
          <p:nvPr/>
        </p:nvSpPr>
        <p:spPr>
          <a:xfrm xmlns:a="http://schemas.openxmlformats.org/drawingml/2006/main">
            <a:off x="1117690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BC0D8FB0-6527-4587-9575-1C677168096C}"/>
              </a:ext>
            </a:extLst>
          </p:cNvPr>
          <p:cNvSpPr>
            <a:spLocks xmlns:a="http://schemas.openxmlformats.org/drawingml/2006/main" noGrp="1"/>
          </p:cNvSpPr>
          <p:nvPr/>
        </p:nvSpPr>
        <p:spPr>
          <a:xfrm xmlns:a="http://schemas.openxmlformats.org/drawingml/2006/main">
            <a:off x="1105308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A71B5F77-CB37-4439-8D0F-A9B02EF37D53}"/>
              </a:ext>
            </a:extLst>
          </p:cNvPr>
          <p:cNvSpPr>
            <a:spLocks xmlns:a="http://schemas.openxmlformats.org/drawingml/2006/main" noGrp="1"/>
          </p:cNvSpPr>
          <p:nvPr/>
        </p:nvSpPr>
        <p:spPr>
          <a:xfrm xmlns:a="http://schemas.openxmlformats.org/drawingml/2006/main">
            <a:off x="118681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E4755D87-F8BB-44F7-A3A0-98E50195899F}"/>
              </a:ext>
            </a:extLst>
          </p:cNvPr>
          <p:cNvSpPr>
            <a:spLocks xmlns:a="http://schemas.openxmlformats.org/drawingml/2006/main" noGrp="1"/>
          </p:cNvSpPr>
          <p:nvPr/>
        </p:nvSpPr>
        <p:spPr>
          <a:xfrm xmlns:a="http://schemas.openxmlformats.org/drawingml/2006/main">
            <a:off x="117443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DC6EAAB1-A5D5-455A-A9DA-BB6C5C6A7952}"/>
              </a:ext>
            </a:extLst>
          </p:cNvPr>
          <p:cNvSpPr>
            <a:spLocks xmlns:a="http://schemas.openxmlformats.org/drawingml/2006/main" noGrp="1"/>
          </p:cNvSpPr>
          <p:nvPr/>
        </p:nvSpPr>
        <p:spPr>
          <a:xfrm xmlns:a="http://schemas.openxmlformats.org/drawingml/2006/main">
            <a:off x="940117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248FF006-3940-4E3D-A41F-26F844C8C272}"/>
              </a:ext>
            </a:extLst>
          </p:cNvPr>
          <p:cNvSpPr>
            <a:spLocks xmlns:a="http://schemas.openxmlformats.org/drawingml/2006/main" noGrp="1"/>
          </p:cNvSpPr>
          <p:nvPr/>
        </p:nvSpPr>
        <p:spPr>
          <a:xfrm xmlns:a="http://schemas.openxmlformats.org/drawingml/2006/main">
            <a:off x="908685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2E5C976F-7D32-4F20-B17E-F1383DE6DF95}"/>
              </a:ext>
            </a:extLst>
          </p:cNvPr>
          <p:cNvSpPr>
            <a:spLocks xmlns:a="http://schemas.openxmlformats.org/drawingml/2006/main" noGrp="1"/>
          </p:cNvSpPr>
          <p:nvPr/>
        </p:nvSpPr>
        <p:spPr>
          <a:xfrm xmlns:a="http://schemas.openxmlformats.org/drawingml/2006/main">
            <a:off x="940117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37DB21D4-FEBE-4C33-A366-D42A5BBC1B2B}"/>
              </a:ext>
            </a:extLst>
          </p:cNvPr>
          <p:cNvSpPr>
            <a:spLocks xmlns:a="http://schemas.openxmlformats.org/drawingml/2006/main" noGrp="1"/>
          </p:cNvSpPr>
          <p:nvPr/>
        </p:nvSpPr>
        <p:spPr>
          <a:xfrm xmlns:a="http://schemas.openxmlformats.org/drawingml/2006/main">
            <a:off x="908685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F9750B42-04E6-45CF-9AB6-B557E2A9F9A5}"/>
              </a:ext>
            </a:extLst>
          </p:cNvPr>
          <p:cNvSpPr>
            <a:spLocks xmlns:a="http://schemas.openxmlformats.org/drawingml/2006/main" noGrp="1"/>
          </p:cNvSpPr>
          <p:nvPr/>
        </p:nvSpPr>
        <p:spPr>
          <a:xfrm xmlns:a="http://schemas.openxmlformats.org/drawingml/2006/main">
            <a:off x="940117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3A1FBCE0-16D5-4D51-920F-6BCFFB8D11C0}"/>
              </a:ext>
            </a:extLst>
          </p:cNvPr>
          <p:cNvSpPr>
            <a:spLocks xmlns:a="http://schemas.openxmlformats.org/drawingml/2006/main" noGrp="1"/>
          </p:cNvSpPr>
          <p:nvPr/>
        </p:nvSpPr>
        <p:spPr>
          <a:xfrm xmlns:a="http://schemas.openxmlformats.org/drawingml/2006/main">
            <a:off x="908685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8C410376-E3AA-4B00-AD00-A0A97577D8D6}"/>
              </a:ext>
            </a:extLst>
          </p:cNvPr>
          <p:cNvSpPr>
            <a:spLocks xmlns:a="http://schemas.openxmlformats.org/drawingml/2006/main" noGrp="1"/>
          </p:cNvSpPr>
          <p:nvPr/>
        </p:nvSpPr>
        <p:spPr>
          <a:xfrm xmlns:a="http://schemas.openxmlformats.org/drawingml/2006/main">
            <a:off x="940117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5AF4E6B4-F4C1-4A75-85A7-5FDDEF785EAC}"/>
              </a:ext>
            </a:extLst>
          </p:cNvPr>
          <p:cNvSpPr>
            <a:spLocks xmlns:a="http://schemas.openxmlformats.org/drawingml/2006/main" noGrp="1"/>
          </p:cNvSpPr>
          <p:nvPr/>
        </p:nvSpPr>
        <p:spPr>
          <a:xfrm xmlns:a="http://schemas.openxmlformats.org/drawingml/2006/main">
            <a:off x="908685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50B2C238-3DD9-4A2B-BF95-F181E3E0F404}"/>
              </a:ext>
            </a:extLst>
          </p:cNvPr>
          <p:cNvSpPr>
            <a:spLocks xmlns:a="http://schemas.openxmlformats.org/drawingml/2006/main" noGrp="1"/>
          </p:cNvSpPr>
          <p:nvPr/>
        </p:nvSpPr>
        <p:spPr>
          <a:xfrm xmlns:a="http://schemas.openxmlformats.org/drawingml/2006/main">
            <a:off x="1032510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05913468-7375-4E95-BEB4-EA85B366F93A}"/>
              </a:ext>
            </a:extLst>
          </p:cNvPr>
          <p:cNvSpPr>
            <a:spLocks xmlns:a="http://schemas.openxmlformats.org/drawingml/2006/main" noGrp="1"/>
          </p:cNvSpPr>
          <p:nvPr/>
        </p:nvSpPr>
        <p:spPr>
          <a:xfrm xmlns:a="http://schemas.openxmlformats.org/drawingml/2006/main">
            <a:off x="4000500" y="42291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133E946B-EE9C-48DD-94FC-5FBCC977F7B8}"/>
              </a:ext>
            </a:extLst>
          </p:cNvPr>
          <p:cNvSpPr>
            <a:spLocks xmlns:a="http://schemas.openxmlformats.org/drawingml/2006/main" noGrp="1"/>
          </p:cNvSpPr>
          <p:nvPr/>
        </p:nvSpPr>
        <p:spPr>
          <a:xfrm xmlns:a="http://schemas.openxmlformats.org/drawingml/2006/main">
            <a:off x="4065984" y="42291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2298F520-BD67-4590-80B1-343297B77304}"/>
              </a:ext>
            </a:extLst>
          </p:cNvPr>
          <p:cNvSpPr>
            <a:spLocks xmlns:a="http://schemas.openxmlformats.org/drawingml/2006/main" noGrp="1"/>
          </p:cNvSpPr>
          <p:nvPr/>
        </p:nvSpPr>
        <p:spPr>
          <a:xfrm xmlns:a="http://schemas.openxmlformats.org/drawingml/2006/main">
            <a:off x="4131469" y="42291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6F3B32BC-75F3-4164-8187-1FCE676DE342}"/>
              </a:ext>
            </a:extLst>
          </p:cNvPr>
          <p:cNvSpPr>
            <a:spLocks xmlns:a="http://schemas.openxmlformats.org/drawingml/2006/main" noGrp="1"/>
          </p:cNvSpPr>
          <p:nvPr/>
        </p:nvSpPr>
        <p:spPr>
          <a:xfrm xmlns:a="http://schemas.openxmlformats.org/drawingml/2006/main">
            <a:off x="4196953" y="42291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20C94F0C-2CB4-488E-9CE9-64F8823BB649}"/>
              </a:ext>
            </a:extLst>
          </p:cNvPr>
          <p:cNvSpPr>
            <a:spLocks xmlns:a="http://schemas.openxmlformats.org/drawingml/2006/main" noGrp="1"/>
          </p:cNvSpPr>
          <p:nvPr/>
        </p:nvSpPr>
        <p:spPr>
          <a:xfrm xmlns:a="http://schemas.openxmlformats.org/drawingml/2006/main">
            <a:off x="4262438" y="42291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ABB40312-CB01-49BC-9090-70E3C5033C89}"/>
              </a:ext>
            </a:extLst>
          </p:cNvPr>
          <p:cNvSpPr>
            <a:spLocks xmlns:a="http://schemas.openxmlformats.org/drawingml/2006/main" noGrp="1"/>
          </p:cNvSpPr>
          <p:nvPr/>
        </p:nvSpPr>
        <p:spPr>
          <a:xfrm xmlns:a="http://schemas.openxmlformats.org/drawingml/2006/main">
            <a:off x="4327922" y="42291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585D9663-022F-4CE4-B21F-B3BF08389C45}"/>
              </a:ext>
            </a:extLst>
          </p:cNvPr>
          <p:cNvSpPr>
            <a:spLocks xmlns:a="http://schemas.openxmlformats.org/drawingml/2006/main" noGrp="1"/>
          </p:cNvSpPr>
          <p:nvPr/>
        </p:nvSpPr>
        <p:spPr>
          <a:xfrm xmlns:a="http://schemas.openxmlformats.org/drawingml/2006/main">
            <a:off x="4393406" y="42291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9D926891-D836-4331-BC6B-BF10F3E1959B}"/>
              </a:ext>
            </a:extLst>
          </p:cNvPr>
          <p:cNvSpPr>
            <a:spLocks xmlns:a="http://schemas.openxmlformats.org/drawingml/2006/main" noGrp="1"/>
          </p:cNvSpPr>
          <p:nvPr/>
        </p:nvSpPr>
        <p:spPr>
          <a:xfrm xmlns:a="http://schemas.openxmlformats.org/drawingml/2006/main">
            <a:off x="4458891" y="42291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FD8192D-FD54-4C20-8C0B-955872868224}"/>
              </a:ext>
            </a:extLst>
          </p:cNvPr>
          <p:cNvSpPr>
            <a:spLocks xmlns:a="http://schemas.openxmlformats.org/drawingml/2006/main" noGrp="1"/>
          </p:cNvSpPr>
          <p:nvPr/>
        </p:nvSpPr>
        <p:spPr>
          <a:xfrm xmlns:a="http://schemas.openxmlformats.org/drawingml/2006/main">
            <a:off x="4524375" y="42291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6571CAC9-89A3-4E4D-9294-4541CA0B52CA}"/>
              </a:ext>
            </a:extLst>
          </p:cNvPr>
          <p:cNvSpPr>
            <a:spLocks xmlns:a="http://schemas.openxmlformats.org/drawingml/2006/main" noGrp="1"/>
          </p:cNvSpPr>
          <p:nvPr/>
        </p:nvSpPr>
        <p:spPr>
          <a:xfrm xmlns:a="http://schemas.openxmlformats.org/drawingml/2006/main">
            <a:off x="4589859" y="42291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15B5E4A3-BEA9-4C35-A35E-833E7E3DE100}"/>
              </a:ext>
            </a:extLst>
          </p:cNvPr>
          <p:cNvSpPr>
            <a:spLocks xmlns:a="http://schemas.openxmlformats.org/drawingml/2006/main" noGrp="1"/>
          </p:cNvSpPr>
          <p:nvPr/>
        </p:nvSpPr>
        <p:spPr>
          <a:xfrm xmlns:a="http://schemas.openxmlformats.org/drawingml/2006/main">
            <a:off x="4655344" y="42291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D4F3ABD2-99D6-4D62-B323-E99DBDC87E99}"/>
              </a:ext>
            </a:extLst>
          </p:cNvPr>
          <p:cNvSpPr>
            <a:spLocks xmlns:a="http://schemas.openxmlformats.org/drawingml/2006/main" noGrp="1"/>
          </p:cNvSpPr>
          <p:nvPr/>
        </p:nvSpPr>
        <p:spPr>
          <a:xfrm xmlns:a="http://schemas.openxmlformats.org/drawingml/2006/main">
            <a:off x="4720828" y="42291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1B2244C5-9DB1-43A4-9A58-3E0A95C2DD2D}"/>
              </a:ext>
            </a:extLst>
          </p:cNvPr>
          <p:cNvSpPr>
            <a:spLocks xmlns:a="http://schemas.openxmlformats.org/drawingml/2006/main" noGrp="1"/>
          </p:cNvSpPr>
          <p:nvPr/>
        </p:nvSpPr>
        <p:spPr>
          <a:xfrm xmlns:a="http://schemas.openxmlformats.org/drawingml/2006/main">
            <a:off x="4786313" y="42291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CF0C8E75-E0CC-4E2E-8859-792DBEA8995A}"/>
              </a:ext>
            </a:extLst>
          </p:cNvPr>
          <p:cNvSpPr>
            <a:spLocks xmlns:a="http://schemas.openxmlformats.org/drawingml/2006/main" noGrp="1"/>
          </p:cNvSpPr>
          <p:nvPr/>
        </p:nvSpPr>
        <p:spPr>
          <a:xfrm xmlns:a="http://schemas.openxmlformats.org/drawingml/2006/main">
            <a:off x="4851797" y="42291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3AB87BE3-55BE-4067-A9CB-9682C4AAC6A0}"/>
              </a:ext>
            </a:extLst>
          </p:cNvPr>
          <p:cNvSpPr>
            <a:spLocks xmlns:a="http://schemas.openxmlformats.org/drawingml/2006/main" noGrp="1"/>
          </p:cNvSpPr>
          <p:nvPr/>
        </p:nvSpPr>
        <p:spPr>
          <a:xfrm xmlns:a="http://schemas.openxmlformats.org/drawingml/2006/main">
            <a:off x="4917281" y="42291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733D4DCE-6AC7-4481-98C7-42559AA65CAF}"/>
              </a:ext>
            </a:extLst>
          </p:cNvPr>
          <p:cNvSpPr>
            <a:spLocks xmlns:a="http://schemas.openxmlformats.org/drawingml/2006/main" noGrp="1"/>
          </p:cNvSpPr>
          <p:nvPr/>
        </p:nvSpPr>
        <p:spPr>
          <a:xfrm xmlns:a="http://schemas.openxmlformats.org/drawingml/2006/main">
            <a:off x="4982766" y="42291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04979E4B-63C7-4892-8414-25067F0626C0}"/>
              </a:ext>
            </a:extLst>
          </p:cNvPr>
          <p:cNvSpPr>
            <a:spLocks xmlns:a="http://schemas.openxmlformats.org/drawingml/2006/main" noGrp="1"/>
          </p:cNvSpPr>
          <p:nvPr/>
        </p:nvSpPr>
        <p:spPr>
          <a:xfrm xmlns:a="http://schemas.openxmlformats.org/drawingml/2006/main">
            <a:off x="5048250" y="42291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B317B3D2-9A8E-4E8A-845C-5DA61740C4A4}"/>
              </a:ext>
            </a:extLst>
          </p:cNvPr>
          <p:cNvSpPr>
            <a:spLocks xmlns:a="http://schemas.openxmlformats.org/drawingml/2006/main" noGrp="1"/>
          </p:cNvSpPr>
          <p:nvPr/>
        </p:nvSpPr>
        <p:spPr>
          <a:xfrm xmlns:a="http://schemas.openxmlformats.org/drawingml/2006/main">
            <a:off x="5113734" y="42291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1C4DEC05-29CE-47E7-A516-5CC2306BC3AF}"/>
              </a:ext>
            </a:extLst>
          </p:cNvPr>
          <p:cNvSpPr>
            <a:spLocks xmlns:a="http://schemas.openxmlformats.org/drawingml/2006/main" noGrp="1"/>
          </p:cNvSpPr>
          <p:nvPr/>
        </p:nvSpPr>
        <p:spPr>
          <a:xfrm xmlns:a="http://schemas.openxmlformats.org/drawingml/2006/main">
            <a:off x="5179219" y="42291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67F1E27F-2850-4184-95C7-F1D5297373E2}"/>
              </a:ext>
            </a:extLst>
          </p:cNvPr>
          <p:cNvSpPr>
            <a:spLocks xmlns:a="http://schemas.openxmlformats.org/drawingml/2006/main" noGrp="1"/>
          </p:cNvSpPr>
          <p:nvPr/>
        </p:nvSpPr>
        <p:spPr>
          <a:xfrm xmlns:a="http://schemas.openxmlformats.org/drawingml/2006/main">
            <a:off x="5244703" y="42291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628E7453-5D98-40FD-8D41-4E1AC9AFA51E}"/>
              </a:ext>
            </a:extLst>
          </p:cNvPr>
          <p:cNvSpPr>
            <a:spLocks xmlns:a="http://schemas.openxmlformats.org/drawingml/2006/main" noGrp="1"/>
          </p:cNvSpPr>
          <p:nvPr/>
        </p:nvSpPr>
        <p:spPr>
          <a:xfrm xmlns:a="http://schemas.openxmlformats.org/drawingml/2006/main">
            <a:off x="5310188" y="42291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9D3D9459-5C1C-4E92-97A6-888D7B864D33}"/>
              </a:ext>
            </a:extLst>
          </p:cNvPr>
          <p:cNvSpPr>
            <a:spLocks xmlns:a="http://schemas.openxmlformats.org/drawingml/2006/main" noGrp="1"/>
          </p:cNvSpPr>
          <p:nvPr/>
        </p:nvSpPr>
        <p:spPr>
          <a:xfrm xmlns:a="http://schemas.openxmlformats.org/drawingml/2006/main">
            <a:off x="5375672" y="42291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E0610592-56CE-4619-91C0-0F32AB1DB2FC}"/>
              </a:ext>
            </a:extLst>
          </p:cNvPr>
          <p:cNvSpPr>
            <a:spLocks xmlns:a="http://schemas.openxmlformats.org/drawingml/2006/main" noGrp="1"/>
          </p:cNvSpPr>
          <p:nvPr/>
        </p:nvSpPr>
        <p:spPr>
          <a:xfrm xmlns:a="http://schemas.openxmlformats.org/drawingml/2006/main">
            <a:off x="5441156" y="42291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35D467EA-9C15-42AD-9453-E9CE509BF33E}"/>
              </a:ext>
            </a:extLst>
          </p:cNvPr>
          <p:cNvSpPr>
            <a:spLocks xmlns:a="http://schemas.openxmlformats.org/drawingml/2006/main" noGrp="1"/>
          </p:cNvSpPr>
          <p:nvPr/>
        </p:nvSpPr>
        <p:spPr>
          <a:xfrm xmlns:a="http://schemas.openxmlformats.org/drawingml/2006/main">
            <a:off x="5506641" y="42291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08A5540C-D0F4-46B6-A36F-CB0C056ECA19}"/>
              </a:ext>
            </a:extLst>
          </p:cNvPr>
          <p:cNvSpPr>
            <a:spLocks xmlns:a="http://schemas.openxmlformats.org/drawingml/2006/main" noGrp="1"/>
          </p:cNvSpPr>
          <p:nvPr/>
        </p:nvSpPr>
        <p:spPr>
          <a:xfrm xmlns:a="http://schemas.openxmlformats.org/drawingml/2006/main">
            <a:off x="5572125" y="42291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0E00AA9C-66F4-4C5A-AC08-ACBEAE5D6DF2}"/>
              </a:ext>
            </a:extLst>
          </p:cNvPr>
          <p:cNvSpPr>
            <a:spLocks xmlns:a="http://schemas.openxmlformats.org/drawingml/2006/main" noGrp="1"/>
          </p:cNvSpPr>
          <p:nvPr/>
        </p:nvSpPr>
        <p:spPr>
          <a:xfrm xmlns:a="http://schemas.openxmlformats.org/drawingml/2006/main">
            <a:off x="5637609" y="42291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29338A37-DBF4-4CA4-9F12-A0E082DC9886}"/>
              </a:ext>
            </a:extLst>
          </p:cNvPr>
          <p:cNvSpPr>
            <a:spLocks xmlns:a="http://schemas.openxmlformats.org/drawingml/2006/main" noGrp="1"/>
          </p:cNvSpPr>
          <p:nvPr/>
        </p:nvSpPr>
        <p:spPr>
          <a:xfrm xmlns:a="http://schemas.openxmlformats.org/drawingml/2006/main">
            <a:off x="5703094" y="42291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E8A077EB-8E5F-4257-B8F7-51D67F07EBF1}"/>
              </a:ext>
            </a:extLst>
          </p:cNvPr>
          <p:cNvSpPr>
            <a:spLocks xmlns:a="http://schemas.openxmlformats.org/drawingml/2006/main" noGrp="1"/>
          </p:cNvSpPr>
          <p:nvPr/>
        </p:nvSpPr>
        <p:spPr>
          <a:xfrm xmlns:a="http://schemas.openxmlformats.org/drawingml/2006/main">
            <a:off x="5768578" y="42291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E5B4DE97-E93E-43E5-B075-A7AABE868017}"/>
              </a:ext>
            </a:extLst>
          </p:cNvPr>
          <p:cNvSpPr>
            <a:spLocks xmlns:a="http://schemas.openxmlformats.org/drawingml/2006/main" noGrp="1"/>
          </p:cNvSpPr>
          <p:nvPr/>
        </p:nvSpPr>
        <p:spPr>
          <a:xfrm xmlns:a="http://schemas.openxmlformats.org/drawingml/2006/main">
            <a:off x="5834063" y="42291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411F02F9-2A8C-42C9-BD24-74CE8951F317}"/>
              </a:ext>
            </a:extLst>
          </p:cNvPr>
          <p:cNvSpPr>
            <a:spLocks xmlns:a="http://schemas.openxmlformats.org/drawingml/2006/main" noGrp="1"/>
          </p:cNvSpPr>
          <p:nvPr/>
        </p:nvSpPr>
        <p:spPr>
          <a:xfrm xmlns:a="http://schemas.openxmlformats.org/drawingml/2006/main">
            <a:off x="5899547" y="42291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A8C25804-7F53-4448-AA1F-0479E89E060C}"/>
              </a:ext>
            </a:extLst>
          </p:cNvPr>
          <p:cNvSpPr>
            <a:spLocks xmlns:a="http://schemas.openxmlformats.org/drawingml/2006/main" noGrp="1"/>
          </p:cNvSpPr>
          <p:nvPr/>
        </p:nvSpPr>
        <p:spPr>
          <a:xfrm xmlns:a="http://schemas.openxmlformats.org/drawingml/2006/main">
            <a:off x="5965031" y="42291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F3D2F2C3-B4BC-4980-8288-38ECF2C696A6}"/>
              </a:ext>
            </a:extLst>
          </p:cNvPr>
          <p:cNvSpPr>
            <a:spLocks xmlns:a="http://schemas.openxmlformats.org/drawingml/2006/main" noGrp="1"/>
          </p:cNvSpPr>
          <p:nvPr/>
        </p:nvSpPr>
        <p:spPr>
          <a:xfrm xmlns:a="http://schemas.openxmlformats.org/drawingml/2006/main">
            <a:off x="6030516" y="42291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773A9C2E-A006-43BF-9DF8-CE3B458FCDE3}"/>
              </a:ext>
            </a:extLst>
          </p:cNvPr>
          <p:cNvSpPr>
            <a:spLocks xmlns:a="http://schemas.openxmlformats.org/drawingml/2006/main" noGrp="1"/>
          </p:cNvSpPr>
          <p:nvPr/>
        </p:nvSpPr>
        <p:spPr>
          <a:xfrm xmlns:a="http://schemas.openxmlformats.org/drawingml/2006/main">
            <a:off x="6096000" y="42291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F3384039-9C66-4386-9BE4-FD75EBB9BF93}"/>
              </a:ext>
            </a:extLst>
          </p:cNvPr>
          <p:cNvSpPr>
            <a:spLocks xmlns:a="http://schemas.openxmlformats.org/drawingml/2006/main" noGrp="1"/>
          </p:cNvSpPr>
          <p:nvPr/>
        </p:nvSpPr>
        <p:spPr>
          <a:xfrm xmlns:a="http://schemas.openxmlformats.org/drawingml/2006/main">
            <a:off x="6161484" y="42291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C69F6455-F595-4A43-9CEE-834DB46C6D49}"/>
              </a:ext>
            </a:extLst>
          </p:cNvPr>
          <p:cNvSpPr>
            <a:spLocks xmlns:a="http://schemas.openxmlformats.org/drawingml/2006/main" noGrp="1"/>
          </p:cNvSpPr>
          <p:nvPr/>
        </p:nvSpPr>
        <p:spPr>
          <a:xfrm xmlns:a="http://schemas.openxmlformats.org/drawingml/2006/main">
            <a:off x="6226969" y="42291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251922C5-D058-48FB-96BE-507603FE29C4}"/>
              </a:ext>
            </a:extLst>
          </p:cNvPr>
          <p:cNvSpPr>
            <a:spLocks xmlns:a="http://schemas.openxmlformats.org/drawingml/2006/main" noGrp="1"/>
          </p:cNvSpPr>
          <p:nvPr/>
        </p:nvSpPr>
        <p:spPr>
          <a:xfrm xmlns:a="http://schemas.openxmlformats.org/drawingml/2006/main">
            <a:off x="6292453" y="42291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C35A758F-7D4E-4664-8291-770A8C1E56E9}"/>
              </a:ext>
            </a:extLst>
          </p:cNvPr>
          <p:cNvSpPr>
            <a:spLocks xmlns:a="http://schemas.openxmlformats.org/drawingml/2006/main" noGrp="1"/>
          </p:cNvSpPr>
          <p:nvPr/>
        </p:nvSpPr>
        <p:spPr>
          <a:xfrm xmlns:a="http://schemas.openxmlformats.org/drawingml/2006/main">
            <a:off x="6357938" y="42291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20EE7E23-2998-4A33-A1E5-0C81FF3FD687}"/>
              </a:ext>
            </a:extLst>
          </p:cNvPr>
          <p:cNvSpPr>
            <a:spLocks xmlns:a="http://schemas.openxmlformats.org/drawingml/2006/main" noGrp="1"/>
          </p:cNvSpPr>
          <p:nvPr/>
        </p:nvSpPr>
        <p:spPr>
          <a:xfrm xmlns:a="http://schemas.openxmlformats.org/drawingml/2006/main">
            <a:off x="6423422" y="42291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7F5E5507-CBE3-49D1-820C-AD6D401A921C}"/>
              </a:ext>
            </a:extLst>
          </p:cNvPr>
          <p:cNvSpPr>
            <a:spLocks xmlns:a="http://schemas.openxmlformats.org/drawingml/2006/main" noGrp="1"/>
          </p:cNvSpPr>
          <p:nvPr/>
        </p:nvSpPr>
        <p:spPr>
          <a:xfrm xmlns:a="http://schemas.openxmlformats.org/drawingml/2006/main">
            <a:off x="6488906" y="42291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0EE27A7D-4676-46AE-BC0C-20489B978031}"/>
              </a:ext>
            </a:extLst>
          </p:cNvPr>
          <p:cNvSpPr>
            <a:spLocks xmlns:a="http://schemas.openxmlformats.org/drawingml/2006/main" noGrp="1"/>
          </p:cNvSpPr>
          <p:nvPr/>
        </p:nvSpPr>
        <p:spPr>
          <a:xfrm xmlns:a="http://schemas.openxmlformats.org/drawingml/2006/main">
            <a:off x="6554391" y="42291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569B16DC-4686-4CAC-B5C4-9EDAA6540BE7}"/>
              </a:ext>
            </a:extLst>
          </p:cNvPr>
          <p:cNvSpPr>
            <a:spLocks xmlns:a="http://schemas.openxmlformats.org/drawingml/2006/main" noGrp="1"/>
          </p:cNvSpPr>
          <p:nvPr/>
        </p:nvSpPr>
        <p:spPr>
          <a:xfrm xmlns:a="http://schemas.openxmlformats.org/drawingml/2006/main">
            <a:off x="6619875" y="42291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E6582179-8337-420E-A706-856E269F77FA}"/>
              </a:ext>
            </a:extLst>
          </p:cNvPr>
          <p:cNvSpPr>
            <a:spLocks xmlns:a="http://schemas.openxmlformats.org/drawingml/2006/main" noGrp="1"/>
          </p:cNvSpPr>
          <p:nvPr/>
        </p:nvSpPr>
        <p:spPr>
          <a:xfrm xmlns:a="http://schemas.openxmlformats.org/drawingml/2006/main">
            <a:off x="6685359" y="42291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777D2EDF-5B3C-4FD1-BA0C-5C32144A3419}"/>
              </a:ext>
            </a:extLst>
          </p:cNvPr>
          <p:cNvSpPr>
            <a:spLocks xmlns:a="http://schemas.openxmlformats.org/drawingml/2006/main" noGrp="1"/>
          </p:cNvSpPr>
          <p:nvPr/>
        </p:nvSpPr>
        <p:spPr>
          <a:xfrm xmlns:a="http://schemas.openxmlformats.org/drawingml/2006/main">
            <a:off x="6750844" y="42291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AABF2547-62C7-4812-9ADE-4BA03CE5F571}"/>
              </a:ext>
            </a:extLst>
          </p:cNvPr>
          <p:cNvSpPr>
            <a:spLocks xmlns:a="http://schemas.openxmlformats.org/drawingml/2006/main" noGrp="1"/>
          </p:cNvSpPr>
          <p:nvPr/>
        </p:nvSpPr>
        <p:spPr>
          <a:xfrm xmlns:a="http://schemas.openxmlformats.org/drawingml/2006/main">
            <a:off x="6816328" y="42291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A77B3B90-F2C2-413E-9F0C-3565508CD985}"/>
              </a:ext>
            </a:extLst>
          </p:cNvPr>
          <p:cNvSpPr>
            <a:spLocks xmlns:a="http://schemas.openxmlformats.org/drawingml/2006/main" noGrp="1"/>
          </p:cNvSpPr>
          <p:nvPr/>
        </p:nvSpPr>
        <p:spPr>
          <a:xfrm xmlns:a="http://schemas.openxmlformats.org/drawingml/2006/main">
            <a:off x="6881813" y="42291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DE42515B-6E59-459C-B93A-92C3D659F661}"/>
              </a:ext>
            </a:extLst>
          </p:cNvPr>
          <p:cNvSpPr>
            <a:spLocks xmlns:a="http://schemas.openxmlformats.org/drawingml/2006/main" noGrp="1"/>
          </p:cNvSpPr>
          <p:nvPr/>
        </p:nvSpPr>
        <p:spPr>
          <a:xfrm xmlns:a="http://schemas.openxmlformats.org/drawingml/2006/main">
            <a:off x="6947297" y="42291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ED15D134-E0F8-4B3E-BF8C-1329B7A09D71}"/>
              </a:ext>
            </a:extLst>
          </p:cNvPr>
          <p:cNvSpPr>
            <a:spLocks xmlns:a="http://schemas.openxmlformats.org/drawingml/2006/main" noGrp="1"/>
          </p:cNvSpPr>
          <p:nvPr/>
        </p:nvSpPr>
        <p:spPr>
          <a:xfrm xmlns:a="http://schemas.openxmlformats.org/drawingml/2006/main">
            <a:off x="7012781" y="42291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7244DA97-0FE0-4CC0-B3E3-4B33451069AF}"/>
              </a:ext>
            </a:extLst>
          </p:cNvPr>
          <p:cNvSpPr>
            <a:spLocks xmlns:a="http://schemas.openxmlformats.org/drawingml/2006/main" noGrp="1"/>
          </p:cNvSpPr>
          <p:nvPr/>
        </p:nvSpPr>
        <p:spPr>
          <a:xfrm xmlns:a="http://schemas.openxmlformats.org/drawingml/2006/main">
            <a:off x="7078266" y="42291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08665637-2AEE-47F1-94ED-B133C3EBD3A9}"/>
              </a:ext>
            </a:extLst>
          </p:cNvPr>
          <p:cNvSpPr>
            <a:spLocks xmlns:a="http://schemas.openxmlformats.org/drawingml/2006/main" noGrp="1"/>
          </p:cNvSpPr>
          <p:nvPr/>
        </p:nvSpPr>
        <p:spPr>
          <a:xfrm xmlns:a="http://schemas.openxmlformats.org/drawingml/2006/main">
            <a:off x="7143750" y="42291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C512BFB1-1A7B-49C0-BA40-65986B5E327D}"/>
              </a:ext>
            </a:extLst>
          </p:cNvPr>
          <p:cNvSpPr>
            <a:spLocks xmlns:a="http://schemas.openxmlformats.org/drawingml/2006/main" noGrp="1"/>
          </p:cNvSpPr>
          <p:nvPr/>
        </p:nvSpPr>
        <p:spPr>
          <a:xfrm xmlns:a="http://schemas.openxmlformats.org/drawingml/2006/main">
            <a:off x="7209234" y="42291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C7C43995-649D-4B18-B42F-3A83A0FC3CA5}"/>
              </a:ext>
            </a:extLst>
          </p:cNvPr>
          <p:cNvSpPr>
            <a:spLocks xmlns:a="http://schemas.openxmlformats.org/drawingml/2006/main" noGrp="1"/>
          </p:cNvSpPr>
          <p:nvPr/>
        </p:nvSpPr>
        <p:spPr>
          <a:xfrm xmlns:a="http://schemas.openxmlformats.org/drawingml/2006/main">
            <a:off x="7274719" y="42291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11B44089-3D70-4285-A61A-D2301F910CDE}"/>
              </a:ext>
            </a:extLst>
          </p:cNvPr>
          <p:cNvSpPr>
            <a:spLocks xmlns:a="http://schemas.openxmlformats.org/drawingml/2006/main" noGrp="1"/>
          </p:cNvSpPr>
          <p:nvPr/>
        </p:nvSpPr>
        <p:spPr>
          <a:xfrm xmlns:a="http://schemas.openxmlformats.org/drawingml/2006/main">
            <a:off x="7340203" y="42291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0CD16D12-9C4A-4A87-A031-47624BE5A72F}"/>
              </a:ext>
            </a:extLst>
          </p:cNvPr>
          <p:cNvSpPr>
            <a:spLocks xmlns:a="http://schemas.openxmlformats.org/drawingml/2006/main" noGrp="1"/>
          </p:cNvSpPr>
          <p:nvPr/>
        </p:nvSpPr>
        <p:spPr>
          <a:xfrm xmlns:a="http://schemas.openxmlformats.org/drawingml/2006/main">
            <a:off x="7405688" y="42291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D70625F6-7A8A-4F41-83E3-9125CCFEA7E5}"/>
              </a:ext>
            </a:extLst>
          </p:cNvPr>
          <p:cNvSpPr>
            <a:spLocks xmlns:a="http://schemas.openxmlformats.org/drawingml/2006/main" noGrp="1"/>
          </p:cNvSpPr>
          <p:nvPr/>
        </p:nvSpPr>
        <p:spPr>
          <a:xfrm xmlns:a="http://schemas.openxmlformats.org/drawingml/2006/main">
            <a:off x="7471172" y="42291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72D1F51E-2AB9-4D57-8B9C-73B427FC4315}"/>
              </a:ext>
            </a:extLst>
          </p:cNvPr>
          <p:cNvSpPr>
            <a:spLocks xmlns:a="http://schemas.openxmlformats.org/drawingml/2006/main" noGrp="1"/>
          </p:cNvSpPr>
          <p:nvPr/>
        </p:nvSpPr>
        <p:spPr>
          <a:xfrm xmlns:a="http://schemas.openxmlformats.org/drawingml/2006/main">
            <a:off x="7536656" y="42291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EA01474B-9465-42E6-B58B-ED3614A477A6}"/>
              </a:ext>
            </a:extLst>
          </p:cNvPr>
          <p:cNvSpPr>
            <a:spLocks xmlns:a="http://schemas.openxmlformats.org/drawingml/2006/main" noGrp="1"/>
          </p:cNvSpPr>
          <p:nvPr/>
        </p:nvSpPr>
        <p:spPr>
          <a:xfrm xmlns:a="http://schemas.openxmlformats.org/drawingml/2006/main">
            <a:off x="7602141" y="42291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8C30EB2A-6D59-4B3C-A53B-204A05B228AC}"/>
              </a:ext>
            </a:extLst>
          </p:cNvPr>
          <p:cNvSpPr>
            <a:spLocks xmlns:a="http://schemas.openxmlformats.org/drawingml/2006/main" noGrp="1"/>
          </p:cNvSpPr>
          <p:nvPr/>
        </p:nvSpPr>
        <p:spPr>
          <a:xfrm xmlns:a="http://schemas.openxmlformats.org/drawingml/2006/main">
            <a:off x="7667625" y="42291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6858848D-5D64-4A20-9B22-B604D789FFF8}"/>
              </a:ext>
            </a:extLst>
          </p:cNvPr>
          <p:cNvSpPr>
            <a:spLocks xmlns:a="http://schemas.openxmlformats.org/drawingml/2006/main" noGrp="1"/>
          </p:cNvSpPr>
          <p:nvPr/>
        </p:nvSpPr>
        <p:spPr>
          <a:xfrm xmlns:a="http://schemas.openxmlformats.org/drawingml/2006/main">
            <a:off x="7733109" y="42291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3FBE29A0-4B22-4DE8-8DE3-93E394BE96E2}"/>
              </a:ext>
            </a:extLst>
          </p:cNvPr>
          <p:cNvSpPr>
            <a:spLocks xmlns:a="http://schemas.openxmlformats.org/drawingml/2006/main" noGrp="1"/>
          </p:cNvSpPr>
          <p:nvPr/>
        </p:nvSpPr>
        <p:spPr>
          <a:xfrm xmlns:a="http://schemas.openxmlformats.org/drawingml/2006/main">
            <a:off x="7798594" y="42291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9AF9708D-75DF-4B6C-B028-02792A2D23D1}"/>
              </a:ext>
            </a:extLst>
          </p:cNvPr>
          <p:cNvSpPr>
            <a:spLocks xmlns:a="http://schemas.openxmlformats.org/drawingml/2006/main" noGrp="1"/>
          </p:cNvSpPr>
          <p:nvPr/>
        </p:nvSpPr>
        <p:spPr>
          <a:xfrm xmlns:a="http://schemas.openxmlformats.org/drawingml/2006/main">
            <a:off x="7864078" y="42291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74862023-0CD9-4158-BED5-55E87F4B7F28}"/>
              </a:ext>
            </a:extLst>
          </p:cNvPr>
          <p:cNvSpPr>
            <a:spLocks xmlns:a="http://schemas.openxmlformats.org/drawingml/2006/main" noGrp="1"/>
          </p:cNvSpPr>
          <p:nvPr/>
        </p:nvSpPr>
        <p:spPr>
          <a:xfrm xmlns:a="http://schemas.openxmlformats.org/drawingml/2006/main">
            <a:off x="7929563" y="42291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95D1D57F-80F0-416B-80AF-1817186FBC54}"/>
              </a:ext>
            </a:extLst>
          </p:cNvPr>
          <p:cNvSpPr>
            <a:spLocks xmlns:a="http://schemas.openxmlformats.org/drawingml/2006/main" noGrp="1"/>
          </p:cNvSpPr>
          <p:nvPr/>
        </p:nvSpPr>
        <p:spPr>
          <a:xfrm xmlns:a="http://schemas.openxmlformats.org/drawingml/2006/main">
            <a:off x="7995047" y="42291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C5C840C8-AF1B-496F-B65F-2ACDE9808B42}"/>
              </a:ext>
            </a:extLst>
          </p:cNvPr>
          <p:cNvSpPr>
            <a:spLocks xmlns:a="http://schemas.openxmlformats.org/drawingml/2006/main" noGrp="1"/>
          </p:cNvSpPr>
          <p:nvPr/>
        </p:nvSpPr>
        <p:spPr>
          <a:xfrm xmlns:a="http://schemas.openxmlformats.org/drawingml/2006/main">
            <a:off x="8060531" y="42291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C1CFD472-6448-498C-8402-5B68D6BA6447}"/>
              </a:ext>
            </a:extLst>
          </p:cNvPr>
          <p:cNvSpPr>
            <a:spLocks xmlns:a="http://schemas.openxmlformats.org/drawingml/2006/main" noGrp="1"/>
          </p:cNvSpPr>
          <p:nvPr/>
        </p:nvSpPr>
        <p:spPr>
          <a:xfrm xmlns:a="http://schemas.openxmlformats.org/drawingml/2006/main">
            <a:off x="8126016" y="42291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07B5F422-0FFC-4D73-9979-3CB9B4D6D0FF}"/>
              </a:ext>
            </a:extLst>
          </p:cNvPr>
          <p:cNvSpPr>
            <a:spLocks xmlns:a="http://schemas.openxmlformats.org/drawingml/2006/main" noGrp="1"/>
          </p:cNvSpPr>
          <p:nvPr/>
        </p:nvSpPr>
        <p:spPr>
          <a:xfrm xmlns:a="http://schemas.openxmlformats.org/drawingml/2006/main">
            <a:off x="4000500" y="42291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8FEF1E78-B0B2-45C6-89AB-F1A6842DB1AB}"/>
              </a:ext>
            </a:extLst>
          </p:cNvPr>
          <p:cNvSpPr>
            <a:spLocks xmlns:a="http://schemas.openxmlformats.org/drawingml/2006/main" noGrp="1"/>
          </p:cNvSpPr>
          <p:nvPr/>
        </p:nvSpPr>
        <p:spPr>
          <a:xfrm xmlns:a="http://schemas.openxmlformats.org/drawingml/2006/main">
            <a:off x="4242288"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1F5134C9-4F0E-42B6-9C26-F82B123D972D}"/>
              </a:ext>
            </a:extLst>
          </p:cNvPr>
          <p:cNvSpPr>
            <a:spLocks xmlns:a="http://schemas.openxmlformats.org/drawingml/2006/main" noGrp="1"/>
          </p:cNvSpPr>
          <p:nvPr/>
        </p:nvSpPr>
        <p:spPr>
          <a:xfrm xmlns:a="http://schemas.openxmlformats.org/drawingml/2006/main">
            <a:off x="3899388"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4</a:t>
            </a:r>
          </a:p>
        </p:txBody>
      </p:sp>
      <p:sp>
        <p:nvSpPr>
          <p:cNvPr id="157" name="">
            <a:extLst xmlns:a="http://schemas.openxmlformats.org/drawingml/2006/main">
              <a:ext uri="{FF2B5EF4-FFF2-40B4-BE49-F238E27FC236}">
                <a16:creationId xmlns:a16="http://schemas.microsoft.com/office/drawing/2014/main" id="{176361D2-7AC9-4552-A270-284BF20642FA}"/>
              </a:ext>
            </a:extLst>
          </p:cNvPr>
          <p:cNvSpPr>
            <a:spLocks xmlns:a="http://schemas.openxmlformats.org/drawingml/2006/main" noGrp="1"/>
          </p:cNvSpPr>
          <p:nvPr/>
        </p:nvSpPr>
        <p:spPr>
          <a:xfrm xmlns:a="http://schemas.openxmlformats.org/drawingml/2006/main">
            <a:off x="5048250"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A616F06F-9868-463C-8D80-AD100B41218A}"/>
              </a:ext>
            </a:extLst>
          </p:cNvPr>
          <p:cNvSpPr>
            <a:spLocks xmlns:a="http://schemas.openxmlformats.org/drawingml/2006/main" noGrp="1"/>
          </p:cNvSpPr>
          <p:nvPr/>
        </p:nvSpPr>
        <p:spPr>
          <a:xfrm xmlns:a="http://schemas.openxmlformats.org/drawingml/2006/main">
            <a:off x="4705350"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5</a:t>
            </a:r>
          </a:p>
        </p:txBody>
      </p:sp>
      <p:sp>
        <p:nvSpPr>
          <p:cNvPr id="159" name="">
            <a:extLst xmlns:a="http://schemas.openxmlformats.org/drawingml/2006/main">
              <a:ext uri="{FF2B5EF4-FFF2-40B4-BE49-F238E27FC236}">
                <a16:creationId xmlns:a16="http://schemas.microsoft.com/office/drawing/2014/main" id="{2ADFAB50-0B00-4436-B1B9-A31664AEBB0F}"/>
              </a:ext>
            </a:extLst>
          </p:cNvPr>
          <p:cNvSpPr>
            <a:spLocks xmlns:a="http://schemas.openxmlformats.org/drawingml/2006/main" noGrp="1"/>
          </p:cNvSpPr>
          <p:nvPr/>
        </p:nvSpPr>
        <p:spPr>
          <a:xfrm xmlns:a="http://schemas.openxmlformats.org/drawingml/2006/main">
            <a:off x="5854212"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F542E8BF-54C2-447C-9F04-70AC99397BA3}"/>
              </a:ext>
            </a:extLst>
          </p:cNvPr>
          <p:cNvSpPr>
            <a:spLocks xmlns:a="http://schemas.openxmlformats.org/drawingml/2006/main" noGrp="1"/>
          </p:cNvSpPr>
          <p:nvPr/>
        </p:nvSpPr>
        <p:spPr>
          <a:xfrm xmlns:a="http://schemas.openxmlformats.org/drawingml/2006/main">
            <a:off x="5511312"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6</a:t>
            </a:r>
          </a:p>
        </p:txBody>
      </p:sp>
      <p:sp>
        <p:nvSpPr>
          <p:cNvPr id="161" name="">
            <a:extLst xmlns:a="http://schemas.openxmlformats.org/drawingml/2006/main">
              <a:ext uri="{FF2B5EF4-FFF2-40B4-BE49-F238E27FC236}">
                <a16:creationId xmlns:a16="http://schemas.microsoft.com/office/drawing/2014/main" id="{3DF976EA-0927-4AF1-ACCD-9C73FBEC1293}"/>
              </a:ext>
            </a:extLst>
          </p:cNvPr>
          <p:cNvSpPr>
            <a:spLocks xmlns:a="http://schemas.openxmlformats.org/drawingml/2006/main" noGrp="1"/>
          </p:cNvSpPr>
          <p:nvPr/>
        </p:nvSpPr>
        <p:spPr>
          <a:xfrm xmlns:a="http://schemas.openxmlformats.org/drawingml/2006/main">
            <a:off x="6660173"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7C45D3F2-9437-45AB-AA20-B295DB4EA72C}"/>
              </a:ext>
            </a:extLst>
          </p:cNvPr>
          <p:cNvSpPr>
            <a:spLocks xmlns:a="http://schemas.openxmlformats.org/drawingml/2006/main" noGrp="1"/>
          </p:cNvSpPr>
          <p:nvPr/>
        </p:nvSpPr>
        <p:spPr>
          <a:xfrm xmlns:a="http://schemas.openxmlformats.org/drawingml/2006/main">
            <a:off x="6317273"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7</a:t>
            </a:r>
          </a:p>
        </p:txBody>
      </p:sp>
      <p:sp>
        <p:nvSpPr>
          <p:cNvPr id="163" name="">
            <a:extLst xmlns:a="http://schemas.openxmlformats.org/drawingml/2006/main">
              <a:ext uri="{FF2B5EF4-FFF2-40B4-BE49-F238E27FC236}">
                <a16:creationId xmlns:a16="http://schemas.microsoft.com/office/drawing/2014/main" id="{AD4F303C-54F5-4338-B9E0-66CE7A6C9CA3}"/>
              </a:ext>
            </a:extLst>
          </p:cNvPr>
          <p:cNvSpPr>
            <a:spLocks xmlns:a="http://schemas.openxmlformats.org/drawingml/2006/main" noGrp="1"/>
          </p:cNvSpPr>
          <p:nvPr/>
        </p:nvSpPr>
        <p:spPr>
          <a:xfrm xmlns:a="http://schemas.openxmlformats.org/drawingml/2006/main">
            <a:off x="7466135"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1EDB8CE1-C86F-4850-9C8B-A3A4C4439691}"/>
              </a:ext>
            </a:extLst>
          </p:cNvPr>
          <p:cNvSpPr>
            <a:spLocks xmlns:a="http://schemas.openxmlformats.org/drawingml/2006/main" noGrp="1"/>
          </p:cNvSpPr>
          <p:nvPr/>
        </p:nvSpPr>
        <p:spPr>
          <a:xfrm xmlns:a="http://schemas.openxmlformats.org/drawingml/2006/main">
            <a:off x="7123235"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8</a:t>
            </a:r>
          </a:p>
        </p:txBody>
      </p:sp>
      <p:sp>
        <p:nvSpPr>
          <p:cNvPr id="165" name="">
            <a:extLst xmlns:a="http://schemas.openxmlformats.org/drawingml/2006/main">
              <a:ext uri="{FF2B5EF4-FFF2-40B4-BE49-F238E27FC236}">
                <a16:creationId xmlns:a16="http://schemas.microsoft.com/office/drawing/2014/main" id="{1CF92744-1164-4BD1-BF93-1957304D3EB1}"/>
              </a:ext>
            </a:extLst>
          </p:cNvPr>
          <p:cNvSpPr>
            <a:spLocks xmlns:a="http://schemas.openxmlformats.org/drawingml/2006/main" noGrp="1"/>
          </p:cNvSpPr>
          <p:nvPr/>
        </p:nvSpPr>
        <p:spPr>
          <a:xfrm xmlns:a="http://schemas.openxmlformats.org/drawingml/2006/main">
            <a:off x="4000500" y="40195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⟨ε⟩ [eV]</a:t>
            </a:r>
          </a:p>
        </p:txBody>
      </p:sp>
      <p:sp>
        <p:nvSpPr>
          <p:cNvPr id="167" name="">
            <a:extLst xmlns:a="http://schemas.openxmlformats.org/drawingml/2006/main">
              <a:ext uri="{FF2B5EF4-FFF2-40B4-BE49-F238E27FC236}">
                <a16:creationId xmlns:a16="http://schemas.microsoft.com/office/drawing/2014/main" id="{A6592915-937F-49D3-B894-12806164488F}"/>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wₑ = nₑ⟨ε⟩</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∂wₑ/∂t + ∇·Γε = Qrh − Σj Δεj Rj</a:t>
            </a:r>
          </a:p>
        </p:txBody>
      </p:sp>
      <p:sp>
        <p:nvSpPr>
          <p:cNvPr id="169" name="">
            <a:extLst xmlns:a="http://schemas.openxmlformats.org/drawingml/2006/main">
              <a:ext uri="{FF2B5EF4-FFF2-40B4-BE49-F238E27FC236}">
                <a16:creationId xmlns:a16="http://schemas.microsoft.com/office/drawing/2014/main" id="{F0C211AA-DC29-43E0-BE00-D54D58176C57}"/>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最大値：標準COMSOL</a:t>
            </a:r>
            <a:r>
              <a:rPr sz="1035" b="0" i="0">
                <a:solidFill>
                  <a:srgbClr val="2F2F2F"/>
                </a:solidFill>
                <a:latin typeface="Noto Sans JP"/>
                <a:ea typeface="Noto Sans JP"/>
                <a:cs typeface="Noto Sans JP"/>
              </a:rPr>
              <a:t> 5.79、</a:t>
            </a:r>
            <a:r>
              <a:rPr sz="1035" b="0" i="0">
                <a:solidFill>
                  <a:srgbClr val="2F2F2F"/>
                </a:solidFill>
                <a:latin typeface="Noto Sans JP"/>
                <a:ea typeface="Noto Sans JP"/>
                <a:cs typeface="Noto Sans JP"/>
              </a:rPr>
              <a:t>two-term</a:t>
            </a:r>
            <a:r>
              <a:rPr sz="1035" b="0" i="0">
                <a:solidFill>
                  <a:srgbClr val="2F2F2F"/>
                </a:solidFill>
                <a:latin typeface="Noto Sans JP"/>
                <a:ea typeface="Noto Sans JP"/>
                <a:cs typeface="Noto Sans JP"/>
              </a:rPr>
              <a:t> 8.82 eV。⟨ε⟩は</a:t>
            </a:r>
            <a:r>
              <a:rPr sz="1035" b="0" i="0">
                <a:solidFill>
                  <a:srgbClr val="2F2F2F"/>
                </a:solidFill>
                <a:latin typeface="Noto Sans JP"/>
                <a:ea typeface="Noto Sans JP"/>
                <a:cs typeface="Noto Sans JP"/>
              </a:rPr>
              <a:t>1電子当たりの平均エネルギー</a:t>
            </a:r>
            <a:r>
              <a:rPr sz="1035" b="0" i="0">
                <a:solidFill>
                  <a:srgbClr val="2F2F2F"/>
                </a:solidFill>
                <a:latin typeface="Noto Sans JP"/>
                <a:ea typeface="Noto Sans JP"/>
                <a:cs typeface="Noto Sans JP"/>
              </a:rPr>
              <a:t>で、nₑ極大と同義ではない。</a:t>
            </a:r>
          </a:p>
        </p:txBody>
      </p:sp>
      <p:sp>
        <p:nvSpPr>
          <p:cNvPr id="172" name="">
            <a:extLst xmlns:a="http://schemas.openxmlformats.org/drawingml/2006/main">
              <a:ext uri="{FF2B5EF4-FFF2-40B4-BE49-F238E27FC236}">
                <a16:creationId xmlns:a16="http://schemas.microsoft.com/office/drawing/2014/main" id="{687622BA-10F8-462C-A234-FF558189CCB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電子数重み付き</a:t>
            </a:r>
            <a:r>
              <a:rPr sz="1275" b="1" i="0">
                <a:solidFill>
                  <a:srgbClr val="6DBB20"/>
                </a:solidFill>
                <a:latin typeface="Noto Sans JP"/>
                <a:ea typeface="Noto Sans JP"/>
                <a:cs typeface="Noto Sans JP"/>
              </a:rPr>
              <a:t> ⟨ε⟩の</a:t>
            </a:r>
            <a:r>
              <a:rPr sz="1275" b="1" i="0">
                <a:solidFill>
                  <a:srgbClr val="6DBB20"/>
                </a:solidFill>
                <a:latin typeface="Noto Sans JP"/>
                <a:ea typeface="Noto Sans JP"/>
                <a:cs typeface="Noto Sans JP"/>
              </a:rPr>
              <a:t>標準COMSOL比</a:t>
            </a:r>
            <a:r>
              <a:rPr sz="1275" b="1" i="0">
                <a:solidFill>
                  <a:srgbClr val="6DBB20"/>
                </a:solidFill>
                <a:latin typeface="Noto Sans JP"/>
                <a:ea typeface="Noto Sans JP"/>
                <a:cs typeface="Noto Sans JP"/>
              </a:rPr>
              <a:t>（2T / MC / P1）= +46.7% / +46.1% / +45.9%。</a:t>
            </a:r>
          </a:p>
        </p:txBody>
      </p:sp>
      <p:sp>
        <p:nvSpPr>
          <p:cNvPr id="173" name="">
            <a:extLst xmlns:a="http://schemas.openxmlformats.org/drawingml/2006/main">
              <a:ext uri="{FF2B5EF4-FFF2-40B4-BE49-F238E27FC236}">
                <a16:creationId xmlns:a16="http://schemas.microsoft.com/office/drawing/2014/main" id="{4204205E-4321-4DC0-81BA-EAFAA2429F71}"/>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79" name="title">
            <a:extLst xmlns:a="http://schemas.openxmlformats.org/drawingml/2006/main">
              <a:ext uri="{FF2B5EF4-FFF2-40B4-BE49-F238E27FC236}">
                <a16:creationId xmlns:a16="http://schemas.microsoft.com/office/drawing/2014/main" id="{EF27CB9F-D6C6-48C5-A7E0-7FFC61BA420C}"/>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電子平均エネルギー：Swarm EEDFで高エネルギー領域が拡大</a:t>
            </a:r>
          </a:p>
        </p:txBody>
      </p:sp>
      <p:sp>
        <p:nvSpPr>
          <p:cNvPr id="180" name="">
            <a:extLst xmlns:a="http://schemas.openxmlformats.org/drawingml/2006/main">
              <a:ext uri="{FF2B5EF4-FFF2-40B4-BE49-F238E27FC236}">
                <a16:creationId xmlns:a16="http://schemas.microsoft.com/office/drawing/2014/main" id="{692047F0-E043-4664-915F-0EFCEAE6EC0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6" name="section">
            <a:extLst xmlns:a="http://schemas.openxmlformats.org/drawingml/2006/main">
              <a:ext uri="{FF2B5EF4-FFF2-40B4-BE49-F238E27FC236}">
                <a16:creationId xmlns:a16="http://schemas.microsoft.com/office/drawing/2014/main" id="{16EDB76F-F931-4375-A234-E941F498A6D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67013816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0C328D9-73AE-4019-824D-5D624BA46E49}"/>
              </a:ext>
            </a:extLst>
          </p:cNvPr>
          <p:cNvSpPr>
            <a:spLocks xmlns:a="http://schemas.openxmlformats.org/drawingml/2006/main" noGrp="1"/>
          </p:cNvSpPr>
          <p:nvPr/>
        </p:nvSpPr>
        <p:spPr>
          <a:xfrm xmlns:a="http://schemas.openxmlformats.org/drawingml/2006/main">
            <a:off x="400050" y="102870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C6B70B83-33C0-4FDD-9FC2-47742BB6C27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4001BB46-B2FF-41D5-B5A4-6C5289B0CEAC}"/>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51</a:t>
            </a:r>
          </a:p>
        </p:txBody>
      </p:sp>
      <p:sp>
        <p:nvSpPr>
          <p:cNvPr id="9" name="">
            <a:extLst xmlns:a="http://schemas.openxmlformats.org/drawingml/2006/main">
              <a:ext uri="{FF2B5EF4-FFF2-40B4-BE49-F238E27FC236}">
                <a16:creationId xmlns:a16="http://schemas.microsoft.com/office/drawing/2014/main" id="{C9B458CD-9E1F-40AC-8A33-55B9776EFE90}"/>
              </a:ext>
            </a:extLst>
          </p:cNvPr>
          <p:cNvSpPr>
            <a:spLocks xmlns:a="http://schemas.openxmlformats.org/drawingml/2006/main" noGrp="1"/>
          </p:cNvSpPr>
          <p:nvPr/>
        </p:nvSpPr>
        <p:spPr>
          <a:xfrm xmlns:a="http://schemas.openxmlformats.org/drawingml/2006/main">
            <a:off x="371475" y="1409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B95D0084-3789-45BE-8144-2E7D1A3BB37D}"/>
              </a:ext>
            </a:extLst>
          </p:cNvPr>
          <p:cNvSpPr>
            <a:spLocks xmlns:a="http://schemas.openxmlformats.org/drawingml/2006/main" noGrp="1"/>
          </p:cNvSpPr>
          <p:nvPr/>
        </p:nvSpPr>
        <p:spPr>
          <a:xfrm xmlns:a="http://schemas.openxmlformats.org/drawingml/2006/main">
            <a:off x="561975" y="16859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58102214d3444613"/>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2929071-49DF-405C-B7C1-D8D8431B7566}"/>
              </a:ext>
            </a:extLst>
          </p:cNvPr>
          <p:cNvSpPr>
            <a:spLocks xmlns:a="http://schemas.openxmlformats.org/drawingml/2006/main" noGrp="1"/>
          </p:cNvSpPr>
          <p:nvPr/>
        </p:nvSpPr>
        <p:spPr>
          <a:xfrm xmlns:a="http://schemas.openxmlformats.org/drawingml/2006/main">
            <a:off x="561975"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2C604CD3-BA06-446A-85F4-16E3B01CD09F}"/>
              </a:ext>
            </a:extLst>
          </p:cNvPr>
          <p:cNvSpPr>
            <a:spLocks xmlns:a="http://schemas.openxmlformats.org/drawingml/2006/main" noGrp="1"/>
          </p:cNvSpPr>
          <p:nvPr/>
        </p:nvSpPr>
        <p:spPr>
          <a:xfrm xmlns:a="http://schemas.openxmlformats.org/drawingml/2006/main">
            <a:off x="438150"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86F8723C-A6EF-493C-87C2-5872484A58E1}"/>
              </a:ext>
            </a:extLst>
          </p:cNvPr>
          <p:cNvSpPr>
            <a:spLocks xmlns:a="http://schemas.openxmlformats.org/drawingml/2006/main" noGrp="1"/>
          </p:cNvSpPr>
          <p:nvPr/>
        </p:nvSpPr>
        <p:spPr>
          <a:xfrm xmlns:a="http://schemas.openxmlformats.org/drawingml/2006/main">
            <a:off x="1426029"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DDC087C8-5220-448B-A382-0052BAC3361E}"/>
              </a:ext>
            </a:extLst>
          </p:cNvPr>
          <p:cNvSpPr>
            <a:spLocks xmlns:a="http://schemas.openxmlformats.org/drawingml/2006/main" noGrp="1"/>
          </p:cNvSpPr>
          <p:nvPr/>
        </p:nvSpPr>
        <p:spPr>
          <a:xfrm xmlns:a="http://schemas.openxmlformats.org/drawingml/2006/main">
            <a:off x="1302204"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59FDC368-5C64-4933-88B4-D3CDC9CF736E}"/>
              </a:ext>
            </a:extLst>
          </p:cNvPr>
          <p:cNvSpPr>
            <a:spLocks xmlns:a="http://schemas.openxmlformats.org/drawingml/2006/main" noGrp="1"/>
          </p:cNvSpPr>
          <p:nvPr/>
        </p:nvSpPr>
        <p:spPr>
          <a:xfrm xmlns:a="http://schemas.openxmlformats.org/drawingml/2006/main">
            <a:off x="2290082"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684D74FA-C4C9-4E79-9D46-49EF8929F6EF}"/>
              </a:ext>
            </a:extLst>
          </p:cNvPr>
          <p:cNvSpPr>
            <a:spLocks xmlns:a="http://schemas.openxmlformats.org/drawingml/2006/main" noGrp="1"/>
          </p:cNvSpPr>
          <p:nvPr/>
        </p:nvSpPr>
        <p:spPr>
          <a:xfrm xmlns:a="http://schemas.openxmlformats.org/drawingml/2006/main">
            <a:off x="2166257"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5FB9CFF9-F443-4C81-9E15-5E47A6AF93AA}"/>
              </a:ext>
            </a:extLst>
          </p:cNvPr>
          <p:cNvSpPr>
            <a:spLocks xmlns:a="http://schemas.openxmlformats.org/drawingml/2006/main" noGrp="1"/>
          </p:cNvSpPr>
          <p:nvPr/>
        </p:nvSpPr>
        <p:spPr>
          <a:xfrm xmlns:a="http://schemas.openxmlformats.org/drawingml/2006/main">
            <a:off x="2981325"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704381C9-D690-43F8-BBEA-AB39A550E013}"/>
              </a:ext>
            </a:extLst>
          </p:cNvPr>
          <p:cNvSpPr>
            <a:spLocks xmlns:a="http://schemas.openxmlformats.org/drawingml/2006/main" noGrp="1"/>
          </p:cNvSpPr>
          <p:nvPr/>
        </p:nvSpPr>
        <p:spPr>
          <a:xfrm xmlns:a="http://schemas.openxmlformats.org/drawingml/2006/main">
            <a:off x="2857500"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91685ECF-AB06-4B9D-B862-3BC6DB5CC9B4}"/>
              </a:ext>
            </a:extLst>
          </p:cNvPr>
          <p:cNvSpPr>
            <a:spLocks xmlns:a="http://schemas.openxmlformats.org/drawingml/2006/main" noGrp="1"/>
          </p:cNvSpPr>
          <p:nvPr/>
        </p:nvSpPr>
        <p:spPr>
          <a:xfrm xmlns:a="http://schemas.openxmlformats.org/drawingml/2006/main">
            <a:off x="514350" y="35004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305B1EA4-BC14-4C9D-B027-D86445225C66}"/>
              </a:ext>
            </a:extLst>
          </p:cNvPr>
          <p:cNvSpPr>
            <a:spLocks xmlns:a="http://schemas.openxmlformats.org/drawingml/2006/main" noGrp="1"/>
          </p:cNvSpPr>
          <p:nvPr/>
        </p:nvSpPr>
        <p:spPr>
          <a:xfrm xmlns:a="http://schemas.openxmlformats.org/drawingml/2006/main">
            <a:off x="200025" y="34337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13280FB9-603F-4E49-8B71-7DEFF331E6ED}"/>
              </a:ext>
            </a:extLst>
          </p:cNvPr>
          <p:cNvSpPr>
            <a:spLocks xmlns:a="http://schemas.openxmlformats.org/drawingml/2006/main" noGrp="1"/>
          </p:cNvSpPr>
          <p:nvPr/>
        </p:nvSpPr>
        <p:spPr>
          <a:xfrm xmlns:a="http://schemas.openxmlformats.org/drawingml/2006/main">
            <a:off x="514350" y="30684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F9910902-254C-4435-BA3A-ECA40636D547}"/>
              </a:ext>
            </a:extLst>
          </p:cNvPr>
          <p:cNvSpPr>
            <a:spLocks xmlns:a="http://schemas.openxmlformats.org/drawingml/2006/main" noGrp="1"/>
          </p:cNvSpPr>
          <p:nvPr/>
        </p:nvSpPr>
        <p:spPr>
          <a:xfrm xmlns:a="http://schemas.openxmlformats.org/drawingml/2006/main">
            <a:off x="200025" y="30017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91B2303F-0694-423C-9D7C-CACF0D7A84A0}"/>
              </a:ext>
            </a:extLst>
          </p:cNvPr>
          <p:cNvSpPr>
            <a:spLocks xmlns:a="http://schemas.openxmlformats.org/drawingml/2006/main" noGrp="1"/>
          </p:cNvSpPr>
          <p:nvPr/>
        </p:nvSpPr>
        <p:spPr>
          <a:xfrm xmlns:a="http://schemas.openxmlformats.org/drawingml/2006/main">
            <a:off x="514350" y="23771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EC649796-34F1-454B-AB1B-A71BA404CA2C}"/>
              </a:ext>
            </a:extLst>
          </p:cNvPr>
          <p:cNvSpPr>
            <a:spLocks xmlns:a="http://schemas.openxmlformats.org/drawingml/2006/main" noGrp="1"/>
          </p:cNvSpPr>
          <p:nvPr/>
        </p:nvSpPr>
        <p:spPr>
          <a:xfrm xmlns:a="http://schemas.openxmlformats.org/drawingml/2006/main">
            <a:off x="200025" y="23104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B35B9947-B79B-4057-ACA7-43C7A6347C6B}"/>
              </a:ext>
            </a:extLst>
          </p:cNvPr>
          <p:cNvSpPr>
            <a:spLocks xmlns:a="http://schemas.openxmlformats.org/drawingml/2006/main" noGrp="1"/>
          </p:cNvSpPr>
          <p:nvPr/>
        </p:nvSpPr>
        <p:spPr>
          <a:xfrm xmlns:a="http://schemas.openxmlformats.org/drawingml/2006/main">
            <a:off x="514350" y="16859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5273A523-6CDB-4F45-B02C-30DB380313D4}"/>
              </a:ext>
            </a:extLst>
          </p:cNvPr>
          <p:cNvSpPr>
            <a:spLocks xmlns:a="http://schemas.openxmlformats.org/drawingml/2006/main" noGrp="1"/>
          </p:cNvSpPr>
          <p:nvPr/>
        </p:nvSpPr>
        <p:spPr>
          <a:xfrm xmlns:a="http://schemas.openxmlformats.org/drawingml/2006/main">
            <a:off x="200025" y="16192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2612917D-9F40-448B-997D-4224D098F632}"/>
              </a:ext>
            </a:extLst>
          </p:cNvPr>
          <p:cNvSpPr>
            <a:spLocks xmlns:a="http://schemas.openxmlformats.org/drawingml/2006/main" noGrp="1"/>
          </p:cNvSpPr>
          <p:nvPr/>
        </p:nvSpPr>
        <p:spPr>
          <a:xfrm xmlns:a="http://schemas.openxmlformats.org/drawingml/2006/main">
            <a:off x="1438275" y="36909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862B53DE-F039-48A1-A704-59400DCAB722}"/>
              </a:ext>
            </a:extLst>
          </p:cNvPr>
          <p:cNvSpPr>
            <a:spLocks xmlns:a="http://schemas.openxmlformats.org/drawingml/2006/main" noGrp="1"/>
          </p:cNvSpPr>
          <p:nvPr/>
        </p:nvSpPr>
        <p:spPr>
          <a:xfrm xmlns:a="http://schemas.openxmlformats.org/drawingml/2006/main">
            <a:off x="142875" y="25074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E10E6020-9BCF-4B75-84AD-87AD94FBAD0C}"/>
              </a:ext>
            </a:extLst>
          </p:cNvPr>
          <p:cNvSpPr>
            <a:spLocks xmlns:a="http://schemas.openxmlformats.org/drawingml/2006/main" noGrp="1"/>
          </p:cNvSpPr>
          <p:nvPr/>
        </p:nvSpPr>
        <p:spPr>
          <a:xfrm xmlns:a="http://schemas.openxmlformats.org/drawingml/2006/main">
            <a:off x="3333750" y="1409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0C8DE40D-8102-4ACC-8637-E9CAE1C41A8A}"/>
              </a:ext>
            </a:extLst>
          </p:cNvPr>
          <p:cNvSpPr>
            <a:spLocks xmlns:a="http://schemas.openxmlformats.org/drawingml/2006/main" noGrp="1"/>
          </p:cNvSpPr>
          <p:nvPr/>
        </p:nvSpPr>
        <p:spPr>
          <a:xfrm xmlns:a="http://schemas.openxmlformats.org/drawingml/2006/main">
            <a:off x="3524250" y="16859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13" name=""/>
          <p:cNvPicPr>
            <a:picLocks xmlns:a="http://schemas.openxmlformats.org/drawingml/2006/main" noChangeAspect="1"/>
          </p:cNvPicPr>
          <p:nvPr/>
        </p:nvPicPr>
        <p:blipFill>
          <a:blip xmlns:r="http://schemas.openxmlformats.org/officeDocument/2006/relationships" xmlns:a="http://schemas.openxmlformats.org/drawingml/2006/main" r:embed="R7abdbf254ee54260"/>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96F3077D-14C5-4896-B784-0FC985125E97}"/>
              </a:ext>
            </a:extLst>
          </p:cNvPr>
          <p:cNvSpPr>
            <a:spLocks xmlns:a="http://schemas.openxmlformats.org/drawingml/2006/main" noGrp="1"/>
          </p:cNvSpPr>
          <p:nvPr/>
        </p:nvSpPr>
        <p:spPr>
          <a:xfrm xmlns:a="http://schemas.openxmlformats.org/drawingml/2006/main">
            <a:off x="3524250"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B2DD36D6-74B0-4C2A-9D20-235B70389408}"/>
              </a:ext>
            </a:extLst>
          </p:cNvPr>
          <p:cNvSpPr>
            <a:spLocks xmlns:a="http://schemas.openxmlformats.org/drawingml/2006/main" noGrp="1"/>
          </p:cNvSpPr>
          <p:nvPr/>
        </p:nvSpPr>
        <p:spPr>
          <a:xfrm xmlns:a="http://schemas.openxmlformats.org/drawingml/2006/main">
            <a:off x="3400425"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E6ED60A2-5BD3-4B4E-BAEB-FD0B5AB53096}"/>
              </a:ext>
            </a:extLst>
          </p:cNvPr>
          <p:cNvSpPr>
            <a:spLocks xmlns:a="http://schemas.openxmlformats.org/drawingml/2006/main" noGrp="1"/>
          </p:cNvSpPr>
          <p:nvPr/>
        </p:nvSpPr>
        <p:spPr>
          <a:xfrm xmlns:a="http://schemas.openxmlformats.org/drawingml/2006/main">
            <a:off x="4388304"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DD77CF71-4DBA-494D-B498-58EAED7A5272}"/>
              </a:ext>
            </a:extLst>
          </p:cNvPr>
          <p:cNvSpPr>
            <a:spLocks xmlns:a="http://schemas.openxmlformats.org/drawingml/2006/main" noGrp="1"/>
          </p:cNvSpPr>
          <p:nvPr/>
        </p:nvSpPr>
        <p:spPr>
          <a:xfrm xmlns:a="http://schemas.openxmlformats.org/drawingml/2006/main">
            <a:off x="4264479"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61E90564-910E-4304-BBD8-2861118B2607}"/>
              </a:ext>
            </a:extLst>
          </p:cNvPr>
          <p:cNvSpPr>
            <a:spLocks xmlns:a="http://schemas.openxmlformats.org/drawingml/2006/main" noGrp="1"/>
          </p:cNvSpPr>
          <p:nvPr/>
        </p:nvSpPr>
        <p:spPr>
          <a:xfrm xmlns:a="http://schemas.openxmlformats.org/drawingml/2006/main">
            <a:off x="5252357"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CA3BCE9E-2CCA-40EC-A336-8A7B512DF3CA}"/>
              </a:ext>
            </a:extLst>
          </p:cNvPr>
          <p:cNvSpPr>
            <a:spLocks xmlns:a="http://schemas.openxmlformats.org/drawingml/2006/main" noGrp="1"/>
          </p:cNvSpPr>
          <p:nvPr/>
        </p:nvSpPr>
        <p:spPr>
          <a:xfrm xmlns:a="http://schemas.openxmlformats.org/drawingml/2006/main">
            <a:off x="5128532"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DB1EC6A7-5C7A-43E3-8C74-A02340EE8C86}"/>
              </a:ext>
            </a:extLst>
          </p:cNvPr>
          <p:cNvSpPr>
            <a:spLocks xmlns:a="http://schemas.openxmlformats.org/drawingml/2006/main" noGrp="1"/>
          </p:cNvSpPr>
          <p:nvPr/>
        </p:nvSpPr>
        <p:spPr>
          <a:xfrm xmlns:a="http://schemas.openxmlformats.org/drawingml/2006/main">
            <a:off x="5943600"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911FBEE6-1B57-434C-B2CF-4CEF420B60AD}"/>
              </a:ext>
            </a:extLst>
          </p:cNvPr>
          <p:cNvSpPr>
            <a:spLocks xmlns:a="http://schemas.openxmlformats.org/drawingml/2006/main" noGrp="1"/>
          </p:cNvSpPr>
          <p:nvPr/>
        </p:nvSpPr>
        <p:spPr>
          <a:xfrm xmlns:a="http://schemas.openxmlformats.org/drawingml/2006/main">
            <a:off x="5819775"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4757E34F-FD9A-47E8-AB8D-BEAEFC524665}"/>
              </a:ext>
            </a:extLst>
          </p:cNvPr>
          <p:cNvSpPr>
            <a:spLocks xmlns:a="http://schemas.openxmlformats.org/drawingml/2006/main" noGrp="1"/>
          </p:cNvSpPr>
          <p:nvPr/>
        </p:nvSpPr>
        <p:spPr>
          <a:xfrm xmlns:a="http://schemas.openxmlformats.org/drawingml/2006/main">
            <a:off x="3476625" y="35004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1CE68267-92F6-424C-8D65-E5A45C326DF5}"/>
              </a:ext>
            </a:extLst>
          </p:cNvPr>
          <p:cNvSpPr>
            <a:spLocks xmlns:a="http://schemas.openxmlformats.org/drawingml/2006/main" noGrp="1"/>
          </p:cNvSpPr>
          <p:nvPr/>
        </p:nvSpPr>
        <p:spPr>
          <a:xfrm xmlns:a="http://schemas.openxmlformats.org/drawingml/2006/main">
            <a:off x="3162300" y="34337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2FE4591C-80A8-42DA-887C-98467B1C1207}"/>
              </a:ext>
            </a:extLst>
          </p:cNvPr>
          <p:cNvSpPr>
            <a:spLocks xmlns:a="http://schemas.openxmlformats.org/drawingml/2006/main" noGrp="1"/>
          </p:cNvSpPr>
          <p:nvPr/>
        </p:nvSpPr>
        <p:spPr>
          <a:xfrm xmlns:a="http://schemas.openxmlformats.org/drawingml/2006/main">
            <a:off x="3476625" y="30684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28267777-0889-42E5-913C-E7FC69F66752}"/>
              </a:ext>
            </a:extLst>
          </p:cNvPr>
          <p:cNvSpPr>
            <a:spLocks xmlns:a="http://schemas.openxmlformats.org/drawingml/2006/main" noGrp="1"/>
          </p:cNvSpPr>
          <p:nvPr/>
        </p:nvSpPr>
        <p:spPr>
          <a:xfrm xmlns:a="http://schemas.openxmlformats.org/drawingml/2006/main">
            <a:off x="3162300" y="30017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929A89E3-007D-47E8-ABE6-AB345CF7F22D}"/>
              </a:ext>
            </a:extLst>
          </p:cNvPr>
          <p:cNvSpPr>
            <a:spLocks xmlns:a="http://schemas.openxmlformats.org/drawingml/2006/main" noGrp="1"/>
          </p:cNvSpPr>
          <p:nvPr/>
        </p:nvSpPr>
        <p:spPr>
          <a:xfrm xmlns:a="http://schemas.openxmlformats.org/drawingml/2006/main">
            <a:off x="3476625" y="23771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F50C8244-272D-4585-9C53-DBDFFD7F38B6}"/>
              </a:ext>
            </a:extLst>
          </p:cNvPr>
          <p:cNvSpPr>
            <a:spLocks xmlns:a="http://schemas.openxmlformats.org/drawingml/2006/main" noGrp="1"/>
          </p:cNvSpPr>
          <p:nvPr/>
        </p:nvSpPr>
        <p:spPr>
          <a:xfrm xmlns:a="http://schemas.openxmlformats.org/drawingml/2006/main">
            <a:off x="3162300" y="23104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95B9E773-422B-456A-A84A-67F84E59A7BF}"/>
              </a:ext>
            </a:extLst>
          </p:cNvPr>
          <p:cNvSpPr>
            <a:spLocks xmlns:a="http://schemas.openxmlformats.org/drawingml/2006/main" noGrp="1"/>
          </p:cNvSpPr>
          <p:nvPr/>
        </p:nvSpPr>
        <p:spPr>
          <a:xfrm xmlns:a="http://schemas.openxmlformats.org/drawingml/2006/main">
            <a:off x="3476625" y="16859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A168DF2C-DE89-4B58-86B3-885473EF386B}"/>
              </a:ext>
            </a:extLst>
          </p:cNvPr>
          <p:cNvSpPr>
            <a:spLocks xmlns:a="http://schemas.openxmlformats.org/drawingml/2006/main" noGrp="1"/>
          </p:cNvSpPr>
          <p:nvPr/>
        </p:nvSpPr>
        <p:spPr>
          <a:xfrm xmlns:a="http://schemas.openxmlformats.org/drawingml/2006/main">
            <a:off x="3162300" y="16192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B81529C8-6DEF-4903-9471-513353A29A46}"/>
              </a:ext>
            </a:extLst>
          </p:cNvPr>
          <p:cNvSpPr>
            <a:spLocks xmlns:a="http://schemas.openxmlformats.org/drawingml/2006/main" noGrp="1"/>
          </p:cNvSpPr>
          <p:nvPr/>
        </p:nvSpPr>
        <p:spPr>
          <a:xfrm xmlns:a="http://schemas.openxmlformats.org/drawingml/2006/main">
            <a:off x="4400550" y="36909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6B14FA47-9604-45C8-AF99-6066A67C5BE9}"/>
              </a:ext>
            </a:extLst>
          </p:cNvPr>
          <p:cNvSpPr>
            <a:spLocks xmlns:a="http://schemas.openxmlformats.org/drawingml/2006/main" noGrp="1"/>
          </p:cNvSpPr>
          <p:nvPr/>
        </p:nvSpPr>
        <p:spPr>
          <a:xfrm xmlns:a="http://schemas.openxmlformats.org/drawingml/2006/main">
            <a:off x="6296025" y="1409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B509E3B0-61F0-46CE-85B3-0AE31CA81AB6}"/>
              </a:ext>
            </a:extLst>
          </p:cNvPr>
          <p:cNvSpPr>
            <a:spLocks xmlns:a="http://schemas.openxmlformats.org/drawingml/2006/main" noGrp="1"/>
          </p:cNvSpPr>
          <p:nvPr/>
        </p:nvSpPr>
        <p:spPr>
          <a:xfrm xmlns:a="http://schemas.openxmlformats.org/drawingml/2006/main">
            <a:off x="6486525" y="16859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33" name=""/>
          <p:cNvPicPr>
            <a:picLocks xmlns:a="http://schemas.openxmlformats.org/drawingml/2006/main" noChangeAspect="1"/>
          </p:cNvPicPr>
          <p:nvPr/>
        </p:nvPicPr>
        <p:blipFill>
          <a:blip xmlns:r="http://schemas.openxmlformats.org/officeDocument/2006/relationships" xmlns:a="http://schemas.openxmlformats.org/drawingml/2006/main" r:embed="R7102100261524058"/>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41C2077B-54F3-41A2-B58B-325C3F51AD82}"/>
              </a:ext>
            </a:extLst>
          </p:cNvPr>
          <p:cNvSpPr>
            <a:spLocks xmlns:a="http://schemas.openxmlformats.org/drawingml/2006/main" noGrp="1"/>
          </p:cNvSpPr>
          <p:nvPr/>
        </p:nvSpPr>
        <p:spPr>
          <a:xfrm xmlns:a="http://schemas.openxmlformats.org/drawingml/2006/main">
            <a:off x="6486525"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E2DD1574-8E89-43C3-A142-37554097DA8E}"/>
              </a:ext>
            </a:extLst>
          </p:cNvPr>
          <p:cNvSpPr>
            <a:spLocks xmlns:a="http://schemas.openxmlformats.org/drawingml/2006/main" noGrp="1"/>
          </p:cNvSpPr>
          <p:nvPr/>
        </p:nvSpPr>
        <p:spPr>
          <a:xfrm xmlns:a="http://schemas.openxmlformats.org/drawingml/2006/main">
            <a:off x="6362700"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A7E328D2-C947-4F8B-BA16-4709B9963003}"/>
              </a:ext>
            </a:extLst>
          </p:cNvPr>
          <p:cNvSpPr>
            <a:spLocks xmlns:a="http://schemas.openxmlformats.org/drawingml/2006/main" noGrp="1"/>
          </p:cNvSpPr>
          <p:nvPr/>
        </p:nvSpPr>
        <p:spPr>
          <a:xfrm xmlns:a="http://schemas.openxmlformats.org/drawingml/2006/main">
            <a:off x="7350579"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2B8F7100-E7D6-4378-8DDE-B09B54E01CA8}"/>
              </a:ext>
            </a:extLst>
          </p:cNvPr>
          <p:cNvSpPr>
            <a:spLocks xmlns:a="http://schemas.openxmlformats.org/drawingml/2006/main" noGrp="1"/>
          </p:cNvSpPr>
          <p:nvPr/>
        </p:nvSpPr>
        <p:spPr>
          <a:xfrm xmlns:a="http://schemas.openxmlformats.org/drawingml/2006/main">
            <a:off x="7226754"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171EAAF4-E1E7-4BCC-8355-7916B8173927}"/>
              </a:ext>
            </a:extLst>
          </p:cNvPr>
          <p:cNvSpPr>
            <a:spLocks xmlns:a="http://schemas.openxmlformats.org/drawingml/2006/main" noGrp="1"/>
          </p:cNvSpPr>
          <p:nvPr/>
        </p:nvSpPr>
        <p:spPr>
          <a:xfrm xmlns:a="http://schemas.openxmlformats.org/drawingml/2006/main">
            <a:off x="8214632"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17A6A65C-E1E4-4F15-B6EF-0F9779822DE0}"/>
              </a:ext>
            </a:extLst>
          </p:cNvPr>
          <p:cNvSpPr>
            <a:spLocks xmlns:a="http://schemas.openxmlformats.org/drawingml/2006/main" noGrp="1"/>
          </p:cNvSpPr>
          <p:nvPr/>
        </p:nvSpPr>
        <p:spPr>
          <a:xfrm xmlns:a="http://schemas.openxmlformats.org/drawingml/2006/main">
            <a:off x="8090807"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78DA0C2E-B410-45C2-8245-EFE36234910B}"/>
              </a:ext>
            </a:extLst>
          </p:cNvPr>
          <p:cNvSpPr>
            <a:spLocks xmlns:a="http://schemas.openxmlformats.org/drawingml/2006/main" noGrp="1"/>
          </p:cNvSpPr>
          <p:nvPr/>
        </p:nvSpPr>
        <p:spPr>
          <a:xfrm xmlns:a="http://schemas.openxmlformats.org/drawingml/2006/main">
            <a:off x="8905875"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1B186AB9-9F5C-4340-8F6D-F35E5678B214}"/>
              </a:ext>
            </a:extLst>
          </p:cNvPr>
          <p:cNvSpPr>
            <a:spLocks xmlns:a="http://schemas.openxmlformats.org/drawingml/2006/main" noGrp="1"/>
          </p:cNvSpPr>
          <p:nvPr/>
        </p:nvSpPr>
        <p:spPr>
          <a:xfrm xmlns:a="http://schemas.openxmlformats.org/drawingml/2006/main">
            <a:off x="8782050"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8DC00D2F-1F7D-4934-99FC-E4289442DA1B}"/>
              </a:ext>
            </a:extLst>
          </p:cNvPr>
          <p:cNvSpPr>
            <a:spLocks xmlns:a="http://schemas.openxmlformats.org/drawingml/2006/main" noGrp="1"/>
          </p:cNvSpPr>
          <p:nvPr/>
        </p:nvSpPr>
        <p:spPr>
          <a:xfrm xmlns:a="http://schemas.openxmlformats.org/drawingml/2006/main">
            <a:off x="6438900" y="35004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289EF795-AC91-46D8-8A57-CA09B04429E0}"/>
              </a:ext>
            </a:extLst>
          </p:cNvPr>
          <p:cNvSpPr>
            <a:spLocks xmlns:a="http://schemas.openxmlformats.org/drawingml/2006/main" noGrp="1"/>
          </p:cNvSpPr>
          <p:nvPr/>
        </p:nvSpPr>
        <p:spPr>
          <a:xfrm xmlns:a="http://schemas.openxmlformats.org/drawingml/2006/main">
            <a:off x="6124575" y="34337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F41D408A-9AE5-425D-B01E-C25F3AF12C74}"/>
              </a:ext>
            </a:extLst>
          </p:cNvPr>
          <p:cNvSpPr>
            <a:spLocks xmlns:a="http://schemas.openxmlformats.org/drawingml/2006/main" noGrp="1"/>
          </p:cNvSpPr>
          <p:nvPr/>
        </p:nvSpPr>
        <p:spPr>
          <a:xfrm xmlns:a="http://schemas.openxmlformats.org/drawingml/2006/main">
            <a:off x="6438900" y="30684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EF5BB10E-0CF7-42BE-8AB0-DDBBD0600910}"/>
              </a:ext>
            </a:extLst>
          </p:cNvPr>
          <p:cNvSpPr>
            <a:spLocks xmlns:a="http://schemas.openxmlformats.org/drawingml/2006/main" noGrp="1"/>
          </p:cNvSpPr>
          <p:nvPr/>
        </p:nvSpPr>
        <p:spPr>
          <a:xfrm xmlns:a="http://schemas.openxmlformats.org/drawingml/2006/main">
            <a:off x="6124575" y="30017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2313C538-B303-49BF-8181-DAE7BF9AE0A9}"/>
              </a:ext>
            </a:extLst>
          </p:cNvPr>
          <p:cNvSpPr>
            <a:spLocks xmlns:a="http://schemas.openxmlformats.org/drawingml/2006/main" noGrp="1"/>
          </p:cNvSpPr>
          <p:nvPr/>
        </p:nvSpPr>
        <p:spPr>
          <a:xfrm xmlns:a="http://schemas.openxmlformats.org/drawingml/2006/main">
            <a:off x="6438900" y="23771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41CCC0A6-960F-4FD1-899E-C30BAEA6B9E3}"/>
              </a:ext>
            </a:extLst>
          </p:cNvPr>
          <p:cNvSpPr>
            <a:spLocks xmlns:a="http://schemas.openxmlformats.org/drawingml/2006/main" noGrp="1"/>
          </p:cNvSpPr>
          <p:nvPr/>
        </p:nvSpPr>
        <p:spPr>
          <a:xfrm xmlns:a="http://schemas.openxmlformats.org/drawingml/2006/main">
            <a:off x="6124575" y="23104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1F6CBFC8-37B0-45CF-A505-AA6A3C4A0364}"/>
              </a:ext>
            </a:extLst>
          </p:cNvPr>
          <p:cNvSpPr>
            <a:spLocks xmlns:a="http://schemas.openxmlformats.org/drawingml/2006/main" noGrp="1"/>
          </p:cNvSpPr>
          <p:nvPr/>
        </p:nvSpPr>
        <p:spPr>
          <a:xfrm xmlns:a="http://schemas.openxmlformats.org/drawingml/2006/main">
            <a:off x="6438900" y="16859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2415BEFC-1405-412F-BEA5-5D764FF5AC9C}"/>
              </a:ext>
            </a:extLst>
          </p:cNvPr>
          <p:cNvSpPr>
            <a:spLocks xmlns:a="http://schemas.openxmlformats.org/drawingml/2006/main" noGrp="1"/>
          </p:cNvSpPr>
          <p:nvPr/>
        </p:nvSpPr>
        <p:spPr>
          <a:xfrm xmlns:a="http://schemas.openxmlformats.org/drawingml/2006/main">
            <a:off x="6124575" y="16192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AFFC3656-B7B8-42F1-9827-231326B5A223}"/>
              </a:ext>
            </a:extLst>
          </p:cNvPr>
          <p:cNvSpPr>
            <a:spLocks xmlns:a="http://schemas.openxmlformats.org/drawingml/2006/main" noGrp="1"/>
          </p:cNvSpPr>
          <p:nvPr/>
        </p:nvSpPr>
        <p:spPr>
          <a:xfrm xmlns:a="http://schemas.openxmlformats.org/drawingml/2006/main">
            <a:off x="7362825" y="36909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0F41EBA3-285C-49BC-917A-781CDA6F1C79}"/>
              </a:ext>
            </a:extLst>
          </p:cNvPr>
          <p:cNvSpPr>
            <a:spLocks xmlns:a="http://schemas.openxmlformats.org/drawingml/2006/main" noGrp="1"/>
          </p:cNvSpPr>
          <p:nvPr/>
        </p:nvSpPr>
        <p:spPr>
          <a:xfrm xmlns:a="http://schemas.openxmlformats.org/drawingml/2006/main">
            <a:off x="9258300" y="1409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4F40000C-517F-48A2-8F37-B336550B5B7A}"/>
              </a:ext>
            </a:extLst>
          </p:cNvPr>
          <p:cNvSpPr>
            <a:spLocks xmlns:a="http://schemas.openxmlformats.org/drawingml/2006/main" noGrp="1"/>
          </p:cNvSpPr>
          <p:nvPr/>
        </p:nvSpPr>
        <p:spPr>
          <a:xfrm xmlns:a="http://schemas.openxmlformats.org/drawingml/2006/main">
            <a:off x="9448800" y="16859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50905a4b878c42e5"/>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A71730EA-A144-45EC-8D2E-7A885EA962D0}"/>
              </a:ext>
            </a:extLst>
          </p:cNvPr>
          <p:cNvSpPr>
            <a:spLocks xmlns:a="http://schemas.openxmlformats.org/drawingml/2006/main" noGrp="1"/>
          </p:cNvSpPr>
          <p:nvPr/>
        </p:nvSpPr>
        <p:spPr>
          <a:xfrm xmlns:a="http://schemas.openxmlformats.org/drawingml/2006/main">
            <a:off x="9448800"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245D12DE-DA4A-4A67-A670-029EE9381196}"/>
              </a:ext>
            </a:extLst>
          </p:cNvPr>
          <p:cNvSpPr>
            <a:spLocks xmlns:a="http://schemas.openxmlformats.org/drawingml/2006/main" noGrp="1"/>
          </p:cNvSpPr>
          <p:nvPr/>
        </p:nvSpPr>
        <p:spPr>
          <a:xfrm xmlns:a="http://schemas.openxmlformats.org/drawingml/2006/main">
            <a:off x="9324975"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10AE79F3-B20B-403F-BEDC-AD9CB4F2997A}"/>
              </a:ext>
            </a:extLst>
          </p:cNvPr>
          <p:cNvSpPr>
            <a:spLocks xmlns:a="http://schemas.openxmlformats.org/drawingml/2006/main" noGrp="1"/>
          </p:cNvSpPr>
          <p:nvPr/>
        </p:nvSpPr>
        <p:spPr>
          <a:xfrm xmlns:a="http://schemas.openxmlformats.org/drawingml/2006/main">
            <a:off x="10312854"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ABE67779-43E8-4FDE-B3A4-2D8C5C017428}"/>
              </a:ext>
            </a:extLst>
          </p:cNvPr>
          <p:cNvSpPr>
            <a:spLocks xmlns:a="http://schemas.openxmlformats.org/drawingml/2006/main" noGrp="1"/>
          </p:cNvSpPr>
          <p:nvPr/>
        </p:nvSpPr>
        <p:spPr>
          <a:xfrm xmlns:a="http://schemas.openxmlformats.org/drawingml/2006/main">
            <a:off x="10189029"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4BB0C8E6-77FF-4DEE-8FE4-CC2FB0004E45}"/>
              </a:ext>
            </a:extLst>
          </p:cNvPr>
          <p:cNvSpPr>
            <a:spLocks xmlns:a="http://schemas.openxmlformats.org/drawingml/2006/main" noGrp="1"/>
          </p:cNvSpPr>
          <p:nvPr/>
        </p:nvSpPr>
        <p:spPr>
          <a:xfrm xmlns:a="http://schemas.openxmlformats.org/drawingml/2006/main">
            <a:off x="11176907"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733E4663-E238-4E7D-B0D4-36E97E3EB0B7}"/>
              </a:ext>
            </a:extLst>
          </p:cNvPr>
          <p:cNvSpPr>
            <a:spLocks xmlns:a="http://schemas.openxmlformats.org/drawingml/2006/main" noGrp="1"/>
          </p:cNvSpPr>
          <p:nvPr/>
        </p:nvSpPr>
        <p:spPr>
          <a:xfrm xmlns:a="http://schemas.openxmlformats.org/drawingml/2006/main">
            <a:off x="11053082"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781F6BEE-E2B9-460B-B125-7BA2B476B76B}"/>
              </a:ext>
            </a:extLst>
          </p:cNvPr>
          <p:cNvSpPr>
            <a:spLocks xmlns:a="http://schemas.openxmlformats.org/drawingml/2006/main" noGrp="1"/>
          </p:cNvSpPr>
          <p:nvPr/>
        </p:nvSpPr>
        <p:spPr>
          <a:xfrm xmlns:a="http://schemas.openxmlformats.org/drawingml/2006/main">
            <a:off x="11868150"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253C81AD-8B12-4077-8EFB-C3FFEFA9FF44}"/>
              </a:ext>
            </a:extLst>
          </p:cNvPr>
          <p:cNvSpPr>
            <a:spLocks xmlns:a="http://schemas.openxmlformats.org/drawingml/2006/main" noGrp="1"/>
          </p:cNvSpPr>
          <p:nvPr/>
        </p:nvSpPr>
        <p:spPr>
          <a:xfrm xmlns:a="http://schemas.openxmlformats.org/drawingml/2006/main">
            <a:off x="11744325"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A7A88636-0041-4691-9562-69263824CFBF}"/>
              </a:ext>
            </a:extLst>
          </p:cNvPr>
          <p:cNvSpPr>
            <a:spLocks xmlns:a="http://schemas.openxmlformats.org/drawingml/2006/main" noGrp="1"/>
          </p:cNvSpPr>
          <p:nvPr/>
        </p:nvSpPr>
        <p:spPr>
          <a:xfrm xmlns:a="http://schemas.openxmlformats.org/drawingml/2006/main">
            <a:off x="9401175" y="35004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5EDBECC7-3F06-4E4C-ADAB-7AC32004D452}"/>
              </a:ext>
            </a:extLst>
          </p:cNvPr>
          <p:cNvSpPr>
            <a:spLocks xmlns:a="http://schemas.openxmlformats.org/drawingml/2006/main" noGrp="1"/>
          </p:cNvSpPr>
          <p:nvPr/>
        </p:nvSpPr>
        <p:spPr>
          <a:xfrm xmlns:a="http://schemas.openxmlformats.org/drawingml/2006/main">
            <a:off x="9086850" y="34337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33E2C0A4-D935-4087-8CE1-D8B5881A077F}"/>
              </a:ext>
            </a:extLst>
          </p:cNvPr>
          <p:cNvSpPr>
            <a:spLocks xmlns:a="http://schemas.openxmlformats.org/drawingml/2006/main" noGrp="1"/>
          </p:cNvSpPr>
          <p:nvPr/>
        </p:nvSpPr>
        <p:spPr>
          <a:xfrm xmlns:a="http://schemas.openxmlformats.org/drawingml/2006/main">
            <a:off x="9401175" y="30684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C2DF8004-7D71-4FD5-AD56-B42F85A4970F}"/>
              </a:ext>
            </a:extLst>
          </p:cNvPr>
          <p:cNvSpPr>
            <a:spLocks xmlns:a="http://schemas.openxmlformats.org/drawingml/2006/main" noGrp="1"/>
          </p:cNvSpPr>
          <p:nvPr/>
        </p:nvSpPr>
        <p:spPr>
          <a:xfrm xmlns:a="http://schemas.openxmlformats.org/drawingml/2006/main">
            <a:off x="9086850" y="30017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21DA122C-4BFE-4D31-9A1C-18FD467F6401}"/>
              </a:ext>
            </a:extLst>
          </p:cNvPr>
          <p:cNvSpPr>
            <a:spLocks xmlns:a="http://schemas.openxmlformats.org/drawingml/2006/main" noGrp="1"/>
          </p:cNvSpPr>
          <p:nvPr/>
        </p:nvSpPr>
        <p:spPr>
          <a:xfrm xmlns:a="http://schemas.openxmlformats.org/drawingml/2006/main">
            <a:off x="9401175" y="23771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E37FB67D-A312-468A-AE11-60DFF8502E95}"/>
              </a:ext>
            </a:extLst>
          </p:cNvPr>
          <p:cNvSpPr>
            <a:spLocks xmlns:a="http://schemas.openxmlformats.org/drawingml/2006/main" noGrp="1"/>
          </p:cNvSpPr>
          <p:nvPr/>
        </p:nvSpPr>
        <p:spPr>
          <a:xfrm xmlns:a="http://schemas.openxmlformats.org/drawingml/2006/main">
            <a:off x="9086850" y="23104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75EC0067-C7B8-4CBC-8D60-F6CB81AEDA78}"/>
              </a:ext>
            </a:extLst>
          </p:cNvPr>
          <p:cNvSpPr>
            <a:spLocks xmlns:a="http://schemas.openxmlformats.org/drawingml/2006/main" noGrp="1"/>
          </p:cNvSpPr>
          <p:nvPr/>
        </p:nvSpPr>
        <p:spPr>
          <a:xfrm xmlns:a="http://schemas.openxmlformats.org/drawingml/2006/main">
            <a:off x="9401175" y="16859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7F622B32-2E2C-4592-A032-F152FB43517B}"/>
              </a:ext>
            </a:extLst>
          </p:cNvPr>
          <p:cNvSpPr>
            <a:spLocks xmlns:a="http://schemas.openxmlformats.org/drawingml/2006/main" noGrp="1"/>
          </p:cNvSpPr>
          <p:nvPr/>
        </p:nvSpPr>
        <p:spPr>
          <a:xfrm xmlns:a="http://schemas.openxmlformats.org/drawingml/2006/main">
            <a:off x="9086850" y="16192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324D2E6F-9118-497C-8927-6CC96611B332}"/>
              </a:ext>
            </a:extLst>
          </p:cNvPr>
          <p:cNvSpPr>
            <a:spLocks xmlns:a="http://schemas.openxmlformats.org/drawingml/2006/main" noGrp="1"/>
          </p:cNvSpPr>
          <p:nvPr/>
        </p:nvSpPr>
        <p:spPr>
          <a:xfrm xmlns:a="http://schemas.openxmlformats.org/drawingml/2006/main">
            <a:off x="10325100" y="36909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92D670FB-732E-4A59-9C1B-5023999174BD}"/>
              </a:ext>
            </a:extLst>
          </p:cNvPr>
          <p:cNvSpPr>
            <a:spLocks xmlns:a="http://schemas.openxmlformats.org/drawingml/2006/main" noGrp="1"/>
          </p:cNvSpPr>
          <p:nvPr/>
        </p:nvSpPr>
        <p:spPr>
          <a:xfrm xmlns:a="http://schemas.openxmlformats.org/drawingml/2006/main">
            <a:off x="4000500" y="43434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80CB2FA3-9848-488B-83A3-653B8878ABC3}"/>
              </a:ext>
            </a:extLst>
          </p:cNvPr>
          <p:cNvSpPr>
            <a:spLocks xmlns:a="http://schemas.openxmlformats.org/drawingml/2006/main" noGrp="1"/>
          </p:cNvSpPr>
          <p:nvPr/>
        </p:nvSpPr>
        <p:spPr>
          <a:xfrm xmlns:a="http://schemas.openxmlformats.org/drawingml/2006/main">
            <a:off x="4065984" y="43434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8F2FEF5C-68AF-400F-B24D-00B7983A7875}"/>
              </a:ext>
            </a:extLst>
          </p:cNvPr>
          <p:cNvSpPr>
            <a:spLocks xmlns:a="http://schemas.openxmlformats.org/drawingml/2006/main" noGrp="1"/>
          </p:cNvSpPr>
          <p:nvPr/>
        </p:nvSpPr>
        <p:spPr>
          <a:xfrm xmlns:a="http://schemas.openxmlformats.org/drawingml/2006/main">
            <a:off x="4131469" y="43434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EC899DC3-DF21-4156-A2ED-2E4725D00589}"/>
              </a:ext>
            </a:extLst>
          </p:cNvPr>
          <p:cNvSpPr>
            <a:spLocks xmlns:a="http://schemas.openxmlformats.org/drawingml/2006/main" noGrp="1"/>
          </p:cNvSpPr>
          <p:nvPr/>
        </p:nvSpPr>
        <p:spPr>
          <a:xfrm xmlns:a="http://schemas.openxmlformats.org/drawingml/2006/main">
            <a:off x="4196953" y="43434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8CC6E17D-A487-4098-8EC4-5E806E4EB41D}"/>
              </a:ext>
            </a:extLst>
          </p:cNvPr>
          <p:cNvSpPr>
            <a:spLocks xmlns:a="http://schemas.openxmlformats.org/drawingml/2006/main" noGrp="1"/>
          </p:cNvSpPr>
          <p:nvPr/>
        </p:nvSpPr>
        <p:spPr>
          <a:xfrm xmlns:a="http://schemas.openxmlformats.org/drawingml/2006/main">
            <a:off x="4262438" y="43434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5599C5DC-30A3-4CB5-9CE6-6A40981F2C1F}"/>
              </a:ext>
            </a:extLst>
          </p:cNvPr>
          <p:cNvSpPr>
            <a:spLocks xmlns:a="http://schemas.openxmlformats.org/drawingml/2006/main" noGrp="1"/>
          </p:cNvSpPr>
          <p:nvPr/>
        </p:nvSpPr>
        <p:spPr>
          <a:xfrm xmlns:a="http://schemas.openxmlformats.org/drawingml/2006/main">
            <a:off x="4327922" y="43434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27038BBA-FB9E-4D0C-A208-A08195649702}"/>
              </a:ext>
            </a:extLst>
          </p:cNvPr>
          <p:cNvSpPr>
            <a:spLocks xmlns:a="http://schemas.openxmlformats.org/drawingml/2006/main" noGrp="1"/>
          </p:cNvSpPr>
          <p:nvPr/>
        </p:nvSpPr>
        <p:spPr>
          <a:xfrm xmlns:a="http://schemas.openxmlformats.org/drawingml/2006/main">
            <a:off x="4393406" y="43434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BC633738-8B96-4AAF-8EDC-06FDBE7B2F37}"/>
              </a:ext>
            </a:extLst>
          </p:cNvPr>
          <p:cNvSpPr>
            <a:spLocks xmlns:a="http://schemas.openxmlformats.org/drawingml/2006/main" noGrp="1"/>
          </p:cNvSpPr>
          <p:nvPr/>
        </p:nvSpPr>
        <p:spPr>
          <a:xfrm xmlns:a="http://schemas.openxmlformats.org/drawingml/2006/main">
            <a:off x="4458891" y="43434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D8936D38-59A8-4232-A52F-748041EBDE93}"/>
              </a:ext>
            </a:extLst>
          </p:cNvPr>
          <p:cNvSpPr>
            <a:spLocks xmlns:a="http://schemas.openxmlformats.org/drawingml/2006/main" noGrp="1"/>
          </p:cNvSpPr>
          <p:nvPr/>
        </p:nvSpPr>
        <p:spPr>
          <a:xfrm xmlns:a="http://schemas.openxmlformats.org/drawingml/2006/main">
            <a:off x="4524375" y="43434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620CD749-965F-4562-AB9D-E2DBBCF97053}"/>
              </a:ext>
            </a:extLst>
          </p:cNvPr>
          <p:cNvSpPr>
            <a:spLocks xmlns:a="http://schemas.openxmlformats.org/drawingml/2006/main" noGrp="1"/>
          </p:cNvSpPr>
          <p:nvPr/>
        </p:nvSpPr>
        <p:spPr>
          <a:xfrm xmlns:a="http://schemas.openxmlformats.org/drawingml/2006/main">
            <a:off x="4589859" y="43434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578863F8-9836-4A98-924C-E29952282C44}"/>
              </a:ext>
            </a:extLst>
          </p:cNvPr>
          <p:cNvSpPr>
            <a:spLocks xmlns:a="http://schemas.openxmlformats.org/drawingml/2006/main" noGrp="1"/>
          </p:cNvSpPr>
          <p:nvPr/>
        </p:nvSpPr>
        <p:spPr>
          <a:xfrm xmlns:a="http://schemas.openxmlformats.org/drawingml/2006/main">
            <a:off x="4655344" y="43434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E7F8E55A-9B89-4E08-A8F8-390F74EFB255}"/>
              </a:ext>
            </a:extLst>
          </p:cNvPr>
          <p:cNvSpPr>
            <a:spLocks xmlns:a="http://schemas.openxmlformats.org/drawingml/2006/main" noGrp="1"/>
          </p:cNvSpPr>
          <p:nvPr/>
        </p:nvSpPr>
        <p:spPr>
          <a:xfrm xmlns:a="http://schemas.openxmlformats.org/drawingml/2006/main">
            <a:off x="4720828" y="43434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E067A0E1-7131-464F-808B-E31D8587C1F2}"/>
              </a:ext>
            </a:extLst>
          </p:cNvPr>
          <p:cNvSpPr>
            <a:spLocks xmlns:a="http://schemas.openxmlformats.org/drawingml/2006/main" noGrp="1"/>
          </p:cNvSpPr>
          <p:nvPr/>
        </p:nvSpPr>
        <p:spPr>
          <a:xfrm xmlns:a="http://schemas.openxmlformats.org/drawingml/2006/main">
            <a:off x="4786313" y="43434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F29AA82C-59BB-4203-89E2-1D62C7A0E133}"/>
              </a:ext>
            </a:extLst>
          </p:cNvPr>
          <p:cNvSpPr>
            <a:spLocks xmlns:a="http://schemas.openxmlformats.org/drawingml/2006/main" noGrp="1"/>
          </p:cNvSpPr>
          <p:nvPr/>
        </p:nvSpPr>
        <p:spPr>
          <a:xfrm xmlns:a="http://schemas.openxmlformats.org/drawingml/2006/main">
            <a:off x="4851797" y="43434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D3D74D86-DF3E-4F9D-B0B9-091FD6C02ED3}"/>
              </a:ext>
            </a:extLst>
          </p:cNvPr>
          <p:cNvSpPr>
            <a:spLocks xmlns:a="http://schemas.openxmlformats.org/drawingml/2006/main" noGrp="1"/>
          </p:cNvSpPr>
          <p:nvPr/>
        </p:nvSpPr>
        <p:spPr>
          <a:xfrm xmlns:a="http://schemas.openxmlformats.org/drawingml/2006/main">
            <a:off x="4917281" y="43434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563A4322-E50B-48BE-ADBE-FCE0E778E103}"/>
              </a:ext>
            </a:extLst>
          </p:cNvPr>
          <p:cNvSpPr>
            <a:spLocks xmlns:a="http://schemas.openxmlformats.org/drawingml/2006/main" noGrp="1"/>
          </p:cNvSpPr>
          <p:nvPr/>
        </p:nvSpPr>
        <p:spPr>
          <a:xfrm xmlns:a="http://schemas.openxmlformats.org/drawingml/2006/main">
            <a:off x="4982766" y="43434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10397B88-FBC9-4743-A49F-DEBD108E19B3}"/>
              </a:ext>
            </a:extLst>
          </p:cNvPr>
          <p:cNvSpPr>
            <a:spLocks xmlns:a="http://schemas.openxmlformats.org/drawingml/2006/main" noGrp="1"/>
          </p:cNvSpPr>
          <p:nvPr/>
        </p:nvSpPr>
        <p:spPr>
          <a:xfrm xmlns:a="http://schemas.openxmlformats.org/drawingml/2006/main">
            <a:off x="5048250" y="43434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2CAEB470-1067-4EE4-A2D4-0BD72E469AA5}"/>
              </a:ext>
            </a:extLst>
          </p:cNvPr>
          <p:cNvSpPr>
            <a:spLocks xmlns:a="http://schemas.openxmlformats.org/drawingml/2006/main" noGrp="1"/>
          </p:cNvSpPr>
          <p:nvPr/>
        </p:nvSpPr>
        <p:spPr>
          <a:xfrm xmlns:a="http://schemas.openxmlformats.org/drawingml/2006/main">
            <a:off x="5113734" y="43434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53D9494A-AF7D-419E-849B-1AB4314F9AD4}"/>
              </a:ext>
            </a:extLst>
          </p:cNvPr>
          <p:cNvSpPr>
            <a:spLocks xmlns:a="http://schemas.openxmlformats.org/drawingml/2006/main" noGrp="1"/>
          </p:cNvSpPr>
          <p:nvPr/>
        </p:nvSpPr>
        <p:spPr>
          <a:xfrm xmlns:a="http://schemas.openxmlformats.org/drawingml/2006/main">
            <a:off x="5179219" y="43434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6C34383B-60BB-4244-AAF9-F1A7BE6099DE}"/>
              </a:ext>
            </a:extLst>
          </p:cNvPr>
          <p:cNvSpPr>
            <a:spLocks xmlns:a="http://schemas.openxmlformats.org/drawingml/2006/main" noGrp="1"/>
          </p:cNvSpPr>
          <p:nvPr/>
        </p:nvSpPr>
        <p:spPr>
          <a:xfrm xmlns:a="http://schemas.openxmlformats.org/drawingml/2006/main">
            <a:off x="5244703" y="43434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BC96E33E-78F6-4B24-9E8E-C1CE506B7687}"/>
              </a:ext>
            </a:extLst>
          </p:cNvPr>
          <p:cNvSpPr>
            <a:spLocks xmlns:a="http://schemas.openxmlformats.org/drawingml/2006/main" noGrp="1"/>
          </p:cNvSpPr>
          <p:nvPr/>
        </p:nvSpPr>
        <p:spPr>
          <a:xfrm xmlns:a="http://schemas.openxmlformats.org/drawingml/2006/main">
            <a:off x="5310188" y="43434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CB41846A-783B-43AA-B025-22ED50E4D9AB}"/>
              </a:ext>
            </a:extLst>
          </p:cNvPr>
          <p:cNvSpPr>
            <a:spLocks xmlns:a="http://schemas.openxmlformats.org/drawingml/2006/main" noGrp="1"/>
          </p:cNvSpPr>
          <p:nvPr/>
        </p:nvSpPr>
        <p:spPr>
          <a:xfrm xmlns:a="http://schemas.openxmlformats.org/drawingml/2006/main">
            <a:off x="5375672" y="43434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3F7A1379-FAE1-4F98-BABF-254CCE5440B3}"/>
              </a:ext>
            </a:extLst>
          </p:cNvPr>
          <p:cNvSpPr>
            <a:spLocks xmlns:a="http://schemas.openxmlformats.org/drawingml/2006/main" noGrp="1"/>
          </p:cNvSpPr>
          <p:nvPr/>
        </p:nvSpPr>
        <p:spPr>
          <a:xfrm xmlns:a="http://schemas.openxmlformats.org/drawingml/2006/main">
            <a:off x="5441156" y="43434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E26C8791-0088-4318-8893-F3D083E612F1}"/>
              </a:ext>
            </a:extLst>
          </p:cNvPr>
          <p:cNvSpPr>
            <a:spLocks xmlns:a="http://schemas.openxmlformats.org/drawingml/2006/main" noGrp="1"/>
          </p:cNvSpPr>
          <p:nvPr/>
        </p:nvSpPr>
        <p:spPr>
          <a:xfrm xmlns:a="http://schemas.openxmlformats.org/drawingml/2006/main">
            <a:off x="5506641" y="43434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22C2B56E-7C5C-42D6-A1B8-8D45F35E935A}"/>
              </a:ext>
            </a:extLst>
          </p:cNvPr>
          <p:cNvSpPr>
            <a:spLocks xmlns:a="http://schemas.openxmlformats.org/drawingml/2006/main" noGrp="1"/>
          </p:cNvSpPr>
          <p:nvPr/>
        </p:nvSpPr>
        <p:spPr>
          <a:xfrm xmlns:a="http://schemas.openxmlformats.org/drawingml/2006/main">
            <a:off x="5572125" y="43434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027DB70E-BA26-4E06-A2EB-B94D024C0733}"/>
              </a:ext>
            </a:extLst>
          </p:cNvPr>
          <p:cNvSpPr>
            <a:spLocks xmlns:a="http://schemas.openxmlformats.org/drawingml/2006/main" noGrp="1"/>
          </p:cNvSpPr>
          <p:nvPr/>
        </p:nvSpPr>
        <p:spPr>
          <a:xfrm xmlns:a="http://schemas.openxmlformats.org/drawingml/2006/main">
            <a:off x="5637609" y="43434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58BBD4E2-2524-48FF-8792-D7D227662717}"/>
              </a:ext>
            </a:extLst>
          </p:cNvPr>
          <p:cNvSpPr>
            <a:spLocks xmlns:a="http://schemas.openxmlformats.org/drawingml/2006/main" noGrp="1"/>
          </p:cNvSpPr>
          <p:nvPr/>
        </p:nvSpPr>
        <p:spPr>
          <a:xfrm xmlns:a="http://schemas.openxmlformats.org/drawingml/2006/main">
            <a:off x="5703094" y="43434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B5529788-27F7-4094-BD53-CE6AD2ACFE7C}"/>
              </a:ext>
            </a:extLst>
          </p:cNvPr>
          <p:cNvSpPr>
            <a:spLocks xmlns:a="http://schemas.openxmlformats.org/drawingml/2006/main" noGrp="1"/>
          </p:cNvSpPr>
          <p:nvPr/>
        </p:nvSpPr>
        <p:spPr>
          <a:xfrm xmlns:a="http://schemas.openxmlformats.org/drawingml/2006/main">
            <a:off x="5768578" y="43434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BDFE1E5A-193F-4EB6-B960-E499D63707C7}"/>
              </a:ext>
            </a:extLst>
          </p:cNvPr>
          <p:cNvSpPr>
            <a:spLocks xmlns:a="http://schemas.openxmlformats.org/drawingml/2006/main" noGrp="1"/>
          </p:cNvSpPr>
          <p:nvPr/>
        </p:nvSpPr>
        <p:spPr>
          <a:xfrm xmlns:a="http://schemas.openxmlformats.org/drawingml/2006/main">
            <a:off x="5834063" y="43434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8BBF0807-BB5B-4CB7-B89E-62A3EA4BE43E}"/>
              </a:ext>
            </a:extLst>
          </p:cNvPr>
          <p:cNvSpPr>
            <a:spLocks xmlns:a="http://schemas.openxmlformats.org/drawingml/2006/main" noGrp="1"/>
          </p:cNvSpPr>
          <p:nvPr/>
        </p:nvSpPr>
        <p:spPr>
          <a:xfrm xmlns:a="http://schemas.openxmlformats.org/drawingml/2006/main">
            <a:off x="5899547" y="43434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A69D4C24-7BA1-40AC-B595-EAC307938175}"/>
              </a:ext>
            </a:extLst>
          </p:cNvPr>
          <p:cNvSpPr>
            <a:spLocks xmlns:a="http://schemas.openxmlformats.org/drawingml/2006/main" noGrp="1"/>
          </p:cNvSpPr>
          <p:nvPr/>
        </p:nvSpPr>
        <p:spPr>
          <a:xfrm xmlns:a="http://schemas.openxmlformats.org/drawingml/2006/main">
            <a:off x="5965031" y="43434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369E0A2B-1E51-4BB5-82B4-5B309F708725}"/>
              </a:ext>
            </a:extLst>
          </p:cNvPr>
          <p:cNvSpPr>
            <a:spLocks xmlns:a="http://schemas.openxmlformats.org/drawingml/2006/main" noGrp="1"/>
          </p:cNvSpPr>
          <p:nvPr/>
        </p:nvSpPr>
        <p:spPr>
          <a:xfrm xmlns:a="http://schemas.openxmlformats.org/drawingml/2006/main">
            <a:off x="6030516" y="43434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72424572-EF5D-4E91-917C-F15CB5DA5B24}"/>
              </a:ext>
            </a:extLst>
          </p:cNvPr>
          <p:cNvSpPr>
            <a:spLocks xmlns:a="http://schemas.openxmlformats.org/drawingml/2006/main" noGrp="1"/>
          </p:cNvSpPr>
          <p:nvPr/>
        </p:nvSpPr>
        <p:spPr>
          <a:xfrm xmlns:a="http://schemas.openxmlformats.org/drawingml/2006/main">
            <a:off x="6096000" y="43434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6A5AA5B6-9C24-43B5-8241-0CD151CFAD01}"/>
              </a:ext>
            </a:extLst>
          </p:cNvPr>
          <p:cNvSpPr>
            <a:spLocks xmlns:a="http://schemas.openxmlformats.org/drawingml/2006/main" noGrp="1"/>
          </p:cNvSpPr>
          <p:nvPr/>
        </p:nvSpPr>
        <p:spPr>
          <a:xfrm xmlns:a="http://schemas.openxmlformats.org/drawingml/2006/main">
            <a:off x="6161484" y="43434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012F59AC-3F1A-4C6C-BA9B-DB4F8EBCFAC1}"/>
              </a:ext>
            </a:extLst>
          </p:cNvPr>
          <p:cNvSpPr>
            <a:spLocks xmlns:a="http://schemas.openxmlformats.org/drawingml/2006/main" noGrp="1"/>
          </p:cNvSpPr>
          <p:nvPr/>
        </p:nvSpPr>
        <p:spPr>
          <a:xfrm xmlns:a="http://schemas.openxmlformats.org/drawingml/2006/main">
            <a:off x="6226969" y="43434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22676F43-1CDC-4FA9-BA9C-5D476CFB7BCC}"/>
              </a:ext>
            </a:extLst>
          </p:cNvPr>
          <p:cNvSpPr>
            <a:spLocks xmlns:a="http://schemas.openxmlformats.org/drawingml/2006/main" noGrp="1"/>
          </p:cNvSpPr>
          <p:nvPr/>
        </p:nvSpPr>
        <p:spPr>
          <a:xfrm xmlns:a="http://schemas.openxmlformats.org/drawingml/2006/main">
            <a:off x="6292453" y="43434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1D73A8AE-A650-44A7-A7AB-05C18E156A32}"/>
              </a:ext>
            </a:extLst>
          </p:cNvPr>
          <p:cNvSpPr>
            <a:spLocks xmlns:a="http://schemas.openxmlformats.org/drawingml/2006/main" noGrp="1"/>
          </p:cNvSpPr>
          <p:nvPr/>
        </p:nvSpPr>
        <p:spPr>
          <a:xfrm xmlns:a="http://schemas.openxmlformats.org/drawingml/2006/main">
            <a:off x="6357938" y="43434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0A642A3E-0E9C-45B8-BA84-16CDABF4EAA2}"/>
              </a:ext>
            </a:extLst>
          </p:cNvPr>
          <p:cNvSpPr>
            <a:spLocks xmlns:a="http://schemas.openxmlformats.org/drawingml/2006/main" noGrp="1"/>
          </p:cNvSpPr>
          <p:nvPr/>
        </p:nvSpPr>
        <p:spPr>
          <a:xfrm xmlns:a="http://schemas.openxmlformats.org/drawingml/2006/main">
            <a:off x="6423422" y="43434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98FAD568-1160-4C7C-9DD5-A35890538360}"/>
              </a:ext>
            </a:extLst>
          </p:cNvPr>
          <p:cNvSpPr>
            <a:spLocks xmlns:a="http://schemas.openxmlformats.org/drawingml/2006/main" noGrp="1"/>
          </p:cNvSpPr>
          <p:nvPr/>
        </p:nvSpPr>
        <p:spPr>
          <a:xfrm xmlns:a="http://schemas.openxmlformats.org/drawingml/2006/main">
            <a:off x="6488906" y="43434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04F5526F-8A6D-4FAC-B120-91DCF19F075D}"/>
              </a:ext>
            </a:extLst>
          </p:cNvPr>
          <p:cNvSpPr>
            <a:spLocks xmlns:a="http://schemas.openxmlformats.org/drawingml/2006/main" noGrp="1"/>
          </p:cNvSpPr>
          <p:nvPr/>
        </p:nvSpPr>
        <p:spPr>
          <a:xfrm xmlns:a="http://schemas.openxmlformats.org/drawingml/2006/main">
            <a:off x="6554391" y="43434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41B20B4C-CB35-4E9D-8CB2-2C37F7FCB4B4}"/>
              </a:ext>
            </a:extLst>
          </p:cNvPr>
          <p:cNvSpPr>
            <a:spLocks xmlns:a="http://schemas.openxmlformats.org/drawingml/2006/main" noGrp="1"/>
          </p:cNvSpPr>
          <p:nvPr/>
        </p:nvSpPr>
        <p:spPr>
          <a:xfrm xmlns:a="http://schemas.openxmlformats.org/drawingml/2006/main">
            <a:off x="6619875" y="43434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1B4A55F6-D72C-458A-817C-F04346A6BE84}"/>
              </a:ext>
            </a:extLst>
          </p:cNvPr>
          <p:cNvSpPr>
            <a:spLocks xmlns:a="http://schemas.openxmlformats.org/drawingml/2006/main" noGrp="1"/>
          </p:cNvSpPr>
          <p:nvPr/>
        </p:nvSpPr>
        <p:spPr>
          <a:xfrm xmlns:a="http://schemas.openxmlformats.org/drawingml/2006/main">
            <a:off x="6685359" y="43434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7C2FDF34-77A2-4DC1-8CE1-0D1FE8D84A47}"/>
              </a:ext>
            </a:extLst>
          </p:cNvPr>
          <p:cNvSpPr>
            <a:spLocks xmlns:a="http://schemas.openxmlformats.org/drawingml/2006/main" noGrp="1"/>
          </p:cNvSpPr>
          <p:nvPr/>
        </p:nvSpPr>
        <p:spPr>
          <a:xfrm xmlns:a="http://schemas.openxmlformats.org/drawingml/2006/main">
            <a:off x="6750844" y="43434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431FA25A-2AEA-4CA5-B2C2-252414A41481}"/>
              </a:ext>
            </a:extLst>
          </p:cNvPr>
          <p:cNvSpPr>
            <a:spLocks xmlns:a="http://schemas.openxmlformats.org/drawingml/2006/main" noGrp="1"/>
          </p:cNvSpPr>
          <p:nvPr/>
        </p:nvSpPr>
        <p:spPr>
          <a:xfrm xmlns:a="http://schemas.openxmlformats.org/drawingml/2006/main">
            <a:off x="6816328" y="43434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4410D8BD-418D-4CE3-A7AF-51F496810258}"/>
              </a:ext>
            </a:extLst>
          </p:cNvPr>
          <p:cNvSpPr>
            <a:spLocks xmlns:a="http://schemas.openxmlformats.org/drawingml/2006/main" noGrp="1"/>
          </p:cNvSpPr>
          <p:nvPr/>
        </p:nvSpPr>
        <p:spPr>
          <a:xfrm xmlns:a="http://schemas.openxmlformats.org/drawingml/2006/main">
            <a:off x="6881813" y="43434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8AA2AC90-7FA4-4027-9840-0D927C42CA7A}"/>
              </a:ext>
            </a:extLst>
          </p:cNvPr>
          <p:cNvSpPr>
            <a:spLocks xmlns:a="http://schemas.openxmlformats.org/drawingml/2006/main" noGrp="1"/>
          </p:cNvSpPr>
          <p:nvPr/>
        </p:nvSpPr>
        <p:spPr>
          <a:xfrm xmlns:a="http://schemas.openxmlformats.org/drawingml/2006/main">
            <a:off x="6947297" y="43434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24F691DD-6EE8-40BD-A68A-02DCE6ED6338}"/>
              </a:ext>
            </a:extLst>
          </p:cNvPr>
          <p:cNvSpPr>
            <a:spLocks xmlns:a="http://schemas.openxmlformats.org/drawingml/2006/main" noGrp="1"/>
          </p:cNvSpPr>
          <p:nvPr/>
        </p:nvSpPr>
        <p:spPr>
          <a:xfrm xmlns:a="http://schemas.openxmlformats.org/drawingml/2006/main">
            <a:off x="7012781" y="43434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ACF9E32A-A00F-4A97-A094-4097EE39A049}"/>
              </a:ext>
            </a:extLst>
          </p:cNvPr>
          <p:cNvSpPr>
            <a:spLocks xmlns:a="http://schemas.openxmlformats.org/drawingml/2006/main" noGrp="1"/>
          </p:cNvSpPr>
          <p:nvPr/>
        </p:nvSpPr>
        <p:spPr>
          <a:xfrm xmlns:a="http://schemas.openxmlformats.org/drawingml/2006/main">
            <a:off x="7078266" y="43434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8ED3D6E3-6BD6-4639-9F00-DBCBB8FD9BE3}"/>
              </a:ext>
            </a:extLst>
          </p:cNvPr>
          <p:cNvSpPr>
            <a:spLocks xmlns:a="http://schemas.openxmlformats.org/drawingml/2006/main" noGrp="1"/>
          </p:cNvSpPr>
          <p:nvPr/>
        </p:nvSpPr>
        <p:spPr>
          <a:xfrm xmlns:a="http://schemas.openxmlformats.org/drawingml/2006/main">
            <a:off x="7143750" y="43434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83158924-35CC-4791-AAE2-74C443BF9BFC}"/>
              </a:ext>
            </a:extLst>
          </p:cNvPr>
          <p:cNvSpPr>
            <a:spLocks xmlns:a="http://schemas.openxmlformats.org/drawingml/2006/main" noGrp="1"/>
          </p:cNvSpPr>
          <p:nvPr/>
        </p:nvSpPr>
        <p:spPr>
          <a:xfrm xmlns:a="http://schemas.openxmlformats.org/drawingml/2006/main">
            <a:off x="7209234" y="43434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1D745BDE-2C94-474F-BBB5-FAD9B57E4219}"/>
              </a:ext>
            </a:extLst>
          </p:cNvPr>
          <p:cNvSpPr>
            <a:spLocks xmlns:a="http://schemas.openxmlformats.org/drawingml/2006/main" noGrp="1"/>
          </p:cNvSpPr>
          <p:nvPr/>
        </p:nvSpPr>
        <p:spPr>
          <a:xfrm xmlns:a="http://schemas.openxmlformats.org/drawingml/2006/main">
            <a:off x="7274719" y="43434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DD2EA5EF-753E-4E16-A5CA-6956DD8EC746}"/>
              </a:ext>
            </a:extLst>
          </p:cNvPr>
          <p:cNvSpPr>
            <a:spLocks xmlns:a="http://schemas.openxmlformats.org/drawingml/2006/main" noGrp="1"/>
          </p:cNvSpPr>
          <p:nvPr/>
        </p:nvSpPr>
        <p:spPr>
          <a:xfrm xmlns:a="http://schemas.openxmlformats.org/drawingml/2006/main">
            <a:off x="7340203" y="43434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568D68AF-52D0-4F41-9597-9F0E19BAC71C}"/>
              </a:ext>
            </a:extLst>
          </p:cNvPr>
          <p:cNvSpPr>
            <a:spLocks xmlns:a="http://schemas.openxmlformats.org/drawingml/2006/main" noGrp="1"/>
          </p:cNvSpPr>
          <p:nvPr/>
        </p:nvSpPr>
        <p:spPr>
          <a:xfrm xmlns:a="http://schemas.openxmlformats.org/drawingml/2006/main">
            <a:off x="7405688" y="43434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05F2C408-B3A0-412E-AA45-DD7470B27B6A}"/>
              </a:ext>
            </a:extLst>
          </p:cNvPr>
          <p:cNvSpPr>
            <a:spLocks xmlns:a="http://schemas.openxmlformats.org/drawingml/2006/main" noGrp="1"/>
          </p:cNvSpPr>
          <p:nvPr/>
        </p:nvSpPr>
        <p:spPr>
          <a:xfrm xmlns:a="http://schemas.openxmlformats.org/drawingml/2006/main">
            <a:off x="7471172" y="43434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14785897-F201-46B4-A24F-CEC5574D2F3E}"/>
              </a:ext>
            </a:extLst>
          </p:cNvPr>
          <p:cNvSpPr>
            <a:spLocks xmlns:a="http://schemas.openxmlformats.org/drawingml/2006/main" noGrp="1"/>
          </p:cNvSpPr>
          <p:nvPr/>
        </p:nvSpPr>
        <p:spPr>
          <a:xfrm xmlns:a="http://schemas.openxmlformats.org/drawingml/2006/main">
            <a:off x="7536656" y="43434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8C9B12F1-3EE0-4F2B-89DD-0DF7E084C5D0}"/>
              </a:ext>
            </a:extLst>
          </p:cNvPr>
          <p:cNvSpPr>
            <a:spLocks xmlns:a="http://schemas.openxmlformats.org/drawingml/2006/main" noGrp="1"/>
          </p:cNvSpPr>
          <p:nvPr/>
        </p:nvSpPr>
        <p:spPr>
          <a:xfrm xmlns:a="http://schemas.openxmlformats.org/drawingml/2006/main">
            <a:off x="7602141" y="43434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957BAC16-1EBA-4D5D-AA76-334B3BAB7743}"/>
              </a:ext>
            </a:extLst>
          </p:cNvPr>
          <p:cNvSpPr>
            <a:spLocks xmlns:a="http://schemas.openxmlformats.org/drawingml/2006/main" noGrp="1"/>
          </p:cNvSpPr>
          <p:nvPr/>
        </p:nvSpPr>
        <p:spPr>
          <a:xfrm xmlns:a="http://schemas.openxmlformats.org/drawingml/2006/main">
            <a:off x="7667625" y="43434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75FC1637-3235-41EB-A5F2-698EE416334E}"/>
              </a:ext>
            </a:extLst>
          </p:cNvPr>
          <p:cNvSpPr>
            <a:spLocks xmlns:a="http://schemas.openxmlformats.org/drawingml/2006/main" noGrp="1"/>
          </p:cNvSpPr>
          <p:nvPr/>
        </p:nvSpPr>
        <p:spPr>
          <a:xfrm xmlns:a="http://schemas.openxmlformats.org/drawingml/2006/main">
            <a:off x="7733109" y="43434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6A2CDDD7-0325-40EE-8044-8DE824D6B358}"/>
              </a:ext>
            </a:extLst>
          </p:cNvPr>
          <p:cNvSpPr>
            <a:spLocks xmlns:a="http://schemas.openxmlformats.org/drawingml/2006/main" noGrp="1"/>
          </p:cNvSpPr>
          <p:nvPr/>
        </p:nvSpPr>
        <p:spPr>
          <a:xfrm xmlns:a="http://schemas.openxmlformats.org/drawingml/2006/main">
            <a:off x="7798594" y="43434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460DD931-7DE9-41D7-A322-DE3134F492E6}"/>
              </a:ext>
            </a:extLst>
          </p:cNvPr>
          <p:cNvSpPr>
            <a:spLocks xmlns:a="http://schemas.openxmlformats.org/drawingml/2006/main" noGrp="1"/>
          </p:cNvSpPr>
          <p:nvPr/>
        </p:nvSpPr>
        <p:spPr>
          <a:xfrm xmlns:a="http://schemas.openxmlformats.org/drawingml/2006/main">
            <a:off x="7864078" y="43434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E0AEF5C8-B8B6-451D-AAA4-5F430394B027}"/>
              </a:ext>
            </a:extLst>
          </p:cNvPr>
          <p:cNvSpPr>
            <a:spLocks xmlns:a="http://schemas.openxmlformats.org/drawingml/2006/main" noGrp="1"/>
          </p:cNvSpPr>
          <p:nvPr/>
        </p:nvSpPr>
        <p:spPr>
          <a:xfrm xmlns:a="http://schemas.openxmlformats.org/drawingml/2006/main">
            <a:off x="7929563" y="43434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B59046B4-1B44-41B4-A7AD-6684C7CF098D}"/>
              </a:ext>
            </a:extLst>
          </p:cNvPr>
          <p:cNvSpPr>
            <a:spLocks xmlns:a="http://schemas.openxmlformats.org/drawingml/2006/main" noGrp="1"/>
          </p:cNvSpPr>
          <p:nvPr/>
        </p:nvSpPr>
        <p:spPr>
          <a:xfrm xmlns:a="http://schemas.openxmlformats.org/drawingml/2006/main">
            <a:off x="7995047" y="43434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AF2D4F01-7B0E-4CD0-B508-DCB3ECE271CA}"/>
              </a:ext>
            </a:extLst>
          </p:cNvPr>
          <p:cNvSpPr>
            <a:spLocks xmlns:a="http://schemas.openxmlformats.org/drawingml/2006/main" noGrp="1"/>
          </p:cNvSpPr>
          <p:nvPr/>
        </p:nvSpPr>
        <p:spPr>
          <a:xfrm xmlns:a="http://schemas.openxmlformats.org/drawingml/2006/main">
            <a:off x="8060531" y="43434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BB462F83-EF00-4DEC-A87B-DAEB35EAF64B}"/>
              </a:ext>
            </a:extLst>
          </p:cNvPr>
          <p:cNvSpPr>
            <a:spLocks xmlns:a="http://schemas.openxmlformats.org/drawingml/2006/main" noGrp="1"/>
          </p:cNvSpPr>
          <p:nvPr/>
        </p:nvSpPr>
        <p:spPr>
          <a:xfrm xmlns:a="http://schemas.openxmlformats.org/drawingml/2006/main">
            <a:off x="8126016" y="43434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91C7B0E3-583C-4CBB-8AC7-8A2AEE302950}"/>
              </a:ext>
            </a:extLst>
          </p:cNvPr>
          <p:cNvSpPr>
            <a:spLocks xmlns:a="http://schemas.openxmlformats.org/drawingml/2006/main" noGrp="1"/>
          </p:cNvSpPr>
          <p:nvPr/>
        </p:nvSpPr>
        <p:spPr>
          <a:xfrm xmlns:a="http://schemas.openxmlformats.org/drawingml/2006/main">
            <a:off x="4000500" y="43434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8D061EB5-DE76-4C78-BA44-06E8D492AC7D}"/>
              </a:ext>
            </a:extLst>
          </p:cNvPr>
          <p:cNvSpPr>
            <a:spLocks xmlns:a="http://schemas.openxmlformats.org/drawingml/2006/main" noGrp="1"/>
          </p:cNvSpPr>
          <p:nvPr/>
        </p:nvSpPr>
        <p:spPr>
          <a:xfrm xmlns:a="http://schemas.openxmlformats.org/drawingml/2006/main">
            <a:off x="4377219"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74DDF83B-D04E-4FD3-B16D-E849077C6E08}"/>
              </a:ext>
            </a:extLst>
          </p:cNvPr>
          <p:cNvSpPr>
            <a:spLocks xmlns:a="http://schemas.openxmlformats.org/drawingml/2006/main" noGrp="1"/>
          </p:cNvSpPr>
          <p:nvPr/>
        </p:nvSpPr>
        <p:spPr>
          <a:xfrm xmlns:a="http://schemas.openxmlformats.org/drawingml/2006/main">
            <a:off x="4034319"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10¹⁵</a:t>
            </a:r>
          </a:p>
        </p:txBody>
      </p:sp>
      <p:sp>
        <p:nvSpPr>
          <p:cNvPr id="157" name="">
            <a:extLst xmlns:a="http://schemas.openxmlformats.org/drawingml/2006/main">
              <a:ext uri="{FF2B5EF4-FFF2-40B4-BE49-F238E27FC236}">
                <a16:creationId xmlns:a16="http://schemas.microsoft.com/office/drawing/2014/main" id="{EA5AA719-7E51-4272-95EF-2743402AB692}"/>
              </a:ext>
            </a:extLst>
          </p:cNvPr>
          <p:cNvSpPr>
            <a:spLocks xmlns:a="http://schemas.openxmlformats.org/drawingml/2006/main" noGrp="1"/>
          </p:cNvSpPr>
          <p:nvPr/>
        </p:nvSpPr>
        <p:spPr>
          <a:xfrm xmlns:a="http://schemas.openxmlformats.org/drawingml/2006/main">
            <a:off x="5319017"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78C4A3F9-8591-4560-B798-23C3B5292545}"/>
              </a:ext>
            </a:extLst>
          </p:cNvPr>
          <p:cNvSpPr>
            <a:spLocks xmlns:a="http://schemas.openxmlformats.org/drawingml/2006/main" noGrp="1"/>
          </p:cNvSpPr>
          <p:nvPr/>
        </p:nvSpPr>
        <p:spPr>
          <a:xfrm xmlns:a="http://schemas.openxmlformats.org/drawingml/2006/main">
            <a:off x="4976117"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10¹⁶</a:t>
            </a:r>
          </a:p>
        </p:txBody>
      </p:sp>
      <p:sp>
        <p:nvSpPr>
          <p:cNvPr id="159" name="">
            <a:extLst xmlns:a="http://schemas.openxmlformats.org/drawingml/2006/main">
              <a:ext uri="{FF2B5EF4-FFF2-40B4-BE49-F238E27FC236}">
                <a16:creationId xmlns:a16="http://schemas.microsoft.com/office/drawing/2014/main" id="{7C8041AF-3FC6-4A28-80AC-BBF810E774D3}"/>
              </a:ext>
            </a:extLst>
          </p:cNvPr>
          <p:cNvSpPr>
            <a:spLocks xmlns:a="http://schemas.openxmlformats.org/drawingml/2006/main" noGrp="1"/>
          </p:cNvSpPr>
          <p:nvPr/>
        </p:nvSpPr>
        <p:spPr>
          <a:xfrm xmlns:a="http://schemas.openxmlformats.org/drawingml/2006/main">
            <a:off x="6260815"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99C55CC1-F094-42A5-8626-70B3B323D67C}"/>
              </a:ext>
            </a:extLst>
          </p:cNvPr>
          <p:cNvSpPr>
            <a:spLocks xmlns:a="http://schemas.openxmlformats.org/drawingml/2006/main" noGrp="1"/>
          </p:cNvSpPr>
          <p:nvPr/>
        </p:nvSpPr>
        <p:spPr>
          <a:xfrm xmlns:a="http://schemas.openxmlformats.org/drawingml/2006/main">
            <a:off x="5917915"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10¹⁷</a:t>
            </a:r>
          </a:p>
        </p:txBody>
      </p:sp>
      <p:sp>
        <p:nvSpPr>
          <p:cNvPr id="161" name="">
            <a:extLst xmlns:a="http://schemas.openxmlformats.org/drawingml/2006/main">
              <a:ext uri="{FF2B5EF4-FFF2-40B4-BE49-F238E27FC236}">
                <a16:creationId xmlns:a16="http://schemas.microsoft.com/office/drawing/2014/main" id="{EE042D2C-04EA-4CB9-9353-3E63B1E7EC96}"/>
              </a:ext>
            </a:extLst>
          </p:cNvPr>
          <p:cNvSpPr>
            <a:spLocks xmlns:a="http://schemas.openxmlformats.org/drawingml/2006/main" noGrp="1"/>
          </p:cNvSpPr>
          <p:nvPr/>
        </p:nvSpPr>
        <p:spPr>
          <a:xfrm xmlns:a="http://schemas.openxmlformats.org/drawingml/2006/main">
            <a:off x="7202612"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0C94AB92-FA8E-4DD9-B33C-5D747E66EE19}"/>
              </a:ext>
            </a:extLst>
          </p:cNvPr>
          <p:cNvSpPr>
            <a:spLocks xmlns:a="http://schemas.openxmlformats.org/drawingml/2006/main" noGrp="1"/>
          </p:cNvSpPr>
          <p:nvPr/>
        </p:nvSpPr>
        <p:spPr>
          <a:xfrm xmlns:a="http://schemas.openxmlformats.org/drawingml/2006/main">
            <a:off x="6859712"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10¹⁸</a:t>
            </a:r>
          </a:p>
        </p:txBody>
      </p:sp>
      <p:sp>
        <p:nvSpPr>
          <p:cNvPr id="163" name="">
            <a:extLst xmlns:a="http://schemas.openxmlformats.org/drawingml/2006/main">
              <a:ext uri="{FF2B5EF4-FFF2-40B4-BE49-F238E27FC236}">
                <a16:creationId xmlns:a16="http://schemas.microsoft.com/office/drawing/2014/main" id="{0A7EA4BC-AB8C-41EB-879D-C53AA2D156E7}"/>
              </a:ext>
            </a:extLst>
          </p:cNvPr>
          <p:cNvSpPr>
            <a:spLocks xmlns:a="http://schemas.openxmlformats.org/drawingml/2006/main" noGrp="1"/>
          </p:cNvSpPr>
          <p:nvPr/>
        </p:nvSpPr>
        <p:spPr>
          <a:xfrm xmlns:a="http://schemas.openxmlformats.org/drawingml/2006/main">
            <a:off x="8144410"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FA50E84D-CF95-4CBE-AB3E-9E58C48E8F0E}"/>
              </a:ext>
            </a:extLst>
          </p:cNvPr>
          <p:cNvSpPr>
            <a:spLocks xmlns:a="http://schemas.openxmlformats.org/drawingml/2006/main" noGrp="1"/>
          </p:cNvSpPr>
          <p:nvPr/>
        </p:nvSpPr>
        <p:spPr>
          <a:xfrm xmlns:a="http://schemas.openxmlformats.org/drawingml/2006/main">
            <a:off x="7801510"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10¹⁹</a:t>
            </a:r>
          </a:p>
        </p:txBody>
      </p:sp>
      <p:sp>
        <p:nvSpPr>
          <p:cNvPr id="165" name="">
            <a:extLst xmlns:a="http://schemas.openxmlformats.org/drawingml/2006/main">
              <a:ext uri="{FF2B5EF4-FFF2-40B4-BE49-F238E27FC236}">
                <a16:creationId xmlns:a16="http://schemas.microsoft.com/office/drawing/2014/main" id="{463B6692-BB2A-496E-8E60-AEE61AEB0DE0}"/>
              </a:ext>
            </a:extLst>
          </p:cNvPr>
          <p:cNvSpPr>
            <a:spLocks xmlns:a="http://schemas.openxmlformats.org/drawingml/2006/main" noGrp="1"/>
          </p:cNvSpPr>
          <p:nvPr/>
        </p:nvSpPr>
        <p:spPr>
          <a:xfrm xmlns:a="http://schemas.openxmlformats.org/drawingml/2006/main">
            <a:off x="4000500" y="41338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log₁₀(nAr* / m⁻³)</a:t>
            </a:r>
          </a:p>
        </p:txBody>
      </p:sp>
      <p:sp>
        <p:nvSpPr>
          <p:cNvPr id="167" name="">
            <a:extLst xmlns:a="http://schemas.openxmlformats.org/drawingml/2006/main">
              <a:ext uri="{FF2B5EF4-FFF2-40B4-BE49-F238E27FC236}">
                <a16:creationId xmlns:a16="http://schemas.microsoft.com/office/drawing/2014/main" id="{3EDA1554-E766-4BB5-B7DD-C544F1E69BDF}"/>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S* = nₑ nAr kexc</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kexc = ∫[11.5 eV, ∞] σexc(ε)v(ε)p(ε)dε</a:t>
            </a:r>
          </a:p>
        </p:txBody>
      </p:sp>
      <p:sp>
        <p:nvSpPr>
          <p:cNvPr id="169" name="">
            <a:extLst xmlns:a="http://schemas.openxmlformats.org/drawingml/2006/main">
              <a:ext uri="{FF2B5EF4-FFF2-40B4-BE49-F238E27FC236}">
                <a16:creationId xmlns:a16="http://schemas.microsoft.com/office/drawing/2014/main" id="{32AE825B-5DC2-425C-A59C-0C47387C0583}"/>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nAr*は励起生成・拡散・</a:t>
            </a:r>
            <a:r>
              <a:rPr sz="1035" b="0" i="0">
                <a:solidFill>
                  <a:srgbClr val="2F2F2F"/>
                </a:solidFill>
                <a:latin typeface="Noto Sans JP"/>
                <a:ea typeface="Noto Sans JP"/>
                <a:cs typeface="Noto Sans JP"/>
              </a:rPr>
              <a:t>壁消光</a:t>
            </a:r>
            <a:r>
              <a:rPr sz="1035" b="0" i="0">
                <a:solidFill>
                  <a:srgbClr val="2F2F2F"/>
                </a:solidFill>
                <a:latin typeface="Noto Sans JP"/>
                <a:ea typeface="Noto Sans JP"/>
                <a:cs typeface="Noto Sans JP"/>
              </a:rPr>
              <a:t>・</a:t>
            </a:r>
            <a:r>
              <a:rPr sz="1035" b="0" i="0">
                <a:solidFill>
                  <a:srgbClr val="2F2F2F"/>
                </a:solidFill>
                <a:latin typeface="Noto Sans JP"/>
                <a:ea typeface="Noto Sans JP"/>
                <a:cs typeface="Noto Sans JP"/>
              </a:rPr>
              <a:t>段階電離</a:t>
            </a:r>
            <a:r>
              <a:rPr sz="1035" b="0" i="0">
                <a:solidFill>
                  <a:srgbClr val="2F2F2F"/>
                </a:solidFill>
                <a:latin typeface="Noto Sans JP"/>
                <a:ea typeface="Noto Sans JP"/>
                <a:cs typeface="Noto Sans JP"/>
              </a:rPr>
              <a:t>の履歴量。</a:t>
            </a:r>
            <a:r>
              <a:rPr sz="1035" b="0" i="0">
                <a:solidFill>
                  <a:srgbClr val="2F2F2F"/>
                </a:solidFill>
                <a:latin typeface="Noto Sans JP"/>
                <a:ea typeface="Noto Sans JP"/>
                <a:cs typeface="Noto Sans JP"/>
              </a:rPr>
              <a:t>標準COMSOLは</a:t>
            </a:r>
            <a:r>
              <a:rPr sz="1035" b="0" i="0">
                <a:solidFill>
                  <a:srgbClr val="2F2F2F"/>
                </a:solidFill>
                <a:latin typeface="Noto Sans JP"/>
                <a:ea typeface="Noto Sans JP"/>
                <a:cs typeface="Noto Sans JP"/>
              </a:rPr>
              <a:t>1 msで</a:t>
            </a:r>
            <a:r>
              <a:rPr sz="1035" b="0" i="0">
                <a:solidFill>
                  <a:srgbClr val="2F2F2F"/>
                </a:solidFill>
                <a:latin typeface="Noto Sans JP"/>
                <a:ea typeface="Noto Sans JP"/>
                <a:cs typeface="Noto Sans JP"/>
              </a:rPr>
              <a:t>準安定粒子の定常判定</a:t>
            </a:r>
            <a:r>
              <a:rPr sz="1035" b="0" i="0">
                <a:solidFill>
                  <a:srgbClr val="2F2F2F"/>
                </a:solidFill>
                <a:latin typeface="Noto Sans JP"/>
                <a:ea typeface="Noto Sans JP"/>
                <a:cs typeface="Noto Sans JP"/>
              </a:rPr>
              <a:t>のみ未通過。</a:t>
            </a:r>
          </a:p>
        </p:txBody>
      </p:sp>
      <p:sp>
        <p:nvSpPr>
          <p:cNvPr id="172" name="">
            <a:extLst xmlns:a="http://schemas.openxmlformats.org/drawingml/2006/main">
              <a:ext uri="{FF2B5EF4-FFF2-40B4-BE49-F238E27FC236}">
                <a16:creationId xmlns:a16="http://schemas.microsoft.com/office/drawing/2014/main" id="{60A4DC56-2E2B-4193-B7CE-975C096A222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体積積分NAr*の</a:t>
            </a:r>
            <a:r>
              <a:rPr sz="1275" b="1" i="0">
                <a:solidFill>
                  <a:srgbClr val="6DBB20"/>
                </a:solidFill>
                <a:latin typeface="Noto Sans JP"/>
                <a:ea typeface="Noto Sans JP"/>
                <a:cs typeface="Noto Sans JP"/>
              </a:rPr>
              <a:t>標準COMSOL比</a:t>
            </a:r>
            <a:r>
              <a:rPr sz="1275" b="1" i="0">
                <a:solidFill>
                  <a:srgbClr val="6DBB20"/>
                </a:solidFill>
                <a:latin typeface="Noto Sans JP"/>
                <a:ea typeface="Noto Sans JP"/>
                <a:cs typeface="Noto Sans JP"/>
              </a:rPr>
              <a:t>（2T / MC / P1）= -45.0% / -45.5% / -45.5%。この差は定常値差と断定しない。</a:t>
            </a:r>
          </a:p>
        </p:txBody>
      </p:sp>
      <p:sp>
        <p:nvSpPr>
          <p:cNvPr id="173" name="">
            <a:extLst xmlns:a="http://schemas.openxmlformats.org/drawingml/2006/main">
              <a:ext uri="{FF2B5EF4-FFF2-40B4-BE49-F238E27FC236}">
                <a16:creationId xmlns:a16="http://schemas.microsoft.com/office/drawing/2014/main" id="{60AD10F9-ABB9-4D76-860F-21F1086F381B}"/>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79" name="title">
            <a:extLst xmlns:a="http://schemas.openxmlformats.org/drawingml/2006/main">
              <a:ext uri="{FF2B5EF4-FFF2-40B4-BE49-F238E27FC236}">
                <a16:creationId xmlns:a16="http://schemas.microsoft.com/office/drawing/2014/main" id="{B8018DDE-D769-4991-928C-AFEF61338FD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Ar*準安定粒子：EEDF尾部と過渡履歴が差を増幅</a:t>
            </a:r>
          </a:p>
        </p:txBody>
      </p:sp>
      <p:sp>
        <p:nvSpPr>
          <p:cNvPr id="180" name="">
            <a:extLst xmlns:a="http://schemas.openxmlformats.org/drawingml/2006/main">
              <a:ext uri="{FF2B5EF4-FFF2-40B4-BE49-F238E27FC236}">
                <a16:creationId xmlns:a16="http://schemas.microsoft.com/office/drawing/2014/main" id="{7624971E-37DC-47EC-B04E-B1598E15A83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6" name="section">
            <a:extLst xmlns:a="http://schemas.openxmlformats.org/drawingml/2006/main">
              <a:ext uri="{FF2B5EF4-FFF2-40B4-BE49-F238E27FC236}">
                <a16:creationId xmlns:a16="http://schemas.microsoft.com/office/drawing/2014/main" id="{BB738193-1234-4E04-9053-170191FF708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8964952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11B563C-5D32-4BF4-A20D-0DCAADD9D73D}"/>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271C9196-A6B6-480E-B1BF-7BBCCA09B65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C9B1CFE7-0891-4EF4-AE69-850120610C6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52</a:t>
            </a:r>
          </a:p>
        </p:txBody>
      </p:sp>
      <p:sp>
        <p:nvSpPr>
          <p:cNvPr id="9" name="">
            <a:extLst xmlns:a="http://schemas.openxmlformats.org/drawingml/2006/main">
              <a:ext uri="{FF2B5EF4-FFF2-40B4-BE49-F238E27FC236}">
                <a16:creationId xmlns:a16="http://schemas.microsoft.com/office/drawing/2014/main" id="{76BBF8D8-788A-4A28-9EFE-4E15A1DFDBF4}"/>
              </a:ext>
            </a:extLst>
          </p:cNvPr>
          <p:cNvSpPr>
            <a:spLocks xmlns:a="http://schemas.openxmlformats.org/drawingml/2006/main" noGrp="1"/>
          </p:cNvSpPr>
          <p:nvPr/>
        </p:nvSpPr>
        <p:spPr>
          <a:xfrm xmlns:a="http://schemas.openxmlformats.org/drawingml/2006/main">
            <a:off x="37147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276FFE72-0679-4F5B-B34A-EBA1D95036E1}"/>
              </a:ext>
            </a:extLst>
          </p:cNvPr>
          <p:cNvSpPr>
            <a:spLocks xmlns:a="http://schemas.openxmlformats.org/drawingml/2006/main" noGrp="1"/>
          </p:cNvSpPr>
          <p:nvPr/>
        </p:nvSpPr>
        <p:spPr>
          <a:xfrm xmlns:a="http://schemas.openxmlformats.org/drawingml/2006/main">
            <a:off x="56197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4cb2cfb13d634326"/>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A119349-EE2F-4628-A0BB-6575D9165F3B}"/>
              </a:ext>
            </a:extLst>
          </p:cNvPr>
          <p:cNvSpPr>
            <a:spLocks xmlns:a="http://schemas.openxmlformats.org/drawingml/2006/main" noGrp="1"/>
          </p:cNvSpPr>
          <p:nvPr/>
        </p:nvSpPr>
        <p:spPr>
          <a:xfrm xmlns:a="http://schemas.openxmlformats.org/drawingml/2006/main">
            <a:off x="5619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1B68D9F5-CCD2-4415-934C-171369A23E28}"/>
              </a:ext>
            </a:extLst>
          </p:cNvPr>
          <p:cNvSpPr>
            <a:spLocks xmlns:a="http://schemas.openxmlformats.org/drawingml/2006/main" noGrp="1"/>
          </p:cNvSpPr>
          <p:nvPr/>
        </p:nvSpPr>
        <p:spPr>
          <a:xfrm xmlns:a="http://schemas.openxmlformats.org/drawingml/2006/main">
            <a:off x="4381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C827B7A1-CC14-4047-A05C-AAD7DF6AF8AA}"/>
              </a:ext>
            </a:extLst>
          </p:cNvPr>
          <p:cNvSpPr>
            <a:spLocks xmlns:a="http://schemas.openxmlformats.org/drawingml/2006/main" noGrp="1"/>
          </p:cNvSpPr>
          <p:nvPr/>
        </p:nvSpPr>
        <p:spPr>
          <a:xfrm xmlns:a="http://schemas.openxmlformats.org/drawingml/2006/main">
            <a:off x="142602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A0B78F12-43C5-48AC-990E-59E22CA011BE}"/>
              </a:ext>
            </a:extLst>
          </p:cNvPr>
          <p:cNvSpPr>
            <a:spLocks xmlns:a="http://schemas.openxmlformats.org/drawingml/2006/main" noGrp="1"/>
          </p:cNvSpPr>
          <p:nvPr/>
        </p:nvSpPr>
        <p:spPr>
          <a:xfrm xmlns:a="http://schemas.openxmlformats.org/drawingml/2006/main">
            <a:off x="130220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AA7B8A8C-A508-440B-8B2E-4FB0DF48F189}"/>
              </a:ext>
            </a:extLst>
          </p:cNvPr>
          <p:cNvSpPr>
            <a:spLocks xmlns:a="http://schemas.openxmlformats.org/drawingml/2006/main" noGrp="1"/>
          </p:cNvSpPr>
          <p:nvPr/>
        </p:nvSpPr>
        <p:spPr>
          <a:xfrm xmlns:a="http://schemas.openxmlformats.org/drawingml/2006/main">
            <a:off x="229008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5D02CACD-D70B-4EE2-AC56-6006F6D1BB14}"/>
              </a:ext>
            </a:extLst>
          </p:cNvPr>
          <p:cNvSpPr>
            <a:spLocks xmlns:a="http://schemas.openxmlformats.org/drawingml/2006/main" noGrp="1"/>
          </p:cNvSpPr>
          <p:nvPr/>
        </p:nvSpPr>
        <p:spPr>
          <a:xfrm xmlns:a="http://schemas.openxmlformats.org/drawingml/2006/main">
            <a:off x="216625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ED3CE595-A178-43C5-82B6-E02BC5F70A60}"/>
              </a:ext>
            </a:extLst>
          </p:cNvPr>
          <p:cNvSpPr>
            <a:spLocks xmlns:a="http://schemas.openxmlformats.org/drawingml/2006/main" noGrp="1"/>
          </p:cNvSpPr>
          <p:nvPr/>
        </p:nvSpPr>
        <p:spPr>
          <a:xfrm xmlns:a="http://schemas.openxmlformats.org/drawingml/2006/main">
            <a:off x="29813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9B1ACDB6-D95B-416F-A3FE-72E340D5F6E0}"/>
              </a:ext>
            </a:extLst>
          </p:cNvPr>
          <p:cNvSpPr>
            <a:spLocks xmlns:a="http://schemas.openxmlformats.org/drawingml/2006/main" noGrp="1"/>
          </p:cNvSpPr>
          <p:nvPr/>
        </p:nvSpPr>
        <p:spPr>
          <a:xfrm xmlns:a="http://schemas.openxmlformats.org/drawingml/2006/main">
            <a:off x="28575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4DF7FF14-F834-42F5-AA1C-BD593D7813C4}"/>
              </a:ext>
            </a:extLst>
          </p:cNvPr>
          <p:cNvSpPr>
            <a:spLocks xmlns:a="http://schemas.openxmlformats.org/drawingml/2006/main" noGrp="1"/>
          </p:cNvSpPr>
          <p:nvPr/>
        </p:nvSpPr>
        <p:spPr>
          <a:xfrm xmlns:a="http://schemas.openxmlformats.org/drawingml/2006/main">
            <a:off x="51435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E3B1E6D5-F1F5-431F-A060-4C7E172D7036}"/>
              </a:ext>
            </a:extLst>
          </p:cNvPr>
          <p:cNvSpPr>
            <a:spLocks xmlns:a="http://schemas.openxmlformats.org/drawingml/2006/main" noGrp="1"/>
          </p:cNvSpPr>
          <p:nvPr/>
        </p:nvSpPr>
        <p:spPr>
          <a:xfrm xmlns:a="http://schemas.openxmlformats.org/drawingml/2006/main">
            <a:off x="20002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3CA5DA38-DBA9-43D0-A6A2-C6D6ED33EC0D}"/>
              </a:ext>
            </a:extLst>
          </p:cNvPr>
          <p:cNvSpPr>
            <a:spLocks xmlns:a="http://schemas.openxmlformats.org/drawingml/2006/main" noGrp="1"/>
          </p:cNvSpPr>
          <p:nvPr/>
        </p:nvSpPr>
        <p:spPr>
          <a:xfrm xmlns:a="http://schemas.openxmlformats.org/drawingml/2006/main">
            <a:off x="51435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036FFB55-6084-4F9C-B543-62BA619B9BB4}"/>
              </a:ext>
            </a:extLst>
          </p:cNvPr>
          <p:cNvSpPr>
            <a:spLocks xmlns:a="http://schemas.openxmlformats.org/drawingml/2006/main" noGrp="1"/>
          </p:cNvSpPr>
          <p:nvPr/>
        </p:nvSpPr>
        <p:spPr>
          <a:xfrm xmlns:a="http://schemas.openxmlformats.org/drawingml/2006/main">
            <a:off x="20002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D8EC17B4-0F80-4E17-8EA8-B4DEA1D2C4BB}"/>
              </a:ext>
            </a:extLst>
          </p:cNvPr>
          <p:cNvSpPr>
            <a:spLocks xmlns:a="http://schemas.openxmlformats.org/drawingml/2006/main" noGrp="1"/>
          </p:cNvSpPr>
          <p:nvPr/>
        </p:nvSpPr>
        <p:spPr>
          <a:xfrm xmlns:a="http://schemas.openxmlformats.org/drawingml/2006/main">
            <a:off x="51435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B02F2E8C-30EF-4D7E-955D-C02858476B69}"/>
              </a:ext>
            </a:extLst>
          </p:cNvPr>
          <p:cNvSpPr>
            <a:spLocks xmlns:a="http://schemas.openxmlformats.org/drawingml/2006/main" noGrp="1"/>
          </p:cNvSpPr>
          <p:nvPr/>
        </p:nvSpPr>
        <p:spPr>
          <a:xfrm xmlns:a="http://schemas.openxmlformats.org/drawingml/2006/main">
            <a:off x="20002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96F129EF-C84C-4175-A5F6-4AA8EE850849}"/>
              </a:ext>
            </a:extLst>
          </p:cNvPr>
          <p:cNvSpPr>
            <a:spLocks xmlns:a="http://schemas.openxmlformats.org/drawingml/2006/main" noGrp="1"/>
          </p:cNvSpPr>
          <p:nvPr/>
        </p:nvSpPr>
        <p:spPr>
          <a:xfrm xmlns:a="http://schemas.openxmlformats.org/drawingml/2006/main">
            <a:off x="51435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FCC044C0-82E2-41E2-B239-67CD11487CCE}"/>
              </a:ext>
            </a:extLst>
          </p:cNvPr>
          <p:cNvSpPr>
            <a:spLocks xmlns:a="http://schemas.openxmlformats.org/drawingml/2006/main" noGrp="1"/>
          </p:cNvSpPr>
          <p:nvPr/>
        </p:nvSpPr>
        <p:spPr>
          <a:xfrm xmlns:a="http://schemas.openxmlformats.org/drawingml/2006/main">
            <a:off x="20002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3003D5F7-D8F5-4A59-BF8D-077F6428DCBA}"/>
              </a:ext>
            </a:extLst>
          </p:cNvPr>
          <p:cNvSpPr>
            <a:spLocks xmlns:a="http://schemas.openxmlformats.org/drawingml/2006/main" noGrp="1"/>
          </p:cNvSpPr>
          <p:nvPr/>
        </p:nvSpPr>
        <p:spPr>
          <a:xfrm xmlns:a="http://schemas.openxmlformats.org/drawingml/2006/main">
            <a:off x="143827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73A00ADF-FA81-48C3-93DE-67A9E168BF08}"/>
              </a:ext>
            </a:extLst>
          </p:cNvPr>
          <p:cNvSpPr>
            <a:spLocks xmlns:a="http://schemas.openxmlformats.org/drawingml/2006/main" noGrp="1"/>
          </p:cNvSpPr>
          <p:nvPr/>
        </p:nvSpPr>
        <p:spPr>
          <a:xfrm xmlns:a="http://schemas.openxmlformats.org/drawingml/2006/main">
            <a:off x="142875" y="23931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CB24F3E7-C661-49A2-8858-C2E507D6AF11}"/>
              </a:ext>
            </a:extLst>
          </p:cNvPr>
          <p:cNvSpPr>
            <a:spLocks xmlns:a="http://schemas.openxmlformats.org/drawingml/2006/main" noGrp="1"/>
          </p:cNvSpPr>
          <p:nvPr/>
        </p:nvSpPr>
        <p:spPr>
          <a:xfrm xmlns:a="http://schemas.openxmlformats.org/drawingml/2006/main">
            <a:off x="333375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DEE40BF0-B41D-40DC-98D5-765788B769B9}"/>
              </a:ext>
            </a:extLst>
          </p:cNvPr>
          <p:cNvSpPr>
            <a:spLocks xmlns:a="http://schemas.openxmlformats.org/drawingml/2006/main" noGrp="1"/>
          </p:cNvSpPr>
          <p:nvPr/>
        </p:nvSpPr>
        <p:spPr>
          <a:xfrm xmlns:a="http://schemas.openxmlformats.org/drawingml/2006/main">
            <a:off x="352425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13" name=""/>
          <p:cNvPicPr>
            <a:picLocks xmlns:a="http://schemas.openxmlformats.org/drawingml/2006/main" noChangeAspect="1"/>
          </p:cNvPicPr>
          <p:nvPr/>
        </p:nvPicPr>
        <p:blipFill>
          <a:blip xmlns:r="http://schemas.openxmlformats.org/officeDocument/2006/relationships" xmlns:a="http://schemas.openxmlformats.org/drawingml/2006/main" r:embed="R3364d2852b6c4bb4"/>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8AC01113-4A6A-4903-873B-A02F10AD8D68}"/>
              </a:ext>
            </a:extLst>
          </p:cNvPr>
          <p:cNvSpPr>
            <a:spLocks xmlns:a="http://schemas.openxmlformats.org/drawingml/2006/main" noGrp="1"/>
          </p:cNvSpPr>
          <p:nvPr/>
        </p:nvSpPr>
        <p:spPr>
          <a:xfrm xmlns:a="http://schemas.openxmlformats.org/drawingml/2006/main">
            <a:off x="35242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33C9F9F9-2AFC-420D-825C-51CA84B67EB5}"/>
              </a:ext>
            </a:extLst>
          </p:cNvPr>
          <p:cNvSpPr>
            <a:spLocks xmlns:a="http://schemas.openxmlformats.org/drawingml/2006/main" noGrp="1"/>
          </p:cNvSpPr>
          <p:nvPr/>
        </p:nvSpPr>
        <p:spPr>
          <a:xfrm xmlns:a="http://schemas.openxmlformats.org/drawingml/2006/main">
            <a:off x="34004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BA857AF4-03C0-419B-B948-E3D5DB359AB9}"/>
              </a:ext>
            </a:extLst>
          </p:cNvPr>
          <p:cNvSpPr>
            <a:spLocks xmlns:a="http://schemas.openxmlformats.org/drawingml/2006/main" noGrp="1"/>
          </p:cNvSpPr>
          <p:nvPr/>
        </p:nvSpPr>
        <p:spPr>
          <a:xfrm xmlns:a="http://schemas.openxmlformats.org/drawingml/2006/main">
            <a:off x="438830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8C4FAAC3-13DB-455B-9C83-622B6D5DBA5E}"/>
              </a:ext>
            </a:extLst>
          </p:cNvPr>
          <p:cNvSpPr>
            <a:spLocks xmlns:a="http://schemas.openxmlformats.org/drawingml/2006/main" noGrp="1"/>
          </p:cNvSpPr>
          <p:nvPr/>
        </p:nvSpPr>
        <p:spPr>
          <a:xfrm xmlns:a="http://schemas.openxmlformats.org/drawingml/2006/main">
            <a:off x="426447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4A8696DF-C1ED-40B5-8A9F-D1BCDA1A88D7}"/>
              </a:ext>
            </a:extLst>
          </p:cNvPr>
          <p:cNvSpPr>
            <a:spLocks xmlns:a="http://schemas.openxmlformats.org/drawingml/2006/main" noGrp="1"/>
          </p:cNvSpPr>
          <p:nvPr/>
        </p:nvSpPr>
        <p:spPr>
          <a:xfrm xmlns:a="http://schemas.openxmlformats.org/drawingml/2006/main">
            <a:off x="525235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98FDD76D-A0D4-4CA2-AE7B-4F54FC5E5A81}"/>
              </a:ext>
            </a:extLst>
          </p:cNvPr>
          <p:cNvSpPr>
            <a:spLocks xmlns:a="http://schemas.openxmlformats.org/drawingml/2006/main" noGrp="1"/>
          </p:cNvSpPr>
          <p:nvPr/>
        </p:nvSpPr>
        <p:spPr>
          <a:xfrm xmlns:a="http://schemas.openxmlformats.org/drawingml/2006/main">
            <a:off x="512853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4E8E85D2-14EB-411D-B671-FEE791BEE1EB}"/>
              </a:ext>
            </a:extLst>
          </p:cNvPr>
          <p:cNvSpPr>
            <a:spLocks xmlns:a="http://schemas.openxmlformats.org/drawingml/2006/main" noGrp="1"/>
          </p:cNvSpPr>
          <p:nvPr/>
        </p:nvSpPr>
        <p:spPr>
          <a:xfrm xmlns:a="http://schemas.openxmlformats.org/drawingml/2006/main">
            <a:off x="59436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010A8193-9E0B-4253-99CC-52402E5029C4}"/>
              </a:ext>
            </a:extLst>
          </p:cNvPr>
          <p:cNvSpPr>
            <a:spLocks xmlns:a="http://schemas.openxmlformats.org/drawingml/2006/main" noGrp="1"/>
          </p:cNvSpPr>
          <p:nvPr/>
        </p:nvSpPr>
        <p:spPr>
          <a:xfrm xmlns:a="http://schemas.openxmlformats.org/drawingml/2006/main">
            <a:off x="58197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86DC449E-E56E-4C8F-A8FB-1BB3DD4B52C0}"/>
              </a:ext>
            </a:extLst>
          </p:cNvPr>
          <p:cNvSpPr>
            <a:spLocks xmlns:a="http://schemas.openxmlformats.org/drawingml/2006/main" noGrp="1"/>
          </p:cNvSpPr>
          <p:nvPr/>
        </p:nvSpPr>
        <p:spPr>
          <a:xfrm xmlns:a="http://schemas.openxmlformats.org/drawingml/2006/main">
            <a:off x="347662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70975258-5E2F-409D-8570-DBE293D18EAF}"/>
              </a:ext>
            </a:extLst>
          </p:cNvPr>
          <p:cNvSpPr>
            <a:spLocks xmlns:a="http://schemas.openxmlformats.org/drawingml/2006/main" noGrp="1"/>
          </p:cNvSpPr>
          <p:nvPr/>
        </p:nvSpPr>
        <p:spPr>
          <a:xfrm xmlns:a="http://schemas.openxmlformats.org/drawingml/2006/main">
            <a:off x="316230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8C6EB241-8430-4334-95CA-06476B12A96C}"/>
              </a:ext>
            </a:extLst>
          </p:cNvPr>
          <p:cNvSpPr>
            <a:spLocks xmlns:a="http://schemas.openxmlformats.org/drawingml/2006/main" noGrp="1"/>
          </p:cNvSpPr>
          <p:nvPr/>
        </p:nvSpPr>
        <p:spPr>
          <a:xfrm xmlns:a="http://schemas.openxmlformats.org/drawingml/2006/main">
            <a:off x="347662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923CB83A-F3F5-4F7D-9E0E-929329348F8E}"/>
              </a:ext>
            </a:extLst>
          </p:cNvPr>
          <p:cNvSpPr>
            <a:spLocks xmlns:a="http://schemas.openxmlformats.org/drawingml/2006/main" noGrp="1"/>
          </p:cNvSpPr>
          <p:nvPr/>
        </p:nvSpPr>
        <p:spPr>
          <a:xfrm xmlns:a="http://schemas.openxmlformats.org/drawingml/2006/main">
            <a:off x="316230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FDBF62A7-44EE-4594-93FA-7D5365BEB1B4}"/>
              </a:ext>
            </a:extLst>
          </p:cNvPr>
          <p:cNvSpPr>
            <a:spLocks xmlns:a="http://schemas.openxmlformats.org/drawingml/2006/main" noGrp="1"/>
          </p:cNvSpPr>
          <p:nvPr/>
        </p:nvSpPr>
        <p:spPr>
          <a:xfrm xmlns:a="http://schemas.openxmlformats.org/drawingml/2006/main">
            <a:off x="347662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5C90A8DB-03C5-4A05-86E6-4E8529DFB189}"/>
              </a:ext>
            </a:extLst>
          </p:cNvPr>
          <p:cNvSpPr>
            <a:spLocks xmlns:a="http://schemas.openxmlformats.org/drawingml/2006/main" noGrp="1"/>
          </p:cNvSpPr>
          <p:nvPr/>
        </p:nvSpPr>
        <p:spPr>
          <a:xfrm xmlns:a="http://schemas.openxmlformats.org/drawingml/2006/main">
            <a:off x="316230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4BA97CE3-69A5-44A5-A1D5-600485FE82B8}"/>
              </a:ext>
            </a:extLst>
          </p:cNvPr>
          <p:cNvSpPr>
            <a:spLocks xmlns:a="http://schemas.openxmlformats.org/drawingml/2006/main" noGrp="1"/>
          </p:cNvSpPr>
          <p:nvPr/>
        </p:nvSpPr>
        <p:spPr>
          <a:xfrm xmlns:a="http://schemas.openxmlformats.org/drawingml/2006/main">
            <a:off x="347662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FE1A8E72-7960-4BE9-8EDE-09B68F969054}"/>
              </a:ext>
            </a:extLst>
          </p:cNvPr>
          <p:cNvSpPr>
            <a:spLocks xmlns:a="http://schemas.openxmlformats.org/drawingml/2006/main" noGrp="1"/>
          </p:cNvSpPr>
          <p:nvPr/>
        </p:nvSpPr>
        <p:spPr>
          <a:xfrm xmlns:a="http://schemas.openxmlformats.org/drawingml/2006/main">
            <a:off x="316230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10E2AFCE-D838-4240-A44E-F1F5B1FF74C8}"/>
              </a:ext>
            </a:extLst>
          </p:cNvPr>
          <p:cNvSpPr>
            <a:spLocks xmlns:a="http://schemas.openxmlformats.org/drawingml/2006/main" noGrp="1"/>
          </p:cNvSpPr>
          <p:nvPr/>
        </p:nvSpPr>
        <p:spPr>
          <a:xfrm xmlns:a="http://schemas.openxmlformats.org/drawingml/2006/main">
            <a:off x="440055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A52D58A0-2058-42AB-9DC2-816C43DBE43D}"/>
              </a:ext>
            </a:extLst>
          </p:cNvPr>
          <p:cNvSpPr>
            <a:spLocks xmlns:a="http://schemas.openxmlformats.org/drawingml/2006/main" noGrp="1"/>
          </p:cNvSpPr>
          <p:nvPr/>
        </p:nvSpPr>
        <p:spPr>
          <a:xfrm xmlns:a="http://schemas.openxmlformats.org/drawingml/2006/main">
            <a:off x="629602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98F0582E-47D0-4AFD-A8BA-FB07DC290BD0}"/>
              </a:ext>
            </a:extLst>
          </p:cNvPr>
          <p:cNvSpPr>
            <a:spLocks xmlns:a="http://schemas.openxmlformats.org/drawingml/2006/main" noGrp="1"/>
          </p:cNvSpPr>
          <p:nvPr/>
        </p:nvSpPr>
        <p:spPr>
          <a:xfrm xmlns:a="http://schemas.openxmlformats.org/drawingml/2006/main">
            <a:off x="648652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33" name=""/>
          <p:cNvPicPr>
            <a:picLocks xmlns:a="http://schemas.openxmlformats.org/drawingml/2006/main" noChangeAspect="1"/>
          </p:cNvPicPr>
          <p:nvPr/>
        </p:nvPicPr>
        <p:blipFill>
          <a:blip xmlns:r="http://schemas.openxmlformats.org/officeDocument/2006/relationships" xmlns:a="http://schemas.openxmlformats.org/drawingml/2006/main" r:embed="Rd295a6a392e24282"/>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9ED3E911-160C-471F-B82C-4C1A70056E48}"/>
              </a:ext>
            </a:extLst>
          </p:cNvPr>
          <p:cNvSpPr>
            <a:spLocks xmlns:a="http://schemas.openxmlformats.org/drawingml/2006/main" noGrp="1"/>
          </p:cNvSpPr>
          <p:nvPr/>
        </p:nvSpPr>
        <p:spPr>
          <a:xfrm xmlns:a="http://schemas.openxmlformats.org/drawingml/2006/main">
            <a:off x="64865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92957045-0F23-4252-B976-D443A2FD8436}"/>
              </a:ext>
            </a:extLst>
          </p:cNvPr>
          <p:cNvSpPr>
            <a:spLocks xmlns:a="http://schemas.openxmlformats.org/drawingml/2006/main" noGrp="1"/>
          </p:cNvSpPr>
          <p:nvPr/>
        </p:nvSpPr>
        <p:spPr>
          <a:xfrm xmlns:a="http://schemas.openxmlformats.org/drawingml/2006/main">
            <a:off x="63627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DD02874E-1C23-4914-B492-039E1BB742B9}"/>
              </a:ext>
            </a:extLst>
          </p:cNvPr>
          <p:cNvSpPr>
            <a:spLocks xmlns:a="http://schemas.openxmlformats.org/drawingml/2006/main" noGrp="1"/>
          </p:cNvSpPr>
          <p:nvPr/>
        </p:nvSpPr>
        <p:spPr>
          <a:xfrm xmlns:a="http://schemas.openxmlformats.org/drawingml/2006/main">
            <a:off x="735057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53E0065C-C4C9-4865-B561-1F9BDF089958}"/>
              </a:ext>
            </a:extLst>
          </p:cNvPr>
          <p:cNvSpPr>
            <a:spLocks xmlns:a="http://schemas.openxmlformats.org/drawingml/2006/main" noGrp="1"/>
          </p:cNvSpPr>
          <p:nvPr/>
        </p:nvSpPr>
        <p:spPr>
          <a:xfrm xmlns:a="http://schemas.openxmlformats.org/drawingml/2006/main">
            <a:off x="722675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2766EA76-1ED2-47EC-90AA-154927C0202C}"/>
              </a:ext>
            </a:extLst>
          </p:cNvPr>
          <p:cNvSpPr>
            <a:spLocks xmlns:a="http://schemas.openxmlformats.org/drawingml/2006/main" noGrp="1"/>
          </p:cNvSpPr>
          <p:nvPr/>
        </p:nvSpPr>
        <p:spPr>
          <a:xfrm xmlns:a="http://schemas.openxmlformats.org/drawingml/2006/main">
            <a:off x="821463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D9497CA8-957A-42AF-B3E6-44C3FABB82B0}"/>
              </a:ext>
            </a:extLst>
          </p:cNvPr>
          <p:cNvSpPr>
            <a:spLocks xmlns:a="http://schemas.openxmlformats.org/drawingml/2006/main" noGrp="1"/>
          </p:cNvSpPr>
          <p:nvPr/>
        </p:nvSpPr>
        <p:spPr>
          <a:xfrm xmlns:a="http://schemas.openxmlformats.org/drawingml/2006/main">
            <a:off x="809080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50AC081B-BEE2-4E81-8D3E-BA11D436E5BA}"/>
              </a:ext>
            </a:extLst>
          </p:cNvPr>
          <p:cNvSpPr>
            <a:spLocks xmlns:a="http://schemas.openxmlformats.org/drawingml/2006/main" noGrp="1"/>
          </p:cNvSpPr>
          <p:nvPr/>
        </p:nvSpPr>
        <p:spPr>
          <a:xfrm xmlns:a="http://schemas.openxmlformats.org/drawingml/2006/main">
            <a:off x="89058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7BE74CDC-DC2B-4E8B-9D3C-E05673D59654}"/>
              </a:ext>
            </a:extLst>
          </p:cNvPr>
          <p:cNvSpPr>
            <a:spLocks xmlns:a="http://schemas.openxmlformats.org/drawingml/2006/main" noGrp="1"/>
          </p:cNvSpPr>
          <p:nvPr/>
        </p:nvSpPr>
        <p:spPr>
          <a:xfrm xmlns:a="http://schemas.openxmlformats.org/drawingml/2006/main">
            <a:off x="87820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BF62EA2F-B3AC-4D0E-BAD9-EE2A103557B2}"/>
              </a:ext>
            </a:extLst>
          </p:cNvPr>
          <p:cNvSpPr>
            <a:spLocks xmlns:a="http://schemas.openxmlformats.org/drawingml/2006/main" noGrp="1"/>
          </p:cNvSpPr>
          <p:nvPr/>
        </p:nvSpPr>
        <p:spPr>
          <a:xfrm xmlns:a="http://schemas.openxmlformats.org/drawingml/2006/main">
            <a:off x="643890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72B7A116-E6EF-4C59-8ED2-AEA591DAC4F1}"/>
              </a:ext>
            </a:extLst>
          </p:cNvPr>
          <p:cNvSpPr>
            <a:spLocks xmlns:a="http://schemas.openxmlformats.org/drawingml/2006/main" noGrp="1"/>
          </p:cNvSpPr>
          <p:nvPr/>
        </p:nvSpPr>
        <p:spPr>
          <a:xfrm xmlns:a="http://schemas.openxmlformats.org/drawingml/2006/main">
            <a:off x="612457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FAC61C69-3E2F-4C6E-9A7B-9987E4D91743}"/>
              </a:ext>
            </a:extLst>
          </p:cNvPr>
          <p:cNvSpPr>
            <a:spLocks xmlns:a="http://schemas.openxmlformats.org/drawingml/2006/main" noGrp="1"/>
          </p:cNvSpPr>
          <p:nvPr/>
        </p:nvSpPr>
        <p:spPr>
          <a:xfrm xmlns:a="http://schemas.openxmlformats.org/drawingml/2006/main">
            <a:off x="643890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76EF59A7-3EDC-41EF-86A1-C62DFF82B9C9}"/>
              </a:ext>
            </a:extLst>
          </p:cNvPr>
          <p:cNvSpPr>
            <a:spLocks xmlns:a="http://schemas.openxmlformats.org/drawingml/2006/main" noGrp="1"/>
          </p:cNvSpPr>
          <p:nvPr/>
        </p:nvSpPr>
        <p:spPr>
          <a:xfrm xmlns:a="http://schemas.openxmlformats.org/drawingml/2006/main">
            <a:off x="612457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B29DFE7F-A8E0-4043-AC4F-101FCC9433D2}"/>
              </a:ext>
            </a:extLst>
          </p:cNvPr>
          <p:cNvSpPr>
            <a:spLocks xmlns:a="http://schemas.openxmlformats.org/drawingml/2006/main" noGrp="1"/>
          </p:cNvSpPr>
          <p:nvPr/>
        </p:nvSpPr>
        <p:spPr>
          <a:xfrm xmlns:a="http://schemas.openxmlformats.org/drawingml/2006/main">
            <a:off x="643890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95FF2773-908A-4C35-A2D7-F17DCFF9331D}"/>
              </a:ext>
            </a:extLst>
          </p:cNvPr>
          <p:cNvSpPr>
            <a:spLocks xmlns:a="http://schemas.openxmlformats.org/drawingml/2006/main" noGrp="1"/>
          </p:cNvSpPr>
          <p:nvPr/>
        </p:nvSpPr>
        <p:spPr>
          <a:xfrm xmlns:a="http://schemas.openxmlformats.org/drawingml/2006/main">
            <a:off x="612457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846E3A7E-B390-4963-859F-797904960E7A}"/>
              </a:ext>
            </a:extLst>
          </p:cNvPr>
          <p:cNvSpPr>
            <a:spLocks xmlns:a="http://schemas.openxmlformats.org/drawingml/2006/main" noGrp="1"/>
          </p:cNvSpPr>
          <p:nvPr/>
        </p:nvSpPr>
        <p:spPr>
          <a:xfrm xmlns:a="http://schemas.openxmlformats.org/drawingml/2006/main">
            <a:off x="643890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29663668-BE37-4ED9-B601-CCDFEC8980F1}"/>
              </a:ext>
            </a:extLst>
          </p:cNvPr>
          <p:cNvSpPr>
            <a:spLocks xmlns:a="http://schemas.openxmlformats.org/drawingml/2006/main" noGrp="1"/>
          </p:cNvSpPr>
          <p:nvPr/>
        </p:nvSpPr>
        <p:spPr>
          <a:xfrm xmlns:a="http://schemas.openxmlformats.org/drawingml/2006/main">
            <a:off x="612457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0013453B-E41D-4246-9056-298715186A1F}"/>
              </a:ext>
            </a:extLst>
          </p:cNvPr>
          <p:cNvSpPr>
            <a:spLocks xmlns:a="http://schemas.openxmlformats.org/drawingml/2006/main" noGrp="1"/>
          </p:cNvSpPr>
          <p:nvPr/>
        </p:nvSpPr>
        <p:spPr>
          <a:xfrm xmlns:a="http://schemas.openxmlformats.org/drawingml/2006/main">
            <a:off x="736282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4F113198-FE2D-449B-8CA9-179894E8ABBD}"/>
              </a:ext>
            </a:extLst>
          </p:cNvPr>
          <p:cNvSpPr>
            <a:spLocks xmlns:a="http://schemas.openxmlformats.org/drawingml/2006/main" noGrp="1"/>
          </p:cNvSpPr>
          <p:nvPr/>
        </p:nvSpPr>
        <p:spPr>
          <a:xfrm xmlns:a="http://schemas.openxmlformats.org/drawingml/2006/main">
            <a:off x="925830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E1325C29-285D-4F37-9512-8B88E8730CED}"/>
              </a:ext>
            </a:extLst>
          </p:cNvPr>
          <p:cNvSpPr>
            <a:spLocks xmlns:a="http://schemas.openxmlformats.org/drawingml/2006/main" noGrp="1"/>
          </p:cNvSpPr>
          <p:nvPr/>
        </p:nvSpPr>
        <p:spPr>
          <a:xfrm xmlns:a="http://schemas.openxmlformats.org/drawingml/2006/main">
            <a:off x="944880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c1fbc09e415b43ce"/>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656445AA-C883-4919-A278-B0E838151FD1}"/>
              </a:ext>
            </a:extLst>
          </p:cNvPr>
          <p:cNvSpPr>
            <a:spLocks xmlns:a="http://schemas.openxmlformats.org/drawingml/2006/main" noGrp="1"/>
          </p:cNvSpPr>
          <p:nvPr/>
        </p:nvSpPr>
        <p:spPr>
          <a:xfrm xmlns:a="http://schemas.openxmlformats.org/drawingml/2006/main">
            <a:off x="94488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97E18053-815F-4134-A9EA-A93F5B561C7E}"/>
              </a:ext>
            </a:extLst>
          </p:cNvPr>
          <p:cNvSpPr>
            <a:spLocks xmlns:a="http://schemas.openxmlformats.org/drawingml/2006/main" noGrp="1"/>
          </p:cNvSpPr>
          <p:nvPr/>
        </p:nvSpPr>
        <p:spPr>
          <a:xfrm xmlns:a="http://schemas.openxmlformats.org/drawingml/2006/main">
            <a:off x="93249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EF5F9BDA-EEB7-4276-B4FD-0D30BCF22BEC}"/>
              </a:ext>
            </a:extLst>
          </p:cNvPr>
          <p:cNvSpPr>
            <a:spLocks xmlns:a="http://schemas.openxmlformats.org/drawingml/2006/main" noGrp="1"/>
          </p:cNvSpPr>
          <p:nvPr/>
        </p:nvSpPr>
        <p:spPr>
          <a:xfrm xmlns:a="http://schemas.openxmlformats.org/drawingml/2006/main">
            <a:off x="1031285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49314D52-13B8-4CC1-959B-0C20C59E1E01}"/>
              </a:ext>
            </a:extLst>
          </p:cNvPr>
          <p:cNvSpPr>
            <a:spLocks xmlns:a="http://schemas.openxmlformats.org/drawingml/2006/main" noGrp="1"/>
          </p:cNvSpPr>
          <p:nvPr/>
        </p:nvSpPr>
        <p:spPr>
          <a:xfrm xmlns:a="http://schemas.openxmlformats.org/drawingml/2006/main">
            <a:off x="1018902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C5E2001A-F53F-4B68-A5FA-5B5156242279}"/>
              </a:ext>
            </a:extLst>
          </p:cNvPr>
          <p:cNvSpPr>
            <a:spLocks xmlns:a="http://schemas.openxmlformats.org/drawingml/2006/main" noGrp="1"/>
          </p:cNvSpPr>
          <p:nvPr/>
        </p:nvSpPr>
        <p:spPr>
          <a:xfrm xmlns:a="http://schemas.openxmlformats.org/drawingml/2006/main">
            <a:off x="1117690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0425F2D2-A0B0-44C4-B56A-A4BB30ECCF15}"/>
              </a:ext>
            </a:extLst>
          </p:cNvPr>
          <p:cNvSpPr>
            <a:spLocks xmlns:a="http://schemas.openxmlformats.org/drawingml/2006/main" noGrp="1"/>
          </p:cNvSpPr>
          <p:nvPr/>
        </p:nvSpPr>
        <p:spPr>
          <a:xfrm xmlns:a="http://schemas.openxmlformats.org/drawingml/2006/main">
            <a:off x="1105308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5F083C60-47F3-40DD-9E3B-5F92A5C58F3D}"/>
              </a:ext>
            </a:extLst>
          </p:cNvPr>
          <p:cNvSpPr>
            <a:spLocks xmlns:a="http://schemas.openxmlformats.org/drawingml/2006/main" noGrp="1"/>
          </p:cNvSpPr>
          <p:nvPr/>
        </p:nvSpPr>
        <p:spPr>
          <a:xfrm xmlns:a="http://schemas.openxmlformats.org/drawingml/2006/main">
            <a:off x="118681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88379DCF-58AC-4FB3-A4D5-903B7645CB0F}"/>
              </a:ext>
            </a:extLst>
          </p:cNvPr>
          <p:cNvSpPr>
            <a:spLocks xmlns:a="http://schemas.openxmlformats.org/drawingml/2006/main" noGrp="1"/>
          </p:cNvSpPr>
          <p:nvPr/>
        </p:nvSpPr>
        <p:spPr>
          <a:xfrm xmlns:a="http://schemas.openxmlformats.org/drawingml/2006/main">
            <a:off x="117443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E1B49C12-67B3-42CE-907B-CFADBD83AF0A}"/>
              </a:ext>
            </a:extLst>
          </p:cNvPr>
          <p:cNvSpPr>
            <a:spLocks xmlns:a="http://schemas.openxmlformats.org/drawingml/2006/main" noGrp="1"/>
          </p:cNvSpPr>
          <p:nvPr/>
        </p:nvSpPr>
        <p:spPr>
          <a:xfrm xmlns:a="http://schemas.openxmlformats.org/drawingml/2006/main">
            <a:off x="940117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B8F398EB-AC2C-4316-98F1-59CDEEB64378}"/>
              </a:ext>
            </a:extLst>
          </p:cNvPr>
          <p:cNvSpPr>
            <a:spLocks xmlns:a="http://schemas.openxmlformats.org/drawingml/2006/main" noGrp="1"/>
          </p:cNvSpPr>
          <p:nvPr/>
        </p:nvSpPr>
        <p:spPr>
          <a:xfrm xmlns:a="http://schemas.openxmlformats.org/drawingml/2006/main">
            <a:off x="908685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674B3B81-23B5-4C98-9373-9DB8D94BDFB5}"/>
              </a:ext>
            </a:extLst>
          </p:cNvPr>
          <p:cNvSpPr>
            <a:spLocks xmlns:a="http://schemas.openxmlformats.org/drawingml/2006/main" noGrp="1"/>
          </p:cNvSpPr>
          <p:nvPr/>
        </p:nvSpPr>
        <p:spPr>
          <a:xfrm xmlns:a="http://schemas.openxmlformats.org/drawingml/2006/main">
            <a:off x="940117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C076D6D7-0C39-452E-A8BE-C4CF898C70C4}"/>
              </a:ext>
            </a:extLst>
          </p:cNvPr>
          <p:cNvSpPr>
            <a:spLocks xmlns:a="http://schemas.openxmlformats.org/drawingml/2006/main" noGrp="1"/>
          </p:cNvSpPr>
          <p:nvPr/>
        </p:nvSpPr>
        <p:spPr>
          <a:xfrm xmlns:a="http://schemas.openxmlformats.org/drawingml/2006/main">
            <a:off x="908685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6B525B8B-AC1F-4E27-9BFD-657C865FB4F0}"/>
              </a:ext>
            </a:extLst>
          </p:cNvPr>
          <p:cNvSpPr>
            <a:spLocks xmlns:a="http://schemas.openxmlformats.org/drawingml/2006/main" noGrp="1"/>
          </p:cNvSpPr>
          <p:nvPr/>
        </p:nvSpPr>
        <p:spPr>
          <a:xfrm xmlns:a="http://schemas.openxmlformats.org/drawingml/2006/main">
            <a:off x="940117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B4A1B4AF-AB87-4EC3-9A1F-214020792EF0}"/>
              </a:ext>
            </a:extLst>
          </p:cNvPr>
          <p:cNvSpPr>
            <a:spLocks xmlns:a="http://schemas.openxmlformats.org/drawingml/2006/main" noGrp="1"/>
          </p:cNvSpPr>
          <p:nvPr/>
        </p:nvSpPr>
        <p:spPr>
          <a:xfrm xmlns:a="http://schemas.openxmlformats.org/drawingml/2006/main">
            <a:off x="908685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F42AF654-76BA-4356-97FA-012A071A46E8}"/>
              </a:ext>
            </a:extLst>
          </p:cNvPr>
          <p:cNvSpPr>
            <a:spLocks xmlns:a="http://schemas.openxmlformats.org/drawingml/2006/main" noGrp="1"/>
          </p:cNvSpPr>
          <p:nvPr/>
        </p:nvSpPr>
        <p:spPr>
          <a:xfrm xmlns:a="http://schemas.openxmlformats.org/drawingml/2006/main">
            <a:off x="940117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43CC2B8C-273A-4752-9C13-6B87D11F4116}"/>
              </a:ext>
            </a:extLst>
          </p:cNvPr>
          <p:cNvSpPr>
            <a:spLocks xmlns:a="http://schemas.openxmlformats.org/drawingml/2006/main" noGrp="1"/>
          </p:cNvSpPr>
          <p:nvPr/>
        </p:nvSpPr>
        <p:spPr>
          <a:xfrm xmlns:a="http://schemas.openxmlformats.org/drawingml/2006/main">
            <a:off x="908685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2C6387B7-0BC2-4413-B1EE-9208A36E6C98}"/>
              </a:ext>
            </a:extLst>
          </p:cNvPr>
          <p:cNvSpPr>
            <a:spLocks xmlns:a="http://schemas.openxmlformats.org/drawingml/2006/main" noGrp="1"/>
          </p:cNvSpPr>
          <p:nvPr/>
        </p:nvSpPr>
        <p:spPr>
          <a:xfrm xmlns:a="http://schemas.openxmlformats.org/drawingml/2006/main">
            <a:off x="1032510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B81FA101-3933-4E9E-B061-3721D2BE2FD1}"/>
              </a:ext>
            </a:extLst>
          </p:cNvPr>
          <p:cNvSpPr>
            <a:spLocks xmlns:a="http://schemas.openxmlformats.org/drawingml/2006/main" noGrp="1"/>
          </p:cNvSpPr>
          <p:nvPr/>
        </p:nvSpPr>
        <p:spPr>
          <a:xfrm xmlns:a="http://schemas.openxmlformats.org/drawingml/2006/main">
            <a:off x="4000500" y="42291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715DEA53-A78C-417A-9A9B-AA4FBD7E8BED}"/>
              </a:ext>
            </a:extLst>
          </p:cNvPr>
          <p:cNvSpPr>
            <a:spLocks xmlns:a="http://schemas.openxmlformats.org/drawingml/2006/main" noGrp="1"/>
          </p:cNvSpPr>
          <p:nvPr/>
        </p:nvSpPr>
        <p:spPr>
          <a:xfrm xmlns:a="http://schemas.openxmlformats.org/drawingml/2006/main">
            <a:off x="4065984" y="42291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44076A38-E362-4C4D-BCAF-7DC92E3BE829}"/>
              </a:ext>
            </a:extLst>
          </p:cNvPr>
          <p:cNvSpPr>
            <a:spLocks xmlns:a="http://schemas.openxmlformats.org/drawingml/2006/main" noGrp="1"/>
          </p:cNvSpPr>
          <p:nvPr/>
        </p:nvSpPr>
        <p:spPr>
          <a:xfrm xmlns:a="http://schemas.openxmlformats.org/drawingml/2006/main">
            <a:off x="4131469" y="42291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D2C05A1C-DDEF-418F-B5BA-18AB16DAAA7D}"/>
              </a:ext>
            </a:extLst>
          </p:cNvPr>
          <p:cNvSpPr>
            <a:spLocks xmlns:a="http://schemas.openxmlformats.org/drawingml/2006/main" noGrp="1"/>
          </p:cNvSpPr>
          <p:nvPr/>
        </p:nvSpPr>
        <p:spPr>
          <a:xfrm xmlns:a="http://schemas.openxmlformats.org/drawingml/2006/main">
            <a:off x="4196953" y="42291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65788136-F2D2-4F31-99D0-5660360F07E0}"/>
              </a:ext>
            </a:extLst>
          </p:cNvPr>
          <p:cNvSpPr>
            <a:spLocks xmlns:a="http://schemas.openxmlformats.org/drawingml/2006/main" noGrp="1"/>
          </p:cNvSpPr>
          <p:nvPr/>
        </p:nvSpPr>
        <p:spPr>
          <a:xfrm xmlns:a="http://schemas.openxmlformats.org/drawingml/2006/main">
            <a:off x="4262438" y="42291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FD558BE1-7902-4F4C-B7F5-6FBE4C56FAE8}"/>
              </a:ext>
            </a:extLst>
          </p:cNvPr>
          <p:cNvSpPr>
            <a:spLocks xmlns:a="http://schemas.openxmlformats.org/drawingml/2006/main" noGrp="1"/>
          </p:cNvSpPr>
          <p:nvPr/>
        </p:nvSpPr>
        <p:spPr>
          <a:xfrm xmlns:a="http://schemas.openxmlformats.org/drawingml/2006/main">
            <a:off x="4327922" y="42291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419BEA81-5809-4A03-AA38-83011C3068FD}"/>
              </a:ext>
            </a:extLst>
          </p:cNvPr>
          <p:cNvSpPr>
            <a:spLocks xmlns:a="http://schemas.openxmlformats.org/drawingml/2006/main" noGrp="1"/>
          </p:cNvSpPr>
          <p:nvPr/>
        </p:nvSpPr>
        <p:spPr>
          <a:xfrm xmlns:a="http://schemas.openxmlformats.org/drawingml/2006/main">
            <a:off x="4393406" y="42291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A5603479-9678-4F20-9CD5-4A3972E1E7C3}"/>
              </a:ext>
            </a:extLst>
          </p:cNvPr>
          <p:cNvSpPr>
            <a:spLocks xmlns:a="http://schemas.openxmlformats.org/drawingml/2006/main" noGrp="1"/>
          </p:cNvSpPr>
          <p:nvPr/>
        </p:nvSpPr>
        <p:spPr>
          <a:xfrm xmlns:a="http://schemas.openxmlformats.org/drawingml/2006/main">
            <a:off x="4458891" y="42291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CB78A97-F0F5-4BCF-88E0-E8F4FA6AE6FD}"/>
              </a:ext>
            </a:extLst>
          </p:cNvPr>
          <p:cNvSpPr>
            <a:spLocks xmlns:a="http://schemas.openxmlformats.org/drawingml/2006/main" noGrp="1"/>
          </p:cNvSpPr>
          <p:nvPr/>
        </p:nvSpPr>
        <p:spPr>
          <a:xfrm xmlns:a="http://schemas.openxmlformats.org/drawingml/2006/main">
            <a:off x="4524375" y="42291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A01463EE-2503-40CB-9D92-61046A82F758}"/>
              </a:ext>
            </a:extLst>
          </p:cNvPr>
          <p:cNvSpPr>
            <a:spLocks xmlns:a="http://schemas.openxmlformats.org/drawingml/2006/main" noGrp="1"/>
          </p:cNvSpPr>
          <p:nvPr/>
        </p:nvSpPr>
        <p:spPr>
          <a:xfrm xmlns:a="http://schemas.openxmlformats.org/drawingml/2006/main">
            <a:off x="4589859" y="42291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6A496F30-3E55-4231-BCF9-8085B8E5A78C}"/>
              </a:ext>
            </a:extLst>
          </p:cNvPr>
          <p:cNvSpPr>
            <a:spLocks xmlns:a="http://schemas.openxmlformats.org/drawingml/2006/main" noGrp="1"/>
          </p:cNvSpPr>
          <p:nvPr/>
        </p:nvSpPr>
        <p:spPr>
          <a:xfrm xmlns:a="http://schemas.openxmlformats.org/drawingml/2006/main">
            <a:off x="4655344" y="42291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75DE64FA-0B32-4465-AE8C-27F2445CE147}"/>
              </a:ext>
            </a:extLst>
          </p:cNvPr>
          <p:cNvSpPr>
            <a:spLocks xmlns:a="http://schemas.openxmlformats.org/drawingml/2006/main" noGrp="1"/>
          </p:cNvSpPr>
          <p:nvPr/>
        </p:nvSpPr>
        <p:spPr>
          <a:xfrm xmlns:a="http://schemas.openxmlformats.org/drawingml/2006/main">
            <a:off x="4720828" y="42291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9A5C5C1C-2E21-4C1E-9F7C-F125137AA878}"/>
              </a:ext>
            </a:extLst>
          </p:cNvPr>
          <p:cNvSpPr>
            <a:spLocks xmlns:a="http://schemas.openxmlformats.org/drawingml/2006/main" noGrp="1"/>
          </p:cNvSpPr>
          <p:nvPr/>
        </p:nvSpPr>
        <p:spPr>
          <a:xfrm xmlns:a="http://schemas.openxmlformats.org/drawingml/2006/main">
            <a:off x="4786313" y="42291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7D69D119-65EF-4FB5-BE76-26D4326648A5}"/>
              </a:ext>
            </a:extLst>
          </p:cNvPr>
          <p:cNvSpPr>
            <a:spLocks xmlns:a="http://schemas.openxmlformats.org/drawingml/2006/main" noGrp="1"/>
          </p:cNvSpPr>
          <p:nvPr/>
        </p:nvSpPr>
        <p:spPr>
          <a:xfrm xmlns:a="http://schemas.openxmlformats.org/drawingml/2006/main">
            <a:off x="4851797" y="42291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8B89A423-CF2B-4E75-8012-C8221E463C8B}"/>
              </a:ext>
            </a:extLst>
          </p:cNvPr>
          <p:cNvSpPr>
            <a:spLocks xmlns:a="http://schemas.openxmlformats.org/drawingml/2006/main" noGrp="1"/>
          </p:cNvSpPr>
          <p:nvPr/>
        </p:nvSpPr>
        <p:spPr>
          <a:xfrm xmlns:a="http://schemas.openxmlformats.org/drawingml/2006/main">
            <a:off x="4917281" y="42291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FFF91516-C576-4D25-AF3A-E87DB97B7197}"/>
              </a:ext>
            </a:extLst>
          </p:cNvPr>
          <p:cNvSpPr>
            <a:spLocks xmlns:a="http://schemas.openxmlformats.org/drawingml/2006/main" noGrp="1"/>
          </p:cNvSpPr>
          <p:nvPr/>
        </p:nvSpPr>
        <p:spPr>
          <a:xfrm xmlns:a="http://schemas.openxmlformats.org/drawingml/2006/main">
            <a:off x="4982766" y="42291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63B21132-847D-42EE-88D8-2C30FC059920}"/>
              </a:ext>
            </a:extLst>
          </p:cNvPr>
          <p:cNvSpPr>
            <a:spLocks xmlns:a="http://schemas.openxmlformats.org/drawingml/2006/main" noGrp="1"/>
          </p:cNvSpPr>
          <p:nvPr/>
        </p:nvSpPr>
        <p:spPr>
          <a:xfrm xmlns:a="http://schemas.openxmlformats.org/drawingml/2006/main">
            <a:off x="5048250" y="42291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998E26E8-904A-404F-9E9C-C3FBBAA809EA}"/>
              </a:ext>
            </a:extLst>
          </p:cNvPr>
          <p:cNvSpPr>
            <a:spLocks xmlns:a="http://schemas.openxmlformats.org/drawingml/2006/main" noGrp="1"/>
          </p:cNvSpPr>
          <p:nvPr/>
        </p:nvSpPr>
        <p:spPr>
          <a:xfrm xmlns:a="http://schemas.openxmlformats.org/drawingml/2006/main">
            <a:off x="5113734" y="42291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A5529070-60F4-4194-92FA-B2A2C48D1A66}"/>
              </a:ext>
            </a:extLst>
          </p:cNvPr>
          <p:cNvSpPr>
            <a:spLocks xmlns:a="http://schemas.openxmlformats.org/drawingml/2006/main" noGrp="1"/>
          </p:cNvSpPr>
          <p:nvPr/>
        </p:nvSpPr>
        <p:spPr>
          <a:xfrm xmlns:a="http://schemas.openxmlformats.org/drawingml/2006/main">
            <a:off x="5179219" y="42291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EB77E4DF-5942-455C-8A9B-38627B18AF8A}"/>
              </a:ext>
            </a:extLst>
          </p:cNvPr>
          <p:cNvSpPr>
            <a:spLocks xmlns:a="http://schemas.openxmlformats.org/drawingml/2006/main" noGrp="1"/>
          </p:cNvSpPr>
          <p:nvPr/>
        </p:nvSpPr>
        <p:spPr>
          <a:xfrm xmlns:a="http://schemas.openxmlformats.org/drawingml/2006/main">
            <a:off x="5244703" y="42291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614DBB5E-8CC5-4C84-8AB5-A4FD4DD99A95}"/>
              </a:ext>
            </a:extLst>
          </p:cNvPr>
          <p:cNvSpPr>
            <a:spLocks xmlns:a="http://schemas.openxmlformats.org/drawingml/2006/main" noGrp="1"/>
          </p:cNvSpPr>
          <p:nvPr/>
        </p:nvSpPr>
        <p:spPr>
          <a:xfrm xmlns:a="http://schemas.openxmlformats.org/drawingml/2006/main">
            <a:off x="5310188" y="42291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1DCEB329-BEF7-47E5-86AB-2D66E1DE9973}"/>
              </a:ext>
            </a:extLst>
          </p:cNvPr>
          <p:cNvSpPr>
            <a:spLocks xmlns:a="http://schemas.openxmlformats.org/drawingml/2006/main" noGrp="1"/>
          </p:cNvSpPr>
          <p:nvPr/>
        </p:nvSpPr>
        <p:spPr>
          <a:xfrm xmlns:a="http://schemas.openxmlformats.org/drawingml/2006/main">
            <a:off x="5375672" y="42291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44C00227-A077-45FE-91E6-F1062A7767BB}"/>
              </a:ext>
            </a:extLst>
          </p:cNvPr>
          <p:cNvSpPr>
            <a:spLocks xmlns:a="http://schemas.openxmlformats.org/drawingml/2006/main" noGrp="1"/>
          </p:cNvSpPr>
          <p:nvPr/>
        </p:nvSpPr>
        <p:spPr>
          <a:xfrm xmlns:a="http://schemas.openxmlformats.org/drawingml/2006/main">
            <a:off x="5441156" y="42291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313661E8-2C83-45CA-893B-46E2F8CE2916}"/>
              </a:ext>
            </a:extLst>
          </p:cNvPr>
          <p:cNvSpPr>
            <a:spLocks xmlns:a="http://schemas.openxmlformats.org/drawingml/2006/main" noGrp="1"/>
          </p:cNvSpPr>
          <p:nvPr/>
        </p:nvSpPr>
        <p:spPr>
          <a:xfrm xmlns:a="http://schemas.openxmlformats.org/drawingml/2006/main">
            <a:off x="5506641" y="42291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FBBF9DAA-2C7B-4CAA-B185-27ED76BE01DD}"/>
              </a:ext>
            </a:extLst>
          </p:cNvPr>
          <p:cNvSpPr>
            <a:spLocks xmlns:a="http://schemas.openxmlformats.org/drawingml/2006/main" noGrp="1"/>
          </p:cNvSpPr>
          <p:nvPr/>
        </p:nvSpPr>
        <p:spPr>
          <a:xfrm xmlns:a="http://schemas.openxmlformats.org/drawingml/2006/main">
            <a:off x="5572125" y="42291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63C29AC4-13E1-4904-A22C-7E5FB005C927}"/>
              </a:ext>
            </a:extLst>
          </p:cNvPr>
          <p:cNvSpPr>
            <a:spLocks xmlns:a="http://schemas.openxmlformats.org/drawingml/2006/main" noGrp="1"/>
          </p:cNvSpPr>
          <p:nvPr/>
        </p:nvSpPr>
        <p:spPr>
          <a:xfrm xmlns:a="http://schemas.openxmlformats.org/drawingml/2006/main">
            <a:off x="5637609" y="42291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6D5DE532-5369-4093-AB7E-520FDF5DC64B}"/>
              </a:ext>
            </a:extLst>
          </p:cNvPr>
          <p:cNvSpPr>
            <a:spLocks xmlns:a="http://schemas.openxmlformats.org/drawingml/2006/main" noGrp="1"/>
          </p:cNvSpPr>
          <p:nvPr/>
        </p:nvSpPr>
        <p:spPr>
          <a:xfrm xmlns:a="http://schemas.openxmlformats.org/drawingml/2006/main">
            <a:off x="5703094" y="42291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46B77F2F-DEB3-495D-855D-5E8CB2B4BA4F}"/>
              </a:ext>
            </a:extLst>
          </p:cNvPr>
          <p:cNvSpPr>
            <a:spLocks xmlns:a="http://schemas.openxmlformats.org/drawingml/2006/main" noGrp="1"/>
          </p:cNvSpPr>
          <p:nvPr/>
        </p:nvSpPr>
        <p:spPr>
          <a:xfrm xmlns:a="http://schemas.openxmlformats.org/drawingml/2006/main">
            <a:off x="5768578" y="42291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188737E1-C2D9-46E8-BD29-5B91392D8661}"/>
              </a:ext>
            </a:extLst>
          </p:cNvPr>
          <p:cNvSpPr>
            <a:spLocks xmlns:a="http://schemas.openxmlformats.org/drawingml/2006/main" noGrp="1"/>
          </p:cNvSpPr>
          <p:nvPr/>
        </p:nvSpPr>
        <p:spPr>
          <a:xfrm xmlns:a="http://schemas.openxmlformats.org/drawingml/2006/main">
            <a:off x="5834063" y="42291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0480C1E9-9A33-4113-83D8-4858EE10D304}"/>
              </a:ext>
            </a:extLst>
          </p:cNvPr>
          <p:cNvSpPr>
            <a:spLocks xmlns:a="http://schemas.openxmlformats.org/drawingml/2006/main" noGrp="1"/>
          </p:cNvSpPr>
          <p:nvPr/>
        </p:nvSpPr>
        <p:spPr>
          <a:xfrm xmlns:a="http://schemas.openxmlformats.org/drawingml/2006/main">
            <a:off x="5899547" y="42291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73380532-3516-42CA-8C12-EA83BF680763}"/>
              </a:ext>
            </a:extLst>
          </p:cNvPr>
          <p:cNvSpPr>
            <a:spLocks xmlns:a="http://schemas.openxmlformats.org/drawingml/2006/main" noGrp="1"/>
          </p:cNvSpPr>
          <p:nvPr/>
        </p:nvSpPr>
        <p:spPr>
          <a:xfrm xmlns:a="http://schemas.openxmlformats.org/drawingml/2006/main">
            <a:off x="5965031" y="42291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021BC88F-4B86-42FE-B146-32E337CF0076}"/>
              </a:ext>
            </a:extLst>
          </p:cNvPr>
          <p:cNvSpPr>
            <a:spLocks xmlns:a="http://schemas.openxmlformats.org/drawingml/2006/main" noGrp="1"/>
          </p:cNvSpPr>
          <p:nvPr/>
        </p:nvSpPr>
        <p:spPr>
          <a:xfrm xmlns:a="http://schemas.openxmlformats.org/drawingml/2006/main">
            <a:off x="6030516" y="42291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FA927AB6-9333-45B7-BE2D-F10276D1EF2B}"/>
              </a:ext>
            </a:extLst>
          </p:cNvPr>
          <p:cNvSpPr>
            <a:spLocks xmlns:a="http://schemas.openxmlformats.org/drawingml/2006/main" noGrp="1"/>
          </p:cNvSpPr>
          <p:nvPr/>
        </p:nvSpPr>
        <p:spPr>
          <a:xfrm xmlns:a="http://schemas.openxmlformats.org/drawingml/2006/main">
            <a:off x="6096000" y="42291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193D7AC5-A353-4662-9688-CA6BD11BB47E}"/>
              </a:ext>
            </a:extLst>
          </p:cNvPr>
          <p:cNvSpPr>
            <a:spLocks xmlns:a="http://schemas.openxmlformats.org/drawingml/2006/main" noGrp="1"/>
          </p:cNvSpPr>
          <p:nvPr/>
        </p:nvSpPr>
        <p:spPr>
          <a:xfrm xmlns:a="http://schemas.openxmlformats.org/drawingml/2006/main">
            <a:off x="6161484" y="42291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AB9FDD48-7CD3-4696-8D90-E098E9C43633}"/>
              </a:ext>
            </a:extLst>
          </p:cNvPr>
          <p:cNvSpPr>
            <a:spLocks xmlns:a="http://schemas.openxmlformats.org/drawingml/2006/main" noGrp="1"/>
          </p:cNvSpPr>
          <p:nvPr/>
        </p:nvSpPr>
        <p:spPr>
          <a:xfrm xmlns:a="http://schemas.openxmlformats.org/drawingml/2006/main">
            <a:off x="6226969" y="42291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DD168EBA-CA44-4E77-BFE6-73F2B6E8F15C}"/>
              </a:ext>
            </a:extLst>
          </p:cNvPr>
          <p:cNvSpPr>
            <a:spLocks xmlns:a="http://schemas.openxmlformats.org/drawingml/2006/main" noGrp="1"/>
          </p:cNvSpPr>
          <p:nvPr/>
        </p:nvSpPr>
        <p:spPr>
          <a:xfrm xmlns:a="http://schemas.openxmlformats.org/drawingml/2006/main">
            <a:off x="6292453" y="42291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2D245E4B-D82B-4FFB-BCC7-E588D072870C}"/>
              </a:ext>
            </a:extLst>
          </p:cNvPr>
          <p:cNvSpPr>
            <a:spLocks xmlns:a="http://schemas.openxmlformats.org/drawingml/2006/main" noGrp="1"/>
          </p:cNvSpPr>
          <p:nvPr/>
        </p:nvSpPr>
        <p:spPr>
          <a:xfrm xmlns:a="http://schemas.openxmlformats.org/drawingml/2006/main">
            <a:off x="6357938" y="42291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B7A2F2BD-B918-4156-8BB6-CE243D6FFCC3}"/>
              </a:ext>
            </a:extLst>
          </p:cNvPr>
          <p:cNvSpPr>
            <a:spLocks xmlns:a="http://schemas.openxmlformats.org/drawingml/2006/main" noGrp="1"/>
          </p:cNvSpPr>
          <p:nvPr/>
        </p:nvSpPr>
        <p:spPr>
          <a:xfrm xmlns:a="http://schemas.openxmlformats.org/drawingml/2006/main">
            <a:off x="6423422" y="42291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FF8C2CBF-1F8D-4303-A12A-6B757290A794}"/>
              </a:ext>
            </a:extLst>
          </p:cNvPr>
          <p:cNvSpPr>
            <a:spLocks xmlns:a="http://schemas.openxmlformats.org/drawingml/2006/main" noGrp="1"/>
          </p:cNvSpPr>
          <p:nvPr/>
        </p:nvSpPr>
        <p:spPr>
          <a:xfrm xmlns:a="http://schemas.openxmlformats.org/drawingml/2006/main">
            <a:off x="6488906" y="42291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1945B860-6EC5-43E1-B6EA-77961A133839}"/>
              </a:ext>
            </a:extLst>
          </p:cNvPr>
          <p:cNvSpPr>
            <a:spLocks xmlns:a="http://schemas.openxmlformats.org/drawingml/2006/main" noGrp="1"/>
          </p:cNvSpPr>
          <p:nvPr/>
        </p:nvSpPr>
        <p:spPr>
          <a:xfrm xmlns:a="http://schemas.openxmlformats.org/drawingml/2006/main">
            <a:off x="6554391" y="42291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1904D04B-3210-4E2F-A3F6-B30AD45946EF}"/>
              </a:ext>
            </a:extLst>
          </p:cNvPr>
          <p:cNvSpPr>
            <a:spLocks xmlns:a="http://schemas.openxmlformats.org/drawingml/2006/main" noGrp="1"/>
          </p:cNvSpPr>
          <p:nvPr/>
        </p:nvSpPr>
        <p:spPr>
          <a:xfrm xmlns:a="http://schemas.openxmlformats.org/drawingml/2006/main">
            <a:off x="6619875" y="42291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B5526A24-E8C7-4EEC-A31F-10793481E629}"/>
              </a:ext>
            </a:extLst>
          </p:cNvPr>
          <p:cNvSpPr>
            <a:spLocks xmlns:a="http://schemas.openxmlformats.org/drawingml/2006/main" noGrp="1"/>
          </p:cNvSpPr>
          <p:nvPr/>
        </p:nvSpPr>
        <p:spPr>
          <a:xfrm xmlns:a="http://schemas.openxmlformats.org/drawingml/2006/main">
            <a:off x="6685359" y="42291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A978B410-49AD-4525-AE3D-8BEB9273516E}"/>
              </a:ext>
            </a:extLst>
          </p:cNvPr>
          <p:cNvSpPr>
            <a:spLocks xmlns:a="http://schemas.openxmlformats.org/drawingml/2006/main" noGrp="1"/>
          </p:cNvSpPr>
          <p:nvPr/>
        </p:nvSpPr>
        <p:spPr>
          <a:xfrm xmlns:a="http://schemas.openxmlformats.org/drawingml/2006/main">
            <a:off x="6750844" y="42291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6795E290-E77B-4F51-ABE0-08D716EB4A85}"/>
              </a:ext>
            </a:extLst>
          </p:cNvPr>
          <p:cNvSpPr>
            <a:spLocks xmlns:a="http://schemas.openxmlformats.org/drawingml/2006/main" noGrp="1"/>
          </p:cNvSpPr>
          <p:nvPr/>
        </p:nvSpPr>
        <p:spPr>
          <a:xfrm xmlns:a="http://schemas.openxmlformats.org/drawingml/2006/main">
            <a:off x="6816328" y="42291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1C0C588C-D380-40A9-8380-6B64A07DB540}"/>
              </a:ext>
            </a:extLst>
          </p:cNvPr>
          <p:cNvSpPr>
            <a:spLocks xmlns:a="http://schemas.openxmlformats.org/drawingml/2006/main" noGrp="1"/>
          </p:cNvSpPr>
          <p:nvPr/>
        </p:nvSpPr>
        <p:spPr>
          <a:xfrm xmlns:a="http://schemas.openxmlformats.org/drawingml/2006/main">
            <a:off x="6881813" y="42291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E43334D3-9EF7-4651-BF25-101B86956B35}"/>
              </a:ext>
            </a:extLst>
          </p:cNvPr>
          <p:cNvSpPr>
            <a:spLocks xmlns:a="http://schemas.openxmlformats.org/drawingml/2006/main" noGrp="1"/>
          </p:cNvSpPr>
          <p:nvPr/>
        </p:nvSpPr>
        <p:spPr>
          <a:xfrm xmlns:a="http://schemas.openxmlformats.org/drawingml/2006/main">
            <a:off x="6947297" y="42291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ACCA5EA1-2ED1-4D8D-B7E4-45B6BA1C4D10}"/>
              </a:ext>
            </a:extLst>
          </p:cNvPr>
          <p:cNvSpPr>
            <a:spLocks xmlns:a="http://schemas.openxmlformats.org/drawingml/2006/main" noGrp="1"/>
          </p:cNvSpPr>
          <p:nvPr/>
        </p:nvSpPr>
        <p:spPr>
          <a:xfrm xmlns:a="http://schemas.openxmlformats.org/drawingml/2006/main">
            <a:off x="7012781" y="42291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7AB476B9-2FC8-43A3-9FC5-B3F68D482AA7}"/>
              </a:ext>
            </a:extLst>
          </p:cNvPr>
          <p:cNvSpPr>
            <a:spLocks xmlns:a="http://schemas.openxmlformats.org/drawingml/2006/main" noGrp="1"/>
          </p:cNvSpPr>
          <p:nvPr/>
        </p:nvSpPr>
        <p:spPr>
          <a:xfrm xmlns:a="http://schemas.openxmlformats.org/drawingml/2006/main">
            <a:off x="7078266" y="42291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C6F35153-C96A-4D4A-815C-330BF015F96E}"/>
              </a:ext>
            </a:extLst>
          </p:cNvPr>
          <p:cNvSpPr>
            <a:spLocks xmlns:a="http://schemas.openxmlformats.org/drawingml/2006/main" noGrp="1"/>
          </p:cNvSpPr>
          <p:nvPr/>
        </p:nvSpPr>
        <p:spPr>
          <a:xfrm xmlns:a="http://schemas.openxmlformats.org/drawingml/2006/main">
            <a:off x="7143750" y="42291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06D10844-31A5-4CBC-A2DA-2E57D2E45592}"/>
              </a:ext>
            </a:extLst>
          </p:cNvPr>
          <p:cNvSpPr>
            <a:spLocks xmlns:a="http://schemas.openxmlformats.org/drawingml/2006/main" noGrp="1"/>
          </p:cNvSpPr>
          <p:nvPr/>
        </p:nvSpPr>
        <p:spPr>
          <a:xfrm xmlns:a="http://schemas.openxmlformats.org/drawingml/2006/main">
            <a:off x="7209234" y="42291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16D87723-5F31-4AE8-80CA-584522F65B7E}"/>
              </a:ext>
            </a:extLst>
          </p:cNvPr>
          <p:cNvSpPr>
            <a:spLocks xmlns:a="http://schemas.openxmlformats.org/drawingml/2006/main" noGrp="1"/>
          </p:cNvSpPr>
          <p:nvPr/>
        </p:nvSpPr>
        <p:spPr>
          <a:xfrm xmlns:a="http://schemas.openxmlformats.org/drawingml/2006/main">
            <a:off x="7274719" y="42291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AAE74032-739C-4271-BB8B-BD2BDB5B58CA}"/>
              </a:ext>
            </a:extLst>
          </p:cNvPr>
          <p:cNvSpPr>
            <a:spLocks xmlns:a="http://schemas.openxmlformats.org/drawingml/2006/main" noGrp="1"/>
          </p:cNvSpPr>
          <p:nvPr/>
        </p:nvSpPr>
        <p:spPr>
          <a:xfrm xmlns:a="http://schemas.openxmlformats.org/drawingml/2006/main">
            <a:off x="7340203" y="42291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6216B319-9A40-4737-8CEE-8CCB3EC063AF}"/>
              </a:ext>
            </a:extLst>
          </p:cNvPr>
          <p:cNvSpPr>
            <a:spLocks xmlns:a="http://schemas.openxmlformats.org/drawingml/2006/main" noGrp="1"/>
          </p:cNvSpPr>
          <p:nvPr/>
        </p:nvSpPr>
        <p:spPr>
          <a:xfrm xmlns:a="http://schemas.openxmlformats.org/drawingml/2006/main">
            <a:off x="7405688" y="42291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A251D8BE-BBED-421A-BA22-2CA4E8315FA2}"/>
              </a:ext>
            </a:extLst>
          </p:cNvPr>
          <p:cNvSpPr>
            <a:spLocks xmlns:a="http://schemas.openxmlformats.org/drawingml/2006/main" noGrp="1"/>
          </p:cNvSpPr>
          <p:nvPr/>
        </p:nvSpPr>
        <p:spPr>
          <a:xfrm xmlns:a="http://schemas.openxmlformats.org/drawingml/2006/main">
            <a:off x="7471172" y="42291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1B22DE7E-6639-4334-BC31-39D053D6A599}"/>
              </a:ext>
            </a:extLst>
          </p:cNvPr>
          <p:cNvSpPr>
            <a:spLocks xmlns:a="http://schemas.openxmlformats.org/drawingml/2006/main" noGrp="1"/>
          </p:cNvSpPr>
          <p:nvPr/>
        </p:nvSpPr>
        <p:spPr>
          <a:xfrm xmlns:a="http://schemas.openxmlformats.org/drawingml/2006/main">
            <a:off x="7536656" y="42291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B0D60516-4921-43B8-8218-258B72A106DC}"/>
              </a:ext>
            </a:extLst>
          </p:cNvPr>
          <p:cNvSpPr>
            <a:spLocks xmlns:a="http://schemas.openxmlformats.org/drawingml/2006/main" noGrp="1"/>
          </p:cNvSpPr>
          <p:nvPr/>
        </p:nvSpPr>
        <p:spPr>
          <a:xfrm xmlns:a="http://schemas.openxmlformats.org/drawingml/2006/main">
            <a:off x="7602141" y="42291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46E51124-E116-487D-8E78-8D036450B490}"/>
              </a:ext>
            </a:extLst>
          </p:cNvPr>
          <p:cNvSpPr>
            <a:spLocks xmlns:a="http://schemas.openxmlformats.org/drawingml/2006/main" noGrp="1"/>
          </p:cNvSpPr>
          <p:nvPr/>
        </p:nvSpPr>
        <p:spPr>
          <a:xfrm xmlns:a="http://schemas.openxmlformats.org/drawingml/2006/main">
            <a:off x="7667625" y="42291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D909B73E-7334-4438-AE2A-5BC340A53011}"/>
              </a:ext>
            </a:extLst>
          </p:cNvPr>
          <p:cNvSpPr>
            <a:spLocks xmlns:a="http://schemas.openxmlformats.org/drawingml/2006/main" noGrp="1"/>
          </p:cNvSpPr>
          <p:nvPr/>
        </p:nvSpPr>
        <p:spPr>
          <a:xfrm xmlns:a="http://schemas.openxmlformats.org/drawingml/2006/main">
            <a:off x="7733109" y="42291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60B89681-1F4F-4BE7-BAE6-C5AAA3FFFFFD}"/>
              </a:ext>
            </a:extLst>
          </p:cNvPr>
          <p:cNvSpPr>
            <a:spLocks xmlns:a="http://schemas.openxmlformats.org/drawingml/2006/main" noGrp="1"/>
          </p:cNvSpPr>
          <p:nvPr/>
        </p:nvSpPr>
        <p:spPr>
          <a:xfrm xmlns:a="http://schemas.openxmlformats.org/drawingml/2006/main">
            <a:off x="7798594" y="42291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4EAF447C-30B2-4FCF-8B77-1ACBACA2B4AB}"/>
              </a:ext>
            </a:extLst>
          </p:cNvPr>
          <p:cNvSpPr>
            <a:spLocks xmlns:a="http://schemas.openxmlformats.org/drawingml/2006/main" noGrp="1"/>
          </p:cNvSpPr>
          <p:nvPr/>
        </p:nvSpPr>
        <p:spPr>
          <a:xfrm xmlns:a="http://schemas.openxmlformats.org/drawingml/2006/main">
            <a:off x="7864078" y="42291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E2A5288A-BB8E-427D-8F31-31FD57E7674C}"/>
              </a:ext>
            </a:extLst>
          </p:cNvPr>
          <p:cNvSpPr>
            <a:spLocks xmlns:a="http://schemas.openxmlformats.org/drawingml/2006/main" noGrp="1"/>
          </p:cNvSpPr>
          <p:nvPr/>
        </p:nvSpPr>
        <p:spPr>
          <a:xfrm xmlns:a="http://schemas.openxmlformats.org/drawingml/2006/main">
            <a:off x="7929563" y="42291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6C3927DC-B9A9-4213-B4AD-C926F3C23C46}"/>
              </a:ext>
            </a:extLst>
          </p:cNvPr>
          <p:cNvSpPr>
            <a:spLocks xmlns:a="http://schemas.openxmlformats.org/drawingml/2006/main" noGrp="1"/>
          </p:cNvSpPr>
          <p:nvPr/>
        </p:nvSpPr>
        <p:spPr>
          <a:xfrm xmlns:a="http://schemas.openxmlformats.org/drawingml/2006/main">
            <a:off x="7995047" y="42291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4CDAD2CC-AADB-4D73-953A-CB3078265EB5}"/>
              </a:ext>
            </a:extLst>
          </p:cNvPr>
          <p:cNvSpPr>
            <a:spLocks xmlns:a="http://schemas.openxmlformats.org/drawingml/2006/main" noGrp="1"/>
          </p:cNvSpPr>
          <p:nvPr/>
        </p:nvSpPr>
        <p:spPr>
          <a:xfrm xmlns:a="http://schemas.openxmlformats.org/drawingml/2006/main">
            <a:off x="8060531" y="42291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EBF8DB14-7F20-48A8-AAB7-9E1040C99AA4}"/>
              </a:ext>
            </a:extLst>
          </p:cNvPr>
          <p:cNvSpPr>
            <a:spLocks xmlns:a="http://schemas.openxmlformats.org/drawingml/2006/main" noGrp="1"/>
          </p:cNvSpPr>
          <p:nvPr/>
        </p:nvSpPr>
        <p:spPr>
          <a:xfrm xmlns:a="http://schemas.openxmlformats.org/drawingml/2006/main">
            <a:off x="8126016" y="42291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DCD6EF60-42E0-4006-A8BC-2120CCEC172E}"/>
              </a:ext>
            </a:extLst>
          </p:cNvPr>
          <p:cNvSpPr>
            <a:spLocks xmlns:a="http://schemas.openxmlformats.org/drawingml/2006/main" noGrp="1"/>
          </p:cNvSpPr>
          <p:nvPr/>
        </p:nvSpPr>
        <p:spPr>
          <a:xfrm xmlns:a="http://schemas.openxmlformats.org/drawingml/2006/main">
            <a:off x="4000500" y="42291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10D00676-3741-46E2-B79A-4946B8887921}"/>
              </a:ext>
            </a:extLst>
          </p:cNvPr>
          <p:cNvSpPr>
            <a:spLocks xmlns:a="http://schemas.openxmlformats.org/drawingml/2006/main" noGrp="1"/>
          </p:cNvSpPr>
          <p:nvPr/>
        </p:nvSpPr>
        <p:spPr>
          <a:xfrm xmlns:a="http://schemas.openxmlformats.org/drawingml/2006/main">
            <a:off x="4000500"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7E25A2DB-096C-43BC-B511-A14961B3EE89}"/>
              </a:ext>
            </a:extLst>
          </p:cNvPr>
          <p:cNvSpPr>
            <a:spLocks xmlns:a="http://schemas.openxmlformats.org/drawingml/2006/main" noGrp="1"/>
          </p:cNvSpPr>
          <p:nvPr/>
        </p:nvSpPr>
        <p:spPr>
          <a:xfrm xmlns:a="http://schemas.openxmlformats.org/drawingml/2006/main">
            <a:off x="3657600"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10¹⁴</a:t>
            </a:r>
          </a:p>
        </p:txBody>
      </p:sp>
      <p:sp>
        <p:nvSpPr>
          <p:cNvPr id="157" name="">
            <a:extLst xmlns:a="http://schemas.openxmlformats.org/drawingml/2006/main">
              <a:ext uri="{FF2B5EF4-FFF2-40B4-BE49-F238E27FC236}">
                <a16:creationId xmlns:a16="http://schemas.microsoft.com/office/drawing/2014/main" id="{088D4442-2F05-43A6-964F-B6F091EBA8F4}"/>
              </a:ext>
            </a:extLst>
          </p:cNvPr>
          <p:cNvSpPr>
            <a:spLocks xmlns:a="http://schemas.openxmlformats.org/drawingml/2006/main" noGrp="1"/>
          </p:cNvSpPr>
          <p:nvPr/>
        </p:nvSpPr>
        <p:spPr>
          <a:xfrm xmlns:a="http://schemas.openxmlformats.org/drawingml/2006/main">
            <a:off x="4998357"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A5DCD9CA-1F63-43BC-AB38-7F5AA3172F81}"/>
              </a:ext>
            </a:extLst>
          </p:cNvPr>
          <p:cNvSpPr>
            <a:spLocks xmlns:a="http://schemas.openxmlformats.org/drawingml/2006/main" noGrp="1"/>
          </p:cNvSpPr>
          <p:nvPr/>
        </p:nvSpPr>
        <p:spPr>
          <a:xfrm xmlns:a="http://schemas.openxmlformats.org/drawingml/2006/main">
            <a:off x="4655457"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10¹⁵</a:t>
            </a:r>
          </a:p>
        </p:txBody>
      </p:sp>
      <p:sp>
        <p:nvSpPr>
          <p:cNvPr id="159" name="">
            <a:extLst xmlns:a="http://schemas.openxmlformats.org/drawingml/2006/main">
              <a:ext uri="{FF2B5EF4-FFF2-40B4-BE49-F238E27FC236}">
                <a16:creationId xmlns:a16="http://schemas.microsoft.com/office/drawing/2014/main" id="{FA6C5E71-9D36-4C38-A0F7-47B8B45D0951}"/>
              </a:ext>
            </a:extLst>
          </p:cNvPr>
          <p:cNvSpPr>
            <a:spLocks xmlns:a="http://schemas.openxmlformats.org/drawingml/2006/main" noGrp="1"/>
          </p:cNvSpPr>
          <p:nvPr/>
        </p:nvSpPr>
        <p:spPr>
          <a:xfrm xmlns:a="http://schemas.openxmlformats.org/drawingml/2006/main">
            <a:off x="5996214"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68FCE002-895C-47A3-8F6F-4F78FBB5490A}"/>
              </a:ext>
            </a:extLst>
          </p:cNvPr>
          <p:cNvSpPr>
            <a:spLocks xmlns:a="http://schemas.openxmlformats.org/drawingml/2006/main" noGrp="1"/>
          </p:cNvSpPr>
          <p:nvPr/>
        </p:nvSpPr>
        <p:spPr>
          <a:xfrm xmlns:a="http://schemas.openxmlformats.org/drawingml/2006/main">
            <a:off x="5653314"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10¹⁶</a:t>
            </a:r>
          </a:p>
        </p:txBody>
      </p:sp>
      <p:sp>
        <p:nvSpPr>
          <p:cNvPr id="161" name="">
            <a:extLst xmlns:a="http://schemas.openxmlformats.org/drawingml/2006/main">
              <a:ext uri="{FF2B5EF4-FFF2-40B4-BE49-F238E27FC236}">
                <a16:creationId xmlns:a16="http://schemas.microsoft.com/office/drawing/2014/main" id="{FE4E76BA-109E-4F07-8448-E28DE5E5677C}"/>
              </a:ext>
            </a:extLst>
          </p:cNvPr>
          <p:cNvSpPr>
            <a:spLocks xmlns:a="http://schemas.openxmlformats.org/drawingml/2006/main" noGrp="1"/>
          </p:cNvSpPr>
          <p:nvPr/>
        </p:nvSpPr>
        <p:spPr>
          <a:xfrm xmlns:a="http://schemas.openxmlformats.org/drawingml/2006/main">
            <a:off x="699407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1D8A2869-3B84-4FDD-BB90-DB1300F11D43}"/>
              </a:ext>
            </a:extLst>
          </p:cNvPr>
          <p:cNvSpPr>
            <a:spLocks xmlns:a="http://schemas.openxmlformats.org/drawingml/2006/main" noGrp="1"/>
          </p:cNvSpPr>
          <p:nvPr/>
        </p:nvSpPr>
        <p:spPr>
          <a:xfrm xmlns:a="http://schemas.openxmlformats.org/drawingml/2006/main">
            <a:off x="665117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10¹⁷</a:t>
            </a:r>
          </a:p>
        </p:txBody>
      </p:sp>
      <p:sp>
        <p:nvSpPr>
          <p:cNvPr id="163" name="">
            <a:extLst xmlns:a="http://schemas.openxmlformats.org/drawingml/2006/main">
              <a:ext uri="{FF2B5EF4-FFF2-40B4-BE49-F238E27FC236}">
                <a16:creationId xmlns:a16="http://schemas.microsoft.com/office/drawing/2014/main" id="{E2379C67-AEFA-4115-B51E-4024B10C45A5}"/>
              </a:ext>
            </a:extLst>
          </p:cNvPr>
          <p:cNvSpPr>
            <a:spLocks xmlns:a="http://schemas.openxmlformats.org/drawingml/2006/main" noGrp="1"/>
          </p:cNvSpPr>
          <p:nvPr/>
        </p:nvSpPr>
        <p:spPr>
          <a:xfrm xmlns:a="http://schemas.openxmlformats.org/drawingml/2006/main">
            <a:off x="7991929"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A1E28A44-5E5B-4381-A3EF-6AA5F130A853}"/>
              </a:ext>
            </a:extLst>
          </p:cNvPr>
          <p:cNvSpPr>
            <a:spLocks xmlns:a="http://schemas.openxmlformats.org/drawingml/2006/main" noGrp="1"/>
          </p:cNvSpPr>
          <p:nvPr/>
        </p:nvSpPr>
        <p:spPr>
          <a:xfrm xmlns:a="http://schemas.openxmlformats.org/drawingml/2006/main">
            <a:off x="7649029"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10¹⁸</a:t>
            </a:r>
          </a:p>
        </p:txBody>
      </p:sp>
      <p:sp>
        <p:nvSpPr>
          <p:cNvPr id="165" name="">
            <a:extLst xmlns:a="http://schemas.openxmlformats.org/drawingml/2006/main">
              <a:ext uri="{FF2B5EF4-FFF2-40B4-BE49-F238E27FC236}">
                <a16:creationId xmlns:a16="http://schemas.microsoft.com/office/drawing/2014/main" id="{F006B120-1459-4BF3-BEAB-290B44375462}"/>
              </a:ext>
            </a:extLst>
          </p:cNvPr>
          <p:cNvSpPr>
            <a:spLocks xmlns:a="http://schemas.openxmlformats.org/drawingml/2006/main" noGrp="1"/>
          </p:cNvSpPr>
          <p:nvPr/>
        </p:nvSpPr>
        <p:spPr>
          <a:xfrm xmlns:a="http://schemas.openxmlformats.org/drawingml/2006/main">
            <a:off x="4000500" y="40195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log₁₀(nAr⁺ / m⁻³)</a:t>
            </a:r>
          </a:p>
        </p:txBody>
      </p:sp>
      <p:sp>
        <p:nvSpPr>
          <p:cNvPr id="167" name="">
            <a:extLst xmlns:a="http://schemas.openxmlformats.org/drawingml/2006/main">
              <a:ext uri="{FF2B5EF4-FFF2-40B4-BE49-F238E27FC236}">
                <a16:creationId xmlns:a16="http://schemas.microsoft.com/office/drawing/2014/main" id="{DCE5FA3A-917F-459B-903E-06DA821EA68C}"/>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∇·(ε₀∇φ) = −e(nAr⁺ − nₑ)</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λD/L ≪ 1 なら nAr⁺ ≃ nₑ</a:t>
            </a:r>
          </a:p>
        </p:txBody>
      </p:sp>
      <p:sp>
        <p:nvSpPr>
          <p:cNvPr id="169" name="">
            <a:extLst xmlns:a="http://schemas.openxmlformats.org/drawingml/2006/main">
              <a:ext uri="{FF2B5EF4-FFF2-40B4-BE49-F238E27FC236}">
                <a16:creationId xmlns:a16="http://schemas.microsoft.com/office/drawing/2014/main" id="{41F3E8ED-C86A-45EA-8E5E-B2988DDAD47B}"/>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two-termの|nAr⁺−nₑ|/maxは中央値 0.17%、95%点 18.9%。壁・シース節点を含む。</a:t>
            </a:r>
          </a:p>
        </p:txBody>
      </p:sp>
      <p:sp>
        <p:nvSpPr>
          <p:cNvPr id="172" name="">
            <a:extLst xmlns:a="http://schemas.openxmlformats.org/drawingml/2006/main">
              <a:ext uri="{FF2B5EF4-FFF2-40B4-BE49-F238E27FC236}">
                <a16:creationId xmlns:a16="http://schemas.microsoft.com/office/drawing/2014/main" id="{2898C881-CC84-4CAB-A7F5-508AD689D603}"/>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体積積分NAr⁺の</a:t>
            </a:r>
            <a:r>
              <a:rPr sz="1275" b="1" i="0">
                <a:solidFill>
                  <a:srgbClr val="6DBB20"/>
                </a:solidFill>
                <a:latin typeface="Noto Sans JP"/>
                <a:ea typeface="Noto Sans JP"/>
                <a:cs typeface="Noto Sans JP"/>
              </a:rPr>
              <a:t>標準COMSOL比</a:t>
            </a:r>
            <a:r>
              <a:rPr sz="1275" b="1" i="0">
                <a:solidFill>
                  <a:srgbClr val="6DBB20"/>
                </a:solidFill>
                <a:latin typeface="Noto Sans JP"/>
                <a:ea typeface="Noto Sans JP"/>
                <a:cs typeface="Noto Sans JP"/>
              </a:rPr>
              <a:t>（2T / MC / P1）= -35.4% / -35.0% / -34.8%。nₑと同じ</a:t>
            </a:r>
            <a:r>
              <a:rPr sz="1275" b="1" i="0">
                <a:solidFill>
                  <a:srgbClr val="6DBB20"/>
                </a:solidFill>
                <a:latin typeface="Noto Sans JP"/>
                <a:ea typeface="Noto Sans JP"/>
                <a:cs typeface="Noto Sans JP"/>
              </a:rPr>
              <a:t>全体応答</a:t>
            </a:r>
            <a:r>
              <a:rPr sz="1275" b="1" i="0">
                <a:solidFill>
                  <a:srgbClr val="6DBB20"/>
                </a:solidFill>
                <a:latin typeface="Noto Sans JP"/>
                <a:ea typeface="Noto Sans JP"/>
                <a:cs typeface="Noto Sans JP"/>
              </a:rPr>
              <a:t>。</a:t>
            </a:r>
          </a:p>
        </p:txBody>
      </p:sp>
      <p:sp>
        <p:nvSpPr>
          <p:cNvPr id="173" name="">
            <a:extLst xmlns:a="http://schemas.openxmlformats.org/drawingml/2006/main">
              <a:ext uri="{FF2B5EF4-FFF2-40B4-BE49-F238E27FC236}">
                <a16:creationId xmlns:a16="http://schemas.microsoft.com/office/drawing/2014/main" id="{0D400782-6EAB-4720-9933-07F54E963199}"/>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79" name="title">
            <a:extLst xmlns:a="http://schemas.openxmlformats.org/drawingml/2006/main">
              <a:ext uri="{FF2B5EF4-FFF2-40B4-BE49-F238E27FC236}">
                <a16:creationId xmlns:a16="http://schemas.microsoft.com/office/drawing/2014/main" id="{48276545-5B3A-4BF0-94D6-F4051EB0507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Ar⁺：電子密度に追随し、壁近傍では準中性から外れる</a:t>
            </a:r>
          </a:p>
        </p:txBody>
      </p:sp>
      <p:sp>
        <p:nvSpPr>
          <p:cNvPr id="180" name="">
            <a:extLst xmlns:a="http://schemas.openxmlformats.org/drawingml/2006/main">
              <a:ext uri="{FF2B5EF4-FFF2-40B4-BE49-F238E27FC236}">
                <a16:creationId xmlns:a16="http://schemas.microsoft.com/office/drawing/2014/main" id="{99FDD3D2-A149-45C6-B8C4-D139E7BA701C}"/>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6" name="section">
            <a:extLst xmlns:a="http://schemas.openxmlformats.org/drawingml/2006/main">
              <a:ext uri="{FF2B5EF4-FFF2-40B4-BE49-F238E27FC236}">
                <a16:creationId xmlns:a16="http://schemas.microsoft.com/office/drawing/2014/main" id="{13F3DA7B-87F5-481E-A29B-6C89B7D2A9E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34071688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BA184BF-A17D-420B-801A-F040EEE1804B}"/>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DE22B30F-59B0-4A3B-86DA-6BD7D1B4BDC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75A66975-B293-4502-8008-3ED62B2C8377}"/>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53</a:t>
            </a:r>
          </a:p>
        </p:txBody>
      </p:sp>
      <p:sp>
        <p:nvSpPr>
          <p:cNvPr id="9" name="">
            <a:extLst xmlns:a="http://schemas.openxmlformats.org/drawingml/2006/main">
              <a:ext uri="{FF2B5EF4-FFF2-40B4-BE49-F238E27FC236}">
                <a16:creationId xmlns:a16="http://schemas.microsoft.com/office/drawing/2014/main" id="{3695A35C-400E-48AB-B420-9FEA92197D88}"/>
              </a:ext>
            </a:extLst>
          </p:cNvPr>
          <p:cNvSpPr>
            <a:spLocks xmlns:a="http://schemas.openxmlformats.org/drawingml/2006/main" noGrp="1"/>
          </p:cNvSpPr>
          <p:nvPr/>
        </p:nvSpPr>
        <p:spPr>
          <a:xfrm xmlns:a="http://schemas.openxmlformats.org/drawingml/2006/main">
            <a:off x="37147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822A2603-4780-44B9-9DBF-EEEA7127CBA4}"/>
              </a:ext>
            </a:extLst>
          </p:cNvPr>
          <p:cNvSpPr>
            <a:spLocks xmlns:a="http://schemas.openxmlformats.org/drawingml/2006/main" noGrp="1"/>
          </p:cNvSpPr>
          <p:nvPr/>
        </p:nvSpPr>
        <p:spPr>
          <a:xfrm xmlns:a="http://schemas.openxmlformats.org/drawingml/2006/main">
            <a:off x="56197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c513e4d755a74aef"/>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B7B8D90-0196-4267-BBF6-7F831E2151A2}"/>
              </a:ext>
            </a:extLst>
          </p:cNvPr>
          <p:cNvSpPr>
            <a:spLocks xmlns:a="http://schemas.openxmlformats.org/drawingml/2006/main" noGrp="1"/>
          </p:cNvSpPr>
          <p:nvPr/>
        </p:nvSpPr>
        <p:spPr>
          <a:xfrm xmlns:a="http://schemas.openxmlformats.org/drawingml/2006/main">
            <a:off x="5619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063E8B55-8EC8-4D38-823D-B2FF2877252F}"/>
              </a:ext>
            </a:extLst>
          </p:cNvPr>
          <p:cNvSpPr>
            <a:spLocks xmlns:a="http://schemas.openxmlformats.org/drawingml/2006/main" noGrp="1"/>
          </p:cNvSpPr>
          <p:nvPr/>
        </p:nvSpPr>
        <p:spPr>
          <a:xfrm xmlns:a="http://schemas.openxmlformats.org/drawingml/2006/main">
            <a:off x="4381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D5A58EB3-CB6A-4A93-B5D8-4171054E0827}"/>
              </a:ext>
            </a:extLst>
          </p:cNvPr>
          <p:cNvSpPr>
            <a:spLocks xmlns:a="http://schemas.openxmlformats.org/drawingml/2006/main" noGrp="1"/>
          </p:cNvSpPr>
          <p:nvPr/>
        </p:nvSpPr>
        <p:spPr>
          <a:xfrm xmlns:a="http://schemas.openxmlformats.org/drawingml/2006/main">
            <a:off x="142602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C267E5C7-C7B5-4D71-807A-F16C3984A66E}"/>
              </a:ext>
            </a:extLst>
          </p:cNvPr>
          <p:cNvSpPr>
            <a:spLocks xmlns:a="http://schemas.openxmlformats.org/drawingml/2006/main" noGrp="1"/>
          </p:cNvSpPr>
          <p:nvPr/>
        </p:nvSpPr>
        <p:spPr>
          <a:xfrm xmlns:a="http://schemas.openxmlformats.org/drawingml/2006/main">
            <a:off x="130220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2AA1DC02-C985-4123-8FBA-723C7BACAFFC}"/>
              </a:ext>
            </a:extLst>
          </p:cNvPr>
          <p:cNvSpPr>
            <a:spLocks xmlns:a="http://schemas.openxmlformats.org/drawingml/2006/main" noGrp="1"/>
          </p:cNvSpPr>
          <p:nvPr/>
        </p:nvSpPr>
        <p:spPr>
          <a:xfrm xmlns:a="http://schemas.openxmlformats.org/drawingml/2006/main">
            <a:off x="229008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E8B1854C-7516-4D34-8722-6C89A410A037}"/>
              </a:ext>
            </a:extLst>
          </p:cNvPr>
          <p:cNvSpPr>
            <a:spLocks xmlns:a="http://schemas.openxmlformats.org/drawingml/2006/main" noGrp="1"/>
          </p:cNvSpPr>
          <p:nvPr/>
        </p:nvSpPr>
        <p:spPr>
          <a:xfrm xmlns:a="http://schemas.openxmlformats.org/drawingml/2006/main">
            <a:off x="216625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1B5354BF-F2D6-4D82-8E5C-6ECD26FBE3B3}"/>
              </a:ext>
            </a:extLst>
          </p:cNvPr>
          <p:cNvSpPr>
            <a:spLocks xmlns:a="http://schemas.openxmlformats.org/drawingml/2006/main" noGrp="1"/>
          </p:cNvSpPr>
          <p:nvPr/>
        </p:nvSpPr>
        <p:spPr>
          <a:xfrm xmlns:a="http://schemas.openxmlformats.org/drawingml/2006/main">
            <a:off x="29813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87570EAD-6B25-497F-90B7-A90F6CF94442}"/>
              </a:ext>
            </a:extLst>
          </p:cNvPr>
          <p:cNvSpPr>
            <a:spLocks xmlns:a="http://schemas.openxmlformats.org/drawingml/2006/main" noGrp="1"/>
          </p:cNvSpPr>
          <p:nvPr/>
        </p:nvSpPr>
        <p:spPr>
          <a:xfrm xmlns:a="http://schemas.openxmlformats.org/drawingml/2006/main">
            <a:off x="28575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7D5B77E0-B93F-491D-8A7A-0C152B1619D5}"/>
              </a:ext>
            </a:extLst>
          </p:cNvPr>
          <p:cNvSpPr>
            <a:spLocks xmlns:a="http://schemas.openxmlformats.org/drawingml/2006/main" noGrp="1"/>
          </p:cNvSpPr>
          <p:nvPr/>
        </p:nvSpPr>
        <p:spPr>
          <a:xfrm xmlns:a="http://schemas.openxmlformats.org/drawingml/2006/main">
            <a:off x="51435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0A4F527A-78DE-4B5C-955B-26F3D3BB99AB}"/>
              </a:ext>
            </a:extLst>
          </p:cNvPr>
          <p:cNvSpPr>
            <a:spLocks xmlns:a="http://schemas.openxmlformats.org/drawingml/2006/main" noGrp="1"/>
          </p:cNvSpPr>
          <p:nvPr/>
        </p:nvSpPr>
        <p:spPr>
          <a:xfrm xmlns:a="http://schemas.openxmlformats.org/drawingml/2006/main">
            <a:off x="20002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0DD2B643-E468-4DB2-92A7-D87A26A101EB}"/>
              </a:ext>
            </a:extLst>
          </p:cNvPr>
          <p:cNvSpPr>
            <a:spLocks xmlns:a="http://schemas.openxmlformats.org/drawingml/2006/main" noGrp="1"/>
          </p:cNvSpPr>
          <p:nvPr/>
        </p:nvSpPr>
        <p:spPr>
          <a:xfrm xmlns:a="http://schemas.openxmlformats.org/drawingml/2006/main">
            <a:off x="51435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0FD439E3-80BC-411C-939E-65DD6114B70E}"/>
              </a:ext>
            </a:extLst>
          </p:cNvPr>
          <p:cNvSpPr>
            <a:spLocks xmlns:a="http://schemas.openxmlformats.org/drawingml/2006/main" noGrp="1"/>
          </p:cNvSpPr>
          <p:nvPr/>
        </p:nvSpPr>
        <p:spPr>
          <a:xfrm xmlns:a="http://schemas.openxmlformats.org/drawingml/2006/main">
            <a:off x="20002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CDBFE6B6-ECC4-44F7-9869-8F33978CC6C3}"/>
              </a:ext>
            </a:extLst>
          </p:cNvPr>
          <p:cNvSpPr>
            <a:spLocks xmlns:a="http://schemas.openxmlformats.org/drawingml/2006/main" noGrp="1"/>
          </p:cNvSpPr>
          <p:nvPr/>
        </p:nvSpPr>
        <p:spPr>
          <a:xfrm xmlns:a="http://schemas.openxmlformats.org/drawingml/2006/main">
            <a:off x="51435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DE594526-B13A-435D-B5AB-A9B0886711F6}"/>
              </a:ext>
            </a:extLst>
          </p:cNvPr>
          <p:cNvSpPr>
            <a:spLocks xmlns:a="http://schemas.openxmlformats.org/drawingml/2006/main" noGrp="1"/>
          </p:cNvSpPr>
          <p:nvPr/>
        </p:nvSpPr>
        <p:spPr>
          <a:xfrm xmlns:a="http://schemas.openxmlformats.org/drawingml/2006/main">
            <a:off x="20002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53562E78-7D39-459A-BED3-5EA3AA60B451}"/>
              </a:ext>
            </a:extLst>
          </p:cNvPr>
          <p:cNvSpPr>
            <a:spLocks xmlns:a="http://schemas.openxmlformats.org/drawingml/2006/main" noGrp="1"/>
          </p:cNvSpPr>
          <p:nvPr/>
        </p:nvSpPr>
        <p:spPr>
          <a:xfrm xmlns:a="http://schemas.openxmlformats.org/drawingml/2006/main">
            <a:off x="51435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853A8901-4856-4BC9-9813-CD11C94DAFB9}"/>
              </a:ext>
            </a:extLst>
          </p:cNvPr>
          <p:cNvSpPr>
            <a:spLocks xmlns:a="http://schemas.openxmlformats.org/drawingml/2006/main" noGrp="1"/>
          </p:cNvSpPr>
          <p:nvPr/>
        </p:nvSpPr>
        <p:spPr>
          <a:xfrm xmlns:a="http://schemas.openxmlformats.org/drawingml/2006/main">
            <a:off x="20002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57251B93-2910-44F8-BFCB-56FF043436A2}"/>
              </a:ext>
            </a:extLst>
          </p:cNvPr>
          <p:cNvSpPr>
            <a:spLocks xmlns:a="http://schemas.openxmlformats.org/drawingml/2006/main" noGrp="1"/>
          </p:cNvSpPr>
          <p:nvPr/>
        </p:nvSpPr>
        <p:spPr>
          <a:xfrm xmlns:a="http://schemas.openxmlformats.org/drawingml/2006/main">
            <a:off x="143827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463D2AF5-D634-4738-9A8B-BDEA60E890BC}"/>
              </a:ext>
            </a:extLst>
          </p:cNvPr>
          <p:cNvSpPr>
            <a:spLocks xmlns:a="http://schemas.openxmlformats.org/drawingml/2006/main" noGrp="1"/>
          </p:cNvSpPr>
          <p:nvPr/>
        </p:nvSpPr>
        <p:spPr>
          <a:xfrm xmlns:a="http://schemas.openxmlformats.org/drawingml/2006/main">
            <a:off x="142875" y="23931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0BAB5738-0ADA-4A20-B956-698E47F72FE5}"/>
              </a:ext>
            </a:extLst>
          </p:cNvPr>
          <p:cNvSpPr>
            <a:spLocks xmlns:a="http://schemas.openxmlformats.org/drawingml/2006/main" noGrp="1"/>
          </p:cNvSpPr>
          <p:nvPr/>
        </p:nvSpPr>
        <p:spPr>
          <a:xfrm xmlns:a="http://schemas.openxmlformats.org/drawingml/2006/main">
            <a:off x="333375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7D746913-0F23-4457-ACB4-F280735AD8A5}"/>
              </a:ext>
            </a:extLst>
          </p:cNvPr>
          <p:cNvSpPr>
            <a:spLocks xmlns:a="http://schemas.openxmlformats.org/drawingml/2006/main" noGrp="1"/>
          </p:cNvSpPr>
          <p:nvPr/>
        </p:nvSpPr>
        <p:spPr>
          <a:xfrm xmlns:a="http://schemas.openxmlformats.org/drawingml/2006/main">
            <a:off x="352425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16" name=""/>
          <p:cNvPicPr>
            <a:picLocks xmlns:a="http://schemas.openxmlformats.org/drawingml/2006/main" noChangeAspect="1"/>
          </p:cNvPicPr>
          <p:nvPr/>
        </p:nvPicPr>
        <p:blipFill>
          <a:blip xmlns:r="http://schemas.openxmlformats.org/officeDocument/2006/relationships" xmlns:a="http://schemas.openxmlformats.org/drawingml/2006/main" r:embed="Rc5c1c1748ed84bc6"/>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DD74121C-4287-4E02-80C9-E13856FD6598}"/>
              </a:ext>
            </a:extLst>
          </p:cNvPr>
          <p:cNvSpPr>
            <a:spLocks xmlns:a="http://schemas.openxmlformats.org/drawingml/2006/main" noGrp="1"/>
          </p:cNvSpPr>
          <p:nvPr/>
        </p:nvSpPr>
        <p:spPr>
          <a:xfrm xmlns:a="http://schemas.openxmlformats.org/drawingml/2006/main">
            <a:off x="35242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794658F3-5468-4B1E-BEFA-FBDCA5B25BCB}"/>
              </a:ext>
            </a:extLst>
          </p:cNvPr>
          <p:cNvSpPr>
            <a:spLocks xmlns:a="http://schemas.openxmlformats.org/drawingml/2006/main" noGrp="1"/>
          </p:cNvSpPr>
          <p:nvPr/>
        </p:nvSpPr>
        <p:spPr>
          <a:xfrm xmlns:a="http://schemas.openxmlformats.org/drawingml/2006/main">
            <a:off x="34004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6BAB3A23-E245-41CD-BD33-91B95AC6DBB3}"/>
              </a:ext>
            </a:extLst>
          </p:cNvPr>
          <p:cNvSpPr>
            <a:spLocks xmlns:a="http://schemas.openxmlformats.org/drawingml/2006/main" noGrp="1"/>
          </p:cNvSpPr>
          <p:nvPr/>
        </p:nvSpPr>
        <p:spPr>
          <a:xfrm xmlns:a="http://schemas.openxmlformats.org/drawingml/2006/main">
            <a:off x="438830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080C2798-9EA9-4AE4-B425-77ED35CC6EC0}"/>
              </a:ext>
            </a:extLst>
          </p:cNvPr>
          <p:cNvSpPr>
            <a:spLocks xmlns:a="http://schemas.openxmlformats.org/drawingml/2006/main" noGrp="1"/>
          </p:cNvSpPr>
          <p:nvPr/>
        </p:nvSpPr>
        <p:spPr>
          <a:xfrm xmlns:a="http://schemas.openxmlformats.org/drawingml/2006/main">
            <a:off x="426447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8B25424F-D45E-4C09-B298-7F35F3A497F6}"/>
              </a:ext>
            </a:extLst>
          </p:cNvPr>
          <p:cNvSpPr>
            <a:spLocks xmlns:a="http://schemas.openxmlformats.org/drawingml/2006/main" noGrp="1"/>
          </p:cNvSpPr>
          <p:nvPr/>
        </p:nvSpPr>
        <p:spPr>
          <a:xfrm xmlns:a="http://schemas.openxmlformats.org/drawingml/2006/main">
            <a:off x="525235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8C3C892C-0559-4E8E-8A22-89999F5AA98C}"/>
              </a:ext>
            </a:extLst>
          </p:cNvPr>
          <p:cNvSpPr>
            <a:spLocks xmlns:a="http://schemas.openxmlformats.org/drawingml/2006/main" noGrp="1"/>
          </p:cNvSpPr>
          <p:nvPr/>
        </p:nvSpPr>
        <p:spPr>
          <a:xfrm xmlns:a="http://schemas.openxmlformats.org/drawingml/2006/main">
            <a:off x="512853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58A76A3E-E84F-4995-A444-8A3811C8D7EE}"/>
              </a:ext>
            </a:extLst>
          </p:cNvPr>
          <p:cNvSpPr>
            <a:spLocks xmlns:a="http://schemas.openxmlformats.org/drawingml/2006/main" noGrp="1"/>
          </p:cNvSpPr>
          <p:nvPr/>
        </p:nvSpPr>
        <p:spPr>
          <a:xfrm xmlns:a="http://schemas.openxmlformats.org/drawingml/2006/main">
            <a:off x="59436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9BDB3816-F516-454C-848F-EDC0F6813A1F}"/>
              </a:ext>
            </a:extLst>
          </p:cNvPr>
          <p:cNvSpPr>
            <a:spLocks xmlns:a="http://schemas.openxmlformats.org/drawingml/2006/main" noGrp="1"/>
          </p:cNvSpPr>
          <p:nvPr/>
        </p:nvSpPr>
        <p:spPr>
          <a:xfrm xmlns:a="http://schemas.openxmlformats.org/drawingml/2006/main">
            <a:off x="58197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F27FFB6B-B89A-42A7-B4D2-66C957AB7BBE}"/>
              </a:ext>
            </a:extLst>
          </p:cNvPr>
          <p:cNvSpPr>
            <a:spLocks xmlns:a="http://schemas.openxmlformats.org/drawingml/2006/main" noGrp="1"/>
          </p:cNvSpPr>
          <p:nvPr/>
        </p:nvSpPr>
        <p:spPr>
          <a:xfrm xmlns:a="http://schemas.openxmlformats.org/drawingml/2006/main">
            <a:off x="347662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A71B895A-8CDB-4996-982F-E2E46F4B07B3}"/>
              </a:ext>
            </a:extLst>
          </p:cNvPr>
          <p:cNvSpPr>
            <a:spLocks xmlns:a="http://schemas.openxmlformats.org/drawingml/2006/main" noGrp="1"/>
          </p:cNvSpPr>
          <p:nvPr/>
        </p:nvSpPr>
        <p:spPr>
          <a:xfrm xmlns:a="http://schemas.openxmlformats.org/drawingml/2006/main">
            <a:off x="316230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371F16E0-1399-49ED-87B4-E6514C1D962C}"/>
              </a:ext>
            </a:extLst>
          </p:cNvPr>
          <p:cNvSpPr>
            <a:spLocks xmlns:a="http://schemas.openxmlformats.org/drawingml/2006/main" noGrp="1"/>
          </p:cNvSpPr>
          <p:nvPr/>
        </p:nvSpPr>
        <p:spPr>
          <a:xfrm xmlns:a="http://schemas.openxmlformats.org/drawingml/2006/main">
            <a:off x="347662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2BDC55EC-78C2-4FC6-B8B4-E2E1EDEB15C9}"/>
              </a:ext>
            </a:extLst>
          </p:cNvPr>
          <p:cNvSpPr>
            <a:spLocks xmlns:a="http://schemas.openxmlformats.org/drawingml/2006/main" noGrp="1"/>
          </p:cNvSpPr>
          <p:nvPr/>
        </p:nvSpPr>
        <p:spPr>
          <a:xfrm xmlns:a="http://schemas.openxmlformats.org/drawingml/2006/main">
            <a:off x="316230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5285C139-DB7C-498A-A3D7-A7E1C3696EF1}"/>
              </a:ext>
            </a:extLst>
          </p:cNvPr>
          <p:cNvSpPr>
            <a:spLocks xmlns:a="http://schemas.openxmlformats.org/drawingml/2006/main" noGrp="1"/>
          </p:cNvSpPr>
          <p:nvPr/>
        </p:nvSpPr>
        <p:spPr>
          <a:xfrm xmlns:a="http://schemas.openxmlformats.org/drawingml/2006/main">
            <a:off x="347662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6C82ECEF-BA91-483A-AA7A-7EF81B611456}"/>
              </a:ext>
            </a:extLst>
          </p:cNvPr>
          <p:cNvSpPr>
            <a:spLocks xmlns:a="http://schemas.openxmlformats.org/drawingml/2006/main" noGrp="1"/>
          </p:cNvSpPr>
          <p:nvPr/>
        </p:nvSpPr>
        <p:spPr>
          <a:xfrm xmlns:a="http://schemas.openxmlformats.org/drawingml/2006/main">
            <a:off x="316230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8ADE0DF0-FC27-4066-9526-344A1C9AE930}"/>
              </a:ext>
            </a:extLst>
          </p:cNvPr>
          <p:cNvSpPr>
            <a:spLocks xmlns:a="http://schemas.openxmlformats.org/drawingml/2006/main" noGrp="1"/>
          </p:cNvSpPr>
          <p:nvPr/>
        </p:nvSpPr>
        <p:spPr>
          <a:xfrm xmlns:a="http://schemas.openxmlformats.org/drawingml/2006/main">
            <a:off x="347662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663DB9E5-1CBC-4ED7-8A30-BC9CA5480435}"/>
              </a:ext>
            </a:extLst>
          </p:cNvPr>
          <p:cNvSpPr>
            <a:spLocks xmlns:a="http://schemas.openxmlformats.org/drawingml/2006/main" noGrp="1"/>
          </p:cNvSpPr>
          <p:nvPr/>
        </p:nvSpPr>
        <p:spPr>
          <a:xfrm xmlns:a="http://schemas.openxmlformats.org/drawingml/2006/main">
            <a:off x="316230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EAFF1915-B111-4B8F-82F7-BFBF0ABAFFA2}"/>
              </a:ext>
            </a:extLst>
          </p:cNvPr>
          <p:cNvSpPr>
            <a:spLocks xmlns:a="http://schemas.openxmlformats.org/drawingml/2006/main" noGrp="1"/>
          </p:cNvSpPr>
          <p:nvPr/>
        </p:nvSpPr>
        <p:spPr>
          <a:xfrm xmlns:a="http://schemas.openxmlformats.org/drawingml/2006/main">
            <a:off x="440055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7CEE030D-F059-4A79-8592-A58868BF4E94}"/>
              </a:ext>
            </a:extLst>
          </p:cNvPr>
          <p:cNvSpPr>
            <a:spLocks xmlns:a="http://schemas.openxmlformats.org/drawingml/2006/main" noGrp="1"/>
          </p:cNvSpPr>
          <p:nvPr/>
        </p:nvSpPr>
        <p:spPr>
          <a:xfrm xmlns:a="http://schemas.openxmlformats.org/drawingml/2006/main">
            <a:off x="629602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0E8CD95E-F729-4448-AA90-6357207E098D}"/>
              </a:ext>
            </a:extLst>
          </p:cNvPr>
          <p:cNvSpPr>
            <a:spLocks xmlns:a="http://schemas.openxmlformats.org/drawingml/2006/main" noGrp="1"/>
          </p:cNvSpPr>
          <p:nvPr/>
        </p:nvSpPr>
        <p:spPr>
          <a:xfrm xmlns:a="http://schemas.openxmlformats.org/drawingml/2006/main">
            <a:off x="648652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0662980d3e304fc7"/>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A9F1B88C-4402-414E-BA24-A55E0721DAEA}"/>
              </a:ext>
            </a:extLst>
          </p:cNvPr>
          <p:cNvSpPr>
            <a:spLocks xmlns:a="http://schemas.openxmlformats.org/drawingml/2006/main" noGrp="1"/>
          </p:cNvSpPr>
          <p:nvPr/>
        </p:nvSpPr>
        <p:spPr>
          <a:xfrm xmlns:a="http://schemas.openxmlformats.org/drawingml/2006/main">
            <a:off x="64865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5AE82212-23DC-4123-A748-2CBB1D9EB3BA}"/>
              </a:ext>
            </a:extLst>
          </p:cNvPr>
          <p:cNvSpPr>
            <a:spLocks xmlns:a="http://schemas.openxmlformats.org/drawingml/2006/main" noGrp="1"/>
          </p:cNvSpPr>
          <p:nvPr/>
        </p:nvSpPr>
        <p:spPr>
          <a:xfrm xmlns:a="http://schemas.openxmlformats.org/drawingml/2006/main">
            <a:off x="63627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4ABADDEE-ABC1-454B-95C7-8390E68B0C09}"/>
              </a:ext>
            </a:extLst>
          </p:cNvPr>
          <p:cNvSpPr>
            <a:spLocks xmlns:a="http://schemas.openxmlformats.org/drawingml/2006/main" noGrp="1"/>
          </p:cNvSpPr>
          <p:nvPr/>
        </p:nvSpPr>
        <p:spPr>
          <a:xfrm xmlns:a="http://schemas.openxmlformats.org/drawingml/2006/main">
            <a:off x="735057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4CEC47CE-6CAA-48D4-8FD2-C272A404C40B}"/>
              </a:ext>
            </a:extLst>
          </p:cNvPr>
          <p:cNvSpPr>
            <a:spLocks xmlns:a="http://schemas.openxmlformats.org/drawingml/2006/main" noGrp="1"/>
          </p:cNvSpPr>
          <p:nvPr/>
        </p:nvSpPr>
        <p:spPr>
          <a:xfrm xmlns:a="http://schemas.openxmlformats.org/drawingml/2006/main">
            <a:off x="722675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D10E5606-1F22-4444-8A20-BE841AA2F95D}"/>
              </a:ext>
            </a:extLst>
          </p:cNvPr>
          <p:cNvSpPr>
            <a:spLocks xmlns:a="http://schemas.openxmlformats.org/drawingml/2006/main" noGrp="1"/>
          </p:cNvSpPr>
          <p:nvPr/>
        </p:nvSpPr>
        <p:spPr>
          <a:xfrm xmlns:a="http://schemas.openxmlformats.org/drawingml/2006/main">
            <a:off x="821463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21AC952D-9E38-4FBE-AE24-7C135665DB86}"/>
              </a:ext>
            </a:extLst>
          </p:cNvPr>
          <p:cNvSpPr>
            <a:spLocks xmlns:a="http://schemas.openxmlformats.org/drawingml/2006/main" noGrp="1"/>
          </p:cNvSpPr>
          <p:nvPr/>
        </p:nvSpPr>
        <p:spPr>
          <a:xfrm xmlns:a="http://schemas.openxmlformats.org/drawingml/2006/main">
            <a:off x="809080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5A926D76-D737-4D31-B281-D41A8349F19C}"/>
              </a:ext>
            </a:extLst>
          </p:cNvPr>
          <p:cNvSpPr>
            <a:spLocks xmlns:a="http://schemas.openxmlformats.org/drawingml/2006/main" noGrp="1"/>
          </p:cNvSpPr>
          <p:nvPr/>
        </p:nvSpPr>
        <p:spPr>
          <a:xfrm xmlns:a="http://schemas.openxmlformats.org/drawingml/2006/main">
            <a:off x="89058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9D6DC870-F470-4B1B-862E-3E9409A91016}"/>
              </a:ext>
            </a:extLst>
          </p:cNvPr>
          <p:cNvSpPr>
            <a:spLocks xmlns:a="http://schemas.openxmlformats.org/drawingml/2006/main" noGrp="1"/>
          </p:cNvSpPr>
          <p:nvPr/>
        </p:nvSpPr>
        <p:spPr>
          <a:xfrm xmlns:a="http://schemas.openxmlformats.org/drawingml/2006/main">
            <a:off x="87820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F24ED4CE-30C1-4DAA-977F-BEE059C63499}"/>
              </a:ext>
            </a:extLst>
          </p:cNvPr>
          <p:cNvSpPr>
            <a:spLocks xmlns:a="http://schemas.openxmlformats.org/drawingml/2006/main" noGrp="1"/>
          </p:cNvSpPr>
          <p:nvPr/>
        </p:nvSpPr>
        <p:spPr>
          <a:xfrm xmlns:a="http://schemas.openxmlformats.org/drawingml/2006/main">
            <a:off x="643890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14057A38-48D7-4D9A-9196-435084A77086}"/>
              </a:ext>
            </a:extLst>
          </p:cNvPr>
          <p:cNvSpPr>
            <a:spLocks xmlns:a="http://schemas.openxmlformats.org/drawingml/2006/main" noGrp="1"/>
          </p:cNvSpPr>
          <p:nvPr/>
        </p:nvSpPr>
        <p:spPr>
          <a:xfrm xmlns:a="http://schemas.openxmlformats.org/drawingml/2006/main">
            <a:off x="612457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D3D8E92E-3D5C-4D05-8EDF-11066D3D99E0}"/>
              </a:ext>
            </a:extLst>
          </p:cNvPr>
          <p:cNvSpPr>
            <a:spLocks xmlns:a="http://schemas.openxmlformats.org/drawingml/2006/main" noGrp="1"/>
          </p:cNvSpPr>
          <p:nvPr/>
        </p:nvSpPr>
        <p:spPr>
          <a:xfrm xmlns:a="http://schemas.openxmlformats.org/drawingml/2006/main">
            <a:off x="643890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41741C1F-4AA6-4518-B276-4DFA120C77B2}"/>
              </a:ext>
            </a:extLst>
          </p:cNvPr>
          <p:cNvSpPr>
            <a:spLocks xmlns:a="http://schemas.openxmlformats.org/drawingml/2006/main" noGrp="1"/>
          </p:cNvSpPr>
          <p:nvPr/>
        </p:nvSpPr>
        <p:spPr>
          <a:xfrm xmlns:a="http://schemas.openxmlformats.org/drawingml/2006/main">
            <a:off x="612457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D54F12F1-15D1-487A-BE40-B0BD5C2C855F}"/>
              </a:ext>
            </a:extLst>
          </p:cNvPr>
          <p:cNvSpPr>
            <a:spLocks xmlns:a="http://schemas.openxmlformats.org/drawingml/2006/main" noGrp="1"/>
          </p:cNvSpPr>
          <p:nvPr/>
        </p:nvSpPr>
        <p:spPr>
          <a:xfrm xmlns:a="http://schemas.openxmlformats.org/drawingml/2006/main">
            <a:off x="643890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320643F3-2E0C-4490-91A7-85E48678E02A}"/>
              </a:ext>
            </a:extLst>
          </p:cNvPr>
          <p:cNvSpPr>
            <a:spLocks xmlns:a="http://schemas.openxmlformats.org/drawingml/2006/main" noGrp="1"/>
          </p:cNvSpPr>
          <p:nvPr/>
        </p:nvSpPr>
        <p:spPr>
          <a:xfrm xmlns:a="http://schemas.openxmlformats.org/drawingml/2006/main">
            <a:off x="612457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DD19B8F5-720B-418F-975D-3F3FEC00E905}"/>
              </a:ext>
            </a:extLst>
          </p:cNvPr>
          <p:cNvSpPr>
            <a:spLocks xmlns:a="http://schemas.openxmlformats.org/drawingml/2006/main" noGrp="1"/>
          </p:cNvSpPr>
          <p:nvPr/>
        </p:nvSpPr>
        <p:spPr>
          <a:xfrm xmlns:a="http://schemas.openxmlformats.org/drawingml/2006/main">
            <a:off x="643890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D3F47094-75DB-4D04-A122-F9AD42EB4E1A}"/>
              </a:ext>
            </a:extLst>
          </p:cNvPr>
          <p:cNvSpPr>
            <a:spLocks xmlns:a="http://schemas.openxmlformats.org/drawingml/2006/main" noGrp="1"/>
          </p:cNvSpPr>
          <p:nvPr/>
        </p:nvSpPr>
        <p:spPr>
          <a:xfrm xmlns:a="http://schemas.openxmlformats.org/drawingml/2006/main">
            <a:off x="612457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698B6229-5568-4240-8D2F-91697A2B127F}"/>
              </a:ext>
            </a:extLst>
          </p:cNvPr>
          <p:cNvSpPr>
            <a:spLocks xmlns:a="http://schemas.openxmlformats.org/drawingml/2006/main" noGrp="1"/>
          </p:cNvSpPr>
          <p:nvPr/>
        </p:nvSpPr>
        <p:spPr>
          <a:xfrm xmlns:a="http://schemas.openxmlformats.org/drawingml/2006/main">
            <a:off x="736282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EB7B30DA-7D6C-4D73-BBB0-4A77CA3C873E}"/>
              </a:ext>
            </a:extLst>
          </p:cNvPr>
          <p:cNvSpPr>
            <a:spLocks xmlns:a="http://schemas.openxmlformats.org/drawingml/2006/main" noGrp="1"/>
          </p:cNvSpPr>
          <p:nvPr/>
        </p:nvSpPr>
        <p:spPr>
          <a:xfrm xmlns:a="http://schemas.openxmlformats.org/drawingml/2006/main">
            <a:off x="925830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2CDA23CE-79EA-4DCF-BCB7-3802A9118E93}"/>
              </a:ext>
            </a:extLst>
          </p:cNvPr>
          <p:cNvSpPr>
            <a:spLocks xmlns:a="http://schemas.openxmlformats.org/drawingml/2006/main" noGrp="1"/>
          </p:cNvSpPr>
          <p:nvPr/>
        </p:nvSpPr>
        <p:spPr>
          <a:xfrm xmlns:a="http://schemas.openxmlformats.org/drawingml/2006/main">
            <a:off x="944880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56" name=""/>
          <p:cNvPicPr>
            <a:picLocks xmlns:a="http://schemas.openxmlformats.org/drawingml/2006/main" noChangeAspect="1"/>
          </p:cNvPicPr>
          <p:nvPr/>
        </p:nvPicPr>
        <p:blipFill>
          <a:blip xmlns:r="http://schemas.openxmlformats.org/officeDocument/2006/relationships" xmlns:a="http://schemas.openxmlformats.org/drawingml/2006/main" r:embed="R8ae43d2755514fdc"/>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7728B5E3-8E67-4E1A-95F7-3CA543769F9E}"/>
              </a:ext>
            </a:extLst>
          </p:cNvPr>
          <p:cNvSpPr>
            <a:spLocks xmlns:a="http://schemas.openxmlformats.org/drawingml/2006/main" noGrp="1"/>
          </p:cNvSpPr>
          <p:nvPr/>
        </p:nvSpPr>
        <p:spPr>
          <a:xfrm xmlns:a="http://schemas.openxmlformats.org/drawingml/2006/main">
            <a:off x="94488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AF212722-0F73-4B43-B344-E158C3001E9B}"/>
              </a:ext>
            </a:extLst>
          </p:cNvPr>
          <p:cNvSpPr>
            <a:spLocks xmlns:a="http://schemas.openxmlformats.org/drawingml/2006/main" noGrp="1"/>
          </p:cNvSpPr>
          <p:nvPr/>
        </p:nvSpPr>
        <p:spPr>
          <a:xfrm xmlns:a="http://schemas.openxmlformats.org/drawingml/2006/main">
            <a:off x="93249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2DB88EEC-7DAE-4550-8AD2-A13C417214CF}"/>
              </a:ext>
            </a:extLst>
          </p:cNvPr>
          <p:cNvSpPr>
            <a:spLocks xmlns:a="http://schemas.openxmlformats.org/drawingml/2006/main" noGrp="1"/>
          </p:cNvSpPr>
          <p:nvPr/>
        </p:nvSpPr>
        <p:spPr>
          <a:xfrm xmlns:a="http://schemas.openxmlformats.org/drawingml/2006/main">
            <a:off x="1031285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740B4062-5463-4214-9FE4-088C72E6F35F}"/>
              </a:ext>
            </a:extLst>
          </p:cNvPr>
          <p:cNvSpPr>
            <a:spLocks xmlns:a="http://schemas.openxmlformats.org/drawingml/2006/main" noGrp="1"/>
          </p:cNvSpPr>
          <p:nvPr/>
        </p:nvSpPr>
        <p:spPr>
          <a:xfrm xmlns:a="http://schemas.openxmlformats.org/drawingml/2006/main">
            <a:off x="1018902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DDAA4176-64CE-4C0C-8C0D-3716FF760F73}"/>
              </a:ext>
            </a:extLst>
          </p:cNvPr>
          <p:cNvSpPr>
            <a:spLocks xmlns:a="http://schemas.openxmlformats.org/drawingml/2006/main" noGrp="1"/>
          </p:cNvSpPr>
          <p:nvPr/>
        </p:nvSpPr>
        <p:spPr>
          <a:xfrm xmlns:a="http://schemas.openxmlformats.org/drawingml/2006/main">
            <a:off x="1117690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0B73A4DE-C80A-48F3-B8D6-DC3EF0929317}"/>
              </a:ext>
            </a:extLst>
          </p:cNvPr>
          <p:cNvSpPr>
            <a:spLocks xmlns:a="http://schemas.openxmlformats.org/drawingml/2006/main" noGrp="1"/>
          </p:cNvSpPr>
          <p:nvPr/>
        </p:nvSpPr>
        <p:spPr>
          <a:xfrm xmlns:a="http://schemas.openxmlformats.org/drawingml/2006/main">
            <a:off x="1105308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E11D68D3-65BB-47FF-9E6E-958322D52D7C}"/>
              </a:ext>
            </a:extLst>
          </p:cNvPr>
          <p:cNvSpPr>
            <a:spLocks xmlns:a="http://schemas.openxmlformats.org/drawingml/2006/main" noGrp="1"/>
          </p:cNvSpPr>
          <p:nvPr/>
        </p:nvSpPr>
        <p:spPr>
          <a:xfrm xmlns:a="http://schemas.openxmlformats.org/drawingml/2006/main">
            <a:off x="118681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2B43CA0E-6A84-405B-9FAE-73E0B7C87AAC}"/>
              </a:ext>
            </a:extLst>
          </p:cNvPr>
          <p:cNvSpPr>
            <a:spLocks xmlns:a="http://schemas.openxmlformats.org/drawingml/2006/main" noGrp="1"/>
          </p:cNvSpPr>
          <p:nvPr/>
        </p:nvSpPr>
        <p:spPr>
          <a:xfrm xmlns:a="http://schemas.openxmlformats.org/drawingml/2006/main">
            <a:off x="117443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E543FF10-8B84-4367-ADF9-B4577C6615C0}"/>
              </a:ext>
            </a:extLst>
          </p:cNvPr>
          <p:cNvSpPr>
            <a:spLocks xmlns:a="http://schemas.openxmlformats.org/drawingml/2006/main" noGrp="1"/>
          </p:cNvSpPr>
          <p:nvPr/>
        </p:nvSpPr>
        <p:spPr>
          <a:xfrm xmlns:a="http://schemas.openxmlformats.org/drawingml/2006/main">
            <a:off x="940117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1DB85F1F-6FDC-42A4-A8BE-B396C5578D89}"/>
              </a:ext>
            </a:extLst>
          </p:cNvPr>
          <p:cNvSpPr>
            <a:spLocks xmlns:a="http://schemas.openxmlformats.org/drawingml/2006/main" noGrp="1"/>
          </p:cNvSpPr>
          <p:nvPr/>
        </p:nvSpPr>
        <p:spPr>
          <a:xfrm xmlns:a="http://schemas.openxmlformats.org/drawingml/2006/main">
            <a:off x="908685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D1B6623F-3DF3-49F3-A495-F0889AB35C79}"/>
              </a:ext>
            </a:extLst>
          </p:cNvPr>
          <p:cNvSpPr>
            <a:spLocks xmlns:a="http://schemas.openxmlformats.org/drawingml/2006/main" noGrp="1"/>
          </p:cNvSpPr>
          <p:nvPr/>
        </p:nvSpPr>
        <p:spPr>
          <a:xfrm xmlns:a="http://schemas.openxmlformats.org/drawingml/2006/main">
            <a:off x="940117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4CD7F8BB-5BB4-46A7-9E75-5D7FC84F7A92}"/>
              </a:ext>
            </a:extLst>
          </p:cNvPr>
          <p:cNvSpPr>
            <a:spLocks xmlns:a="http://schemas.openxmlformats.org/drawingml/2006/main" noGrp="1"/>
          </p:cNvSpPr>
          <p:nvPr/>
        </p:nvSpPr>
        <p:spPr>
          <a:xfrm xmlns:a="http://schemas.openxmlformats.org/drawingml/2006/main">
            <a:off x="908685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77E2842F-9BE2-4E83-904F-DD39E035123B}"/>
              </a:ext>
            </a:extLst>
          </p:cNvPr>
          <p:cNvSpPr>
            <a:spLocks xmlns:a="http://schemas.openxmlformats.org/drawingml/2006/main" noGrp="1"/>
          </p:cNvSpPr>
          <p:nvPr/>
        </p:nvSpPr>
        <p:spPr>
          <a:xfrm xmlns:a="http://schemas.openxmlformats.org/drawingml/2006/main">
            <a:off x="940117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FDA21DE3-8774-45E1-99C5-9755C0C0E71C}"/>
              </a:ext>
            </a:extLst>
          </p:cNvPr>
          <p:cNvSpPr>
            <a:spLocks xmlns:a="http://schemas.openxmlformats.org/drawingml/2006/main" noGrp="1"/>
          </p:cNvSpPr>
          <p:nvPr/>
        </p:nvSpPr>
        <p:spPr>
          <a:xfrm xmlns:a="http://schemas.openxmlformats.org/drawingml/2006/main">
            <a:off x="908685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94704FC4-6D50-484F-8AA1-DB9D83790C39}"/>
              </a:ext>
            </a:extLst>
          </p:cNvPr>
          <p:cNvSpPr>
            <a:spLocks xmlns:a="http://schemas.openxmlformats.org/drawingml/2006/main" noGrp="1"/>
          </p:cNvSpPr>
          <p:nvPr/>
        </p:nvSpPr>
        <p:spPr>
          <a:xfrm xmlns:a="http://schemas.openxmlformats.org/drawingml/2006/main">
            <a:off x="940117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0F775645-E7C8-4E52-8C7B-17E1B2F44671}"/>
              </a:ext>
            </a:extLst>
          </p:cNvPr>
          <p:cNvSpPr>
            <a:spLocks xmlns:a="http://schemas.openxmlformats.org/drawingml/2006/main" noGrp="1"/>
          </p:cNvSpPr>
          <p:nvPr/>
        </p:nvSpPr>
        <p:spPr>
          <a:xfrm xmlns:a="http://schemas.openxmlformats.org/drawingml/2006/main">
            <a:off x="908685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9D7ED0A8-9221-4AC9-A4E9-5D658681787A}"/>
              </a:ext>
            </a:extLst>
          </p:cNvPr>
          <p:cNvSpPr>
            <a:spLocks xmlns:a="http://schemas.openxmlformats.org/drawingml/2006/main" noGrp="1"/>
          </p:cNvSpPr>
          <p:nvPr/>
        </p:nvSpPr>
        <p:spPr>
          <a:xfrm xmlns:a="http://schemas.openxmlformats.org/drawingml/2006/main">
            <a:off x="1032510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E1CA9076-C0F9-47DD-9C30-D8FF705E37AF}"/>
              </a:ext>
            </a:extLst>
          </p:cNvPr>
          <p:cNvSpPr>
            <a:spLocks xmlns:a="http://schemas.openxmlformats.org/drawingml/2006/main" noGrp="1"/>
          </p:cNvSpPr>
          <p:nvPr/>
        </p:nvSpPr>
        <p:spPr>
          <a:xfrm xmlns:a="http://schemas.openxmlformats.org/drawingml/2006/main">
            <a:off x="4000500" y="42291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33E5DDDC-7724-4725-8408-927A76FE2465}"/>
              </a:ext>
            </a:extLst>
          </p:cNvPr>
          <p:cNvSpPr>
            <a:spLocks xmlns:a="http://schemas.openxmlformats.org/drawingml/2006/main" noGrp="1"/>
          </p:cNvSpPr>
          <p:nvPr/>
        </p:nvSpPr>
        <p:spPr>
          <a:xfrm xmlns:a="http://schemas.openxmlformats.org/drawingml/2006/main">
            <a:off x="4065984" y="42291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6F471C79-6561-45C3-B160-846103ADF627}"/>
              </a:ext>
            </a:extLst>
          </p:cNvPr>
          <p:cNvSpPr>
            <a:spLocks xmlns:a="http://schemas.openxmlformats.org/drawingml/2006/main" noGrp="1"/>
          </p:cNvSpPr>
          <p:nvPr/>
        </p:nvSpPr>
        <p:spPr>
          <a:xfrm xmlns:a="http://schemas.openxmlformats.org/drawingml/2006/main">
            <a:off x="4131469" y="42291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72762F60-89FD-43F4-BE56-8B34BCDCEB4E}"/>
              </a:ext>
            </a:extLst>
          </p:cNvPr>
          <p:cNvSpPr>
            <a:spLocks xmlns:a="http://schemas.openxmlformats.org/drawingml/2006/main" noGrp="1"/>
          </p:cNvSpPr>
          <p:nvPr/>
        </p:nvSpPr>
        <p:spPr>
          <a:xfrm xmlns:a="http://schemas.openxmlformats.org/drawingml/2006/main">
            <a:off x="4196953" y="42291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8A12CB8B-AD75-4E0E-8D39-088B90947B73}"/>
              </a:ext>
            </a:extLst>
          </p:cNvPr>
          <p:cNvSpPr>
            <a:spLocks xmlns:a="http://schemas.openxmlformats.org/drawingml/2006/main" noGrp="1"/>
          </p:cNvSpPr>
          <p:nvPr/>
        </p:nvSpPr>
        <p:spPr>
          <a:xfrm xmlns:a="http://schemas.openxmlformats.org/drawingml/2006/main">
            <a:off x="4262438" y="42291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0E36FAA9-28BB-4886-8FCD-CFE6812DEE31}"/>
              </a:ext>
            </a:extLst>
          </p:cNvPr>
          <p:cNvSpPr>
            <a:spLocks xmlns:a="http://schemas.openxmlformats.org/drawingml/2006/main" noGrp="1"/>
          </p:cNvSpPr>
          <p:nvPr/>
        </p:nvSpPr>
        <p:spPr>
          <a:xfrm xmlns:a="http://schemas.openxmlformats.org/drawingml/2006/main">
            <a:off x="4327922" y="42291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AA7355F7-BABC-469B-A942-CE9414A9B838}"/>
              </a:ext>
            </a:extLst>
          </p:cNvPr>
          <p:cNvSpPr>
            <a:spLocks xmlns:a="http://schemas.openxmlformats.org/drawingml/2006/main" noGrp="1"/>
          </p:cNvSpPr>
          <p:nvPr/>
        </p:nvSpPr>
        <p:spPr>
          <a:xfrm xmlns:a="http://schemas.openxmlformats.org/drawingml/2006/main">
            <a:off x="4393406" y="42291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C51F7BBC-CB5E-45E8-9C40-E5AAAAD6DAE2}"/>
              </a:ext>
            </a:extLst>
          </p:cNvPr>
          <p:cNvSpPr>
            <a:spLocks xmlns:a="http://schemas.openxmlformats.org/drawingml/2006/main" noGrp="1"/>
          </p:cNvSpPr>
          <p:nvPr/>
        </p:nvSpPr>
        <p:spPr>
          <a:xfrm xmlns:a="http://schemas.openxmlformats.org/drawingml/2006/main">
            <a:off x="4458891" y="42291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547E52D-0ED1-4CB0-89B4-40C2CDF411A6}"/>
              </a:ext>
            </a:extLst>
          </p:cNvPr>
          <p:cNvSpPr>
            <a:spLocks xmlns:a="http://schemas.openxmlformats.org/drawingml/2006/main" noGrp="1"/>
          </p:cNvSpPr>
          <p:nvPr/>
        </p:nvSpPr>
        <p:spPr>
          <a:xfrm xmlns:a="http://schemas.openxmlformats.org/drawingml/2006/main">
            <a:off x="4524375" y="42291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A187B9FA-1CB0-4651-BC74-CD21B9F04645}"/>
              </a:ext>
            </a:extLst>
          </p:cNvPr>
          <p:cNvSpPr>
            <a:spLocks xmlns:a="http://schemas.openxmlformats.org/drawingml/2006/main" noGrp="1"/>
          </p:cNvSpPr>
          <p:nvPr/>
        </p:nvSpPr>
        <p:spPr>
          <a:xfrm xmlns:a="http://schemas.openxmlformats.org/drawingml/2006/main">
            <a:off x="4589859" y="42291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A62448C5-ACA1-4157-8288-B789860A075B}"/>
              </a:ext>
            </a:extLst>
          </p:cNvPr>
          <p:cNvSpPr>
            <a:spLocks xmlns:a="http://schemas.openxmlformats.org/drawingml/2006/main" noGrp="1"/>
          </p:cNvSpPr>
          <p:nvPr/>
        </p:nvSpPr>
        <p:spPr>
          <a:xfrm xmlns:a="http://schemas.openxmlformats.org/drawingml/2006/main">
            <a:off x="4655344" y="42291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B903B992-5689-421E-9FD6-6B8EE0CBF6CD}"/>
              </a:ext>
            </a:extLst>
          </p:cNvPr>
          <p:cNvSpPr>
            <a:spLocks xmlns:a="http://schemas.openxmlformats.org/drawingml/2006/main" noGrp="1"/>
          </p:cNvSpPr>
          <p:nvPr/>
        </p:nvSpPr>
        <p:spPr>
          <a:xfrm xmlns:a="http://schemas.openxmlformats.org/drawingml/2006/main">
            <a:off x="4720828" y="42291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9BE79150-82EF-450D-A993-27C10AC460A4}"/>
              </a:ext>
            </a:extLst>
          </p:cNvPr>
          <p:cNvSpPr>
            <a:spLocks xmlns:a="http://schemas.openxmlformats.org/drawingml/2006/main" noGrp="1"/>
          </p:cNvSpPr>
          <p:nvPr/>
        </p:nvSpPr>
        <p:spPr>
          <a:xfrm xmlns:a="http://schemas.openxmlformats.org/drawingml/2006/main">
            <a:off x="4786313" y="42291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A21DECAD-291E-4CE6-89E7-26775BAAAE09}"/>
              </a:ext>
            </a:extLst>
          </p:cNvPr>
          <p:cNvSpPr>
            <a:spLocks xmlns:a="http://schemas.openxmlformats.org/drawingml/2006/main" noGrp="1"/>
          </p:cNvSpPr>
          <p:nvPr/>
        </p:nvSpPr>
        <p:spPr>
          <a:xfrm xmlns:a="http://schemas.openxmlformats.org/drawingml/2006/main">
            <a:off x="4851797" y="42291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0D619028-5C8D-4C7E-A69E-9AE290E71170}"/>
              </a:ext>
            </a:extLst>
          </p:cNvPr>
          <p:cNvSpPr>
            <a:spLocks xmlns:a="http://schemas.openxmlformats.org/drawingml/2006/main" noGrp="1"/>
          </p:cNvSpPr>
          <p:nvPr/>
        </p:nvSpPr>
        <p:spPr>
          <a:xfrm xmlns:a="http://schemas.openxmlformats.org/drawingml/2006/main">
            <a:off x="4917281" y="42291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A0490D90-97AB-4F49-8B59-40285312235F}"/>
              </a:ext>
            </a:extLst>
          </p:cNvPr>
          <p:cNvSpPr>
            <a:spLocks xmlns:a="http://schemas.openxmlformats.org/drawingml/2006/main" noGrp="1"/>
          </p:cNvSpPr>
          <p:nvPr/>
        </p:nvSpPr>
        <p:spPr>
          <a:xfrm xmlns:a="http://schemas.openxmlformats.org/drawingml/2006/main">
            <a:off x="4982766" y="42291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A83E0DFE-59F8-4C5D-B768-24183721DBA5}"/>
              </a:ext>
            </a:extLst>
          </p:cNvPr>
          <p:cNvSpPr>
            <a:spLocks xmlns:a="http://schemas.openxmlformats.org/drawingml/2006/main" noGrp="1"/>
          </p:cNvSpPr>
          <p:nvPr/>
        </p:nvSpPr>
        <p:spPr>
          <a:xfrm xmlns:a="http://schemas.openxmlformats.org/drawingml/2006/main">
            <a:off x="5048250" y="42291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4210D6BC-6C95-4A3C-AA83-8D6EF15554C7}"/>
              </a:ext>
            </a:extLst>
          </p:cNvPr>
          <p:cNvSpPr>
            <a:spLocks xmlns:a="http://schemas.openxmlformats.org/drawingml/2006/main" noGrp="1"/>
          </p:cNvSpPr>
          <p:nvPr/>
        </p:nvSpPr>
        <p:spPr>
          <a:xfrm xmlns:a="http://schemas.openxmlformats.org/drawingml/2006/main">
            <a:off x="5113734" y="42291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18683C04-017B-4125-820F-C2E4396060CA}"/>
              </a:ext>
            </a:extLst>
          </p:cNvPr>
          <p:cNvSpPr>
            <a:spLocks xmlns:a="http://schemas.openxmlformats.org/drawingml/2006/main" noGrp="1"/>
          </p:cNvSpPr>
          <p:nvPr/>
        </p:nvSpPr>
        <p:spPr>
          <a:xfrm xmlns:a="http://schemas.openxmlformats.org/drawingml/2006/main">
            <a:off x="5179219" y="42291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FA9B950B-F3C6-467A-8865-84A12F490181}"/>
              </a:ext>
            </a:extLst>
          </p:cNvPr>
          <p:cNvSpPr>
            <a:spLocks xmlns:a="http://schemas.openxmlformats.org/drawingml/2006/main" noGrp="1"/>
          </p:cNvSpPr>
          <p:nvPr/>
        </p:nvSpPr>
        <p:spPr>
          <a:xfrm xmlns:a="http://schemas.openxmlformats.org/drawingml/2006/main">
            <a:off x="5244703" y="42291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3D31F20B-C75B-450E-8F52-8A86DC064590}"/>
              </a:ext>
            </a:extLst>
          </p:cNvPr>
          <p:cNvSpPr>
            <a:spLocks xmlns:a="http://schemas.openxmlformats.org/drawingml/2006/main" noGrp="1"/>
          </p:cNvSpPr>
          <p:nvPr/>
        </p:nvSpPr>
        <p:spPr>
          <a:xfrm xmlns:a="http://schemas.openxmlformats.org/drawingml/2006/main">
            <a:off x="5310188" y="42291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83129465-F3D1-4ED6-8B30-6D26A85BA99F}"/>
              </a:ext>
            </a:extLst>
          </p:cNvPr>
          <p:cNvSpPr>
            <a:spLocks xmlns:a="http://schemas.openxmlformats.org/drawingml/2006/main" noGrp="1"/>
          </p:cNvSpPr>
          <p:nvPr/>
        </p:nvSpPr>
        <p:spPr>
          <a:xfrm xmlns:a="http://schemas.openxmlformats.org/drawingml/2006/main">
            <a:off x="5375672" y="42291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939565C4-02D4-4569-B894-2418AAAE53B9}"/>
              </a:ext>
            </a:extLst>
          </p:cNvPr>
          <p:cNvSpPr>
            <a:spLocks xmlns:a="http://schemas.openxmlformats.org/drawingml/2006/main" noGrp="1"/>
          </p:cNvSpPr>
          <p:nvPr/>
        </p:nvSpPr>
        <p:spPr>
          <a:xfrm xmlns:a="http://schemas.openxmlformats.org/drawingml/2006/main">
            <a:off x="5441156" y="42291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831E1B90-091A-4A48-873B-AF361B4AC25F}"/>
              </a:ext>
            </a:extLst>
          </p:cNvPr>
          <p:cNvSpPr>
            <a:spLocks xmlns:a="http://schemas.openxmlformats.org/drawingml/2006/main" noGrp="1"/>
          </p:cNvSpPr>
          <p:nvPr/>
        </p:nvSpPr>
        <p:spPr>
          <a:xfrm xmlns:a="http://schemas.openxmlformats.org/drawingml/2006/main">
            <a:off x="5506641" y="42291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2A886352-B754-46DA-B55D-16F050A70CFB}"/>
              </a:ext>
            </a:extLst>
          </p:cNvPr>
          <p:cNvSpPr>
            <a:spLocks xmlns:a="http://schemas.openxmlformats.org/drawingml/2006/main" noGrp="1"/>
          </p:cNvSpPr>
          <p:nvPr/>
        </p:nvSpPr>
        <p:spPr>
          <a:xfrm xmlns:a="http://schemas.openxmlformats.org/drawingml/2006/main">
            <a:off x="5572125" y="42291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FE984C34-18FC-47D9-9D06-23998E1CAD6C}"/>
              </a:ext>
            </a:extLst>
          </p:cNvPr>
          <p:cNvSpPr>
            <a:spLocks xmlns:a="http://schemas.openxmlformats.org/drawingml/2006/main" noGrp="1"/>
          </p:cNvSpPr>
          <p:nvPr/>
        </p:nvSpPr>
        <p:spPr>
          <a:xfrm xmlns:a="http://schemas.openxmlformats.org/drawingml/2006/main">
            <a:off x="5637609" y="42291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89DC590D-3C00-4E02-B24B-01CAD2CE446F}"/>
              </a:ext>
            </a:extLst>
          </p:cNvPr>
          <p:cNvSpPr>
            <a:spLocks xmlns:a="http://schemas.openxmlformats.org/drawingml/2006/main" noGrp="1"/>
          </p:cNvSpPr>
          <p:nvPr/>
        </p:nvSpPr>
        <p:spPr>
          <a:xfrm xmlns:a="http://schemas.openxmlformats.org/drawingml/2006/main">
            <a:off x="5703094" y="42291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DC47CEA4-9955-4BFF-8053-B9FF1FCB7EE6}"/>
              </a:ext>
            </a:extLst>
          </p:cNvPr>
          <p:cNvSpPr>
            <a:spLocks xmlns:a="http://schemas.openxmlformats.org/drawingml/2006/main" noGrp="1"/>
          </p:cNvSpPr>
          <p:nvPr/>
        </p:nvSpPr>
        <p:spPr>
          <a:xfrm xmlns:a="http://schemas.openxmlformats.org/drawingml/2006/main">
            <a:off x="5768578" y="42291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DE1B9A4B-7FD5-4386-87D5-01FDF1CB4332}"/>
              </a:ext>
            </a:extLst>
          </p:cNvPr>
          <p:cNvSpPr>
            <a:spLocks xmlns:a="http://schemas.openxmlformats.org/drawingml/2006/main" noGrp="1"/>
          </p:cNvSpPr>
          <p:nvPr/>
        </p:nvSpPr>
        <p:spPr>
          <a:xfrm xmlns:a="http://schemas.openxmlformats.org/drawingml/2006/main">
            <a:off x="5834063" y="42291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F661C087-C3A2-424A-9175-BE993318F536}"/>
              </a:ext>
            </a:extLst>
          </p:cNvPr>
          <p:cNvSpPr>
            <a:spLocks xmlns:a="http://schemas.openxmlformats.org/drawingml/2006/main" noGrp="1"/>
          </p:cNvSpPr>
          <p:nvPr/>
        </p:nvSpPr>
        <p:spPr>
          <a:xfrm xmlns:a="http://schemas.openxmlformats.org/drawingml/2006/main">
            <a:off x="5899547" y="42291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B9410AFD-AA20-4526-AE5E-472111BB68F2}"/>
              </a:ext>
            </a:extLst>
          </p:cNvPr>
          <p:cNvSpPr>
            <a:spLocks xmlns:a="http://schemas.openxmlformats.org/drawingml/2006/main" noGrp="1"/>
          </p:cNvSpPr>
          <p:nvPr/>
        </p:nvSpPr>
        <p:spPr>
          <a:xfrm xmlns:a="http://schemas.openxmlformats.org/drawingml/2006/main">
            <a:off x="5965031" y="42291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4CC96ABC-7545-4222-A9B5-FE0C4D98FD74}"/>
              </a:ext>
            </a:extLst>
          </p:cNvPr>
          <p:cNvSpPr>
            <a:spLocks xmlns:a="http://schemas.openxmlformats.org/drawingml/2006/main" noGrp="1"/>
          </p:cNvSpPr>
          <p:nvPr/>
        </p:nvSpPr>
        <p:spPr>
          <a:xfrm xmlns:a="http://schemas.openxmlformats.org/drawingml/2006/main">
            <a:off x="6030516" y="42291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87C89265-5D29-43E8-830F-33C01C49019A}"/>
              </a:ext>
            </a:extLst>
          </p:cNvPr>
          <p:cNvSpPr>
            <a:spLocks xmlns:a="http://schemas.openxmlformats.org/drawingml/2006/main" noGrp="1"/>
          </p:cNvSpPr>
          <p:nvPr/>
        </p:nvSpPr>
        <p:spPr>
          <a:xfrm xmlns:a="http://schemas.openxmlformats.org/drawingml/2006/main">
            <a:off x="6096000" y="42291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00D9E364-C846-425D-8B3C-15B3AEDBDFC1}"/>
              </a:ext>
            </a:extLst>
          </p:cNvPr>
          <p:cNvSpPr>
            <a:spLocks xmlns:a="http://schemas.openxmlformats.org/drawingml/2006/main" noGrp="1"/>
          </p:cNvSpPr>
          <p:nvPr/>
        </p:nvSpPr>
        <p:spPr>
          <a:xfrm xmlns:a="http://schemas.openxmlformats.org/drawingml/2006/main">
            <a:off x="6161484" y="42291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B0DB9038-F936-4F8F-B8F3-3315167A19F9}"/>
              </a:ext>
            </a:extLst>
          </p:cNvPr>
          <p:cNvSpPr>
            <a:spLocks xmlns:a="http://schemas.openxmlformats.org/drawingml/2006/main" noGrp="1"/>
          </p:cNvSpPr>
          <p:nvPr/>
        </p:nvSpPr>
        <p:spPr>
          <a:xfrm xmlns:a="http://schemas.openxmlformats.org/drawingml/2006/main">
            <a:off x="6226969" y="42291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8DCFD545-5905-44A9-B986-0692357CB45F}"/>
              </a:ext>
            </a:extLst>
          </p:cNvPr>
          <p:cNvSpPr>
            <a:spLocks xmlns:a="http://schemas.openxmlformats.org/drawingml/2006/main" noGrp="1"/>
          </p:cNvSpPr>
          <p:nvPr/>
        </p:nvSpPr>
        <p:spPr>
          <a:xfrm xmlns:a="http://schemas.openxmlformats.org/drawingml/2006/main">
            <a:off x="6292453" y="42291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F5D57D30-76F0-41DD-BFC1-248F89EB4D64}"/>
              </a:ext>
            </a:extLst>
          </p:cNvPr>
          <p:cNvSpPr>
            <a:spLocks xmlns:a="http://schemas.openxmlformats.org/drawingml/2006/main" noGrp="1"/>
          </p:cNvSpPr>
          <p:nvPr/>
        </p:nvSpPr>
        <p:spPr>
          <a:xfrm xmlns:a="http://schemas.openxmlformats.org/drawingml/2006/main">
            <a:off x="6357938" y="42291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DE465835-D5FD-4022-8552-6EBB614DDF77}"/>
              </a:ext>
            </a:extLst>
          </p:cNvPr>
          <p:cNvSpPr>
            <a:spLocks xmlns:a="http://schemas.openxmlformats.org/drawingml/2006/main" noGrp="1"/>
          </p:cNvSpPr>
          <p:nvPr/>
        </p:nvSpPr>
        <p:spPr>
          <a:xfrm xmlns:a="http://schemas.openxmlformats.org/drawingml/2006/main">
            <a:off x="6423422" y="42291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9520D2C2-0C04-4571-B30C-81C42B563966}"/>
              </a:ext>
            </a:extLst>
          </p:cNvPr>
          <p:cNvSpPr>
            <a:spLocks xmlns:a="http://schemas.openxmlformats.org/drawingml/2006/main" noGrp="1"/>
          </p:cNvSpPr>
          <p:nvPr/>
        </p:nvSpPr>
        <p:spPr>
          <a:xfrm xmlns:a="http://schemas.openxmlformats.org/drawingml/2006/main">
            <a:off x="6488906" y="42291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4B395B97-A439-4F1B-8BD3-C1F04902F0F7}"/>
              </a:ext>
            </a:extLst>
          </p:cNvPr>
          <p:cNvSpPr>
            <a:spLocks xmlns:a="http://schemas.openxmlformats.org/drawingml/2006/main" noGrp="1"/>
          </p:cNvSpPr>
          <p:nvPr/>
        </p:nvSpPr>
        <p:spPr>
          <a:xfrm xmlns:a="http://schemas.openxmlformats.org/drawingml/2006/main">
            <a:off x="6554391" y="42291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A99A06A4-BE57-46CA-A321-4FBA3982ADA9}"/>
              </a:ext>
            </a:extLst>
          </p:cNvPr>
          <p:cNvSpPr>
            <a:spLocks xmlns:a="http://schemas.openxmlformats.org/drawingml/2006/main" noGrp="1"/>
          </p:cNvSpPr>
          <p:nvPr/>
        </p:nvSpPr>
        <p:spPr>
          <a:xfrm xmlns:a="http://schemas.openxmlformats.org/drawingml/2006/main">
            <a:off x="6619875" y="42291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E925AAF1-80D2-48A5-ABB8-1DA209844FC4}"/>
              </a:ext>
            </a:extLst>
          </p:cNvPr>
          <p:cNvSpPr>
            <a:spLocks xmlns:a="http://schemas.openxmlformats.org/drawingml/2006/main" noGrp="1"/>
          </p:cNvSpPr>
          <p:nvPr/>
        </p:nvSpPr>
        <p:spPr>
          <a:xfrm xmlns:a="http://schemas.openxmlformats.org/drawingml/2006/main">
            <a:off x="6685359" y="42291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4BA07A56-F6B0-477C-A32F-D4DA5593277C}"/>
              </a:ext>
            </a:extLst>
          </p:cNvPr>
          <p:cNvSpPr>
            <a:spLocks xmlns:a="http://schemas.openxmlformats.org/drawingml/2006/main" noGrp="1"/>
          </p:cNvSpPr>
          <p:nvPr/>
        </p:nvSpPr>
        <p:spPr>
          <a:xfrm xmlns:a="http://schemas.openxmlformats.org/drawingml/2006/main">
            <a:off x="6750844" y="42291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223A4005-6F90-4799-80FB-FBBEFBF48E93}"/>
              </a:ext>
            </a:extLst>
          </p:cNvPr>
          <p:cNvSpPr>
            <a:spLocks xmlns:a="http://schemas.openxmlformats.org/drawingml/2006/main" noGrp="1"/>
          </p:cNvSpPr>
          <p:nvPr/>
        </p:nvSpPr>
        <p:spPr>
          <a:xfrm xmlns:a="http://schemas.openxmlformats.org/drawingml/2006/main">
            <a:off x="6816328" y="42291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A0A7DA4B-5FC5-492C-8BD5-C348D95B383E}"/>
              </a:ext>
            </a:extLst>
          </p:cNvPr>
          <p:cNvSpPr>
            <a:spLocks xmlns:a="http://schemas.openxmlformats.org/drawingml/2006/main" noGrp="1"/>
          </p:cNvSpPr>
          <p:nvPr/>
        </p:nvSpPr>
        <p:spPr>
          <a:xfrm xmlns:a="http://schemas.openxmlformats.org/drawingml/2006/main">
            <a:off x="6881813" y="42291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15D528ED-7BE0-455B-BCED-1F347B263ED5}"/>
              </a:ext>
            </a:extLst>
          </p:cNvPr>
          <p:cNvSpPr>
            <a:spLocks xmlns:a="http://schemas.openxmlformats.org/drawingml/2006/main" noGrp="1"/>
          </p:cNvSpPr>
          <p:nvPr/>
        </p:nvSpPr>
        <p:spPr>
          <a:xfrm xmlns:a="http://schemas.openxmlformats.org/drawingml/2006/main">
            <a:off x="6947297" y="42291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8A2C0E18-841B-4E1E-9C39-56B11117ABDE}"/>
              </a:ext>
            </a:extLst>
          </p:cNvPr>
          <p:cNvSpPr>
            <a:spLocks xmlns:a="http://schemas.openxmlformats.org/drawingml/2006/main" noGrp="1"/>
          </p:cNvSpPr>
          <p:nvPr/>
        </p:nvSpPr>
        <p:spPr>
          <a:xfrm xmlns:a="http://schemas.openxmlformats.org/drawingml/2006/main">
            <a:off x="7012781" y="42291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DEA75D3D-6F83-4392-B530-A33C3697996D}"/>
              </a:ext>
            </a:extLst>
          </p:cNvPr>
          <p:cNvSpPr>
            <a:spLocks xmlns:a="http://schemas.openxmlformats.org/drawingml/2006/main" noGrp="1"/>
          </p:cNvSpPr>
          <p:nvPr/>
        </p:nvSpPr>
        <p:spPr>
          <a:xfrm xmlns:a="http://schemas.openxmlformats.org/drawingml/2006/main">
            <a:off x="7078266" y="42291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4C1794E7-FCDD-4E83-8EF2-E0572E77E099}"/>
              </a:ext>
            </a:extLst>
          </p:cNvPr>
          <p:cNvSpPr>
            <a:spLocks xmlns:a="http://schemas.openxmlformats.org/drawingml/2006/main" noGrp="1"/>
          </p:cNvSpPr>
          <p:nvPr/>
        </p:nvSpPr>
        <p:spPr>
          <a:xfrm xmlns:a="http://schemas.openxmlformats.org/drawingml/2006/main">
            <a:off x="7143750" y="42291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C6D2F21D-52DA-4AA0-847C-9E3B5B7F0F1C}"/>
              </a:ext>
            </a:extLst>
          </p:cNvPr>
          <p:cNvSpPr>
            <a:spLocks xmlns:a="http://schemas.openxmlformats.org/drawingml/2006/main" noGrp="1"/>
          </p:cNvSpPr>
          <p:nvPr/>
        </p:nvSpPr>
        <p:spPr>
          <a:xfrm xmlns:a="http://schemas.openxmlformats.org/drawingml/2006/main">
            <a:off x="7209234" y="42291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1D00F3A8-31AD-4AA9-AFD9-ADD54D761EE9}"/>
              </a:ext>
            </a:extLst>
          </p:cNvPr>
          <p:cNvSpPr>
            <a:spLocks xmlns:a="http://schemas.openxmlformats.org/drawingml/2006/main" noGrp="1"/>
          </p:cNvSpPr>
          <p:nvPr/>
        </p:nvSpPr>
        <p:spPr>
          <a:xfrm xmlns:a="http://schemas.openxmlformats.org/drawingml/2006/main">
            <a:off x="7274719" y="42291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68E17B2E-852E-45FC-8EF4-43A864AE3154}"/>
              </a:ext>
            </a:extLst>
          </p:cNvPr>
          <p:cNvSpPr>
            <a:spLocks xmlns:a="http://schemas.openxmlformats.org/drawingml/2006/main" noGrp="1"/>
          </p:cNvSpPr>
          <p:nvPr/>
        </p:nvSpPr>
        <p:spPr>
          <a:xfrm xmlns:a="http://schemas.openxmlformats.org/drawingml/2006/main">
            <a:off x="7340203" y="42291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C4CEB634-E31F-4609-A606-700023D3A541}"/>
              </a:ext>
            </a:extLst>
          </p:cNvPr>
          <p:cNvSpPr>
            <a:spLocks xmlns:a="http://schemas.openxmlformats.org/drawingml/2006/main" noGrp="1"/>
          </p:cNvSpPr>
          <p:nvPr/>
        </p:nvSpPr>
        <p:spPr>
          <a:xfrm xmlns:a="http://schemas.openxmlformats.org/drawingml/2006/main">
            <a:off x="7405688" y="42291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0D524D6A-E77F-47E4-AEB5-226841B88BE7}"/>
              </a:ext>
            </a:extLst>
          </p:cNvPr>
          <p:cNvSpPr>
            <a:spLocks xmlns:a="http://schemas.openxmlformats.org/drawingml/2006/main" noGrp="1"/>
          </p:cNvSpPr>
          <p:nvPr/>
        </p:nvSpPr>
        <p:spPr>
          <a:xfrm xmlns:a="http://schemas.openxmlformats.org/drawingml/2006/main">
            <a:off x="7471172" y="42291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CE9AFBFE-41D0-4B0E-A6CD-BD5EC10429EF}"/>
              </a:ext>
            </a:extLst>
          </p:cNvPr>
          <p:cNvSpPr>
            <a:spLocks xmlns:a="http://schemas.openxmlformats.org/drawingml/2006/main" noGrp="1"/>
          </p:cNvSpPr>
          <p:nvPr/>
        </p:nvSpPr>
        <p:spPr>
          <a:xfrm xmlns:a="http://schemas.openxmlformats.org/drawingml/2006/main">
            <a:off x="7536656" y="42291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11E4E8E6-F17E-4A47-BAD2-557604BC20A5}"/>
              </a:ext>
            </a:extLst>
          </p:cNvPr>
          <p:cNvSpPr>
            <a:spLocks xmlns:a="http://schemas.openxmlformats.org/drawingml/2006/main" noGrp="1"/>
          </p:cNvSpPr>
          <p:nvPr/>
        </p:nvSpPr>
        <p:spPr>
          <a:xfrm xmlns:a="http://schemas.openxmlformats.org/drawingml/2006/main">
            <a:off x="7602141" y="42291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77A80F31-3738-4553-8BA7-D4E1CDAE6613}"/>
              </a:ext>
            </a:extLst>
          </p:cNvPr>
          <p:cNvSpPr>
            <a:spLocks xmlns:a="http://schemas.openxmlformats.org/drawingml/2006/main" noGrp="1"/>
          </p:cNvSpPr>
          <p:nvPr/>
        </p:nvSpPr>
        <p:spPr>
          <a:xfrm xmlns:a="http://schemas.openxmlformats.org/drawingml/2006/main">
            <a:off x="7667625" y="42291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DD558D89-FD04-472D-B8EA-E8CB7D2956CF}"/>
              </a:ext>
            </a:extLst>
          </p:cNvPr>
          <p:cNvSpPr>
            <a:spLocks xmlns:a="http://schemas.openxmlformats.org/drawingml/2006/main" noGrp="1"/>
          </p:cNvSpPr>
          <p:nvPr/>
        </p:nvSpPr>
        <p:spPr>
          <a:xfrm xmlns:a="http://schemas.openxmlformats.org/drawingml/2006/main">
            <a:off x="7733109" y="42291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8D7E1192-2F8C-4A4E-B24E-470B829C9AC9}"/>
              </a:ext>
            </a:extLst>
          </p:cNvPr>
          <p:cNvSpPr>
            <a:spLocks xmlns:a="http://schemas.openxmlformats.org/drawingml/2006/main" noGrp="1"/>
          </p:cNvSpPr>
          <p:nvPr/>
        </p:nvSpPr>
        <p:spPr>
          <a:xfrm xmlns:a="http://schemas.openxmlformats.org/drawingml/2006/main">
            <a:off x="7798594" y="42291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F9FEC6F5-B10A-4DA2-A523-E9A5EB23746E}"/>
              </a:ext>
            </a:extLst>
          </p:cNvPr>
          <p:cNvSpPr>
            <a:spLocks xmlns:a="http://schemas.openxmlformats.org/drawingml/2006/main" noGrp="1"/>
          </p:cNvSpPr>
          <p:nvPr/>
        </p:nvSpPr>
        <p:spPr>
          <a:xfrm xmlns:a="http://schemas.openxmlformats.org/drawingml/2006/main">
            <a:off x="7864078" y="42291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B372A5BC-4D23-4F39-9FFF-02ACC5DC30CA}"/>
              </a:ext>
            </a:extLst>
          </p:cNvPr>
          <p:cNvSpPr>
            <a:spLocks xmlns:a="http://schemas.openxmlformats.org/drawingml/2006/main" noGrp="1"/>
          </p:cNvSpPr>
          <p:nvPr/>
        </p:nvSpPr>
        <p:spPr>
          <a:xfrm xmlns:a="http://schemas.openxmlformats.org/drawingml/2006/main">
            <a:off x="7929563" y="42291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4838B73B-5494-49B3-9B72-90E873571F82}"/>
              </a:ext>
            </a:extLst>
          </p:cNvPr>
          <p:cNvSpPr>
            <a:spLocks xmlns:a="http://schemas.openxmlformats.org/drawingml/2006/main" noGrp="1"/>
          </p:cNvSpPr>
          <p:nvPr/>
        </p:nvSpPr>
        <p:spPr>
          <a:xfrm xmlns:a="http://schemas.openxmlformats.org/drawingml/2006/main">
            <a:off x="7995047" y="42291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5AB3D661-0E76-40F4-BC91-65D915A61E41}"/>
              </a:ext>
            </a:extLst>
          </p:cNvPr>
          <p:cNvSpPr>
            <a:spLocks xmlns:a="http://schemas.openxmlformats.org/drawingml/2006/main" noGrp="1"/>
          </p:cNvSpPr>
          <p:nvPr/>
        </p:nvSpPr>
        <p:spPr>
          <a:xfrm xmlns:a="http://schemas.openxmlformats.org/drawingml/2006/main">
            <a:off x="8060531" y="42291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E6BED1AD-E2D7-4E61-8495-1910E8B01F16}"/>
              </a:ext>
            </a:extLst>
          </p:cNvPr>
          <p:cNvSpPr>
            <a:spLocks xmlns:a="http://schemas.openxmlformats.org/drawingml/2006/main" noGrp="1"/>
          </p:cNvSpPr>
          <p:nvPr/>
        </p:nvSpPr>
        <p:spPr>
          <a:xfrm xmlns:a="http://schemas.openxmlformats.org/drawingml/2006/main">
            <a:off x="8126016" y="42291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78E0C66A-3BA5-4C9E-ABAF-746B01258ADA}"/>
              </a:ext>
            </a:extLst>
          </p:cNvPr>
          <p:cNvSpPr>
            <a:spLocks xmlns:a="http://schemas.openxmlformats.org/drawingml/2006/main" noGrp="1"/>
          </p:cNvSpPr>
          <p:nvPr/>
        </p:nvSpPr>
        <p:spPr>
          <a:xfrm xmlns:a="http://schemas.openxmlformats.org/drawingml/2006/main">
            <a:off x="4000500" y="42291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37570132-E9E3-4E4C-AD50-184C7BC54C01}"/>
              </a:ext>
            </a:extLst>
          </p:cNvPr>
          <p:cNvSpPr>
            <a:spLocks xmlns:a="http://schemas.openxmlformats.org/drawingml/2006/main" noGrp="1"/>
          </p:cNvSpPr>
          <p:nvPr/>
        </p:nvSpPr>
        <p:spPr>
          <a:xfrm xmlns:a="http://schemas.openxmlformats.org/drawingml/2006/main">
            <a:off x="44471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78AC4BC2-DFC8-4774-8DE8-25330BC27A2C}"/>
              </a:ext>
            </a:extLst>
          </p:cNvPr>
          <p:cNvSpPr>
            <a:spLocks xmlns:a="http://schemas.openxmlformats.org/drawingml/2006/main" noGrp="1"/>
          </p:cNvSpPr>
          <p:nvPr/>
        </p:nvSpPr>
        <p:spPr>
          <a:xfrm xmlns:a="http://schemas.openxmlformats.org/drawingml/2006/main">
            <a:off x="41042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10²</a:t>
            </a:r>
          </a:p>
        </p:txBody>
      </p:sp>
      <p:sp>
        <p:nvSpPr>
          <p:cNvPr id="157" name="">
            <a:extLst xmlns:a="http://schemas.openxmlformats.org/drawingml/2006/main">
              <a:ext uri="{FF2B5EF4-FFF2-40B4-BE49-F238E27FC236}">
                <a16:creationId xmlns:a16="http://schemas.microsoft.com/office/drawing/2014/main" id="{45EB2166-6625-42D6-8864-F2F087132914}"/>
              </a:ext>
            </a:extLst>
          </p:cNvPr>
          <p:cNvSpPr>
            <a:spLocks xmlns:a="http://schemas.openxmlformats.org/drawingml/2006/main" noGrp="1"/>
          </p:cNvSpPr>
          <p:nvPr/>
        </p:nvSpPr>
        <p:spPr>
          <a:xfrm xmlns:a="http://schemas.openxmlformats.org/drawingml/2006/main">
            <a:off x="51456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24573BF6-8533-4A62-82A5-D09F5B38E27E}"/>
              </a:ext>
            </a:extLst>
          </p:cNvPr>
          <p:cNvSpPr>
            <a:spLocks xmlns:a="http://schemas.openxmlformats.org/drawingml/2006/main" noGrp="1"/>
          </p:cNvSpPr>
          <p:nvPr/>
        </p:nvSpPr>
        <p:spPr>
          <a:xfrm xmlns:a="http://schemas.openxmlformats.org/drawingml/2006/main">
            <a:off x="48027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10³</a:t>
            </a:r>
          </a:p>
        </p:txBody>
      </p:sp>
      <p:sp>
        <p:nvSpPr>
          <p:cNvPr id="159" name="">
            <a:extLst xmlns:a="http://schemas.openxmlformats.org/drawingml/2006/main">
              <a:ext uri="{FF2B5EF4-FFF2-40B4-BE49-F238E27FC236}">
                <a16:creationId xmlns:a16="http://schemas.microsoft.com/office/drawing/2014/main" id="{BE77F09A-FB47-482F-85C1-E0C7824B3FDE}"/>
              </a:ext>
            </a:extLst>
          </p:cNvPr>
          <p:cNvSpPr>
            <a:spLocks xmlns:a="http://schemas.openxmlformats.org/drawingml/2006/main" noGrp="1"/>
          </p:cNvSpPr>
          <p:nvPr/>
        </p:nvSpPr>
        <p:spPr>
          <a:xfrm xmlns:a="http://schemas.openxmlformats.org/drawingml/2006/main">
            <a:off x="58441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DB8E20A1-57CB-4684-9383-7C9729569932}"/>
              </a:ext>
            </a:extLst>
          </p:cNvPr>
          <p:cNvSpPr>
            <a:spLocks xmlns:a="http://schemas.openxmlformats.org/drawingml/2006/main" noGrp="1"/>
          </p:cNvSpPr>
          <p:nvPr/>
        </p:nvSpPr>
        <p:spPr>
          <a:xfrm xmlns:a="http://schemas.openxmlformats.org/drawingml/2006/main">
            <a:off x="55012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10⁴</a:t>
            </a:r>
          </a:p>
        </p:txBody>
      </p:sp>
      <p:sp>
        <p:nvSpPr>
          <p:cNvPr id="161" name="">
            <a:extLst xmlns:a="http://schemas.openxmlformats.org/drawingml/2006/main">
              <a:ext uri="{FF2B5EF4-FFF2-40B4-BE49-F238E27FC236}">
                <a16:creationId xmlns:a16="http://schemas.microsoft.com/office/drawing/2014/main" id="{2C3D5ACF-03CD-4A6B-AFF6-51AD46814185}"/>
              </a:ext>
            </a:extLst>
          </p:cNvPr>
          <p:cNvSpPr>
            <a:spLocks xmlns:a="http://schemas.openxmlformats.org/drawingml/2006/main" noGrp="1"/>
          </p:cNvSpPr>
          <p:nvPr/>
        </p:nvSpPr>
        <p:spPr>
          <a:xfrm xmlns:a="http://schemas.openxmlformats.org/drawingml/2006/main">
            <a:off x="65426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9F6A84DB-6FD7-41E0-9632-726B500EEC1F}"/>
              </a:ext>
            </a:extLst>
          </p:cNvPr>
          <p:cNvSpPr>
            <a:spLocks xmlns:a="http://schemas.openxmlformats.org/drawingml/2006/main" noGrp="1"/>
          </p:cNvSpPr>
          <p:nvPr/>
        </p:nvSpPr>
        <p:spPr>
          <a:xfrm xmlns:a="http://schemas.openxmlformats.org/drawingml/2006/main">
            <a:off x="61997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10⁵</a:t>
            </a:r>
          </a:p>
        </p:txBody>
      </p:sp>
      <p:sp>
        <p:nvSpPr>
          <p:cNvPr id="163" name="">
            <a:extLst xmlns:a="http://schemas.openxmlformats.org/drawingml/2006/main">
              <a:ext uri="{FF2B5EF4-FFF2-40B4-BE49-F238E27FC236}">
                <a16:creationId xmlns:a16="http://schemas.microsoft.com/office/drawing/2014/main" id="{B165C158-CCA8-4E86-A1DE-F6C4574A22FA}"/>
              </a:ext>
            </a:extLst>
          </p:cNvPr>
          <p:cNvSpPr>
            <a:spLocks xmlns:a="http://schemas.openxmlformats.org/drawingml/2006/main" noGrp="1"/>
          </p:cNvSpPr>
          <p:nvPr/>
        </p:nvSpPr>
        <p:spPr>
          <a:xfrm xmlns:a="http://schemas.openxmlformats.org/drawingml/2006/main">
            <a:off x="72411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D233F92A-8F1D-442C-8588-9C00A999EAE2}"/>
              </a:ext>
            </a:extLst>
          </p:cNvPr>
          <p:cNvSpPr>
            <a:spLocks xmlns:a="http://schemas.openxmlformats.org/drawingml/2006/main" noGrp="1"/>
          </p:cNvSpPr>
          <p:nvPr/>
        </p:nvSpPr>
        <p:spPr>
          <a:xfrm xmlns:a="http://schemas.openxmlformats.org/drawingml/2006/main">
            <a:off x="68982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10⁶</a:t>
            </a:r>
          </a:p>
        </p:txBody>
      </p:sp>
      <p:sp>
        <p:nvSpPr>
          <p:cNvPr id="165" name="">
            <a:extLst xmlns:a="http://schemas.openxmlformats.org/drawingml/2006/main">
              <a:ext uri="{FF2B5EF4-FFF2-40B4-BE49-F238E27FC236}">
                <a16:creationId xmlns:a16="http://schemas.microsoft.com/office/drawing/2014/main" id="{0CB8C98B-E16D-4049-92A4-606EA658B5E5}"/>
              </a:ext>
            </a:extLst>
          </p:cNvPr>
          <p:cNvSpPr>
            <a:spLocks xmlns:a="http://schemas.openxmlformats.org/drawingml/2006/main" noGrp="1"/>
          </p:cNvSpPr>
          <p:nvPr/>
        </p:nvSpPr>
        <p:spPr>
          <a:xfrm xmlns:a="http://schemas.openxmlformats.org/drawingml/2006/main">
            <a:off x="79396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6" name="">
            <a:extLst xmlns:a="http://schemas.openxmlformats.org/drawingml/2006/main">
              <a:ext uri="{FF2B5EF4-FFF2-40B4-BE49-F238E27FC236}">
                <a16:creationId xmlns:a16="http://schemas.microsoft.com/office/drawing/2014/main" id="{F2381539-32BB-4CC4-9AA7-12F73FCA9132}"/>
              </a:ext>
            </a:extLst>
          </p:cNvPr>
          <p:cNvSpPr>
            <a:spLocks xmlns:a="http://schemas.openxmlformats.org/drawingml/2006/main" noGrp="1"/>
          </p:cNvSpPr>
          <p:nvPr/>
        </p:nvSpPr>
        <p:spPr>
          <a:xfrm xmlns:a="http://schemas.openxmlformats.org/drawingml/2006/main">
            <a:off x="75967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10⁷</a:t>
            </a:r>
          </a:p>
        </p:txBody>
      </p:sp>
      <p:sp>
        <p:nvSpPr>
          <p:cNvPr id="167" name="">
            <a:extLst xmlns:a="http://schemas.openxmlformats.org/drawingml/2006/main">
              <a:ext uri="{FF2B5EF4-FFF2-40B4-BE49-F238E27FC236}">
                <a16:creationId xmlns:a16="http://schemas.microsoft.com/office/drawing/2014/main" id="{891380AE-3A99-481A-8B04-48B61D4A1689}"/>
              </a:ext>
            </a:extLst>
          </p:cNvPr>
          <p:cNvSpPr>
            <a:spLocks xmlns:a="http://schemas.openxmlformats.org/drawingml/2006/main" noGrp="1"/>
          </p:cNvSpPr>
          <p:nvPr/>
        </p:nvSpPr>
        <p:spPr>
          <a:xfrm xmlns:a="http://schemas.openxmlformats.org/drawingml/2006/main">
            <a:off x="4000500" y="40195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log₁₀(Qrh / W m⁻³)</a:t>
            </a:r>
          </a:p>
        </p:txBody>
      </p:sp>
      <p:sp>
        <p:nvSpPr>
          <p:cNvPr id="168" name="">
            <a:extLst xmlns:a="http://schemas.openxmlformats.org/drawingml/2006/main">
              <a:ext uri="{FF2B5EF4-FFF2-40B4-BE49-F238E27FC236}">
                <a16:creationId xmlns:a16="http://schemas.microsoft.com/office/drawing/2014/main" id="{CEF109DC-0E72-41E1-9C88-30DA660B6747}"/>
              </a:ext>
            </a:extLst>
          </p:cNvPr>
          <p:cNvSpPr>
            <a:spLocks xmlns:a="http://schemas.openxmlformats.org/drawingml/2006/main" noGrp="1"/>
          </p:cNvSpPr>
          <p:nvPr/>
        </p:nvSpPr>
        <p:spPr>
          <a:xfrm xmlns:a="http://schemas.openxmlformats.org/drawingml/2006/main">
            <a:off x="4000500" y="4552950"/>
            <a:ext cx="4191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Qrh &lt; Qmax×10⁻⁶は表示下限未満。統計は未クリップ値</a:t>
            </a:r>
          </a:p>
        </p:txBody>
      </p:sp>
      <p:sp>
        <p:nvSpPr>
          <p:cNvPr id="170" name="">
            <a:extLst xmlns:a="http://schemas.openxmlformats.org/drawingml/2006/main">
              <a:ext uri="{FF2B5EF4-FFF2-40B4-BE49-F238E27FC236}">
                <a16:creationId xmlns:a16="http://schemas.microsoft.com/office/drawing/2014/main" id="{59F4514B-E9CF-4F32-BF51-DA40629CB470}"/>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Qrh = ½ Re(J·E*)</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 ½ Re(σp)|Eθ|²</a:t>
            </a:r>
          </a:p>
        </p:txBody>
      </p:sp>
      <p:sp>
        <p:nvSpPr>
          <p:cNvPr id="172" name="">
            <a:extLst xmlns:a="http://schemas.openxmlformats.org/drawingml/2006/main">
              <a:ext uri="{FF2B5EF4-FFF2-40B4-BE49-F238E27FC236}">
                <a16:creationId xmlns:a16="http://schemas.microsoft.com/office/drawing/2014/main" id="{F908C1CE-2594-4E0E-B794-FBAF27D6E0D2}"/>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最大値：標準COMSOL</a:t>
            </a:r>
            <a:r>
              <a:rPr sz="1035" b="0" i="0">
                <a:solidFill>
                  <a:srgbClr val="2F2F2F"/>
                </a:solidFill>
                <a:latin typeface="Noto Sans JP"/>
                <a:ea typeface="Noto Sans JP"/>
                <a:cs typeface="Noto Sans JP"/>
              </a:rPr>
              <a:t> 2.29e+7、</a:t>
            </a:r>
            <a:r>
              <a:rPr sz="1035" b="0" i="0">
                <a:solidFill>
                  <a:srgbClr val="2F2F2F"/>
                </a:solidFill>
                <a:latin typeface="Noto Sans JP"/>
                <a:ea typeface="Noto Sans JP"/>
                <a:cs typeface="Noto Sans JP"/>
              </a:rPr>
              <a:t>two-term</a:t>
            </a:r>
            <a:r>
              <a:rPr sz="1035" b="0" i="0">
                <a:solidFill>
                  <a:srgbClr val="2F2F2F"/>
                </a:solidFill>
                <a:latin typeface="Noto Sans JP"/>
                <a:ea typeface="Noto Sans JP"/>
                <a:cs typeface="Noto Sans JP"/>
              </a:rPr>
              <a:t> 2.03e+7 W m⁻³。r=0ではEθ対称性により低下。</a:t>
            </a:r>
          </a:p>
        </p:txBody>
      </p:sp>
      <p:sp>
        <p:nvSpPr>
          <p:cNvPr id="175" name="">
            <a:extLst xmlns:a="http://schemas.openxmlformats.org/drawingml/2006/main">
              <a:ext uri="{FF2B5EF4-FFF2-40B4-BE49-F238E27FC236}">
                <a16:creationId xmlns:a16="http://schemas.microsoft.com/office/drawing/2014/main" id="{D58C5B3D-0DB8-4B24-927B-49308C8ACD8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RF吸収の体積積分の標準COMSOL比（2T / MC / P1）= +15.5% / +15.5% / +15.5%。コイル電力は全ケース1500 W。</a:t>
            </a:r>
          </a:p>
        </p:txBody>
      </p:sp>
      <p:sp>
        <p:nvSpPr>
          <p:cNvPr id="176" name="">
            <a:extLst xmlns:a="http://schemas.openxmlformats.org/drawingml/2006/main">
              <a:ext uri="{FF2B5EF4-FFF2-40B4-BE49-F238E27FC236}">
                <a16:creationId xmlns:a16="http://schemas.microsoft.com/office/drawing/2014/main" id="{490CFB7F-FACC-4D44-9DCB-43CD5778426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82" name="title">
            <a:extLst xmlns:a="http://schemas.openxmlformats.org/drawingml/2006/main">
              <a:ext uri="{FF2B5EF4-FFF2-40B4-BE49-F238E27FC236}">
                <a16:creationId xmlns:a16="http://schemas.microsoft.com/office/drawing/2014/main" id="{E1E7146B-BC5B-4A76-9545-8CB7CA5A1921}"/>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RF吸収密度：電子輸送が導電率と電磁場を自己整合に変える</a:t>
            </a:r>
          </a:p>
        </p:txBody>
      </p:sp>
      <p:sp>
        <p:nvSpPr>
          <p:cNvPr id="183" name="">
            <a:extLst xmlns:a="http://schemas.openxmlformats.org/drawingml/2006/main">
              <a:ext uri="{FF2B5EF4-FFF2-40B4-BE49-F238E27FC236}">
                <a16:creationId xmlns:a16="http://schemas.microsoft.com/office/drawing/2014/main" id="{2D8FD332-9DC5-4788-8999-22E51026B18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9" name="section">
            <a:extLst xmlns:a="http://schemas.openxmlformats.org/drawingml/2006/main">
              <a:ext uri="{FF2B5EF4-FFF2-40B4-BE49-F238E27FC236}">
                <a16:creationId xmlns:a16="http://schemas.microsoft.com/office/drawing/2014/main" id="{09392DAB-BBB0-4ABC-BF71-64F4E05396A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43670160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443CCA7-92E3-4E19-A038-27A7FEE32563}"/>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z = 0 の出力節点（r = 0–8.0 cm）；密度・準安定粒子は各ケースの軸上値で規格化</a:t>
            </a:r>
          </a:p>
        </p:txBody>
      </p:sp>
      <p:sp>
        <p:nvSpPr>
          <p:cNvPr id="7" name="">
            <a:extLst xmlns:a="http://schemas.openxmlformats.org/drawingml/2006/main">
              <a:ext uri="{FF2B5EF4-FFF2-40B4-BE49-F238E27FC236}">
                <a16:creationId xmlns:a16="http://schemas.microsoft.com/office/drawing/2014/main" id="{337B5C76-454E-49AD-8ACE-60F94269EC5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0EE2D71D-EF0D-4671-B91D-FABB6EE7745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54</a:t>
            </a:r>
          </a:p>
        </p:txBody>
      </p:sp>
      <p:graphicFrame>
        <p:nvGraphicFramePr>
          <p:cNvPr id="38" name="Chart"/>
          <p:cNvGraphicFramePr/>
          <p:nvPr/>
        </p:nvGraphicFramePr>
        <p:xfrm>
          <a:off xmlns:a="http://schemas.openxmlformats.org/drawingml/2006/main" x="26670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7820ae9ddcd04209"/>
          </a:graphicData>
        </a:graphic>
      </p:graphicFrame>
      <p:graphicFrame>
        <p:nvGraphicFramePr>
          <p:cNvPr id="39" name="Chart"/>
          <p:cNvGraphicFramePr/>
          <p:nvPr/>
        </p:nvGraphicFramePr>
        <p:xfrm>
          <a:off xmlns:a="http://schemas.openxmlformats.org/drawingml/2006/main" x="4238625"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e480780c19734b8f"/>
          </a:graphicData>
        </a:graphic>
      </p:graphicFrame>
      <p:graphicFrame>
        <p:nvGraphicFramePr>
          <p:cNvPr id="40" name="Chart"/>
          <p:cNvGraphicFramePr/>
          <p:nvPr/>
        </p:nvGraphicFramePr>
        <p:xfrm>
          <a:off xmlns:a="http://schemas.openxmlformats.org/drawingml/2006/main" x="821055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758e4750e7dc4be5"/>
          </a:graphicData>
        </a:graphic>
      </p:graphicFrame>
      <p:sp>
        <p:nvSpPr>
          <p:cNvPr id="12" name="">
            <a:extLst xmlns:a="http://schemas.openxmlformats.org/drawingml/2006/main">
              <a:ext uri="{FF2B5EF4-FFF2-40B4-BE49-F238E27FC236}">
                <a16:creationId xmlns:a16="http://schemas.microsoft.com/office/drawing/2014/main" id="{7C7D09FA-3E63-4236-900D-280E289C1422}"/>
              </a:ext>
            </a:extLst>
          </p:cNvPr>
          <p:cNvSpPr>
            <a:spLocks xmlns:a="http://schemas.openxmlformats.org/drawingml/2006/main" noGrp="1"/>
          </p:cNvSpPr>
          <p:nvPr/>
        </p:nvSpPr>
        <p:spPr>
          <a:xfrm xmlns:a="http://schemas.openxmlformats.org/drawingml/2006/main">
            <a:off x="2381250" y="5429250"/>
            <a:ext cx="304800" cy="0"/>
          </a:xfrm>
          <a:prstGeom xmlns:a="http://schemas.openxmlformats.org/drawingml/2006/main" prst="line">
            <a:avLst/>
          </a:prstGeom>
          <a:noFill xmlns:a="http://schemas.openxmlformats.org/drawingml/2006/main"/>
          <a:ln xmlns:a="http://schemas.openxmlformats.org/drawingml/2006/main" w="26670">
            <a:solidFill>
              <a:srgbClr val="7A7A7A"/>
            </a:solidFill>
            <a:prstDash val="solid"/>
          </a:ln>
        </p:spPr>
      </p:sp>
      <p:sp>
        <p:nvSpPr>
          <p:cNvPr id="13" name="">
            <a:extLst xmlns:a="http://schemas.openxmlformats.org/drawingml/2006/main">
              <a:ext uri="{FF2B5EF4-FFF2-40B4-BE49-F238E27FC236}">
                <a16:creationId xmlns:a16="http://schemas.microsoft.com/office/drawing/2014/main" id="{3BF0CEE6-5DF0-41AA-B0F5-8EA229399AA9}"/>
              </a:ext>
            </a:extLst>
          </p:cNvPr>
          <p:cNvSpPr>
            <a:spLocks xmlns:a="http://schemas.openxmlformats.org/drawingml/2006/main" noGrp="1"/>
          </p:cNvSpPr>
          <p:nvPr/>
        </p:nvSpPr>
        <p:spPr>
          <a:xfrm xmlns:a="http://schemas.openxmlformats.org/drawingml/2006/main">
            <a:off x="2733675"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7A7A7A"/>
                </a:solidFill>
                <a:latin typeface="Noto Sans JP"/>
                <a:ea typeface="Noto Sans JP"/>
                <a:cs typeface="Noto Sans JP"/>
              </a:defRPr>
            </a:pPr>
            <a:r>
              <a:rPr sz="885" b="1" i="0">
                <a:solidFill>
                  <a:srgbClr val="7A7A7A"/>
                </a:solidFill>
                <a:latin typeface="Noto Sans JP"/>
                <a:ea typeface="Noto Sans JP"/>
                <a:cs typeface="Noto Sans JP"/>
              </a:rPr>
              <a:t>標準COMSOL</a:t>
            </a:r>
          </a:p>
        </p:txBody>
      </p:sp>
      <p:sp>
        <p:nvSpPr>
          <p:cNvPr id="14" name="">
            <a:extLst xmlns:a="http://schemas.openxmlformats.org/drawingml/2006/main">
              <a:ext uri="{FF2B5EF4-FFF2-40B4-BE49-F238E27FC236}">
                <a16:creationId xmlns:a16="http://schemas.microsoft.com/office/drawing/2014/main" id="{C71B2BFF-D57C-48E8-B52E-E8FB770A2FFF}"/>
              </a:ext>
            </a:extLst>
          </p:cNvPr>
          <p:cNvSpPr>
            <a:spLocks xmlns:a="http://schemas.openxmlformats.org/drawingml/2006/main" noGrp="1"/>
          </p:cNvSpPr>
          <p:nvPr/>
        </p:nvSpPr>
        <p:spPr>
          <a:xfrm xmlns:a="http://schemas.openxmlformats.org/drawingml/2006/main">
            <a:off x="4333875" y="5429250"/>
            <a:ext cx="304800" cy="0"/>
          </a:xfrm>
          <a:prstGeom xmlns:a="http://schemas.openxmlformats.org/drawingml/2006/main" prst="line">
            <a:avLst/>
          </a:prstGeom>
          <a:noFill xmlns:a="http://schemas.openxmlformats.org/drawingml/2006/main"/>
          <a:ln xmlns:a="http://schemas.openxmlformats.org/drawingml/2006/main" w="26670">
            <a:solidFill>
              <a:srgbClr val="00A6D9"/>
            </a:solidFill>
            <a:prstDash val="solid"/>
          </a:ln>
        </p:spPr>
      </p:sp>
      <p:sp>
        <p:nvSpPr>
          <p:cNvPr id="15" name="">
            <a:extLst xmlns:a="http://schemas.openxmlformats.org/drawingml/2006/main">
              <a:ext uri="{FF2B5EF4-FFF2-40B4-BE49-F238E27FC236}">
                <a16:creationId xmlns:a16="http://schemas.microsoft.com/office/drawing/2014/main" id="{405392F6-4179-40C0-BE47-264965F4B07E}"/>
              </a:ext>
            </a:extLst>
          </p:cNvPr>
          <p:cNvSpPr>
            <a:spLocks xmlns:a="http://schemas.openxmlformats.org/drawingml/2006/main" noGrp="1"/>
          </p:cNvSpPr>
          <p:nvPr/>
        </p:nvSpPr>
        <p:spPr>
          <a:xfrm xmlns:a="http://schemas.openxmlformats.org/drawingml/2006/main">
            <a:off x="4686300"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00A6D9"/>
                </a:solidFill>
                <a:latin typeface="Noto Sans JP"/>
                <a:ea typeface="Noto Sans JP"/>
                <a:cs typeface="Noto Sans JP"/>
              </a:defRPr>
            </a:pPr>
            <a:r>
              <a:rPr sz="885" b="1" i="0">
                <a:solidFill>
                  <a:srgbClr val="00A6D9"/>
                </a:solidFill>
                <a:latin typeface="Noto Sans JP"/>
                <a:ea typeface="Noto Sans JP"/>
                <a:cs typeface="Noto Sans JP"/>
              </a:rPr>
              <a:t>two-term</a:t>
            </a:r>
          </a:p>
        </p:txBody>
      </p:sp>
      <p:sp>
        <p:nvSpPr>
          <p:cNvPr id="16" name="">
            <a:extLst xmlns:a="http://schemas.openxmlformats.org/drawingml/2006/main">
              <a:ext uri="{FF2B5EF4-FFF2-40B4-BE49-F238E27FC236}">
                <a16:creationId xmlns:a16="http://schemas.microsoft.com/office/drawing/2014/main" id="{38BE96B5-D7DE-47AD-BA99-9B50C6A96B3B}"/>
              </a:ext>
            </a:extLst>
          </p:cNvPr>
          <p:cNvSpPr>
            <a:spLocks xmlns:a="http://schemas.openxmlformats.org/drawingml/2006/main" noGrp="1"/>
          </p:cNvSpPr>
          <p:nvPr/>
        </p:nvSpPr>
        <p:spPr>
          <a:xfrm xmlns:a="http://schemas.openxmlformats.org/drawingml/2006/main">
            <a:off x="6286500" y="5429250"/>
            <a:ext cx="304800" cy="0"/>
          </a:xfrm>
          <a:prstGeom xmlns:a="http://schemas.openxmlformats.org/drawingml/2006/main" prst="line">
            <a:avLst/>
          </a:prstGeom>
          <a:noFill xmlns:a="http://schemas.openxmlformats.org/drawingml/2006/main"/>
          <a:ln xmlns:a="http://schemas.openxmlformats.org/drawingml/2006/main" w="26670">
            <a:solidFill>
              <a:srgbClr val="72B51F"/>
            </a:solidFill>
            <a:prstDash val="solid"/>
          </a:ln>
        </p:spPr>
      </p:sp>
      <p:sp>
        <p:nvSpPr>
          <p:cNvPr id="17" name="">
            <a:extLst xmlns:a="http://schemas.openxmlformats.org/drawingml/2006/main">
              <a:ext uri="{FF2B5EF4-FFF2-40B4-BE49-F238E27FC236}">
                <a16:creationId xmlns:a16="http://schemas.microsoft.com/office/drawing/2014/main" id="{9E82F2B7-36F9-4BD0-B70B-1881299895BA}"/>
              </a:ext>
            </a:extLst>
          </p:cNvPr>
          <p:cNvSpPr>
            <a:spLocks xmlns:a="http://schemas.openxmlformats.org/drawingml/2006/main" noGrp="1"/>
          </p:cNvSpPr>
          <p:nvPr/>
        </p:nvSpPr>
        <p:spPr>
          <a:xfrm xmlns:a="http://schemas.openxmlformats.org/drawingml/2006/main">
            <a:off x="6638925"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72B51F"/>
                </a:solidFill>
                <a:latin typeface="Noto Sans JP"/>
                <a:ea typeface="Noto Sans JP"/>
                <a:cs typeface="Noto Sans JP"/>
              </a:defRPr>
            </a:pPr>
            <a:r>
              <a:rPr sz="885" b="1" i="0">
                <a:solidFill>
                  <a:srgbClr val="72B51F"/>
                </a:solidFill>
                <a:latin typeface="Noto Sans JP"/>
                <a:ea typeface="Noto Sans JP"/>
                <a:cs typeface="Noto Sans JP"/>
              </a:rPr>
              <a:t>Monte Carlo</a:t>
            </a:r>
          </a:p>
        </p:txBody>
      </p:sp>
      <p:sp>
        <p:nvSpPr>
          <p:cNvPr id="18" name="">
            <a:extLst xmlns:a="http://schemas.openxmlformats.org/drawingml/2006/main">
              <a:ext uri="{FF2B5EF4-FFF2-40B4-BE49-F238E27FC236}">
                <a16:creationId xmlns:a16="http://schemas.microsoft.com/office/drawing/2014/main" id="{1FA8B108-1A49-4EB3-8296-35D88D39A682}"/>
              </a:ext>
            </a:extLst>
          </p:cNvPr>
          <p:cNvSpPr>
            <a:spLocks xmlns:a="http://schemas.openxmlformats.org/drawingml/2006/main" noGrp="1"/>
          </p:cNvSpPr>
          <p:nvPr/>
        </p:nvSpPr>
        <p:spPr>
          <a:xfrm xmlns:a="http://schemas.openxmlformats.org/drawingml/2006/main">
            <a:off x="8239125" y="5429250"/>
            <a:ext cx="304800" cy="0"/>
          </a:xfrm>
          <a:prstGeom xmlns:a="http://schemas.openxmlformats.org/drawingml/2006/main" prst="line">
            <a:avLst/>
          </a:prstGeom>
          <a:noFill xmlns:a="http://schemas.openxmlformats.org/drawingml/2006/main"/>
          <a:ln xmlns:a="http://schemas.openxmlformats.org/drawingml/2006/main" w="26670">
            <a:solidFill>
              <a:srgbClr val="00AFA9"/>
            </a:solidFill>
            <a:prstDash val="solid"/>
          </a:ln>
        </p:spPr>
      </p:sp>
      <p:sp>
        <p:nvSpPr>
          <p:cNvPr id="19" name="">
            <a:extLst xmlns:a="http://schemas.openxmlformats.org/drawingml/2006/main">
              <a:ext uri="{FF2B5EF4-FFF2-40B4-BE49-F238E27FC236}">
                <a16:creationId xmlns:a16="http://schemas.microsoft.com/office/drawing/2014/main" id="{2B70EBE9-87B9-4BA0-BD2C-5D7782ECE5EF}"/>
              </a:ext>
            </a:extLst>
          </p:cNvPr>
          <p:cNvSpPr>
            <a:spLocks xmlns:a="http://schemas.openxmlformats.org/drawingml/2006/main" noGrp="1"/>
          </p:cNvSpPr>
          <p:nvPr/>
        </p:nvSpPr>
        <p:spPr>
          <a:xfrm xmlns:a="http://schemas.openxmlformats.org/drawingml/2006/main">
            <a:off x="8591550"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00AFA9"/>
                </a:solidFill>
                <a:latin typeface="Noto Sans JP"/>
                <a:ea typeface="Noto Sans JP"/>
                <a:cs typeface="Noto Sans JP"/>
              </a:defRPr>
            </a:pPr>
            <a:r>
              <a:rPr sz="885" b="1" i="0">
                <a:solidFill>
                  <a:srgbClr val="00AFA9"/>
                </a:solidFill>
                <a:latin typeface="Noto Sans JP"/>
                <a:ea typeface="Noto Sans JP"/>
                <a:cs typeface="Noto Sans JP"/>
              </a:rPr>
              <a:t>propagator</a:t>
            </a:r>
          </a:p>
        </p:txBody>
      </p:sp>
      <p:sp>
        <p:nvSpPr>
          <p:cNvPr id="22" name="">
            <a:extLst xmlns:a="http://schemas.openxmlformats.org/drawingml/2006/main">
              <a:ext uri="{FF2B5EF4-FFF2-40B4-BE49-F238E27FC236}">
                <a16:creationId xmlns:a16="http://schemas.microsoft.com/office/drawing/2014/main" id="{8385A8F5-8FDE-45C1-99E6-946C5A9BA4A3}"/>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Swarm 3手法は径方向形状までほぼ重なる。一方、標準COMSOLは平均エネルギーが低く、Ar*の外周部減衰も緩い。</a:t>
            </a:r>
          </a:p>
        </p:txBody>
      </p:sp>
      <p:sp>
        <p:nvSpPr>
          <p:cNvPr id="23" name="">
            <a:extLst xmlns:a="http://schemas.openxmlformats.org/drawingml/2006/main">
              <a:ext uri="{FF2B5EF4-FFF2-40B4-BE49-F238E27FC236}">
                <a16:creationId xmlns:a16="http://schemas.microsoft.com/office/drawing/2014/main" id="{9509F950-3DD4-4868-A063-4BE97F613C18}"/>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exact nodes; z = 0 m; no raster resampling</a:t>
            </a:r>
          </a:p>
        </p:txBody>
      </p:sp>
      <p:sp>
        <p:nvSpPr>
          <p:cNvPr id="28" name="title">
            <a:extLst xmlns:a="http://schemas.openxmlformats.org/drawingml/2006/main">
              <a:ext uri="{FF2B5EF4-FFF2-40B4-BE49-F238E27FC236}">
                <a16:creationId xmlns:a16="http://schemas.microsoft.com/office/drawing/2014/main" id="{FFD93452-0AC1-4021-877C-0949265A5D3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ウエハ面の径方向分布：形状差と絶対値差</a:t>
            </a:r>
          </a:p>
        </p:txBody>
      </p:sp>
      <p:sp>
        <p:nvSpPr>
          <p:cNvPr id="29" name="">
            <a:extLst xmlns:a="http://schemas.openxmlformats.org/drawingml/2006/main">
              <a:ext uri="{FF2B5EF4-FFF2-40B4-BE49-F238E27FC236}">
                <a16:creationId xmlns:a16="http://schemas.microsoft.com/office/drawing/2014/main" id="{D38B270B-0242-4638-A3B4-1AF372BCAC79}"/>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4" name="section">
            <a:extLst xmlns:a="http://schemas.openxmlformats.org/drawingml/2006/main">
              <a:ext uri="{FF2B5EF4-FFF2-40B4-BE49-F238E27FC236}">
                <a16:creationId xmlns:a16="http://schemas.microsoft.com/office/drawing/2014/main" id="{AB3CEA44-A8CB-4F49-9FAD-2572EB5143B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17791619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BB59947-BB70-4F48-A083-50FC689DC3FE}"/>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r = 0、t = 1 ms；</a:t>
            </a:r>
            <a:r>
              <a:rPr sz="1275" b="0" i="0">
                <a:solidFill>
                  <a:srgbClr val="008DB6"/>
                </a:solidFill>
                <a:latin typeface="Noto Sans JP"/>
                <a:ea typeface="Noto Sans JP"/>
                <a:cs typeface="Noto Sans JP"/>
              </a:rPr>
              <a:t>灰破線＝標準COMSOL、青＝two-term、緑破線＝Monte Carlo、青緑＝propagator P1</a:t>
            </a:r>
          </a:p>
        </p:txBody>
      </p:sp>
      <p:sp>
        <p:nvSpPr>
          <p:cNvPr id="7" name="">
            <a:extLst xmlns:a="http://schemas.openxmlformats.org/drawingml/2006/main">
              <a:ext uri="{FF2B5EF4-FFF2-40B4-BE49-F238E27FC236}">
                <a16:creationId xmlns:a16="http://schemas.microsoft.com/office/drawing/2014/main" id="{D3ED9C9D-9A68-4C02-BB6E-C3114C05490F}"/>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155DE700-0D53-42C3-9A7D-7A63FC0AD7D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55</a:t>
            </a:r>
          </a:p>
        </p:txBody>
      </p:sp>
      <p:graphicFrame>
        <p:nvGraphicFramePr>
          <p:cNvPr id="39" name="Chart"/>
          <p:cNvGraphicFramePr/>
          <p:nvPr/>
        </p:nvGraphicFramePr>
        <p:xfrm>
          <a:off xmlns:a="http://schemas.openxmlformats.org/drawingml/2006/main" x="26670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a8a1bf12c4e84481"/>
          </a:graphicData>
        </a:graphic>
      </p:graphicFrame>
      <p:graphicFrame>
        <p:nvGraphicFramePr>
          <p:cNvPr id="40" name="Chart"/>
          <p:cNvGraphicFramePr/>
          <p:nvPr/>
        </p:nvGraphicFramePr>
        <p:xfrm>
          <a:off xmlns:a="http://schemas.openxmlformats.org/drawingml/2006/main" x="4238625"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1b3ade9584a04faa"/>
          </a:graphicData>
        </a:graphic>
      </p:graphicFrame>
      <p:graphicFrame>
        <p:nvGraphicFramePr>
          <p:cNvPr id="41" name="Chart"/>
          <p:cNvGraphicFramePr/>
          <p:nvPr/>
        </p:nvGraphicFramePr>
        <p:xfrm>
          <a:off xmlns:a="http://schemas.openxmlformats.org/drawingml/2006/main" x="821055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e30e44b7226a4672"/>
          </a:graphicData>
        </a:graphic>
      </p:graphicFrame>
      <p:sp>
        <p:nvSpPr>
          <p:cNvPr id="12" name="">
            <a:extLst xmlns:a="http://schemas.openxmlformats.org/drawingml/2006/main">
              <a:ext uri="{FF2B5EF4-FFF2-40B4-BE49-F238E27FC236}">
                <a16:creationId xmlns:a16="http://schemas.microsoft.com/office/drawing/2014/main" id="{FA9130E9-51BB-4978-B00C-C3FE707E350D}"/>
              </a:ext>
            </a:extLst>
          </p:cNvPr>
          <p:cNvSpPr>
            <a:spLocks xmlns:a="http://schemas.openxmlformats.org/drawingml/2006/main" noGrp="1"/>
          </p:cNvSpPr>
          <p:nvPr/>
        </p:nvSpPr>
        <p:spPr>
          <a:xfrm xmlns:a="http://schemas.openxmlformats.org/drawingml/2006/main">
            <a:off x="2381250" y="5429250"/>
            <a:ext cx="304800" cy="0"/>
          </a:xfrm>
          <a:prstGeom xmlns:a="http://schemas.openxmlformats.org/drawingml/2006/main" prst="line">
            <a:avLst/>
          </a:prstGeom>
          <a:noFill xmlns:a="http://schemas.openxmlformats.org/drawingml/2006/main"/>
          <a:ln xmlns:a="http://schemas.openxmlformats.org/drawingml/2006/main" w="26670">
            <a:solidFill>
              <a:srgbClr val="7A7A7A"/>
            </a:solidFill>
            <a:prstDash val="solid"/>
          </a:ln>
        </p:spPr>
      </p:sp>
      <p:sp>
        <p:nvSpPr>
          <p:cNvPr id="13" name="">
            <a:extLst xmlns:a="http://schemas.openxmlformats.org/drawingml/2006/main">
              <a:ext uri="{FF2B5EF4-FFF2-40B4-BE49-F238E27FC236}">
                <a16:creationId xmlns:a16="http://schemas.microsoft.com/office/drawing/2014/main" id="{664B03B1-691D-4DAB-9EF4-0ACFC81405AA}"/>
              </a:ext>
            </a:extLst>
          </p:cNvPr>
          <p:cNvSpPr>
            <a:spLocks xmlns:a="http://schemas.openxmlformats.org/drawingml/2006/main" noGrp="1"/>
          </p:cNvSpPr>
          <p:nvPr/>
        </p:nvSpPr>
        <p:spPr>
          <a:xfrm xmlns:a="http://schemas.openxmlformats.org/drawingml/2006/main">
            <a:off x="2733675"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7A7A7A"/>
                </a:solidFill>
                <a:latin typeface="Noto Sans JP"/>
                <a:ea typeface="Noto Sans JP"/>
                <a:cs typeface="Noto Sans JP"/>
              </a:defRPr>
            </a:pPr>
            <a:r>
              <a:rPr sz="885" b="1" i="0">
                <a:solidFill>
                  <a:srgbClr val="7A7A7A"/>
                </a:solidFill>
                <a:latin typeface="Noto Sans JP"/>
                <a:ea typeface="Noto Sans JP"/>
                <a:cs typeface="Noto Sans JP"/>
              </a:rPr>
              <a:t>標準COMSOL</a:t>
            </a:r>
          </a:p>
        </p:txBody>
      </p:sp>
      <p:sp>
        <p:nvSpPr>
          <p:cNvPr id="14" name="">
            <a:extLst xmlns:a="http://schemas.openxmlformats.org/drawingml/2006/main">
              <a:ext uri="{FF2B5EF4-FFF2-40B4-BE49-F238E27FC236}">
                <a16:creationId xmlns:a16="http://schemas.microsoft.com/office/drawing/2014/main" id="{E9770423-7E9C-482D-8719-6343258DA3E0}"/>
              </a:ext>
            </a:extLst>
          </p:cNvPr>
          <p:cNvSpPr>
            <a:spLocks xmlns:a="http://schemas.openxmlformats.org/drawingml/2006/main" noGrp="1"/>
          </p:cNvSpPr>
          <p:nvPr/>
        </p:nvSpPr>
        <p:spPr>
          <a:xfrm xmlns:a="http://schemas.openxmlformats.org/drawingml/2006/main">
            <a:off x="4333875" y="5429250"/>
            <a:ext cx="304800" cy="0"/>
          </a:xfrm>
          <a:prstGeom xmlns:a="http://schemas.openxmlformats.org/drawingml/2006/main" prst="line">
            <a:avLst/>
          </a:prstGeom>
          <a:noFill xmlns:a="http://schemas.openxmlformats.org/drawingml/2006/main"/>
          <a:ln xmlns:a="http://schemas.openxmlformats.org/drawingml/2006/main" w="26670">
            <a:solidFill>
              <a:srgbClr val="00A6D9"/>
            </a:solidFill>
            <a:prstDash val="solid"/>
          </a:ln>
        </p:spPr>
      </p:sp>
      <p:sp>
        <p:nvSpPr>
          <p:cNvPr id="15" name="">
            <a:extLst xmlns:a="http://schemas.openxmlformats.org/drawingml/2006/main">
              <a:ext uri="{FF2B5EF4-FFF2-40B4-BE49-F238E27FC236}">
                <a16:creationId xmlns:a16="http://schemas.microsoft.com/office/drawing/2014/main" id="{DB54E7AB-3179-4CA1-9325-239D964BE957}"/>
              </a:ext>
            </a:extLst>
          </p:cNvPr>
          <p:cNvSpPr>
            <a:spLocks xmlns:a="http://schemas.openxmlformats.org/drawingml/2006/main" noGrp="1"/>
          </p:cNvSpPr>
          <p:nvPr/>
        </p:nvSpPr>
        <p:spPr>
          <a:xfrm xmlns:a="http://schemas.openxmlformats.org/drawingml/2006/main">
            <a:off x="4686300"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00A6D9"/>
                </a:solidFill>
                <a:latin typeface="Noto Sans JP"/>
                <a:ea typeface="Noto Sans JP"/>
                <a:cs typeface="Noto Sans JP"/>
              </a:defRPr>
            </a:pPr>
            <a:r>
              <a:rPr sz="885" b="1" i="0">
                <a:solidFill>
                  <a:srgbClr val="00A6D9"/>
                </a:solidFill>
                <a:latin typeface="Noto Sans JP"/>
                <a:ea typeface="Noto Sans JP"/>
                <a:cs typeface="Noto Sans JP"/>
              </a:rPr>
              <a:t>two-term</a:t>
            </a:r>
          </a:p>
        </p:txBody>
      </p:sp>
      <p:sp>
        <p:nvSpPr>
          <p:cNvPr id="16" name="">
            <a:extLst xmlns:a="http://schemas.openxmlformats.org/drawingml/2006/main">
              <a:ext uri="{FF2B5EF4-FFF2-40B4-BE49-F238E27FC236}">
                <a16:creationId xmlns:a16="http://schemas.microsoft.com/office/drawing/2014/main" id="{53798D56-E78D-4AB4-86BE-52A9FF67CE10}"/>
              </a:ext>
            </a:extLst>
          </p:cNvPr>
          <p:cNvSpPr>
            <a:spLocks xmlns:a="http://schemas.openxmlformats.org/drawingml/2006/main" noGrp="1"/>
          </p:cNvSpPr>
          <p:nvPr/>
        </p:nvSpPr>
        <p:spPr>
          <a:xfrm xmlns:a="http://schemas.openxmlformats.org/drawingml/2006/main">
            <a:off x="6286500" y="5429250"/>
            <a:ext cx="304800" cy="0"/>
          </a:xfrm>
          <a:prstGeom xmlns:a="http://schemas.openxmlformats.org/drawingml/2006/main" prst="line">
            <a:avLst/>
          </a:prstGeom>
          <a:noFill xmlns:a="http://schemas.openxmlformats.org/drawingml/2006/main"/>
          <a:ln xmlns:a="http://schemas.openxmlformats.org/drawingml/2006/main" w="26670">
            <a:solidFill>
              <a:srgbClr val="72B51F"/>
            </a:solidFill>
            <a:prstDash val="solid"/>
          </a:ln>
        </p:spPr>
      </p:sp>
      <p:sp>
        <p:nvSpPr>
          <p:cNvPr id="17" name="">
            <a:extLst xmlns:a="http://schemas.openxmlformats.org/drawingml/2006/main">
              <a:ext uri="{FF2B5EF4-FFF2-40B4-BE49-F238E27FC236}">
                <a16:creationId xmlns:a16="http://schemas.microsoft.com/office/drawing/2014/main" id="{79ED978E-4F1B-43D7-A137-A53DA1EFA6C7}"/>
              </a:ext>
            </a:extLst>
          </p:cNvPr>
          <p:cNvSpPr>
            <a:spLocks xmlns:a="http://schemas.openxmlformats.org/drawingml/2006/main" noGrp="1"/>
          </p:cNvSpPr>
          <p:nvPr/>
        </p:nvSpPr>
        <p:spPr>
          <a:xfrm xmlns:a="http://schemas.openxmlformats.org/drawingml/2006/main">
            <a:off x="6638925"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72B51F"/>
                </a:solidFill>
                <a:latin typeface="Noto Sans JP"/>
                <a:ea typeface="Noto Sans JP"/>
                <a:cs typeface="Noto Sans JP"/>
              </a:defRPr>
            </a:pPr>
            <a:r>
              <a:rPr sz="885" b="1" i="0">
                <a:solidFill>
                  <a:srgbClr val="72B51F"/>
                </a:solidFill>
                <a:latin typeface="Noto Sans JP"/>
                <a:ea typeface="Noto Sans JP"/>
                <a:cs typeface="Noto Sans JP"/>
              </a:rPr>
              <a:t>Monte Carlo</a:t>
            </a:r>
          </a:p>
        </p:txBody>
      </p:sp>
      <p:sp>
        <p:nvSpPr>
          <p:cNvPr id="18" name="">
            <a:extLst xmlns:a="http://schemas.openxmlformats.org/drawingml/2006/main">
              <a:ext uri="{FF2B5EF4-FFF2-40B4-BE49-F238E27FC236}">
                <a16:creationId xmlns:a16="http://schemas.microsoft.com/office/drawing/2014/main" id="{C6EDCC0F-1489-4CE0-A0BC-04969A211AC7}"/>
              </a:ext>
            </a:extLst>
          </p:cNvPr>
          <p:cNvSpPr>
            <a:spLocks xmlns:a="http://schemas.openxmlformats.org/drawingml/2006/main" noGrp="1"/>
          </p:cNvSpPr>
          <p:nvPr/>
        </p:nvSpPr>
        <p:spPr>
          <a:xfrm xmlns:a="http://schemas.openxmlformats.org/drawingml/2006/main">
            <a:off x="8239125" y="5429250"/>
            <a:ext cx="304800" cy="0"/>
          </a:xfrm>
          <a:prstGeom xmlns:a="http://schemas.openxmlformats.org/drawingml/2006/main" prst="line">
            <a:avLst/>
          </a:prstGeom>
          <a:noFill xmlns:a="http://schemas.openxmlformats.org/drawingml/2006/main"/>
          <a:ln xmlns:a="http://schemas.openxmlformats.org/drawingml/2006/main" w="26670">
            <a:solidFill>
              <a:srgbClr val="00AFA9"/>
            </a:solidFill>
            <a:prstDash val="solid"/>
          </a:ln>
        </p:spPr>
      </p:sp>
      <p:sp>
        <p:nvSpPr>
          <p:cNvPr id="19" name="">
            <a:extLst xmlns:a="http://schemas.openxmlformats.org/drawingml/2006/main">
              <a:ext uri="{FF2B5EF4-FFF2-40B4-BE49-F238E27FC236}">
                <a16:creationId xmlns:a16="http://schemas.microsoft.com/office/drawing/2014/main" id="{87685E19-1A19-4531-9289-A31921EDAFB7}"/>
              </a:ext>
            </a:extLst>
          </p:cNvPr>
          <p:cNvSpPr>
            <a:spLocks xmlns:a="http://schemas.openxmlformats.org/drawingml/2006/main" noGrp="1"/>
          </p:cNvSpPr>
          <p:nvPr/>
        </p:nvSpPr>
        <p:spPr>
          <a:xfrm xmlns:a="http://schemas.openxmlformats.org/drawingml/2006/main">
            <a:off x="8591550"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00AFA9"/>
                </a:solidFill>
                <a:latin typeface="Noto Sans JP"/>
                <a:ea typeface="Noto Sans JP"/>
                <a:cs typeface="Noto Sans JP"/>
              </a:defRPr>
            </a:pPr>
            <a:r>
              <a:rPr sz="885" b="1" i="0">
                <a:solidFill>
                  <a:srgbClr val="00AFA9"/>
                </a:solidFill>
                <a:latin typeface="Noto Sans JP"/>
                <a:ea typeface="Noto Sans JP"/>
                <a:cs typeface="Noto Sans JP"/>
              </a:rPr>
              <a:t>propagator</a:t>
            </a:r>
          </a:p>
        </p:txBody>
      </p:sp>
      <p:sp>
        <p:nvSpPr>
          <p:cNvPr id="20" name="">
            <a:extLst xmlns:a="http://schemas.openxmlformats.org/drawingml/2006/main">
              <a:ext uri="{FF2B5EF4-FFF2-40B4-BE49-F238E27FC236}">
                <a16:creationId xmlns:a16="http://schemas.microsoft.com/office/drawing/2014/main" id="{40A3136B-A969-451E-A78B-F9F1FA749CF6}"/>
              </a:ext>
            </a:extLst>
          </p:cNvPr>
          <p:cNvSpPr>
            <a:spLocks xmlns:a="http://schemas.openxmlformats.org/drawingml/2006/main" noGrp="1"/>
          </p:cNvSpPr>
          <p:nvPr/>
        </p:nvSpPr>
        <p:spPr>
          <a:xfrm xmlns:a="http://schemas.openxmlformats.org/drawingml/2006/main">
            <a:off x="8143875" y="56197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788" b="0" i="0">
                <a:solidFill>
                  <a:srgbClr val="666666"/>
                </a:solidFill>
                <a:latin typeface="Noto Sans JP"/>
                <a:ea typeface="Noto Sans JP"/>
                <a:cs typeface="Noto Sans JP"/>
              </a:defRPr>
            </a:pPr>
            <a:r>
              <a:rPr sz="788" b="0" i="0">
                <a:solidFill>
                  <a:srgbClr val="666666"/>
                </a:solidFill>
                <a:latin typeface="Noto Sans JP"/>
                <a:ea typeface="Noto Sans JP"/>
                <a:cs typeface="Noto Sans JP"/>
              </a:rPr>
              <a:t>Qrh表示下限 = 10⁻⁶ W m⁻³（積分・統計には未使用）</a:t>
            </a:r>
          </a:p>
        </p:txBody>
      </p:sp>
      <p:sp>
        <p:nvSpPr>
          <p:cNvPr id="23" name="">
            <a:extLst xmlns:a="http://schemas.openxmlformats.org/drawingml/2006/main">
              <a:ext uri="{FF2B5EF4-FFF2-40B4-BE49-F238E27FC236}">
                <a16:creationId xmlns:a16="http://schemas.microsoft.com/office/drawing/2014/main" id="{006D3449-6B57-4DFE-AE18-48D7A4405053}"/>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Swarm 3手法</a:t>
            </a:r>
            <a:r>
              <a:rPr sz="1275" b="1" i="0">
                <a:solidFill>
                  <a:srgbClr val="6DBB20"/>
                </a:solidFill>
                <a:latin typeface="Noto Sans JP"/>
                <a:ea typeface="Noto Sans JP"/>
                <a:cs typeface="Noto Sans JP"/>
              </a:rPr>
              <a:t>は同じ高さ方向構造を与える。</a:t>
            </a:r>
            <a:r>
              <a:rPr sz="1275" b="1" i="0">
                <a:solidFill>
                  <a:srgbClr val="6DBB20"/>
                </a:solidFill>
                <a:latin typeface="Noto Sans JP"/>
                <a:ea typeface="Noto Sans JP"/>
                <a:cs typeface="Noto Sans JP"/>
              </a:rPr>
              <a:t>標準COMSOLとの差</a:t>
            </a:r>
            <a:r>
              <a:rPr sz="1275" b="1" i="0">
                <a:solidFill>
                  <a:srgbClr val="6DBB20"/>
                </a:solidFill>
                <a:latin typeface="Noto Sans JP"/>
                <a:ea typeface="Noto Sans JP"/>
                <a:cs typeface="Noto Sans JP"/>
              </a:rPr>
              <a:t>は局所反応だけでなく、RF場との自己整合を介して全軸へ伝播する。</a:t>
            </a:r>
          </a:p>
        </p:txBody>
      </p:sp>
      <p:sp>
        <p:nvSpPr>
          <p:cNvPr id="24" name="">
            <a:extLst xmlns:a="http://schemas.openxmlformats.org/drawingml/2006/main">
              <a:ext uri="{FF2B5EF4-FFF2-40B4-BE49-F238E27FC236}">
                <a16:creationId xmlns:a16="http://schemas.microsoft.com/office/drawing/2014/main" id="{2B21F1AF-6D2B-4542-9DD9-249EB6776750}"/>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centerline extracted from the 4545 common-time nodes; t = 0.001 s</a:t>
            </a:r>
          </a:p>
        </p:txBody>
      </p:sp>
      <p:sp>
        <p:nvSpPr>
          <p:cNvPr id="29" name="title">
            <a:extLst xmlns:a="http://schemas.openxmlformats.org/drawingml/2006/main">
              <a:ext uri="{FF2B5EF4-FFF2-40B4-BE49-F238E27FC236}">
                <a16:creationId xmlns:a16="http://schemas.microsoft.com/office/drawing/2014/main" id="{FDE545B8-659B-4899-B751-E45E8996104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中心軸の高さ方向分布：生成・蓄積・RF吸収の結合</a:t>
            </a:r>
          </a:p>
        </p:txBody>
      </p:sp>
      <p:sp>
        <p:nvSpPr>
          <p:cNvPr id="30" name="">
            <a:extLst xmlns:a="http://schemas.openxmlformats.org/drawingml/2006/main">
              <a:ext uri="{FF2B5EF4-FFF2-40B4-BE49-F238E27FC236}">
                <a16:creationId xmlns:a16="http://schemas.microsoft.com/office/drawing/2014/main" id="{236EFE9C-7471-4095-8777-2F827CEC1803}"/>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5" name="section">
            <a:extLst xmlns:a="http://schemas.openxmlformats.org/drawingml/2006/main">
              <a:ext uri="{FF2B5EF4-FFF2-40B4-BE49-F238E27FC236}">
                <a16:creationId xmlns:a16="http://schemas.microsoft.com/office/drawing/2014/main" id="{3ED3333F-30AA-4C66-8187-953091EBD28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3635140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A453511-9958-43E8-A72A-7E6730460BA4}"/>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70CE9356-9300-4E05-8FFA-3A35D17E547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F30246EE-5C1A-4D73-B377-B3A295E5B95B}"/>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56</a:t>
            </a:r>
          </a:p>
        </p:txBody>
      </p:sp>
      <p:sp>
        <p:nvSpPr>
          <p:cNvPr id="9" name="">
            <a:extLst xmlns:a="http://schemas.openxmlformats.org/drawingml/2006/main">
              <a:ext uri="{FF2B5EF4-FFF2-40B4-BE49-F238E27FC236}">
                <a16:creationId xmlns:a16="http://schemas.microsoft.com/office/drawing/2014/main" id="{05D75E88-2393-4C24-95B8-45C193D20D6B}"/>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3FD10C90-E6F9-4B89-B607-A766986B0535}"/>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e2fbef5b14fe43a1"/>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288BE3E-E48D-4D8E-85BA-7979851A78A1}"/>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69DFB757-615F-4CC9-BF12-01F872CEAC3B}"/>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DA337EA3-49F0-4930-9FE3-16AF4582B9DF}"/>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0E4FCD23-E79B-4165-B4C0-9D26D94CCDA8}"/>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361E5B9B-7DE4-4213-8732-C5A9C88C905D}"/>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A98792B5-ADD4-40B0-853B-13A6A485416B}"/>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4FF7770C-E571-44C6-A759-63317B088D3A}"/>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D623CD6D-8AFF-4B7A-AFFF-897CF85AFB40}"/>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847C4B8F-3446-4C10-9E62-73B282936A4F}"/>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47.6%　95%点 77.9%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0.99449</a:t>
            </a:r>
          </a:p>
        </p:txBody>
      </p:sp>
      <p:sp>
        <p:nvSpPr>
          <p:cNvPr id="21" name="">
            <a:extLst xmlns:a="http://schemas.openxmlformats.org/drawingml/2006/main">
              <a:ext uri="{FF2B5EF4-FFF2-40B4-BE49-F238E27FC236}">
                <a16:creationId xmlns:a16="http://schemas.microsoft.com/office/drawing/2014/main" id="{A8B06C6A-4070-4BDE-B08E-9836AFCD321B}"/>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96FC5029-3403-457C-9A6F-EF265404A4E6}"/>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d8f580728bf74a16"/>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58486DA7-889C-4125-A67A-42970C92048D}"/>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F1B1F14B-1B62-4B7E-AA0A-2B51974AAE3F}"/>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BEA93289-8516-472D-9451-0245C0D4A903}"/>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AD3FCAAC-B595-4B71-8C9F-C99D7A474967}"/>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BC996A1A-B255-425E-9EA5-3816FFF2A0A5}"/>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DFD51E07-CEC1-46E6-8BDB-C232A4FE231D}"/>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C0442C00-B40A-48CC-BACB-E51B717CF0EA}"/>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47.3%　95%点 77.9%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0.99420</a:t>
            </a:r>
          </a:p>
        </p:txBody>
      </p:sp>
      <p:sp>
        <p:nvSpPr>
          <p:cNvPr id="31" name="">
            <a:extLst xmlns:a="http://schemas.openxmlformats.org/drawingml/2006/main">
              <a:ext uri="{FF2B5EF4-FFF2-40B4-BE49-F238E27FC236}">
                <a16:creationId xmlns:a16="http://schemas.microsoft.com/office/drawing/2014/main" id="{B856D053-B3FC-4C66-8663-8C74E1A15693}"/>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2B8445D4-5A39-440B-A192-2D0C10967847}"/>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2b6c057e84564056"/>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10F72B46-74A4-4F4D-81AC-703FAA6F9EE2}"/>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92BEAB59-E50E-4325-A3A2-2FA623708CC3}"/>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68883CC2-85EF-4033-BA85-29BE028AB6B6}"/>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B5B0E8EA-8CDD-4AEF-A2E4-583F7DF19460}"/>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0C5EEB52-47C1-44C2-925B-D051D8067D27}"/>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5A4CA7DA-54EF-48BB-81FF-53917D978C18}"/>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127F7E7E-7DF0-4537-A93C-21A942621AE8}"/>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47.4%　95%点 77.8%</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0.99422</a:t>
            </a:r>
          </a:p>
        </p:txBody>
      </p:sp>
      <p:sp>
        <p:nvSpPr>
          <p:cNvPr id="41" name="">
            <a:extLst xmlns:a="http://schemas.openxmlformats.org/drawingml/2006/main">
              <a:ext uri="{FF2B5EF4-FFF2-40B4-BE49-F238E27FC236}">
                <a16:creationId xmlns:a16="http://schemas.microsoft.com/office/drawing/2014/main" id="{C8DFEBDC-D9A3-42B8-9E11-1D13EF48630D}"/>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20DE697-D539-4B09-AE04-21EBC1BE9101}"/>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413D1BC-F26A-4D6D-95A4-BD1CCE66097A}"/>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E8BB297-D342-4090-92F9-23EDD916F438}"/>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D503C37-2206-483E-9216-364E0525CA2C}"/>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F18EC00-FC11-4537-90DE-07CC9111A911}"/>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E315D171-166C-4F9F-9E0C-1B2B120DBE5D}"/>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89DA6F0-7AD1-4ECE-BA29-11366E5E4619}"/>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7865ED5-B36A-49A9-ACF2-FD669AFBE80E}"/>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C12409D-842E-4BC1-A8CA-5A6E1F8919BC}"/>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E3ADD52D-FADF-4F6C-8FD0-6FAA68B5EBD7}"/>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3D52AE2-911F-44C8-AFF8-E354D1B4F095}"/>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D8DF1E1-82A0-4B38-9623-9735E40094BE}"/>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E16488D-FE65-46AA-BDF5-224C6228708C}"/>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6D5D0729-EFAA-4290-AA32-7532788AC901}"/>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119AB783-FAA4-42F2-8825-3A31E4E1C682}"/>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8CDB378B-601D-4DF8-BFD2-FBBFF3B30075}"/>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51A229C9-6476-41DA-8180-3FC1C62B5CEB}"/>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CBDB9674-11FB-4B4A-AD06-E89D2F4A5228}"/>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A1BD08A-5DD7-4630-93F5-E29BC12E4777}"/>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819279F3-B2D6-4389-9755-4539EFEE0A83}"/>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4351667-C99A-4C94-B8B8-C66E47C39053}"/>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A16EE7B8-5BF5-431A-9987-291803E520AC}"/>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22FA4219-20D3-46E7-94EA-6F98DE011497}"/>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A4AD3A89-1DCD-4377-B592-550E1FDF33E3}"/>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15CE0C92-AF06-4E2D-AD43-956BD2DD93B2}"/>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99E4704F-2150-46C8-BA5E-E991BAEF5515}"/>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C9DFE54-7D0C-46CE-B6EC-CC6846EC1C21}"/>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8C1BD417-C7B3-4FD8-93B9-0122F28306C2}"/>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F4CAB4D5-3B6F-48F2-A6D8-2BD9A2D8CF9D}"/>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4AA9AA0A-494F-408F-9091-295D86E499B6}"/>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A3645766-5B84-4635-95C0-D33FC28CAC90}"/>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DDF2D89B-B162-4476-8FC4-C5C2383E8C8A}"/>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A8BA195-850C-4BF7-A716-03047520CAC3}"/>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81862B05-BC62-42D4-B840-7DA42C47EF47}"/>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1A0E8281-7A4C-4569-8375-C75DA0C31797}"/>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E5CAC322-2D77-4674-9571-7DB74A21845A}"/>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4CC6CE47-2992-4107-B306-24B997918C30}"/>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DA5B15A6-AEA6-43A8-A4F0-2FF042F48D59}"/>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F62EBFD7-33FE-4091-91FC-5656F07AD5ED}"/>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1ACFD54F-FCA3-40E7-A529-59B30031416C}"/>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30DFF705-BBC4-49DB-8D38-22FB8E82D5C0}"/>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07EE32FF-D614-427D-BB44-99BD025FD68C}"/>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A9FB19B9-80AE-4151-92D2-AEE65A4A7EB7}"/>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0E4CAA99-A11D-40DA-8667-7D1E11ADF04F}"/>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4285DFBB-E770-4A07-A0F6-2605A15C229A}"/>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8527F0F5-BC66-4C18-82D4-14A58AA50DBF}"/>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DC6BDE62-E589-414F-96AC-E8E717888273}"/>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D6C54E22-AE93-4696-8687-71AA2839B4E6}"/>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26FC1B90-4072-43F4-9879-21B517AA1E64}"/>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F7D285D7-9E72-4B60-9DA7-712A0FFEAFA7}"/>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CFE0AFF1-7492-4C0E-A673-86E353FA2FAA}"/>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96C17645-7FD4-49CF-BBBD-0670B3CF628A}"/>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F8DBAB66-4792-4A3F-9A3C-A54089370503}"/>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4FB0B9C5-ED21-4365-AE2E-AD292F9A2E3F}"/>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735FC2EA-9E67-4F22-BBA3-7489F61D1FE7}"/>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A5D758D1-63C3-4508-A0D5-CB73C30C97AB}"/>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05A7D7C3-51E2-4C72-BE57-EA18CBFF294A}"/>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F5908040-26D4-41C9-9063-F6A75B56016B}"/>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CDAC56B3-D259-4C21-B534-07D6360555AB}"/>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65132CAC-2A8D-41A2-9AEB-4099C3CA555E}"/>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86F398A7-2094-4183-A969-ED76DD72E5B0}"/>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D0DE742A-E3B4-411D-9405-0715C5841564}"/>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D620B810-F000-49B4-A272-1652432BDEE4}"/>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503F7CA7-4E1E-4E43-BF1F-C97FE46EC5AC}"/>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708EA36D-E64F-4006-9324-3ADC5720B650}"/>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F3F29658-9B90-4D30-A978-590FD25ECAE3}"/>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08" name="">
            <a:extLst xmlns:a="http://schemas.openxmlformats.org/drawingml/2006/main">
              <a:ext uri="{FF2B5EF4-FFF2-40B4-BE49-F238E27FC236}">
                <a16:creationId xmlns:a16="http://schemas.microsoft.com/office/drawing/2014/main" id="{6AA671F7-0B87-4269-BD55-530FBCF80BB0}"/>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FF512572-9F0D-4066-87A1-435BCB60720F}"/>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E2F2C465-49A1-4C2A-8E0B-B329632EFE3F}"/>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3732D796-2555-4ECF-8CD1-A58253664FC0}"/>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12" name="">
            <a:extLst xmlns:a="http://schemas.openxmlformats.org/drawingml/2006/main">
              <a:ext uri="{FF2B5EF4-FFF2-40B4-BE49-F238E27FC236}">
                <a16:creationId xmlns:a16="http://schemas.microsoft.com/office/drawing/2014/main" id="{23E97291-4A89-45FB-8F25-545B6A6065F1}"/>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nₑ: δs [%], 表示範囲 ±100%</a:t>
            </a:r>
          </a:p>
        </p:txBody>
      </p:sp>
      <p:sp>
        <p:nvSpPr>
          <p:cNvPr id="113" name="">
            <a:extLst xmlns:a="http://schemas.openxmlformats.org/drawingml/2006/main">
              <a:ext uri="{FF2B5EF4-FFF2-40B4-BE49-F238E27FC236}">
                <a16:creationId xmlns:a16="http://schemas.microsoft.com/office/drawing/2014/main" id="{55129639-436D-4A2B-9350-E344BA629EFA}"/>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00203C8B-4721-4963-9FDC-BD43491796CD}"/>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3つのSwarm物性入力で同じ低密度化パターン。局所差は壁近傍・低密度域で大きく、体積積分電子数は約−35%。</a:t>
            </a:r>
          </a:p>
        </p:txBody>
      </p:sp>
      <p:sp>
        <p:nvSpPr>
          <p:cNvPr id="115" name="">
            <a:extLst xmlns:a="http://schemas.openxmlformats.org/drawingml/2006/main">
              <a:ext uri="{FF2B5EF4-FFF2-40B4-BE49-F238E27FC236}">
                <a16:creationId xmlns:a16="http://schemas.microsoft.com/office/drawing/2014/main" id="{8524CBD1-DA36-4499-ACC0-870A8250CC6F}"/>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-35.4% / -35.0% / -34.8%</a:t>
            </a:r>
          </a:p>
        </p:txBody>
      </p:sp>
      <p:sp>
        <p:nvSpPr>
          <p:cNvPr id="118" name="">
            <a:extLst xmlns:a="http://schemas.openxmlformats.org/drawingml/2006/main">
              <a:ext uri="{FF2B5EF4-FFF2-40B4-BE49-F238E27FC236}">
                <a16:creationId xmlns:a16="http://schemas.microsoft.com/office/drawing/2014/main" id="{8D5E3CF3-5DBB-4316-A451-1DED6C321EC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標準COMSOLとの差</a:t>
            </a:r>
            <a:r>
              <a:rPr sz="1275" b="1" i="0">
                <a:solidFill>
                  <a:srgbClr val="6DBB20"/>
                </a:solidFill>
                <a:latin typeface="Noto Sans JP"/>
                <a:ea typeface="Noto Sans JP"/>
                <a:cs typeface="Noto Sans JP"/>
              </a:rPr>
              <a:t>は</a:t>
            </a:r>
            <a:r>
              <a:rPr sz="1275" b="1" i="0">
                <a:solidFill>
                  <a:srgbClr val="6DBB20"/>
                </a:solidFill>
                <a:latin typeface="Noto Sans JP"/>
                <a:ea typeface="Noto Sans JP"/>
                <a:cs typeface="Noto Sans JP"/>
              </a:rPr>
              <a:t>Swarm 3手法</a:t>
            </a:r>
            <a:r>
              <a:rPr sz="1275" b="1" i="0">
                <a:solidFill>
                  <a:srgbClr val="6DBB20"/>
                </a:solidFill>
                <a:latin typeface="Noto Sans JP"/>
                <a:ea typeface="Noto Sans JP"/>
                <a:cs typeface="Noto Sans JP"/>
              </a:rPr>
              <a:t>間差より一桁以上大きい。</a:t>
            </a:r>
            <a:r>
              <a:rPr sz="1275" b="1" i="0">
                <a:solidFill>
                  <a:srgbClr val="6DBB20"/>
                </a:solidFill>
                <a:latin typeface="Noto Sans JP"/>
                <a:ea typeface="Noto Sans JP"/>
                <a:cs typeface="Noto Sans JP"/>
              </a:rPr>
              <a:t>EEDF表現</a:t>
            </a:r>
            <a:r>
              <a:rPr sz="1275" b="1" i="0">
                <a:solidFill>
                  <a:srgbClr val="6DBB20"/>
                </a:solidFill>
                <a:latin typeface="Noto Sans JP"/>
                <a:ea typeface="Noto Sans JP"/>
                <a:cs typeface="Noto Sans JP"/>
              </a:rPr>
              <a:t>と</a:t>
            </a:r>
            <a:r>
              <a:rPr sz="1275" b="1" i="0">
                <a:solidFill>
                  <a:srgbClr val="6DBB20"/>
                </a:solidFill>
                <a:latin typeface="Noto Sans JP"/>
                <a:ea typeface="Noto Sans JP"/>
                <a:cs typeface="Noto Sans JP"/>
              </a:rPr>
              <a:t>輸送モデル</a:t>
            </a:r>
            <a:r>
              <a:rPr sz="1275" b="1" i="0">
                <a:solidFill>
                  <a:srgbClr val="6DBB20"/>
                </a:solidFill>
                <a:latin typeface="Noto Sans JP"/>
                <a:ea typeface="Noto Sans JP"/>
                <a:cs typeface="Noto Sans JP"/>
              </a:rPr>
              <a:t>の選択が密度解を支配する。</a:t>
            </a:r>
          </a:p>
        </p:txBody>
      </p:sp>
      <p:sp>
        <p:nvSpPr>
          <p:cNvPr id="119" name="">
            <a:extLst xmlns:a="http://schemas.openxmlformats.org/drawingml/2006/main">
              <a:ext uri="{FF2B5EF4-FFF2-40B4-BE49-F238E27FC236}">
                <a16:creationId xmlns:a16="http://schemas.microsoft.com/office/drawing/2014/main" id="{6A091ADD-70F3-4E8A-9B26-CB588E19F270}"/>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1A688352-8472-40FA-BC73-23AAF829982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I：電子密度</a:t>
            </a:r>
          </a:p>
        </p:txBody>
      </p:sp>
      <p:sp>
        <p:nvSpPr>
          <p:cNvPr id="125" name="">
            <a:extLst xmlns:a="http://schemas.openxmlformats.org/drawingml/2006/main">
              <a:ext uri="{FF2B5EF4-FFF2-40B4-BE49-F238E27FC236}">
                <a16:creationId xmlns:a16="http://schemas.microsoft.com/office/drawing/2014/main" id="{497A6967-0BD6-40F0-9D9C-C88B90302F1D}"/>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0" name="section">
            <a:extLst xmlns:a="http://schemas.openxmlformats.org/drawingml/2006/main">
              <a:ext uri="{FF2B5EF4-FFF2-40B4-BE49-F238E27FC236}">
                <a16:creationId xmlns:a16="http://schemas.microsoft.com/office/drawing/2014/main" id="{7D8DD5AE-DDA5-4FE6-B2E2-73D9BA8E855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85649401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D4FBF56-0BFE-4454-A7CD-11E38E8CDCD1}"/>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F2D90EA6-3087-4758-932D-AD2B644442C7}"/>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E86E4C5F-70F1-48BD-A0CC-61E61919339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57</a:t>
            </a:r>
          </a:p>
        </p:txBody>
      </p:sp>
      <p:sp>
        <p:nvSpPr>
          <p:cNvPr id="9" name="">
            <a:extLst xmlns:a="http://schemas.openxmlformats.org/drawingml/2006/main">
              <a:ext uri="{FF2B5EF4-FFF2-40B4-BE49-F238E27FC236}">
                <a16:creationId xmlns:a16="http://schemas.microsoft.com/office/drawing/2014/main" id="{9765D8A1-ED16-42E5-B25C-76E787912475}"/>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7969B1F4-333B-4BFE-8958-51A48A38568B}"/>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41134d4ebe0f4eb3"/>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9578996-30BC-418A-80CA-13BC72EEBD7E}"/>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185B4C62-E22B-4198-BC4F-3D3218537EC0}"/>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63C71E87-C12B-48E4-9713-05ECC8F53A44}"/>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751D2ED5-605C-43DA-A89A-2B52BF41EBD5}"/>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C58917C1-7209-42C7-A578-A3536FDAEE14}"/>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E9469B4A-AEAF-43A4-9464-2D10A89EA798}"/>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985EEC39-B935-40C1-A547-626645C246E2}"/>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21291A11-D0FC-465F-B304-4698DF3B0F95}"/>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262C014C-4192-4434-A5E7-FDD4210C541C}"/>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20.7%　95%点 33.3%</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0.99241</a:t>
            </a:r>
          </a:p>
        </p:txBody>
      </p:sp>
      <p:sp>
        <p:nvSpPr>
          <p:cNvPr id="21" name="">
            <a:extLst xmlns:a="http://schemas.openxmlformats.org/drawingml/2006/main">
              <a:ext uri="{FF2B5EF4-FFF2-40B4-BE49-F238E27FC236}">
                <a16:creationId xmlns:a16="http://schemas.microsoft.com/office/drawing/2014/main" id="{23DBF8AA-4537-4408-8D1A-66A3A8EA5380}"/>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E542B371-0056-4E6E-B982-5700A7DC9F61}"/>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00a5af5e20d74ec1"/>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55BC0DB5-6675-441F-B2B9-096D3B27151E}"/>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2AAA0FE4-97AB-43D1-84CD-D1074A5E966C}"/>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2EB30C28-1C37-45CB-ABC9-519484B804B5}"/>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ACA78EB0-2EA4-46C8-A523-71A27C8FDB12}"/>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2E388E18-0DE2-4272-B64A-043D84D10C1B}"/>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410FF830-1B5B-41C0-87CD-324FEF6CA9AB}"/>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B549DECF-7745-4632-A659-76F1AA6B6B2C}"/>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20.4%　95%点 33.0%</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0.99226</a:t>
            </a:r>
          </a:p>
        </p:txBody>
      </p:sp>
      <p:sp>
        <p:nvSpPr>
          <p:cNvPr id="31" name="">
            <a:extLst xmlns:a="http://schemas.openxmlformats.org/drawingml/2006/main">
              <a:ext uri="{FF2B5EF4-FFF2-40B4-BE49-F238E27FC236}">
                <a16:creationId xmlns:a16="http://schemas.microsoft.com/office/drawing/2014/main" id="{ACB2DF33-29F2-4BE7-AC6D-C57A7517C7A0}"/>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BC63FF07-2565-4BA1-A1C3-E7CA63384412}"/>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cb177d21b35b4241"/>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9E26C214-83F3-45DC-AEDF-B024D2A57F65}"/>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9A7B3897-09C6-47AF-946D-170975C88C12}"/>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FDC56FE6-C0B2-40EE-B5B0-7FBE95D3A16B}"/>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B86400AC-A41B-4719-8AA5-B98FB9EF0BB3}"/>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4801A47C-AAF3-4EF9-945D-FE7D3FB9A8E0}"/>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7ECC9BAC-0578-46BF-8583-8A7F0E4D6F39}"/>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535E2837-8E59-4A69-BB01-0C27FEF18B2E}"/>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20.2%　95%点 32.9%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0.99228</a:t>
            </a:r>
          </a:p>
        </p:txBody>
      </p:sp>
      <p:sp>
        <p:nvSpPr>
          <p:cNvPr id="41" name="">
            <a:extLst xmlns:a="http://schemas.openxmlformats.org/drawingml/2006/main">
              <a:ext uri="{FF2B5EF4-FFF2-40B4-BE49-F238E27FC236}">
                <a16:creationId xmlns:a16="http://schemas.microsoft.com/office/drawing/2014/main" id="{4B6849B3-BBB6-4269-A453-A6050C1F76FE}"/>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265A38D-1852-4869-BC77-A2340067B833}"/>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DA11342-8F48-4FFF-90C4-6530353FD82C}"/>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90ACE12-F339-45B2-B2AC-72F4863C4932}"/>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D4E0D92-9833-4F3D-9452-D0BE7AF5048A}"/>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CEA1248-428C-4331-A28C-9F5F01933FAE}"/>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6995EED-9D5E-465A-B609-6CA951369465}"/>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5812141-4795-4D5F-9A97-F13EFCF280EB}"/>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45226099-645B-42E2-9405-D135F6E20058}"/>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18A821E-5209-4D14-B83C-EDB196248235}"/>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55F7011-4519-485B-8E6C-37D603E0CD89}"/>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8141B6B-1DE6-4044-A2CC-C3616A79C540}"/>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69F31FAD-A9BF-436E-9064-A3C9BABF5E3E}"/>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56C703C-ED3D-48E7-9362-335B75227963}"/>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ECD8506-A1DE-484F-B091-649D9E262C37}"/>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5226FEB5-7286-4E2D-90D7-D9E51231617F}"/>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4FA2D38C-BE9F-4468-996B-C82D78BDA80F}"/>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3053589-622B-4BC5-B203-5D2242748A53}"/>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7682957E-8BBA-4B43-A801-5AE378A46918}"/>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41581A1-C974-4105-AF1C-3BB5D7ACDB62}"/>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64580D2B-9AA8-45A2-90B7-572EA68C894A}"/>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06A62B7-9D2E-4BCC-8FA6-3F0255DC517F}"/>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2C864E1B-2608-4093-BF4C-B3CAC7A0C85A}"/>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013F6F5-5827-425F-AD61-A4C66730F8DE}"/>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1E87E09C-C20E-40B3-A751-82A206833D8C}"/>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7A061D59-B899-4E47-9780-5AFE31A7CF17}"/>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F0A73C0D-D6F9-4806-847A-563492D3DCB9}"/>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B2D30652-4CBF-4DB9-8E0F-BDF43BD2D788}"/>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6E983BA8-ED20-4774-A77C-DA8C6A7F36CB}"/>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0A1D33F7-8043-411A-BD0F-ABDE9A0A4A75}"/>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D3A7C582-F60C-4181-962B-FF291682AC76}"/>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8B849E2D-1610-44E8-BEF7-0E7554C1F3AD}"/>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EA5A655A-2A9C-4327-8844-DE62730C977F}"/>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EFD28BAB-D598-4548-9237-68BAB0A661DE}"/>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949D1718-55F4-4AFA-B08D-31818C960CCC}"/>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C708FF3F-CB0C-41BD-9B6B-E9EFD3E26570}"/>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8D86FA64-A432-4936-B7F4-5D12F7772CCE}"/>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DA21C4C5-950A-4A86-8B0B-A9D137772C7E}"/>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961C5233-597B-4F73-9B14-AF60C672DB5B}"/>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57FBC4A1-520B-4927-B2D1-57369E57E892}"/>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E4454E71-C83B-4AFA-AED6-02D5AEE7B764}"/>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5C01F19C-3D51-4A42-AD0C-6BB9ECB86AC5}"/>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07A3EEC3-25DB-4B04-8E49-2442D08505B1}"/>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7667AF92-FAF7-4D29-9241-859F5FBC6A40}"/>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37775F2D-9919-43DB-83BF-AAD7FCEDFE3F}"/>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F5C6A476-A0F8-4BD2-972B-9FA4CB82B093}"/>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61C5F9AB-6705-4503-B519-AC16E9A1AF09}"/>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BAC8B12D-E2B0-44FF-AC95-113B6A5EF3F8}"/>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BAC06564-02F0-4573-8D6D-B3C14D38FB71}"/>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D96D1621-AE05-4CBF-B9C7-59A0F36C4480}"/>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35548936-3AB9-466F-8264-6A3E5C9D166E}"/>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9E4E5C9D-C75E-415F-B406-7692F6B80D46}"/>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4A82EA99-0011-4F73-B1B6-1EF37A7E234E}"/>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4DD7B80E-46C8-4CB5-9934-1834A68D667C}"/>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EBCA3F60-7E9C-4297-8DE6-E984098223ED}"/>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4624BFFD-76D3-49A5-B060-2C56B1983F8F}"/>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8716FC23-68B5-468B-BCF0-7F4F5C168CDE}"/>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0BDFA0C0-1D1A-4166-BCEF-7B0713A1F97F}"/>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599B4B97-81D9-40EA-9AE4-46CF504064F4}"/>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770ECAD1-860C-4EA8-B4CD-11582337F2CE}"/>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5C2AC248-E2E9-483D-ADB3-0BF76219E9AC}"/>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EE85F558-031C-4302-8C9A-A4753C1DAC9E}"/>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8E4645C2-4E79-4593-8EF5-148F0CE201CB}"/>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B50C9316-4083-47B6-8EFC-B3541274D61A}"/>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EBB1DE99-0B51-4FED-BA27-5F492257B7C9}"/>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30141FF1-B99C-4C25-ACD7-A810E7213F5E}"/>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C261F016-7D85-41F0-B0D0-2DB74A06CAB1}"/>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−50</a:t>
            </a:r>
          </a:p>
        </p:txBody>
      </p:sp>
      <p:sp>
        <p:nvSpPr>
          <p:cNvPr id="108" name="">
            <a:extLst xmlns:a="http://schemas.openxmlformats.org/drawingml/2006/main">
              <a:ext uri="{FF2B5EF4-FFF2-40B4-BE49-F238E27FC236}">
                <a16:creationId xmlns:a16="http://schemas.microsoft.com/office/drawing/2014/main" id="{E708CD71-3E9D-4D44-9DB2-206DF1780875}"/>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75974C37-0C34-4D3E-9A1D-F826B659D3D4}"/>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6C79D874-9076-4283-9F88-19A8B4F76660}"/>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D4FA9026-0796-4EF4-9396-7AA911F9B4AC}"/>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+50</a:t>
            </a:r>
          </a:p>
        </p:txBody>
      </p:sp>
      <p:sp>
        <p:nvSpPr>
          <p:cNvPr id="112" name="">
            <a:extLst xmlns:a="http://schemas.openxmlformats.org/drawingml/2006/main">
              <a:ext uri="{FF2B5EF4-FFF2-40B4-BE49-F238E27FC236}">
                <a16:creationId xmlns:a16="http://schemas.microsoft.com/office/drawing/2014/main" id="{4EDB8BE2-67BD-4B4F-B169-DA993A41F9BE}"/>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⟨ε⟩: δs [%], 表示範囲 ±50%</a:t>
            </a:r>
          </a:p>
        </p:txBody>
      </p:sp>
      <p:sp>
        <p:nvSpPr>
          <p:cNvPr id="113" name="">
            <a:extLst xmlns:a="http://schemas.openxmlformats.org/drawingml/2006/main">
              <a:ext uri="{FF2B5EF4-FFF2-40B4-BE49-F238E27FC236}">
                <a16:creationId xmlns:a16="http://schemas.microsoft.com/office/drawing/2014/main" id="{805369FB-85B2-4075-955A-4E524D19C463}"/>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3C007E01-A281-4C92-B08D-4CA9D3E53DB5}"/>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Swarm 3手法</a:t>
            </a:r>
            <a:r>
              <a:rPr sz="990" b="0" i="0">
                <a:solidFill>
                  <a:srgbClr val="2F2F2F"/>
                </a:solidFill>
                <a:latin typeface="Noto Sans JP"/>
                <a:ea typeface="Noto Sans JP"/>
                <a:cs typeface="Noto Sans JP"/>
              </a:rPr>
              <a:t>で正偏差が広がる。高い</a:t>
            </a:r>
            <a:r>
              <a:rPr sz="990" b="0" i="0">
                <a:solidFill>
                  <a:srgbClr val="2F2F2F"/>
                </a:solidFill>
                <a:latin typeface="Noto Sans JP"/>
                <a:ea typeface="Noto Sans JP"/>
                <a:cs typeface="Noto Sans JP"/>
              </a:rPr>
              <a:t>局所平均エネルギー</a:t>
            </a:r>
            <a:r>
              <a:rPr sz="990" b="0" i="0">
                <a:solidFill>
                  <a:srgbClr val="2F2F2F"/>
                </a:solidFill>
                <a:latin typeface="Noto Sans JP"/>
                <a:ea typeface="Noto Sans JP"/>
                <a:cs typeface="Noto Sans JP"/>
              </a:rPr>
              <a:t>が励起・電離</a:t>
            </a:r>
            <a:r>
              <a:rPr sz="990" b="0" i="0">
                <a:solidFill>
                  <a:srgbClr val="2F2F2F"/>
                </a:solidFill>
                <a:latin typeface="Noto Sans JP"/>
                <a:ea typeface="Noto Sans JP"/>
                <a:cs typeface="Noto Sans JP"/>
              </a:rPr>
              <a:t>積分核</a:t>
            </a:r>
            <a:r>
              <a:rPr sz="990" b="0" i="0">
                <a:solidFill>
                  <a:srgbClr val="2F2F2F"/>
                </a:solidFill>
                <a:latin typeface="Noto Sans JP"/>
                <a:ea typeface="Noto Sans JP"/>
                <a:cs typeface="Noto Sans JP"/>
              </a:rPr>
              <a:t>の重みを変える。</a:t>
            </a:r>
          </a:p>
        </p:txBody>
      </p:sp>
      <p:sp>
        <p:nvSpPr>
          <p:cNvPr id="115" name="">
            <a:extLst xmlns:a="http://schemas.openxmlformats.org/drawingml/2006/main">
              <a:ext uri="{FF2B5EF4-FFF2-40B4-BE49-F238E27FC236}">
                <a16:creationId xmlns:a16="http://schemas.microsoft.com/office/drawing/2014/main" id="{F5CB017C-E154-4034-BD60-4F23336994AE}"/>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+46.7% / +46.1% / +45.9%</a:t>
            </a:r>
          </a:p>
        </p:txBody>
      </p:sp>
      <p:sp>
        <p:nvSpPr>
          <p:cNvPr id="118" name="">
            <a:extLst xmlns:a="http://schemas.openxmlformats.org/drawingml/2006/main">
              <a:ext uri="{FF2B5EF4-FFF2-40B4-BE49-F238E27FC236}">
                <a16:creationId xmlns:a16="http://schemas.microsoft.com/office/drawing/2014/main" id="{D3D1BB6D-2394-43DA-B8C2-35685CAF658B}"/>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電子数重み付き</a:t>
            </a:r>
            <a:r>
              <a:rPr sz="1275" b="1" i="0">
                <a:solidFill>
                  <a:srgbClr val="6DBB20"/>
                </a:solidFill>
                <a:latin typeface="Noto Sans JP"/>
                <a:ea typeface="Noto Sans JP"/>
                <a:cs typeface="Noto Sans JP"/>
              </a:rPr>
              <a:t>平均は</a:t>
            </a:r>
            <a:r>
              <a:rPr sz="1275" b="1" i="0">
                <a:solidFill>
                  <a:srgbClr val="6DBB20"/>
                </a:solidFill>
                <a:latin typeface="Noto Sans JP"/>
                <a:ea typeface="Noto Sans JP"/>
                <a:cs typeface="Noto Sans JP"/>
              </a:rPr>
              <a:t>標準COMSOLより</a:t>
            </a:r>
            <a:r>
              <a:rPr sz="1275" b="1" i="0">
                <a:solidFill>
                  <a:srgbClr val="6DBB20"/>
                </a:solidFill>
                <a:latin typeface="Noto Sans JP"/>
                <a:ea typeface="Noto Sans JP"/>
                <a:cs typeface="Noto Sans JP"/>
              </a:rPr>
              <a:t>約+46%。局所最大だけでなく、電子密度重み付き積分で確認する。</a:t>
            </a:r>
          </a:p>
        </p:txBody>
      </p:sp>
      <p:sp>
        <p:nvSpPr>
          <p:cNvPr id="119" name="">
            <a:extLst xmlns:a="http://schemas.openxmlformats.org/drawingml/2006/main">
              <a:ext uri="{FF2B5EF4-FFF2-40B4-BE49-F238E27FC236}">
                <a16:creationId xmlns:a16="http://schemas.microsoft.com/office/drawing/2014/main" id="{2888D1DB-060B-4086-8571-B0348051FDD9}"/>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BC4558BB-3036-442C-BA42-3A1FA319275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II：電子平均エネルギー</a:t>
            </a:r>
          </a:p>
        </p:txBody>
      </p:sp>
      <p:sp>
        <p:nvSpPr>
          <p:cNvPr id="125" name="">
            <a:extLst xmlns:a="http://schemas.openxmlformats.org/drawingml/2006/main">
              <a:ext uri="{FF2B5EF4-FFF2-40B4-BE49-F238E27FC236}">
                <a16:creationId xmlns:a16="http://schemas.microsoft.com/office/drawing/2014/main" id="{2181AA16-841B-4E41-A9D6-DE388ADC8ABD}"/>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0" name="section">
            <a:extLst xmlns:a="http://schemas.openxmlformats.org/drawingml/2006/main">
              <a:ext uri="{FF2B5EF4-FFF2-40B4-BE49-F238E27FC236}">
                <a16:creationId xmlns:a16="http://schemas.microsoft.com/office/drawing/2014/main" id="{4294530C-FB7F-4F4E-9759-38C6B5C18FF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71583106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0EDE70B-8E39-4DE1-B3D9-F7130328EBCA}"/>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D59F137A-4E97-4BB8-A6E1-AB19E841C76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8C9525E4-AD7C-44CF-865D-5D43260133D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58</a:t>
            </a:r>
          </a:p>
        </p:txBody>
      </p:sp>
      <p:sp>
        <p:nvSpPr>
          <p:cNvPr id="9" name="">
            <a:extLst xmlns:a="http://schemas.openxmlformats.org/drawingml/2006/main">
              <a:ext uri="{FF2B5EF4-FFF2-40B4-BE49-F238E27FC236}">
                <a16:creationId xmlns:a16="http://schemas.microsoft.com/office/drawing/2014/main" id="{0A10C710-92F4-48B2-88D8-35D2DFD4B928}"/>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3DF0EAFD-ADD8-4D83-9E25-2C5F4150CA29}"/>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aa1f5e3456c84576"/>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641AC91-0A4E-4948-9278-623BA78C8A88}"/>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4417FB22-0D56-4167-9998-FBA376BCBE0F}"/>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DEB2D70E-7949-43CD-BB7A-499BDFFBB582}"/>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8C6FE7E0-D0E7-4D6B-81C9-C0A00113D691}"/>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AECC67BB-5BD2-4577-A911-40A6E1E184B0}"/>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BCFA6BDA-76B8-4D55-851D-334C655E073A}"/>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90B577D2-BE40-4A38-9D3B-D9BC4CB667E7}"/>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C9B6248F-1548-4670-A486-9E7F509230C9}"/>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ED879BE6-3738-4672-BCF1-222DAAD6DCCB}"/>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70.1%　95%点 94.5%</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0.93772</a:t>
            </a:r>
          </a:p>
        </p:txBody>
      </p:sp>
      <p:sp>
        <p:nvSpPr>
          <p:cNvPr id="21" name="">
            <a:extLst xmlns:a="http://schemas.openxmlformats.org/drawingml/2006/main">
              <a:ext uri="{FF2B5EF4-FFF2-40B4-BE49-F238E27FC236}">
                <a16:creationId xmlns:a16="http://schemas.microsoft.com/office/drawing/2014/main" id="{9BB94F73-3B6A-4821-BB88-7E25AD792F6F}"/>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22E9F26F-9256-4FDE-8AE8-12D77CEB8489}"/>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f030ae3080ea4db5"/>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0F0840D2-1CB4-49EB-BE5C-0088D80EB887}"/>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A32B49A2-E0E9-47E9-97D0-529564ADE8BF}"/>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547B6B8A-3C3F-4983-98DB-7963A49899DC}"/>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D963F08F-1EB3-45FD-83E9-588CE4A2FA25}"/>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8B856EE9-3BED-45CF-BB01-49118AA421F0}"/>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BCC94E0F-5C2A-46F8-9E6E-2A66320A1C7C}"/>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A52A68C3-0ACF-433D-BF3B-CF2A1634E6D0}"/>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70.9%　95%点 94.7%</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0.93510</a:t>
            </a:r>
          </a:p>
        </p:txBody>
      </p:sp>
      <p:sp>
        <p:nvSpPr>
          <p:cNvPr id="31" name="">
            <a:extLst xmlns:a="http://schemas.openxmlformats.org/drawingml/2006/main">
              <a:ext uri="{FF2B5EF4-FFF2-40B4-BE49-F238E27FC236}">
                <a16:creationId xmlns:a16="http://schemas.microsoft.com/office/drawing/2014/main" id="{F8B64CAF-6565-4458-8428-D1860D5079F4}"/>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567F3866-CCFB-4D91-8BF6-F689E33B3745}"/>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2444cde62ae14e03"/>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7106D37E-AE2F-4940-A537-D8D12F7A80CF}"/>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96BC1713-B1AE-40F4-929E-C77B2A50565A}"/>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E1995AC6-7E21-439C-997B-03D2E8E4D6DA}"/>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ACAF691C-888B-4E30-AD4E-03EA0E503BF8}"/>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DBA4DBCA-E782-4E69-9CDC-9F7A5C6AEFEE}"/>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2E356357-1A69-485B-8B32-A60090A9EB00}"/>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B6092548-CDBD-4128-908E-51B2714BF3B9}"/>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70.8%　95%点 94.6%</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0.93577</a:t>
            </a:r>
          </a:p>
        </p:txBody>
      </p:sp>
      <p:sp>
        <p:nvSpPr>
          <p:cNvPr id="41" name="">
            <a:extLst xmlns:a="http://schemas.openxmlformats.org/drawingml/2006/main">
              <a:ext uri="{FF2B5EF4-FFF2-40B4-BE49-F238E27FC236}">
                <a16:creationId xmlns:a16="http://schemas.microsoft.com/office/drawing/2014/main" id="{C72CB2B9-7C41-457E-8A02-2814E4F0D98D}"/>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885DB05-F006-4070-9A03-5998C0B07CD3}"/>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18409E2-9C7D-4EEB-9D2D-FAEBBA788345}"/>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281EA38-A700-43C4-8542-7C84223C6B79}"/>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D0D3D0F-8C13-415C-89B2-701720433301}"/>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73FBACC-6A2A-4149-A7D6-C7BB62C33615}"/>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5EE57D9-73BE-40E0-9727-CAF4633F9898}"/>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160906B-2175-4755-8687-AE6A700EF48A}"/>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82017754-E86C-48A6-B9D2-5F6F72F91BF4}"/>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D7ABE67-1E45-421A-9F5B-51B28E8B85BF}"/>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5F7FD817-34E4-4F7E-B90B-9EAEEADCF65B}"/>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DAFBD7D-863D-46AF-B19A-79F8B81D80AB}"/>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D4F480B-F80C-4415-AB81-8AA56D076A80}"/>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D21FC172-671A-4894-8704-12344C7F7458}"/>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38EA8424-4D30-42AD-B060-B563DBCBC663}"/>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1125721D-942C-400B-A184-D0C5C1991DE3}"/>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43EC0D8B-35C0-4D53-ACDB-0CC11E611FAD}"/>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D6868245-3962-4603-AF27-A2A87A3D75A4}"/>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1085A55C-6960-4CF1-8E3C-BA5342130708}"/>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D929FD7-0BDD-4F04-8AB1-A1C37F68E736}"/>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591AFD1E-A0F1-4349-9855-4D3A5EC20CC0}"/>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223A074-0FA7-4194-ACCC-6A8E3A4A7805}"/>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836A9A31-62CA-4652-B20B-C9D4B3F81295}"/>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52226DF7-19F4-43FF-BBC9-27213E1C1D98}"/>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C9AFD075-1E65-4E80-94C5-E08F84202298}"/>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60F4B077-8FEC-463F-8796-CBAC52822CB3}"/>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C134DBD5-3E67-48E9-B750-9DA89C659BF3}"/>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29F27C9-3A33-4C96-B81E-2F3A74761507}"/>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48A6065E-5779-4A8B-8916-DE839A9D3561}"/>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92F96E14-AEAF-4A19-94B1-056951EAE6BA}"/>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7636D5BE-03FB-4C91-8697-38EB473B6DC5}"/>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8CC7EC0F-D6C3-49E2-9BAC-0A76FFA27621}"/>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53B65150-0D7C-4339-8C90-1B0DE4AB0662}"/>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DDF96FDF-DD60-4363-8DDC-4509970AC40E}"/>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CE477EE4-6AB5-4BF5-A5D6-CCB0E21B019E}"/>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20AEAD28-D800-450A-A6C4-F76C201B087A}"/>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F0B103F4-2543-4507-A404-F22A365B1576}"/>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A1FDC204-78F1-4075-8E90-D51935DCB34E}"/>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D4932E9F-3B48-4BAC-B15A-C29DC78609AA}"/>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7CF306B0-8556-460B-8890-411CB6F224BB}"/>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0E02D2B3-3103-4588-B457-BE24CD2E8533}"/>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AB1FFF1D-4F52-4B9E-80FC-D0ED890B3838}"/>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B5CABFA7-8286-422D-848B-1224B0E5CBC8}"/>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92A81C8D-50EA-4EC7-AE0A-95A1BE7DD77B}"/>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6DAD670F-D5EA-441F-B576-8CEF1BBD8959}"/>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34D34178-FD2B-45AE-B6AA-0BF8D0050F13}"/>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6BD32AEE-4595-40A2-8FE3-A056E936F0F7}"/>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82F84C7D-0778-432E-8309-95EEBDDEF1F9}"/>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3677F666-F174-4AED-9073-66E3D860D9A8}"/>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0AF0CBEC-FFD0-48A4-94ED-5DB8FA04F3D2}"/>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9770CBBC-F476-45B3-89B4-F0A059EB40B6}"/>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56F74CD4-461B-45DF-906E-5797D7885955}"/>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9EF9C3E2-6B90-4845-9E71-681ED61A6796}"/>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EC314F5A-2ECA-48CF-9392-80B473678E23}"/>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8D8C91A3-8CCA-4E5B-8F5B-8568DC20D065}"/>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51CD24E7-350D-41FB-94CF-504AC74BE066}"/>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D5032A26-E745-43FE-AD3E-15B86B863CD3}"/>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4B08996-1075-4756-B29F-23E48273F308}"/>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71C910E8-5B82-46E1-91DE-311B5DD4A9ED}"/>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55DDCAD4-F33C-4FD6-B74E-A15DC51C6873}"/>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194489A2-A9DE-4DAB-A106-98EF3FF3FCCC}"/>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1F36885A-936F-41A1-A06C-A76A15659CEE}"/>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1D8C8684-8D60-4DCF-8A86-AB6B471BD611}"/>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CB349E73-2A95-46DB-9F14-108F56D67CD9}"/>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8BDB0E80-6E56-42F0-8321-2E7ADBF9D9CB}"/>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DEB0823C-5BB3-44AE-AB8E-FEF4303448AA}"/>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60F50BC4-B585-4BC7-B090-DD5B310A05EC}"/>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08" name="">
            <a:extLst xmlns:a="http://schemas.openxmlformats.org/drawingml/2006/main">
              <a:ext uri="{FF2B5EF4-FFF2-40B4-BE49-F238E27FC236}">
                <a16:creationId xmlns:a16="http://schemas.microsoft.com/office/drawing/2014/main" id="{D51C2771-807E-4D8D-8C8C-791DC9ED1109}"/>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856B35EE-8961-4BB1-AA18-1B0BDF191ED0}"/>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EB3D8559-D6CD-434B-9B4A-2DF9C6DFF221}"/>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F033FBE4-F52B-421A-A604-11937E4E107A}"/>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12" name="">
            <a:extLst xmlns:a="http://schemas.openxmlformats.org/drawingml/2006/main">
              <a:ext uri="{FF2B5EF4-FFF2-40B4-BE49-F238E27FC236}">
                <a16:creationId xmlns:a16="http://schemas.microsoft.com/office/drawing/2014/main" id="{FBB62DB8-DCD1-4485-B4BC-6385EFF54A4E}"/>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nAr*: δs [%], 表示範囲 ±100%</a:t>
            </a:r>
          </a:p>
        </p:txBody>
      </p:sp>
      <p:sp>
        <p:nvSpPr>
          <p:cNvPr id="113" name="">
            <a:extLst xmlns:a="http://schemas.openxmlformats.org/drawingml/2006/main">
              <a:ext uri="{FF2B5EF4-FFF2-40B4-BE49-F238E27FC236}">
                <a16:creationId xmlns:a16="http://schemas.microsoft.com/office/drawing/2014/main" id="{DADE5EAC-8874-43D2-B9D5-27DE41BA1769}"/>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5C0B0A10-105E-4410-985B-CBD8180EE8E1}"/>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局所的には符号が混在するが、体積積分は約−45%。</a:t>
            </a:r>
            <a:r>
              <a:rPr sz="990" b="0" i="0">
                <a:solidFill>
                  <a:srgbClr val="2F2F2F"/>
                </a:solidFill>
                <a:latin typeface="Noto Sans JP"/>
                <a:ea typeface="Noto Sans JP"/>
                <a:cs typeface="Noto Sans JP"/>
              </a:rPr>
              <a:t>標準COMSOLの</a:t>
            </a:r>
            <a:r>
              <a:rPr sz="990" b="0" i="0">
                <a:solidFill>
                  <a:srgbClr val="2F2F2F"/>
                </a:solidFill>
                <a:latin typeface="Noto Sans JP"/>
                <a:ea typeface="Noto Sans JP"/>
                <a:cs typeface="Noto Sans JP"/>
              </a:rPr>
              <a:t>Ar*は1 msで未定常なので過渡差を含む。</a:t>
            </a:r>
          </a:p>
        </p:txBody>
      </p:sp>
      <p:sp>
        <p:nvSpPr>
          <p:cNvPr id="115" name="">
            <a:extLst xmlns:a="http://schemas.openxmlformats.org/drawingml/2006/main">
              <a:ext uri="{FF2B5EF4-FFF2-40B4-BE49-F238E27FC236}">
                <a16:creationId xmlns:a16="http://schemas.microsoft.com/office/drawing/2014/main" id="{BA004517-2401-4851-ABD7-118665B02C47}"/>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-45.0% / -45.5% / -45.5%</a:t>
            </a:r>
          </a:p>
        </p:txBody>
      </p:sp>
      <p:sp>
        <p:nvSpPr>
          <p:cNvPr id="118" name="">
            <a:extLst xmlns:a="http://schemas.openxmlformats.org/drawingml/2006/main">
              <a:ext uri="{FF2B5EF4-FFF2-40B4-BE49-F238E27FC236}">
                <a16:creationId xmlns:a16="http://schemas.microsoft.com/office/drawing/2014/main" id="{4E68CC37-9141-4468-98A6-668D91BDB851}"/>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Ar*は</a:t>
            </a:r>
            <a:r>
              <a:rPr sz="1275" b="1" i="0">
                <a:solidFill>
                  <a:srgbClr val="6DBB20"/>
                </a:solidFill>
                <a:latin typeface="Noto Sans JP"/>
                <a:ea typeface="Noto Sans JP"/>
                <a:cs typeface="Noto Sans JP"/>
              </a:rPr>
              <a:t>高エネルギー尾部に敏感な反応系</a:t>
            </a:r>
            <a:r>
              <a:rPr sz="1275" b="1" i="0">
                <a:solidFill>
                  <a:srgbClr val="6DBB20"/>
                </a:solidFill>
                <a:latin typeface="Noto Sans JP"/>
                <a:ea typeface="Noto Sans JP"/>
                <a:cs typeface="Noto Sans JP"/>
              </a:rPr>
              <a:t>と緩和時間の双方を読む量。1 ms差を定常</a:t>
            </a:r>
            <a:r>
              <a:rPr sz="1275" b="1" i="0">
                <a:solidFill>
                  <a:srgbClr val="6DBB20"/>
                </a:solidFill>
                <a:latin typeface="Noto Sans JP"/>
                <a:ea typeface="Noto Sans JP"/>
                <a:cs typeface="Noto Sans JP"/>
              </a:rPr>
              <a:t>物性入力差</a:t>
            </a:r>
            <a:r>
              <a:rPr sz="1275" b="1" i="0">
                <a:solidFill>
                  <a:srgbClr val="6DBB20"/>
                </a:solidFill>
                <a:latin typeface="Noto Sans JP"/>
                <a:ea typeface="Noto Sans JP"/>
                <a:cs typeface="Noto Sans JP"/>
              </a:rPr>
              <a:t>だけに帰属しない。</a:t>
            </a:r>
          </a:p>
        </p:txBody>
      </p:sp>
      <p:sp>
        <p:nvSpPr>
          <p:cNvPr id="119" name="">
            <a:extLst xmlns:a="http://schemas.openxmlformats.org/drawingml/2006/main">
              <a:ext uri="{FF2B5EF4-FFF2-40B4-BE49-F238E27FC236}">
                <a16:creationId xmlns:a16="http://schemas.microsoft.com/office/drawing/2014/main" id="{556E20FE-39D2-4DD5-A84E-7B18E8715D42}"/>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B7D5B0E9-6933-4EFD-829A-DA7E9BB61FC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III：Ar*準安定粒子</a:t>
            </a:r>
          </a:p>
        </p:txBody>
      </p:sp>
      <p:sp>
        <p:nvSpPr>
          <p:cNvPr id="125" name="">
            <a:extLst xmlns:a="http://schemas.openxmlformats.org/drawingml/2006/main">
              <a:ext uri="{FF2B5EF4-FFF2-40B4-BE49-F238E27FC236}">
                <a16:creationId xmlns:a16="http://schemas.microsoft.com/office/drawing/2014/main" id="{FDCB0686-A197-4437-9A05-352FD874A86C}"/>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0" name="section">
            <a:extLst xmlns:a="http://schemas.openxmlformats.org/drawingml/2006/main">
              <a:ext uri="{FF2B5EF4-FFF2-40B4-BE49-F238E27FC236}">
                <a16:creationId xmlns:a16="http://schemas.microsoft.com/office/drawing/2014/main" id="{C6B6459A-2152-463D-A2D1-F8FD19F0EDC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88872457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7EA7679-D4A0-4421-8528-C74A1ECD1DB6}"/>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53A2D18E-1552-4D7C-A186-B5FAA97A87D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FCC250CB-E427-4D94-9DB0-45EBBBD9687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59</a:t>
            </a:r>
          </a:p>
        </p:txBody>
      </p:sp>
      <p:sp>
        <p:nvSpPr>
          <p:cNvPr id="9" name="">
            <a:extLst xmlns:a="http://schemas.openxmlformats.org/drawingml/2006/main">
              <a:ext uri="{FF2B5EF4-FFF2-40B4-BE49-F238E27FC236}">
                <a16:creationId xmlns:a16="http://schemas.microsoft.com/office/drawing/2014/main" id="{931A67E4-8510-4425-A186-A80641400204}"/>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C1DDA566-75D9-48C9-9FF5-F7C460D8338D}"/>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9477ffb64d3848bd"/>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C23A750-C250-4A2B-B27F-CC8E92E42E8C}"/>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78839789-8824-483F-93F5-6AB1FF1A85EA}"/>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305FD20B-6368-488F-80CC-EE82869095B7}"/>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A1A59D4D-8271-479D-85BA-764A8C310457}"/>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2084293A-20B0-4EDC-938E-7707DF466A0D}"/>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2C2E23C1-0A26-4B6D-82C8-B399AD267805}"/>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5A15241D-7F7C-45DF-A837-05A1F9F442E6}"/>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AF5643EE-32C8-474B-B681-4F8FB0055F3D}"/>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0063D047-D2D9-4E4C-8BB4-A2663765B170}"/>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47.7%　95%点 77.9%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0.99447</a:t>
            </a:r>
          </a:p>
        </p:txBody>
      </p:sp>
      <p:sp>
        <p:nvSpPr>
          <p:cNvPr id="21" name="">
            <a:extLst xmlns:a="http://schemas.openxmlformats.org/drawingml/2006/main">
              <a:ext uri="{FF2B5EF4-FFF2-40B4-BE49-F238E27FC236}">
                <a16:creationId xmlns:a16="http://schemas.microsoft.com/office/drawing/2014/main" id="{9BB80C11-9D6E-4F58-82D2-E06A356E8C99}"/>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2AF2A2F6-7C83-451A-94C0-52755B9C41DA}"/>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1b7863f08ee34d57"/>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ABCFA4D-090F-49BA-8629-7CEA8C77C1C0}"/>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214C4B47-30EA-4C78-AF42-79ED8AE1A203}"/>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931218ED-C667-494A-8BA2-DB3990BABB30}"/>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7D7A2967-24B1-4511-84F2-B97B27BA9920}"/>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308CB59E-8AF3-4095-9B63-0BF1262DFB03}"/>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7800275E-D024-4528-9C6E-BA57C1668AF3}"/>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ADF7AEED-ACCA-4506-9925-D38337E51697}"/>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47.5%　95%点 77.9%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0.99419</a:t>
            </a:r>
          </a:p>
        </p:txBody>
      </p:sp>
      <p:sp>
        <p:nvSpPr>
          <p:cNvPr id="31" name="">
            <a:extLst xmlns:a="http://schemas.openxmlformats.org/drawingml/2006/main">
              <a:ext uri="{FF2B5EF4-FFF2-40B4-BE49-F238E27FC236}">
                <a16:creationId xmlns:a16="http://schemas.microsoft.com/office/drawing/2014/main" id="{10457DDF-9BF8-4140-987D-8895348683F3}"/>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6A48544D-788D-4F18-BD51-74CEE23DF2F4}"/>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05aa1cd85a9b4743"/>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3321F186-F805-4D54-9B1D-CF0DCB4C5EB4}"/>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B42452CC-3FAE-427F-A15E-1C9268B63BEB}"/>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63D2D6E5-2507-4C62-950D-BE04A609F30C}"/>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3E8DA77A-B5E0-422C-AF39-DEDA9F49A066}"/>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8311E9F3-D627-4CEC-928F-BDE0698C646A}"/>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6E7B07C4-B0B2-4406-AFBC-03E8DD7E3643}"/>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5DD78D49-9118-4C93-A131-698590896811}"/>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47.5%　95%点 77.8%</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0.99420</a:t>
            </a:r>
          </a:p>
        </p:txBody>
      </p:sp>
      <p:sp>
        <p:nvSpPr>
          <p:cNvPr id="41" name="">
            <a:extLst xmlns:a="http://schemas.openxmlformats.org/drawingml/2006/main">
              <a:ext uri="{FF2B5EF4-FFF2-40B4-BE49-F238E27FC236}">
                <a16:creationId xmlns:a16="http://schemas.microsoft.com/office/drawing/2014/main" id="{8A32BCCE-B4FB-4DC2-801A-0F2AA3E9A5CD}"/>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A899429-67A4-4D3B-AD87-025C69BFD797}"/>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A4B2C30-F120-406D-95CE-6455C9138C16}"/>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C454A90-0E05-4757-9884-AE659466E87D}"/>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BCD8640-54B3-4071-8B61-6F28D58B3DB1}"/>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BE38C478-3C4D-4515-B1AD-80C6D83524D5}"/>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5B4E0DF-51FB-4519-9270-C2F6FEFFA323}"/>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DF4A79D-83F7-4C1E-AD81-A5052B4D08E9}"/>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A0E7727-23E2-46AE-A974-65FD2CC9B1F2}"/>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43C28A5-3424-48AB-9921-6DE46DDA90B3}"/>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6FF88725-6C55-4E0D-A538-615A51F33CC6}"/>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82C50C8-C876-4AA9-81FD-EBCD13D720FE}"/>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420DC12-7F67-4BE7-BCA0-BD8F5782D66B}"/>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EA23F6DE-2C8B-459D-AA29-63DB2BC123B6}"/>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1B25C22B-FAFA-44BD-B054-105879035FED}"/>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5823F632-EFEA-4BC4-B471-E879C7639A61}"/>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7421FDBC-BDC0-4107-B60E-F70D37FC8F43}"/>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D9FAB170-97D4-4308-890F-6BF3B4A55B86}"/>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A94D566-59D7-4467-82E0-E525BEFC0F3D}"/>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4C0FB3E1-5872-4002-9D99-7510C871B25D}"/>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F2ACF22E-5E8D-4DC3-AAD9-C9028639A945}"/>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912D90D7-73C8-4035-B321-29682BED24D0}"/>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9A97593D-5685-43C9-A877-B6755FCAA130}"/>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57A5493B-E3E9-48D6-8E3F-87220F6EA720}"/>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89B49ECE-C42A-4A47-A511-F26373024CFC}"/>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CAF0BBCA-740E-4D47-9C60-7398C79E7621}"/>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218E302B-8A18-4673-B2B5-B89D71E18966}"/>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1389975-CD19-4755-BFD5-1BC4859D6099}"/>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F6D210D8-FB8D-4E7B-85D3-B42166031A17}"/>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DC8F69E8-EEE2-4282-8FD2-9B79D0DAE4C1}"/>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8F9D4EDC-1B58-4ECF-A9D4-93716B11F831}"/>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6A7EFD63-E132-4016-B806-55896BF51F8C}"/>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0A717A23-31E4-4D01-ACFE-C71D3D479117}"/>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CA376E71-A0FE-47E2-9AC6-483D39A4DE78}"/>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8D5D16CC-2425-4190-A378-7B83870B0F8C}"/>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A8EF46C4-E816-4997-B6D8-CFD78F9878A4}"/>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18D7FDFF-B252-47CB-A638-8D1DEA3F0413}"/>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2D810F40-30C5-47FB-BD8E-3B42899BB8EE}"/>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6A163BE-1B2B-4FDF-8A4C-9DC5AB831F4B}"/>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593A3E0F-C557-49F4-BB25-A7AF9A17CF22}"/>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852581F2-E971-4E76-8CD5-1B92012AD64E}"/>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24A6B490-0CC4-49E1-B9D1-A2D7EC2269EB}"/>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F9171F38-A620-4DD7-B201-B46BEF77884F}"/>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1F1FB669-F53F-4C5A-BAD7-9FCFCD93D344}"/>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8FE9FC64-482B-4C89-A1EB-A201A409F2FC}"/>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CB1358EC-9F35-47AB-BF5E-FDB368102EAD}"/>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52BAE49A-C1A3-4FBB-BABF-0F10055383AB}"/>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5303BF8B-1413-4CDB-9176-FE26E4C3F4B3}"/>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66A06FF0-847F-4DDD-9A1A-F77BCBCF84C1}"/>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4EA02FA4-799B-4E13-B8DC-4DF53A0DA241}"/>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C4E1E829-E894-4647-9E07-040EC94DD69E}"/>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250601C6-6B73-441C-84D0-10EFAEC54447}"/>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6A7758CF-8A44-4927-BA65-9D592BE00EB5}"/>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516B2835-FCB2-4ACD-9F2F-9671AD1334A0}"/>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C4E23EB9-93F7-4BCF-9CD6-0B17034414C4}"/>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D00888D4-F4CD-489F-9083-B9902BD4B55F}"/>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21C28EB4-B274-410C-8852-C0A8591FD897}"/>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01B8552-B460-4712-9ADB-42A8FD2C4D2D}"/>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24A02B6C-510D-495F-A977-BED41D9CA685}"/>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92AC4FA8-A152-4CC8-80C9-A9D0034E4E97}"/>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C47F34FF-D2AF-4E60-9C85-7013C87C0E04}"/>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BF663C57-5E59-43C4-B71B-F1FA49FA6178}"/>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17543FB1-CA9D-4C6A-82AA-2D0206EEBE91}"/>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CE580A10-86BF-4CF1-8DE5-4D6E9D60F938}"/>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D5547816-1657-4A7F-B7F7-EDFA6E4A6F21}"/>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F0C6B829-DDDA-45B5-BD02-D9B75CF67437}"/>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BD266BC9-0DE2-4948-A108-EF94EA15CD65}"/>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08" name="">
            <a:extLst xmlns:a="http://schemas.openxmlformats.org/drawingml/2006/main">
              <a:ext uri="{FF2B5EF4-FFF2-40B4-BE49-F238E27FC236}">
                <a16:creationId xmlns:a16="http://schemas.microsoft.com/office/drawing/2014/main" id="{BBAE25E0-9A67-433B-BB8E-2C4A2A183519}"/>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17FDB5DA-4D14-4373-ADC9-F651C69EFFF4}"/>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D52C68AF-7943-4D2B-8621-9C89CED90192}"/>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077F2640-D6F3-4134-AB46-A0A3F85135CF}"/>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12" name="">
            <a:extLst xmlns:a="http://schemas.openxmlformats.org/drawingml/2006/main">
              <a:ext uri="{FF2B5EF4-FFF2-40B4-BE49-F238E27FC236}">
                <a16:creationId xmlns:a16="http://schemas.microsoft.com/office/drawing/2014/main" id="{83F11E31-AB0A-4476-945A-A64A94D3C8D1}"/>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nAr⁺: δs [%], 表示範囲 ±100%</a:t>
            </a:r>
          </a:p>
        </p:txBody>
      </p:sp>
      <p:sp>
        <p:nvSpPr>
          <p:cNvPr id="113" name="">
            <a:extLst xmlns:a="http://schemas.openxmlformats.org/drawingml/2006/main">
              <a:ext uri="{FF2B5EF4-FFF2-40B4-BE49-F238E27FC236}">
                <a16:creationId xmlns:a16="http://schemas.microsoft.com/office/drawing/2014/main" id="{8EE3D36C-EFA9-4831-9C94-58574DF5098E}"/>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71E84E9B-8E01-49E7-8F00-5C92790B795F}"/>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電子密度とほぼ同じ</a:t>
            </a:r>
            <a:r>
              <a:rPr sz="990" b="0" i="0">
                <a:solidFill>
                  <a:srgbClr val="2F2F2F"/>
                </a:solidFill>
                <a:latin typeface="Noto Sans JP"/>
                <a:ea typeface="Noto Sans JP"/>
                <a:cs typeface="Noto Sans JP"/>
              </a:rPr>
              <a:t>全体低下</a:t>
            </a:r>
            <a:r>
              <a:rPr sz="990" b="0" i="0">
                <a:solidFill>
                  <a:srgbClr val="2F2F2F"/>
                </a:solidFill>
                <a:latin typeface="Noto Sans JP"/>
                <a:ea typeface="Noto Sans JP"/>
                <a:cs typeface="Noto Sans JP"/>
              </a:rPr>
              <a:t>。</a:t>
            </a:r>
            <a:r>
              <a:rPr sz="990" b="0" i="0">
                <a:solidFill>
                  <a:srgbClr val="2F2F2F"/>
                </a:solidFill>
                <a:latin typeface="Noto Sans JP"/>
                <a:ea typeface="Noto Sans JP"/>
                <a:cs typeface="Noto Sans JP"/>
              </a:rPr>
              <a:t>シース</a:t>
            </a:r>
            <a:r>
              <a:rPr sz="990" b="0" i="0">
                <a:solidFill>
                  <a:srgbClr val="2F2F2F"/>
                </a:solidFill>
                <a:latin typeface="Noto Sans JP"/>
                <a:ea typeface="Noto Sans JP"/>
                <a:cs typeface="Noto Sans JP"/>
              </a:rPr>
              <a:t>・壁近傍の局所比は準中性近似では説明できない。</a:t>
            </a:r>
          </a:p>
        </p:txBody>
      </p:sp>
      <p:sp>
        <p:nvSpPr>
          <p:cNvPr id="115" name="">
            <a:extLst xmlns:a="http://schemas.openxmlformats.org/drawingml/2006/main">
              <a:ext uri="{FF2B5EF4-FFF2-40B4-BE49-F238E27FC236}">
                <a16:creationId xmlns:a16="http://schemas.microsoft.com/office/drawing/2014/main" id="{1BBC3D7E-B2F6-40A0-B1A6-8E34FA7D9ADC}"/>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-35.4% / -35.0% / -34.8%</a:t>
            </a:r>
          </a:p>
        </p:txBody>
      </p:sp>
      <p:sp>
        <p:nvSpPr>
          <p:cNvPr id="118" name="">
            <a:extLst xmlns:a="http://schemas.openxmlformats.org/drawingml/2006/main">
              <a:ext uri="{FF2B5EF4-FFF2-40B4-BE49-F238E27FC236}">
                <a16:creationId xmlns:a16="http://schemas.microsoft.com/office/drawing/2014/main" id="{21F7A0DC-1F61-443B-A970-7921955C3AB4}"/>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体積積分Ar⁺</a:t>
            </a:r>
            <a:r>
              <a:rPr sz="1275" b="1" i="0">
                <a:solidFill>
                  <a:srgbClr val="6DBB20"/>
                </a:solidFill>
                <a:latin typeface="Noto Sans JP"/>
                <a:ea typeface="Noto Sans JP"/>
                <a:cs typeface="Noto Sans JP"/>
              </a:rPr>
              <a:t>は約−35%。</a:t>
            </a:r>
            <a:r>
              <a:rPr sz="1275" b="1" i="0">
                <a:solidFill>
                  <a:srgbClr val="6DBB20"/>
                </a:solidFill>
                <a:latin typeface="Noto Sans JP"/>
                <a:ea typeface="Noto Sans JP"/>
                <a:cs typeface="Noto Sans JP"/>
              </a:rPr>
              <a:t>プラズマ本体の生成</a:t>
            </a:r>
            <a:r>
              <a:rPr sz="1275" b="1" i="0">
                <a:solidFill>
                  <a:srgbClr val="6DBB20"/>
                </a:solidFill>
                <a:latin typeface="Noto Sans JP"/>
                <a:ea typeface="Noto Sans JP"/>
                <a:cs typeface="Noto Sans JP"/>
              </a:rPr>
              <a:t>・輸送再配分をnₑと対にして評価する。</a:t>
            </a:r>
          </a:p>
        </p:txBody>
      </p:sp>
      <p:sp>
        <p:nvSpPr>
          <p:cNvPr id="119" name="">
            <a:extLst xmlns:a="http://schemas.openxmlformats.org/drawingml/2006/main">
              <a:ext uri="{FF2B5EF4-FFF2-40B4-BE49-F238E27FC236}">
                <a16:creationId xmlns:a16="http://schemas.microsoft.com/office/drawing/2014/main" id="{CFFA822B-6FC8-408B-8D18-DDC78EB5521D}"/>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26DE4977-0B70-4B3A-A82C-5AA3A7E02557}"/>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IV：Ar⁺</a:t>
            </a:r>
          </a:p>
        </p:txBody>
      </p:sp>
      <p:sp>
        <p:nvSpPr>
          <p:cNvPr id="125" name="">
            <a:extLst xmlns:a="http://schemas.openxmlformats.org/drawingml/2006/main">
              <a:ext uri="{FF2B5EF4-FFF2-40B4-BE49-F238E27FC236}">
                <a16:creationId xmlns:a16="http://schemas.microsoft.com/office/drawing/2014/main" id="{23C2A386-437B-4BD1-AC26-823F6A6800F4}"/>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0" name="section">
            <a:extLst xmlns:a="http://schemas.openxmlformats.org/drawingml/2006/main">
              <a:ext uri="{FF2B5EF4-FFF2-40B4-BE49-F238E27FC236}">
                <a16:creationId xmlns:a16="http://schemas.microsoft.com/office/drawing/2014/main" id="{431A5389-0010-48DD-B99E-65B740B3471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44070835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8D79E22-4858-49BB-A0C5-5A1FBC126F5A}"/>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A1C92FBA-7829-434D-85AC-6F4B0594926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85CD0067-A2E5-49DA-A276-64CA7CA9AA4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60</a:t>
            </a:r>
          </a:p>
        </p:txBody>
      </p:sp>
      <p:sp>
        <p:nvSpPr>
          <p:cNvPr id="9" name="">
            <a:extLst xmlns:a="http://schemas.openxmlformats.org/drawingml/2006/main">
              <a:ext uri="{FF2B5EF4-FFF2-40B4-BE49-F238E27FC236}">
                <a16:creationId xmlns:a16="http://schemas.microsoft.com/office/drawing/2014/main" id="{F22E2823-70D6-4B55-9AC5-4E97C5518D48}"/>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2CA9003B-3116-4DA4-809F-4DA69E6FE2C7}"/>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504266f942484bfb"/>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BA9AE72-775E-44E7-9BDA-1966A9E1CF35}"/>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BF3A46BF-B283-4269-B226-5B46951910BF}"/>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7DE22087-7422-49D5-9DE9-2DA5CC2D3EBD}"/>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0F44FF8F-B852-4CC5-9DB0-928D5AAA7F79}"/>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39BACBDC-2CC7-4CB9-A894-6E2B32CFBC7D}"/>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3370BF6F-9132-4966-8069-4F89C2DF68E1}"/>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E0B267D2-C942-47E6-B284-D59FBB5D1DCC}"/>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A61EAA8D-4011-46B8-B1C7-636E4177DEE5}"/>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B996070B-8F36-44C2-A15B-E459C373BA7B}"/>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32.5%　95%点 98.0%</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0.96739</a:t>
            </a:r>
          </a:p>
        </p:txBody>
      </p:sp>
      <p:sp>
        <p:nvSpPr>
          <p:cNvPr id="21" name="">
            <a:extLst xmlns:a="http://schemas.openxmlformats.org/drawingml/2006/main">
              <a:ext uri="{FF2B5EF4-FFF2-40B4-BE49-F238E27FC236}">
                <a16:creationId xmlns:a16="http://schemas.microsoft.com/office/drawing/2014/main" id="{6FD386D7-E282-47B3-B218-E56D9EA5EEA2}"/>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4E15FE0A-E784-45F8-8ADF-B73D69E6AD4C}"/>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66a90e60c7a84263"/>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32B05112-51CD-4CD9-B1B8-E93C9B773CBF}"/>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F98CFEE8-6A06-4119-A4D4-67DA72EE760E}"/>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A63DBD98-574B-4A7C-986E-DF12C22F2B63}"/>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FCB6F6E2-DBA5-4040-AC25-EA33EFEA8C05}"/>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3BFE4AA2-B0EA-4043-9AD8-54C01CEA8A11}"/>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A9183E5B-7E2A-48FF-94C2-657D3947553B}"/>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3666A272-DA38-40EF-A4A4-DD26DE188420}"/>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32.6%　95%点 98.0%</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0.96775</a:t>
            </a:r>
          </a:p>
        </p:txBody>
      </p:sp>
      <p:sp>
        <p:nvSpPr>
          <p:cNvPr id="31" name="">
            <a:extLst xmlns:a="http://schemas.openxmlformats.org/drawingml/2006/main">
              <a:ext uri="{FF2B5EF4-FFF2-40B4-BE49-F238E27FC236}">
                <a16:creationId xmlns:a16="http://schemas.microsoft.com/office/drawing/2014/main" id="{2D2FA36A-AC16-4F4C-980B-6330F98B5032}"/>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05998931-4908-4940-865D-38B54D644562}"/>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27be2adc421247f0"/>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42FC31DE-96C0-4626-B007-5A4693415EC0}"/>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D0FD5DE8-534B-401F-B458-415573565A24}"/>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E02FA445-5A0A-4D26-8580-4BACBE4CD9D2}"/>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CFBEC9A6-3E6A-48A0-8FA6-E3585B1545C3}"/>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39FFCC70-30DB-45FB-B068-2EAD8ADF3A52}"/>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7B2D0306-813F-441B-83C2-BC531CB4933F}"/>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42EC3FEF-5F19-4AC6-BD24-1ACF941910DD}"/>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32.4%　95%点 98.0%</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0.96756</a:t>
            </a:r>
          </a:p>
        </p:txBody>
      </p:sp>
      <p:sp>
        <p:nvSpPr>
          <p:cNvPr id="41" name="">
            <a:extLst xmlns:a="http://schemas.openxmlformats.org/drawingml/2006/main">
              <a:ext uri="{FF2B5EF4-FFF2-40B4-BE49-F238E27FC236}">
                <a16:creationId xmlns:a16="http://schemas.microsoft.com/office/drawing/2014/main" id="{2F3B0CF5-4CD2-4FDB-A417-3720B8E033CD}"/>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F47ECA7-AE4B-4116-AFFB-FB726872F3FC}"/>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7A42EE7-491D-45B6-B9C3-89E4CBB0AA80}"/>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503FD7E7-AF4C-4C78-BC7D-2B76B5871125}"/>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CAB6C66-7C5F-4AB7-8079-5E12C90F30A6}"/>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FDDF6FFA-01FC-4432-BBED-A544F2E5950F}"/>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20CF6C0-8C5E-445F-A7ED-2D4BA61783E1}"/>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E8336FF-4B44-4D63-9FAC-8E211061DE69}"/>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5E26912-072D-4E0A-BAC4-8A2CBD3729E3}"/>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DEBCFCBC-DA15-4E93-A913-74085DB55060}"/>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2A2B548-9B0D-4B7C-A6F9-DF5FF9096EFF}"/>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87C2FEB-827F-43BF-9BFB-F41EB6DEF162}"/>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69F9AE5-6E20-4232-AA98-ABBC48ADACEC}"/>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D283A9FB-9923-4837-9637-33029D140832}"/>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073CD369-977A-4F78-8A51-5B5FD81FCC17}"/>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48CEAC9-9566-439D-959A-695EBF367052}"/>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B69A8A24-3FFE-4A7F-88A8-6CBB242A90B7}"/>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BBA80E5F-7A9B-4C4A-9922-98B23B35D121}"/>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A4EFE7A-7413-4D32-9814-2C852977B6DB}"/>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F04DBA1E-8855-4951-BBA4-ECE42D8445E7}"/>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86192FEA-5C61-4A53-848D-8CB2EB5D1EED}"/>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4B58686-0D7C-41C7-8097-BD42DE7A7D47}"/>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3F99A8B-3E52-4BC7-BFED-56438B5AD7C2}"/>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508D0793-1F0F-45CC-9129-62DEABC80012}"/>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C30F0C2A-D5CB-4297-95DC-076958A60F2D}"/>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2C00C32-54BC-4BBD-B917-CFBBC6F7F2BF}"/>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2216E8E8-5213-47BF-BA41-D17074CA5B27}"/>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DAB3C689-AED9-4D43-B82A-C89EF7ED09E9}"/>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0B11CD71-65D9-46F0-90D5-A8BDB95D8F94}"/>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E5770E46-D614-4409-A1CA-E2ADCDA66A3F}"/>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D1B81747-765A-4EF3-B992-F66A09DBC928}"/>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D6ADE79B-72E0-4B4C-982C-CB442C4BEAB2}"/>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65DB0B9C-92ED-457E-8748-C0B61F7D63C5}"/>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50AF02E1-6E43-46BC-92CE-FE86C6D756B9}"/>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BDEC5AC5-477F-4A8F-BBC5-715A8D289715}"/>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D9163385-2355-4A25-9841-3DA7C2FD0D5E}"/>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0AC346CA-C142-454B-B1ED-A5F7BE479A0F}"/>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C2352265-C1F2-402C-8C8C-AB3349A750EF}"/>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4DCE513D-3B5E-481C-B627-EF51E3EA5AA8}"/>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2E4ED611-B4DA-41B7-B34C-943155A1804B}"/>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47AB9942-1E5A-4021-A09C-05BDD2A425A4}"/>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04B7D954-39B8-49CD-8B19-60E6D716D406}"/>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66A3E56D-0812-47CD-A8E7-92FB1F61D6CA}"/>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15331D15-338F-4C8A-9226-53563847E33D}"/>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907B9ECA-98E5-469E-AD0A-BE5401259B69}"/>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3CB952B9-2938-47CF-8E98-24E6A58584D6}"/>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32579DEF-71E1-442C-9049-73D55A523F06}"/>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71257021-029C-44D6-96E7-0ED73A7599B0}"/>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4F6F279F-7F5E-4E7C-90DE-0FCF9F478AAC}"/>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AE8FB208-96DD-425E-9F16-173F2818156A}"/>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440EFED9-E073-4946-8281-031CDC1B4B6D}"/>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45B7E0C7-9F9E-4853-909E-72C2E19BE3CB}"/>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AE944DC4-51D7-48A4-A2B6-1FCAA36E183B}"/>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627B9173-F50C-4AE2-B1B8-AF7AEA98E7AE}"/>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13C46146-59DF-41F1-87EE-9030D0E441B9}"/>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67DD3F74-3824-4A68-9AC8-53F60929226E}"/>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6415550D-30BB-4606-9E4A-B71C199A0F5D}"/>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8F28DC80-0138-4FFD-A935-C81B592FFE67}"/>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470FE8BC-5E52-4B2A-B4BE-05896433AB75}"/>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2CC7A554-60DE-4BD0-9287-81E36F26BB07}"/>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317FCE2B-5D2C-48EA-B01C-CE6D0EDB8F61}"/>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AE1D5DCB-AF14-4223-9D10-145CC42C15C3}"/>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F285DA2C-CDED-47CF-B7AD-FE2BF8899729}"/>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94B3CF15-527C-475A-997A-C6E8B2BF5A97}"/>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F3459BCB-A862-4262-A267-305BDE911C66}"/>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064AF0C2-729C-4927-9B21-78E403BA700D}"/>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702D0082-66DC-427B-9567-8E8D47279F5B}"/>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08" name="">
            <a:extLst xmlns:a="http://schemas.openxmlformats.org/drawingml/2006/main">
              <a:ext uri="{FF2B5EF4-FFF2-40B4-BE49-F238E27FC236}">
                <a16:creationId xmlns:a16="http://schemas.microsoft.com/office/drawing/2014/main" id="{B7650A2D-57F0-4F9C-82BC-E693FF60220F}"/>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693B13F2-7793-4DCC-9975-F47C969076AB}"/>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C1A4BD03-B9C1-45EE-B9C2-70985860041D}"/>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72A96973-98F3-48FF-9880-349128542850}"/>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12" name="">
            <a:extLst xmlns:a="http://schemas.openxmlformats.org/drawingml/2006/main">
              <a:ext uri="{FF2B5EF4-FFF2-40B4-BE49-F238E27FC236}">
                <a16:creationId xmlns:a16="http://schemas.microsoft.com/office/drawing/2014/main" id="{549B3EA1-DF16-4834-8C52-60A11EEB54A9}"/>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Qrh: δs [%], 表示範囲 ±100%</a:t>
            </a:r>
          </a:p>
        </p:txBody>
      </p:sp>
      <p:sp>
        <p:nvSpPr>
          <p:cNvPr id="113" name="">
            <a:extLst xmlns:a="http://schemas.openxmlformats.org/drawingml/2006/main">
              <a:ext uri="{FF2B5EF4-FFF2-40B4-BE49-F238E27FC236}">
                <a16:creationId xmlns:a16="http://schemas.microsoft.com/office/drawing/2014/main" id="{64D5D063-433A-4F85-9E12-556A0E54F80B}"/>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CD4025F2-8586-4743-BB5E-E080C7B19AF0}"/>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Qrh≈0の節点では有界差が±100%へ飽和するため、局所色だけでなくRF吸収の体積積分を優先する。</a:t>
            </a:r>
          </a:p>
        </p:txBody>
      </p:sp>
      <p:sp>
        <p:nvSpPr>
          <p:cNvPr id="115" name="">
            <a:extLst xmlns:a="http://schemas.openxmlformats.org/drawingml/2006/main">
              <a:ext uri="{FF2B5EF4-FFF2-40B4-BE49-F238E27FC236}">
                <a16:creationId xmlns:a16="http://schemas.microsoft.com/office/drawing/2014/main" id="{656C52C2-EC04-4E8D-8E18-19152B7369EB}"/>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+15.5% / +15.5% / +15.5%</a:t>
            </a:r>
          </a:p>
        </p:txBody>
      </p:sp>
      <p:sp>
        <p:nvSpPr>
          <p:cNvPr id="118" name="">
            <a:extLst xmlns:a="http://schemas.openxmlformats.org/drawingml/2006/main">
              <a:ext uri="{FF2B5EF4-FFF2-40B4-BE49-F238E27FC236}">
                <a16:creationId xmlns:a16="http://schemas.microsoft.com/office/drawing/2014/main" id="{181E4F58-2098-4D73-8127-B72B879E0D5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RF吸収の体積積分は約+15.5%だがコイル電力は同一1500 W。プラズマへの結合効率と空間再配分が変化した。</a:t>
            </a:r>
          </a:p>
        </p:txBody>
      </p:sp>
      <p:sp>
        <p:nvSpPr>
          <p:cNvPr id="119" name="">
            <a:extLst xmlns:a="http://schemas.openxmlformats.org/drawingml/2006/main">
              <a:ext uri="{FF2B5EF4-FFF2-40B4-BE49-F238E27FC236}">
                <a16:creationId xmlns:a16="http://schemas.microsoft.com/office/drawing/2014/main" id="{1285FCB3-C13B-4714-84E8-D861B7AD2515}"/>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6ED413B5-1C23-436C-96D8-1C0CEC1668A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V：RF吸収密度</a:t>
            </a:r>
          </a:p>
        </p:txBody>
      </p:sp>
      <p:sp>
        <p:nvSpPr>
          <p:cNvPr id="125" name="">
            <a:extLst xmlns:a="http://schemas.openxmlformats.org/drawingml/2006/main">
              <a:ext uri="{FF2B5EF4-FFF2-40B4-BE49-F238E27FC236}">
                <a16:creationId xmlns:a16="http://schemas.microsoft.com/office/drawing/2014/main" id="{A7B4BC48-EC36-4A0E-9D98-CADEE3B609A5}"/>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0" name="section">
            <a:extLst xmlns:a="http://schemas.openxmlformats.org/drawingml/2006/main">
              <a:ext uri="{FF2B5EF4-FFF2-40B4-BE49-F238E27FC236}">
                <a16:creationId xmlns:a16="http://schemas.microsoft.com/office/drawing/2014/main" id="{8A531EA3-0111-4FFB-9E9C-1D4426B3CA3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657551378"/>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3A66E5D-9172-4CAA-B684-2C776A500FEE}"/>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局所統計は4545節点、積分値はCOMSOL </a:t>
            </a:r>
            <a:r>
              <a:rPr sz="1275" b="0" i="0">
                <a:solidFill>
                  <a:srgbClr val="008DB6"/>
                </a:solidFill>
                <a:latin typeface="Noto Sans JP"/>
                <a:ea typeface="Noto Sans JP"/>
                <a:cs typeface="Noto Sans JP"/>
              </a:rPr>
              <a:t>軸対称体積積分</a:t>
            </a:r>
            <a:r>
              <a:rPr sz="1275" b="0" i="0">
                <a:solidFill>
                  <a:srgbClr val="008DB6"/>
                </a:solidFill>
                <a:latin typeface="Noto Sans JP"/>
                <a:ea typeface="Noto Sans JP"/>
                <a:cs typeface="Noto Sans JP"/>
              </a:rPr>
              <a:t>；すべてt = 1 ms</a:t>
            </a:r>
          </a:p>
        </p:txBody>
      </p:sp>
      <p:sp>
        <p:nvSpPr>
          <p:cNvPr id="7" name="">
            <a:extLst xmlns:a="http://schemas.openxmlformats.org/drawingml/2006/main">
              <a:ext uri="{FF2B5EF4-FFF2-40B4-BE49-F238E27FC236}">
                <a16:creationId xmlns:a16="http://schemas.microsoft.com/office/drawing/2014/main" id="{789377D1-9A2B-4DF8-A189-111409F0B23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D7D1385E-B1FF-42BF-B2FF-47B042EB0C4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61</a:t>
            </a:r>
          </a:p>
        </p:txBody>
      </p:sp>
      <p:graphicFrame>
        <p:nvGraphicFramePr>
          <p:cNvPr id="28" name=""/>
          <p:cNvGraphicFramePr/>
          <p:nvPr/>
        </p:nvGraphicFramePr>
        <p:xfrm>
          <a:off xmlns:a="http://schemas.openxmlformats.org/drawingml/2006/main" x="333375" y="1428750"/>
          <a:ext xmlns:a="http://schemas.openxmlformats.org/drawingml/2006/main" cx="11525250" cy="3381375"/>
        </p:xfrm>
        <a:graphic xmlns:a="http://schemas.openxmlformats.org/drawingml/2006/main">
          <a:graphicData uri="http://schemas.openxmlformats.org/drawingml/2006/table">
            <a:tbl>
              <a:tblPr firstRow="1" bandRow="0"/>
              <a:tblGrid>
                <a:gridCol w="809625"/>
                <a:gridCol w="1619250"/>
                <a:gridCol w="1619250"/>
                <a:gridCol w="1619250"/>
                <a:gridCol w="2714625"/>
                <a:gridCol w="3143250"/>
              </a:tblGrid>
              <a:tr h="563563">
                <a:tc>
                  <a:txBody>
                    <a:bodyPr lIns="57150" tIns="38100" rIns="47625" bIns="38100">
                      <a:normAutofit/>
                    </a:bodyPr>
                    <a:lstStyle/>
                    <a:p>
                      <a:pPr algn="l">
                        <a:buNone/>
                      </a:pPr>
                      <a:r>
                        <a:rPr sz="840" b="1">
                          <a:solidFill>
                            <a:srgbClr val="FFFFFF"/>
                          </a:solidFill>
                          <a:latin typeface="Noto Sans JP"/>
                          <a:ea typeface="Noto Sans JP"/>
                          <a:cs typeface="Noto Sans JP"/>
                        </a:rPr>
                        <a:t>物理量</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two-term 局所中央値／95%点</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Monte Carlo 局所中央値／95%点</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propagator 局所中央値／95%点</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体積積分差 two-term／MC／P1</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解釈</a:t>
                      </a:r>
                    </a:p>
                  </a:txBody>
                  <a:tcPr marL="91440" marR="91440" marT="45720" marB="45720" anchor="ctr">
                    <a:solidFill>
                      <a:srgbClr val="00A6D9"/>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nₑ</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47.6 / 77.9</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47.3 / 77.9</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47.4 / 77.8</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-35.4% / -35.0% / -34.8%</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壁近傍で局所比が増幅</a:t>
                      </a:r>
                    </a:p>
                  </a:txBody>
                  <a:tcPr marL="91440" marR="91440" marT="45720" marB="45720" anchor="ctr">
                    <a:solidFill>
                      <a:srgbClr val="FFFFFF"/>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⟨ε⟩</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20.7 / 33.3</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20.4 / 33.0</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20.2 / 32.9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+46.7% / +46.1% / +45.9%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全域で正偏差</a:t>
                      </a:r>
                    </a:p>
                  </a:txBody>
                  <a:tcPr marL="91440" marR="91440" marT="45720" marB="45720" anchor="ctr">
                    <a:solidFill>
                      <a:srgbClr val="F1F1F1"/>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Ar*</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70.1 / 94.5</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70.9 / 94.7</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70.8 / 94.6</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-45.0% / -45.5% / -45.5%</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標準COMSOL未定常を含む</a:t>
                      </a:r>
                    </a:p>
                  </a:txBody>
                  <a:tcPr marL="91440" marR="91440" marT="45720" marB="45720" anchor="ctr">
                    <a:solidFill>
                      <a:srgbClr val="FFFFFF"/>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Ar⁺</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47.7 / 77.9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47.5 / 77.9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47.5 / 77.8</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-35.4% / -35.0% / -34.8%</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nₑと共変</a:t>
                      </a:r>
                    </a:p>
                  </a:txBody>
                  <a:tcPr marL="91440" marR="91440" marT="45720" marB="45720" anchor="ctr">
                    <a:solidFill>
                      <a:srgbClr val="F1F1F1"/>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Qrh</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32.5 / 98.0</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32.6 / 98.0</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32.4 / 98.0</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+15.5% / +15.5% / +15.5%</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0近傍は局所比非頑健</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E38CAC7-E4CD-4E43-BE5C-8D2A88003B0A}"/>
              </a:ext>
            </a:extLst>
          </p:cNvPr>
          <p:cNvSpPr>
            <a:spLocks xmlns:a="http://schemas.openxmlformats.org/drawingml/2006/main" noGrp="1"/>
          </p:cNvSpPr>
          <p:nvPr/>
        </p:nvSpPr>
        <p:spPr>
          <a:xfrm xmlns:a="http://schemas.openxmlformats.org/drawingml/2006/main">
            <a:off x="1333500" y="5067300"/>
            <a:ext cx="95250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1" name="">
            <a:extLst xmlns:a="http://schemas.openxmlformats.org/drawingml/2006/main">
              <a:ext uri="{FF2B5EF4-FFF2-40B4-BE49-F238E27FC236}">
                <a16:creationId xmlns:a16="http://schemas.microsoft.com/office/drawing/2014/main" id="{13F29EAB-008F-4709-82AB-0BEC8618D8E6}"/>
              </a:ext>
            </a:extLst>
          </p:cNvPr>
          <p:cNvSpPr>
            <a:spLocks xmlns:a="http://schemas.openxmlformats.org/drawingml/2006/main" noGrp="1"/>
          </p:cNvSpPr>
          <p:nvPr/>
        </p:nvSpPr>
        <p:spPr>
          <a:xfrm xmlns:a="http://schemas.openxmlformats.org/drawingml/2006/main">
            <a:off x="1333500" y="5067300"/>
            <a:ext cx="704850" cy="57150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19BB27-D8FF-4D5D-8330-9DBBBC20A10D}"/>
              </a:ext>
            </a:extLst>
          </p:cNvPr>
          <p:cNvSpPr>
            <a:spLocks xmlns:a="http://schemas.openxmlformats.org/drawingml/2006/main" noGrp="1"/>
          </p:cNvSpPr>
          <p:nvPr/>
        </p:nvSpPr>
        <p:spPr>
          <a:xfrm xmlns:a="http://schemas.openxmlformats.org/drawingml/2006/main">
            <a:off x="1381125" y="5105400"/>
            <a:ext cx="60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評価指標</a:t>
            </a:r>
          </a:p>
        </p:txBody>
      </p:sp>
      <p:sp>
        <p:nvSpPr>
          <p:cNvPr id="13" name="">
            <a:extLst xmlns:a="http://schemas.openxmlformats.org/drawingml/2006/main">
              <a:ext uri="{FF2B5EF4-FFF2-40B4-BE49-F238E27FC236}">
                <a16:creationId xmlns:a16="http://schemas.microsoft.com/office/drawing/2014/main" id="{C1046BD6-AEBE-4116-BAEC-5E44370F4477}"/>
              </a:ext>
            </a:extLst>
          </p:cNvPr>
          <p:cNvSpPr>
            <a:spLocks xmlns:a="http://schemas.openxmlformats.org/drawingml/2006/main" noGrp="1"/>
          </p:cNvSpPr>
          <p:nvPr/>
        </p:nvSpPr>
        <p:spPr>
          <a:xfrm xmlns:a="http://schemas.openxmlformats.org/drawingml/2006/main">
            <a:off x="2209800" y="5114925"/>
            <a:ext cx="8496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δs=100(x−x_ref)/max(|x|,|x_ref|),   ΔX=100(X−X_ref)/X_ref</a:t>
            </a:r>
          </a:p>
        </p:txBody>
      </p:sp>
      <p:sp>
        <p:nvSpPr>
          <p:cNvPr id="16" name="">
            <a:extLst xmlns:a="http://schemas.openxmlformats.org/drawingml/2006/main">
              <a:ext uri="{FF2B5EF4-FFF2-40B4-BE49-F238E27FC236}">
                <a16:creationId xmlns:a16="http://schemas.microsoft.com/office/drawing/2014/main" id="{AA907503-A6F2-4B6B-83DE-A8EECA247A56}"/>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局所95%点は低信号域で大きくなる。物理判断は絶対分布図・局所差・空間相関・体積積分を組み合わせる。</a:t>
            </a:r>
          </a:p>
        </p:txBody>
      </p:sp>
      <p:sp>
        <p:nvSpPr>
          <p:cNvPr id="17" name="">
            <a:extLst xmlns:a="http://schemas.openxmlformats.org/drawingml/2006/main">
              <a:ext uri="{FF2B5EF4-FFF2-40B4-BE49-F238E27FC236}">
                <a16:creationId xmlns:a16="http://schemas.microsoft.com/office/drawing/2014/main" id="{1B8305B7-C181-4F4E-A5B4-86D8531D0205}"/>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icp_comparison_summary.csv</a:t>
            </a:r>
          </a:p>
        </p:txBody>
      </p:sp>
      <p:sp>
        <p:nvSpPr>
          <p:cNvPr id="20" name="title">
            <a:extLst xmlns:a="http://schemas.openxmlformats.org/drawingml/2006/main">
              <a:ext uri="{FF2B5EF4-FFF2-40B4-BE49-F238E27FC236}">
                <a16:creationId xmlns:a16="http://schemas.microsoft.com/office/drawing/2014/main" id="{36DB6C97-5622-452F-8044-4F74236BECC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ICPの差を局所値と体積積分で評価</a:t>
            </a:r>
          </a:p>
        </p:txBody>
      </p:sp>
      <p:sp>
        <p:nvSpPr>
          <p:cNvPr id="21" name="">
            <a:extLst xmlns:a="http://schemas.openxmlformats.org/drawingml/2006/main">
              <a:ext uri="{FF2B5EF4-FFF2-40B4-BE49-F238E27FC236}">
                <a16:creationId xmlns:a16="http://schemas.microsoft.com/office/drawing/2014/main" id="{79329987-3E0D-43B8-816F-29269427FC7B}"/>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4" name="section">
            <a:extLst xmlns:a="http://schemas.openxmlformats.org/drawingml/2006/main">
              <a:ext uri="{FF2B5EF4-FFF2-40B4-BE49-F238E27FC236}">
                <a16:creationId xmlns:a16="http://schemas.microsoft.com/office/drawing/2014/main" id="{177B5FA3-E270-4151-8435-5F355EA42B4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35638857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B5E3F58-F953-464F-83CE-D521C607C573}"/>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t = 1 ms；</a:t>
            </a:r>
            <a:r>
              <a:rPr sz="1275" b="0" i="0">
                <a:solidFill>
                  <a:srgbClr val="008DB6"/>
                </a:solidFill>
                <a:latin typeface="Noto Sans JP"/>
                <a:ea typeface="Noto Sans JP"/>
                <a:cs typeface="Noto Sans JP"/>
              </a:rPr>
              <a:t>標準COMSOLの</a:t>
            </a:r>
            <a:r>
              <a:rPr sz="1275" b="0" i="0">
                <a:solidFill>
                  <a:srgbClr val="008DB6"/>
                </a:solidFill>
                <a:latin typeface="Noto Sans JP"/>
                <a:ea typeface="Noto Sans JP"/>
                <a:cs typeface="Noto Sans JP"/>
              </a:rPr>
              <a:t>保存終端に合わせた</a:t>
            </a:r>
            <a:r>
              <a:rPr sz="1275" b="0" i="0">
                <a:solidFill>
                  <a:srgbClr val="008DB6"/>
                </a:solidFill>
                <a:latin typeface="Noto Sans JP"/>
                <a:ea typeface="Noto Sans JP"/>
                <a:cs typeface="Noto Sans JP"/>
              </a:rPr>
              <a:t>厳密な時刻補間比較</a:t>
            </a:r>
          </a:p>
        </p:txBody>
      </p:sp>
      <p:sp>
        <p:nvSpPr>
          <p:cNvPr id="7" name="">
            <a:extLst xmlns:a="http://schemas.openxmlformats.org/drawingml/2006/main">
              <a:ext uri="{FF2B5EF4-FFF2-40B4-BE49-F238E27FC236}">
                <a16:creationId xmlns:a16="http://schemas.microsoft.com/office/drawing/2014/main" id="{CE69AF96-D50F-4E07-8C4A-B7A0E32AE70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FB455D68-A68C-43F0-ADDF-05AA536967D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62</a:t>
            </a:r>
          </a:p>
        </p:txBody>
      </p:sp>
      <p:graphicFrame>
        <p:nvGraphicFramePr>
          <p:cNvPr id="27" name=""/>
          <p:cNvGraphicFramePr/>
          <p:nvPr/>
        </p:nvGraphicFramePr>
        <p:xfrm>
          <a:off xmlns:a="http://schemas.openxmlformats.org/drawingml/2006/main" x="523875" y="1428750"/>
          <a:ext xmlns:a="http://schemas.openxmlformats.org/drawingml/2006/main" cx="11144250" cy="2381250"/>
        </p:xfrm>
        <a:graphic xmlns:a="http://schemas.openxmlformats.org/drawingml/2006/main">
          <a:graphicData uri="http://schemas.openxmlformats.org/drawingml/2006/table">
            <a:tbl>
              <a:tblPr firstRow="1" bandRow="0"/>
              <a:tblGrid>
                <a:gridCol w="2190750"/>
                <a:gridCol w="2476500"/>
                <a:gridCol w="2095500"/>
                <a:gridCol w="2476500"/>
                <a:gridCol w="1905000"/>
              </a:tblGrid>
              <a:tr h="476250">
                <a:tc>
                  <a:txBody>
                    <a:bodyPr lIns="57150" tIns="38100" rIns="47625" bIns="38100">
                      <a:normAutofit/>
                    </a:bodyPr>
                    <a:lstStyle/>
                    <a:p>
                      <a:pPr algn="l">
                        <a:buNone/>
                      </a:pPr>
                      <a:r>
                        <a:rPr sz="1013" b="1">
                          <a:solidFill>
                            <a:srgbClr val="FFFFFF"/>
                          </a:solidFill>
                          <a:latin typeface="Noto Sans JP"/>
                          <a:ea typeface="Noto Sans JP"/>
                          <a:cs typeface="Noto Sans JP"/>
                        </a:rPr>
                        <a:t>ケース</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体積積分電子数</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⟨ε⟩ [eV]</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体積積分Ar*</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RF吸収 [W]</a:t>
                      </a:r>
                    </a:p>
                  </a:txBody>
                  <a:tcPr marL="91440" marR="91440" marT="45720" marB="45720" anchor="ctr">
                    <a:solidFill>
                      <a:srgbClr val="00A6D9"/>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標準COMSOL</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2.943e+14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5.1246</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5.708e+15</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1206.273</a:t>
                      </a:r>
                    </a:p>
                  </a:txBody>
                  <a:tcPr marL="91440" marR="91440" marT="45720" marB="45720" anchor="ctr">
                    <a:solidFill>
                      <a:srgbClr val="FFFFFF"/>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two-term</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1.901e+14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7.5192</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3.141e+15</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1392.653</a:t>
                      </a:r>
                    </a:p>
                  </a:txBody>
                  <a:tcPr marL="91440" marR="91440" marT="45720" marB="45720" anchor="ctr">
                    <a:solidFill>
                      <a:srgbClr val="F1F1F1"/>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Monte Carlo</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1.914e+14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7.4877</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3.108e+15</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1393.035</a:t>
                      </a:r>
                    </a:p>
                  </a:txBody>
                  <a:tcPr marL="91440" marR="91440" marT="45720" marB="45720" anchor="ctr">
                    <a:solidFill>
                      <a:srgbClr val="FFFFFF"/>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propagator P1</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1.919e+14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7.4757</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3.110e+15</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1393.180</a:t>
                      </a:r>
                    </a:p>
                  </a:txBody>
                  <a:tcPr marL="91440" marR="91440" marT="45720" marB="45720" anchor="ctr">
                    <a:solidFill>
                      <a:srgbClr val="F1F1F1"/>
                    </a:solidFill>
                  </a:tcPr>
                </a:tc>
              </a:tr>
            </a:tbl>
          </a:graphicData>
        </a:graphic>
      </p:graphicFrame>
      <p:graphicFrame>
        <p:nvGraphicFramePr>
          <p:cNvPr id="28" name="Chart"/>
          <p:cNvGraphicFramePr/>
          <p:nvPr/>
        </p:nvGraphicFramePr>
        <p:xfrm>
          <a:off xmlns:a="http://schemas.openxmlformats.org/drawingml/2006/main" x="1143000" y="3952875"/>
          <a:ext xmlns:a="http://schemas.openxmlformats.org/drawingml/2006/main" cx="9906000" cy="1762125"/>
        </p:xfrm>
        <a:graphic xmlns:a="http://schemas.openxmlformats.org/drawingml/2006/main">
          <a:graphicData uri="http://schemas.openxmlformats.org/drawingml/2006/chart">
            <c:chart xmlns:r="http://schemas.openxmlformats.org/officeDocument/2006/relationships" xmlns:c="http://schemas.openxmlformats.org/drawingml/2006/chart" r:id="R56a477a695be4bd6"/>
          </a:graphicData>
        </a:graphic>
      </p:graphicFrame>
      <p:sp>
        <p:nvSpPr>
          <p:cNvPr id="13" name="">
            <a:extLst xmlns:a="http://schemas.openxmlformats.org/drawingml/2006/main">
              <a:ext uri="{FF2B5EF4-FFF2-40B4-BE49-F238E27FC236}">
                <a16:creationId xmlns:a16="http://schemas.microsoft.com/office/drawing/2014/main" id="{59CD437E-FA8C-4C11-A948-253D34FC1B6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Swarm 3手法は互いに近い一方、標準COMSOLからは電子数−35%、⟨ε⟩+46%、NAr*−45%、RF吸収の体積積分+15.5%。</a:t>
            </a:r>
          </a:p>
        </p:txBody>
      </p:sp>
      <p:sp>
        <p:nvSpPr>
          <p:cNvPr id="14" name="">
            <a:extLst xmlns:a="http://schemas.openxmlformats.org/drawingml/2006/main">
              <a:ext uri="{FF2B5EF4-FFF2-40B4-BE49-F238E27FC236}">
                <a16:creationId xmlns:a16="http://schemas.microsoft.com/office/drawing/2014/main" id="{9997005A-A824-4DE9-AA80-F2F95C939F70}"/>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comsol_model_comparison/icp_comparison_summary.csv</a:t>
            </a:r>
          </a:p>
        </p:txBody>
      </p:sp>
      <p:sp>
        <p:nvSpPr>
          <p:cNvPr id="18" name="title">
            <a:extLst xmlns:a="http://schemas.openxmlformats.org/drawingml/2006/main">
              <a:ext uri="{FF2B5EF4-FFF2-40B4-BE49-F238E27FC236}">
                <a16:creationId xmlns:a16="http://schemas.microsoft.com/office/drawing/2014/main" id="{4288FF0C-F010-4CDF-A8E6-9525F720249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ICP同時刻の積分量：標準COMSOLと3手法</a:t>
            </a:r>
          </a:p>
        </p:txBody>
      </p:sp>
      <p:sp>
        <p:nvSpPr>
          <p:cNvPr id="19" name="">
            <a:extLst xmlns:a="http://schemas.openxmlformats.org/drawingml/2006/main">
              <a:ext uri="{FF2B5EF4-FFF2-40B4-BE49-F238E27FC236}">
                <a16:creationId xmlns:a16="http://schemas.microsoft.com/office/drawing/2014/main" id="{EF255BD0-D97A-4D21-BF7F-92C8D9E8A23C}"/>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B434E721-E68E-4F89-9908-CFEA29C642F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287737205"/>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2F4C29-F9F4-4FD2-97F2-C03D2B05157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85CAA21A-CC8E-4199-BF97-B05289CB0CC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63</a:t>
            </a:r>
          </a:p>
        </p:txBody>
      </p:sp>
      <p:graphicFrame>
        <p:nvGraphicFramePr>
          <p:cNvPr id="26" name="Chart"/>
          <p:cNvGraphicFramePr/>
          <p:nvPr/>
        </p:nvGraphicFramePr>
        <p:xfrm>
          <a:off xmlns:a="http://schemas.openxmlformats.org/drawingml/2006/main" x="428625" y="1428750"/>
          <a:ext xmlns:a="http://schemas.openxmlformats.org/drawingml/2006/main" cx="5572125" cy="3524250"/>
        </p:xfrm>
        <a:graphic xmlns:a="http://schemas.openxmlformats.org/drawingml/2006/main">
          <a:graphicData uri="http://schemas.openxmlformats.org/drawingml/2006/chart">
            <c:chart xmlns:r="http://schemas.openxmlformats.org/officeDocument/2006/relationships" xmlns:c="http://schemas.openxmlformats.org/drawingml/2006/chart" r:id="R526e89c25add4300"/>
          </a:graphicData>
        </a:graphic>
      </p:graphicFrame>
      <p:graphicFrame>
        <p:nvGraphicFramePr>
          <p:cNvPr id="27" name="Chart"/>
          <p:cNvGraphicFramePr/>
          <p:nvPr/>
        </p:nvGraphicFramePr>
        <p:xfrm>
          <a:off xmlns:a="http://schemas.openxmlformats.org/drawingml/2006/main" x="6191250" y="1428750"/>
          <a:ext xmlns:a="http://schemas.openxmlformats.org/drawingml/2006/main" cx="5572125" cy="3524250"/>
        </p:xfrm>
        <a:graphic xmlns:a="http://schemas.openxmlformats.org/drawingml/2006/main">
          <a:graphicData uri="http://schemas.openxmlformats.org/drawingml/2006/chart">
            <c:chart xmlns:r="http://schemas.openxmlformats.org/officeDocument/2006/relationships" xmlns:c="http://schemas.openxmlformats.org/drawingml/2006/chart" r:id="Rc54ff0608b984882"/>
          </a:graphicData>
        </a:graphic>
      </p:graphicFrame>
      <p:sp>
        <p:nvSpPr>
          <p:cNvPr id="10" name="">
            <a:extLst xmlns:a="http://schemas.openxmlformats.org/drawingml/2006/main">
              <a:ext uri="{FF2B5EF4-FFF2-40B4-BE49-F238E27FC236}">
                <a16:creationId xmlns:a16="http://schemas.microsoft.com/office/drawing/2014/main" id="{3DA4FAC9-0008-4575-BCD5-292C9EE2630F}"/>
              </a:ext>
            </a:extLst>
          </p:cNvPr>
          <p:cNvSpPr>
            <a:spLocks xmlns:a="http://schemas.openxmlformats.org/drawingml/2006/main" noGrp="1"/>
          </p:cNvSpPr>
          <p:nvPr/>
        </p:nvSpPr>
        <p:spPr>
          <a:xfrm xmlns:a="http://schemas.openxmlformats.org/drawingml/2006/main">
            <a:off x="1857375" y="5238750"/>
            <a:ext cx="847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350" b="1" i="0">
                <a:solidFill>
                  <a:srgbClr val="D43C3C"/>
                </a:solidFill>
                <a:latin typeface="Noto Sans JP"/>
                <a:ea typeface="Noto Sans JP"/>
                <a:cs typeface="Noto Sans JP"/>
              </a:defRPr>
            </a:pPr>
            <a:r>
              <a:rPr sz="1350" b="1" i="0">
                <a:solidFill>
                  <a:srgbClr val="D43C3C"/>
                </a:solidFill>
                <a:latin typeface="Noto Sans JP"/>
                <a:ea typeface="Noto Sans JP"/>
                <a:cs typeface="Noto Sans JP"/>
              </a:rPr>
              <a:t>標準Maxwell型</a:t>
            </a:r>
            <a:r>
              <a:rPr sz="1350" b="1" i="0">
                <a:solidFill>
                  <a:srgbClr val="D43C3C"/>
                </a:solidFill>
                <a:latin typeface="Noto Sans JP"/>
                <a:ea typeface="Noto Sans JP"/>
                <a:cs typeface="Noto Sans JP"/>
              </a:rPr>
              <a:t>は1 msで終了：Ar* </a:t>
            </a:r>
            <a:r>
              <a:rPr sz="1350" b="1" i="0">
                <a:solidFill>
                  <a:srgbClr val="D43C3C"/>
                </a:solidFill>
                <a:latin typeface="Noto Sans JP"/>
                <a:ea typeface="Noto Sans JP"/>
                <a:cs typeface="Noto Sans JP"/>
              </a:rPr>
              <a:t>隣接時刻変化</a:t>
            </a:r>
            <a:r>
              <a:rPr sz="1350" b="1" i="0">
                <a:solidFill>
                  <a:srgbClr val="D43C3C"/>
                </a:solidFill>
                <a:latin typeface="Noto Sans JP"/>
                <a:ea typeface="Noto Sans JP"/>
                <a:cs typeface="Noto Sans JP"/>
              </a:rPr>
              <a:t> 11.54% &gt; </a:t>
            </a:r>
            <a:r>
              <a:rPr sz="1350" b="1" i="0">
                <a:solidFill>
                  <a:srgbClr val="D43C3C"/>
                </a:solidFill>
                <a:latin typeface="Noto Sans JP"/>
                <a:ea typeface="Noto Sans JP"/>
                <a:cs typeface="Noto Sans JP"/>
              </a:rPr>
              <a:t>判定閾値3%</a:t>
            </a:r>
          </a:p>
        </p:txBody>
      </p:sp>
      <p:sp>
        <p:nvSpPr>
          <p:cNvPr id="13" name="">
            <a:extLst xmlns:a="http://schemas.openxmlformats.org/drawingml/2006/main">
              <a:ext uri="{FF2B5EF4-FFF2-40B4-BE49-F238E27FC236}">
                <a16:creationId xmlns:a16="http://schemas.microsoft.com/office/drawing/2014/main" id="{E9C7F568-BDE3-4927-A8BE-8D748C7882B2}"/>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標準Maxwell型の1 ms値</a:t>
            </a:r>
            <a:r>
              <a:rPr sz="1275" b="1" i="0">
                <a:solidFill>
                  <a:srgbClr val="6DBB20"/>
                </a:solidFill>
                <a:latin typeface="Noto Sans JP"/>
                <a:ea typeface="Noto Sans JP"/>
                <a:cs typeface="Noto Sans JP"/>
              </a:rPr>
              <a:t>は</a:t>
            </a:r>
            <a:r>
              <a:rPr sz="1275" b="1" i="0">
                <a:solidFill>
                  <a:srgbClr val="6DBB20"/>
                </a:solidFill>
                <a:latin typeface="Noto Sans JP"/>
                <a:ea typeface="Noto Sans JP"/>
                <a:cs typeface="Noto Sans JP"/>
              </a:rPr>
              <a:t>同時刻比較</a:t>
            </a:r>
            <a:r>
              <a:rPr sz="1275" b="1" i="0">
                <a:solidFill>
                  <a:srgbClr val="6DBB20"/>
                </a:solidFill>
                <a:latin typeface="Noto Sans JP"/>
                <a:ea typeface="Noto Sans JP"/>
                <a:cs typeface="Noto Sans JP"/>
              </a:rPr>
              <a:t>には使えるが、</a:t>
            </a:r>
            <a:r>
              <a:rPr sz="1275" b="1" i="0">
                <a:solidFill>
                  <a:srgbClr val="6DBB20"/>
                </a:solidFill>
                <a:latin typeface="Noto Sans JP"/>
                <a:ea typeface="Noto Sans JP"/>
                <a:cs typeface="Noto Sans JP"/>
              </a:rPr>
              <a:t>定常到達の基準</a:t>
            </a:r>
            <a:r>
              <a:rPr sz="1275" b="1" i="0">
                <a:solidFill>
                  <a:srgbClr val="6DBB20"/>
                </a:solidFill>
                <a:latin typeface="Noto Sans JP"/>
                <a:ea typeface="Noto Sans JP"/>
                <a:cs typeface="Noto Sans JP"/>
              </a:rPr>
              <a:t>ではない。</a:t>
            </a:r>
          </a:p>
        </p:txBody>
      </p:sp>
      <p:sp>
        <p:nvSpPr>
          <p:cNvPr id="14" name="">
            <a:extLst xmlns:a="http://schemas.openxmlformats.org/drawingml/2006/main">
              <a:ext uri="{FF2B5EF4-FFF2-40B4-BE49-F238E27FC236}">
                <a16:creationId xmlns:a16="http://schemas.microsoft.com/office/drawing/2014/main" id="{027A0A0D-94CC-486A-BC79-B5C874197B13}"/>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comparison_exports/*/volume_time_series.csv; icp_stationarity_summary.csv</a:t>
            </a:r>
          </a:p>
        </p:txBody>
      </p:sp>
      <p:sp>
        <p:nvSpPr>
          <p:cNvPr id="18" name="title">
            <a:extLst xmlns:a="http://schemas.openxmlformats.org/drawingml/2006/main">
              <a:ext uri="{FF2B5EF4-FFF2-40B4-BE49-F238E27FC236}">
                <a16:creationId xmlns:a16="http://schemas.microsoft.com/office/drawing/2014/main" id="{4E5490E7-4C51-4C3F-865D-9A5406F6EAB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ICP過渡応答：1 ms比較と定常到達</a:t>
            </a:r>
          </a:p>
        </p:txBody>
      </p:sp>
      <p:sp>
        <p:nvSpPr>
          <p:cNvPr id="19" name="">
            <a:extLst xmlns:a="http://schemas.openxmlformats.org/drawingml/2006/main">
              <a:ext uri="{FF2B5EF4-FFF2-40B4-BE49-F238E27FC236}">
                <a16:creationId xmlns:a16="http://schemas.microsoft.com/office/drawing/2014/main" id="{812F7499-C5F1-4DF4-8CAD-75EF53CCAB4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7A58CBC9-F9F7-4061-A16B-8CA06FA38A6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205000596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AE4074-8F51-422A-86C8-1A37C8EFD02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C182C86A-83F5-43C8-A8B5-74521057389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64</a:t>
            </a:r>
          </a:p>
        </p:txBody>
      </p:sp>
      <p:graphicFrame>
        <p:nvGraphicFramePr>
          <p:cNvPr id="25" name="Chart"/>
          <p:cNvGraphicFramePr/>
          <p:nvPr/>
        </p:nvGraphicFramePr>
        <p:xfrm>
          <a:off xmlns:a="http://schemas.openxmlformats.org/drawingml/2006/main" x="523875" y="142875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3c172791e9c142ed"/>
          </a:graphicData>
        </a:graphic>
      </p:graphicFrame>
      <p:sp>
        <p:nvSpPr>
          <p:cNvPr id="9" name="">
            <a:extLst xmlns:a="http://schemas.openxmlformats.org/drawingml/2006/main">
              <a:ext uri="{FF2B5EF4-FFF2-40B4-BE49-F238E27FC236}">
                <a16:creationId xmlns:a16="http://schemas.microsoft.com/office/drawing/2014/main" id="{2D2E89AD-74D8-4090-A306-53C94023EA26}"/>
              </a:ext>
            </a:extLst>
          </p:cNvPr>
          <p:cNvSpPr>
            <a:spLocks xmlns:a="http://schemas.openxmlformats.org/drawingml/2006/main" noGrp="1"/>
          </p:cNvSpPr>
          <p:nvPr/>
        </p:nvSpPr>
        <p:spPr>
          <a:xfrm xmlns:a="http://schemas.openxmlformats.org/drawingml/2006/main">
            <a:off x="8620125" y="16192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5238"/>
          </a:bodyPr>
          <a:lstStyle xmlns:a="http://schemas.openxmlformats.org/drawingml/2006/main"/>
          <a:p xmlns:a="http://schemas.openxmlformats.org/drawingml/2006/main">
            <a:pPr algn="ctr">
              <a:lnSpc>
                <a:spcPct val="105000"/>
              </a:lnSpc>
              <a:buNone/>
              <a:defRPr sz="1500" b="1" i="0">
                <a:solidFill>
                  <a:srgbClr val="211441"/>
                </a:solidFill>
                <a:latin typeface="Noto Sans JP"/>
                <a:ea typeface="Noto Sans JP"/>
                <a:cs typeface="Noto Sans JP"/>
              </a:defRPr>
            </a:pPr>
            <a:r>
              <a:rPr sz="1500" b="1" i="0">
                <a:solidFill>
                  <a:srgbClr val="211441"/>
                </a:solidFill>
                <a:latin typeface="Noto Sans JP"/>
                <a:ea typeface="Noto Sans JP"/>
                <a:cs typeface="Noto Sans JP"/>
              </a:rPr>
              <a:t>物理的意味</a:t>
            </a:r>
          </a:p>
        </p:txBody>
      </p:sp>
      <p:sp>
        <p:nvSpPr>
          <p:cNvPr id="10" name="">
            <a:extLst xmlns:a="http://schemas.openxmlformats.org/drawingml/2006/main">
              <a:ext uri="{FF2B5EF4-FFF2-40B4-BE49-F238E27FC236}">
                <a16:creationId xmlns:a16="http://schemas.microsoft.com/office/drawing/2014/main" id="{0F96E049-50E0-4E8D-983F-DA3577761078}"/>
              </a:ext>
            </a:extLst>
          </p:cNvPr>
          <p:cNvSpPr>
            <a:spLocks xmlns:a="http://schemas.openxmlformats.org/drawingml/2006/main" noGrp="1"/>
          </p:cNvSpPr>
          <p:nvPr/>
        </p:nvSpPr>
        <p:spPr>
          <a:xfrm xmlns:a="http://schemas.openxmlformats.org/drawingml/2006/main">
            <a:off x="8572500" y="2143125"/>
            <a:ext cx="2619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⟨ε⟩ +45.9–46.7%</a:t>
            </a:r>
          </a:p>
          <a:p xmlns:a="http://schemas.openxmlformats.org/drawingml/2006/main">
            <a:r>
              <a:t/>
            </a:r>
          </a:p>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電子数 −34.8–35.4%</a:t>
            </a:r>
          </a:p>
          <a:p xmlns:a="http://schemas.openxmlformats.org/drawingml/2006/main">
            <a:r>
              <a:t/>
            </a:r>
          </a:p>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Ar* −44.9–45.5%</a:t>
            </a:r>
          </a:p>
          <a:p xmlns:a="http://schemas.openxmlformats.org/drawingml/2006/main">
            <a:r>
              <a:t/>
            </a:r>
          </a:p>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RF吸収の体積積分 +15.45–15.49%</a:t>
            </a:r>
          </a:p>
        </p:txBody>
      </p:sp>
      <p:sp>
        <p:nvSpPr>
          <p:cNvPr id="11" name="">
            <a:extLst xmlns:a="http://schemas.openxmlformats.org/drawingml/2006/main">
              <a:ext uri="{FF2B5EF4-FFF2-40B4-BE49-F238E27FC236}">
                <a16:creationId xmlns:a16="http://schemas.microsoft.com/office/drawing/2014/main" id="{EFE8C4CB-2B45-4044-B8D7-D337F2F7A57C}"/>
              </a:ext>
            </a:extLst>
          </p:cNvPr>
          <p:cNvSpPr>
            <a:spLocks xmlns:a="http://schemas.openxmlformats.org/drawingml/2006/main" noGrp="1"/>
          </p:cNvSpPr>
          <p:nvPr/>
        </p:nvSpPr>
        <p:spPr>
          <a:xfrm xmlns:a="http://schemas.openxmlformats.org/drawingml/2006/main">
            <a:off x="8572500" y="4667250"/>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5343"/>
          </a:bodyPr>
          <a:lstStyle xmlns:a="http://schemas.openxmlformats.org/drawingml/2006/main"/>
          <a:p xmlns:a="http://schemas.openxmlformats.org/drawingml/2006/main">
            <a:pPr algn="ctr">
              <a:lnSpc>
                <a:spcPct val="105000"/>
              </a:lnSpc>
              <a:buNone/>
              <a:defRPr sz="1238" b="0" i="0">
                <a:solidFill>
                  <a:srgbClr val="D43C3C"/>
                </a:solidFill>
                <a:latin typeface="Noto Sans JP"/>
                <a:ea typeface="Noto Sans JP"/>
                <a:cs typeface="Noto Sans JP"/>
              </a:defRPr>
            </a:pPr>
            <a:r>
              <a:rPr sz="1238" b="0" i="0">
                <a:solidFill>
                  <a:srgbClr val="D43C3C"/>
                </a:solidFill>
                <a:latin typeface="Noto Sans JP"/>
                <a:ea typeface="Noto Sans JP"/>
                <a:cs typeface="Noto Sans JP"/>
              </a:rPr>
              <a:t>非Maxwell型EEDFの高エネルギー尾部</a:t>
            </a:r>
            <a:r>
              <a:rPr sz="1238" b="0" i="0">
                <a:solidFill>
                  <a:srgbClr val="D43C3C"/>
                </a:solidFill>
                <a:latin typeface="Noto Sans JP"/>
                <a:ea typeface="Noto Sans JP"/>
                <a:cs typeface="Noto Sans JP"/>
              </a:rPr>
              <a:t>と輸送の</a:t>
            </a:r>
          </a:p>
          <a:p xmlns:a="http://schemas.openxmlformats.org/drawingml/2006/main">
            <a:pPr algn="ctr">
              <a:lnSpc>
                <a:spcPct val="105000"/>
              </a:lnSpc>
              <a:buNone/>
              <a:defRPr sz="1238" b="0" i="0">
                <a:solidFill>
                  <a:srgbClr val="D43C3C"/>
                </a:solidFill>
                <a:latin typeface="Noto Sans JP"/>
                <a:ea typeface="Noto Sans JP"/>
                <a:cs typeface="Noto Sans JP"/>
              </a:defRPr>
            </a:pPr>
            <a:r>
              <a:rPr sz="1238" b="0" i="0">
                <a:solidFill>
                  <a:srgbClr val="D43C3C"/>
                </a:solidFill>
                <a:latin typeface="Noto Sans JP"/>
                <a:ea typeface="Noto Sans JP"/>
                <a:cs typeface="Noto Sans JP"/>
              </a:rPr>
              <a:t>自己整合差が密度・励起種・</a:t>
            </a:r>
          </a:p>
          <a:p xmlns:a="http://schemas.openxmlformats.org/drawingml/2006/main">
            <a:pPr algn="ctr">
              <a:lnSpc>
                <a:spcPct val="105000"/>
              </a:lnSpc>
              <a:buNone/>
              <a:defRPr sz="1238" b="0" i="0">
                <a:solidFill>
                  <a:srgbClr val="D43C3C"/>
                </a:solidFill>
                <a:latin typeface="Noto Sans JP"/>
                <a:ea typeface="Noto Sans JP"/>
                <a:cs typeface="Noto Sans JP"/>
              </a:defRPr>
            </a:pPr>
            <a:r>
              <a:rPr sz="1238" b="0" i="0">
                <a:solidFill>
                  <a:srgbClr val="D43C3C"/>
                </a:solidFill>
                <a:latin typeface="Noto Sans JP"/>
                <a:ea typeface="Noto Sans JP"/>
                <a:cs typeface="Noto Sans JP"/>
              </a:rPr>
              <a:t>RF吸収へ伝播。</a:t>
            </a:r>
          </a:p>
        </p:txBody>
      </p:sp>
      <p:sp>
        <p:nvSpPr>
          <p:cNvPr id="14" name="">
            <a:extLst xmlns:a="http://schemas.openxmlformats.org/drawingml/2006/main">
              <a:ext uri="{FF2B5EF4-FFF2-40B4-BE49-F238E27FC236}">
                <a16:creationId xmlns:a16="http://schemas.microsoft.com/office/drawing/2014/main" id="{36C6595F-E858-47A1-9C56-2AABF97584DD}"/>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このケースの主要モデル差はSwarm 3手法間ではなく、Maxwell型対EEDF参照表。</a:t>
            </a:r>
          </a:p>
        </p:txBody>
      </p:sp>
      <p:sp>
        <p:nvSpPr>
          <p:cNvPr id="15" name="">
            <a:extLst xmlns:a="http://schemas.openxmlformats.org/drawingml/2006/main">
              <a:ext uri="{FF2B5EF4-FFF2-40B4-BE49-F238E27FC236}">
                <a16:creationId xmlns:a16="http://schemas.microsoft.com/office/drawing/2014/main" id="{CA06AE61-99F5-48C2-8B98-D7195F2D7DFF}"/>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icp_comparison_summary.csv (common_time_exact, 0.001 s)</a:t>
            </a:r>
          </a:p>
        </p:txBody>
      </p:sp>
      <p:sp>
        <p:nvSpPr>
          <p:cNvPr id="18" name="title">
            <a:extLst xmlns:a="http://schemas.openxmlformats.org/drawingml/2006/main">
              <a:ext uri="{FF2B5EF4-FFF2-40B4-BE49-F238E27FC236}">
                <a16:creationId xmlns:a16="http://schemas.microsoft.com/office/drawing/2014/main" id="{2827D1A3-83C4-4BC2-91F5-5F1577031D4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1 ms：標準Maxwell型EEDFとSwarm EEDF参照表</a:t>
            </a:r>
          </a:p>
        </p:txBody>
      </p:sp>
      <p:sp>
        <p:nvSpPr>
          <p:cNvPr id="19" name="">
            <a:extLst xmlns:a="http://schemas.openxmlformats.org/drawingml/2006/main">
              <a:ext uri="{FF2B5EF4-FFF2-40B4-BE49-F238E27FC236}">
                <a16:creationId xmlns:a16="http://schemas.microsoft.com/office/drawing/2014/main" id="{155B0C3C-9D8F-4D32-920F-6F478EB08887}"/>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0DB6C82C-0547-4187-AF5F-B90ABDD7116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203291587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9CFFC1-D3B4-4F1E-BFF8-B2421C4BFF8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4F86B38D-C33E-454F-B7CD-72C4C1AE96A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65</a:t>
            </a:r>
          </a:p>
        </p:txBody>
      </p:sp>
      <p:sp>
        <p:nvSpPr>
          <p:cNvPr id="8" name="">
            <a:extLst xmlns:a="http://schemas.openxmlformats.org/drawingml/2006/main">
              <a:ext uri="{FF2B5EF4-FFF2-40B4-BE49-F238E27FC236}">
                <a16:creationId xmlns:a16="http://schemas.microsoft.com/office/drawing/2014/main" id="{EABFD94E-5CF0-4075-A22B-D69D08202272}"/>
              </a:ext>
            </a:extLst>
          </p:cNvPr>
          <p:cNvSpPr>
            <a:spLocks xmlns:a="http://schemas.openxmlformats.org/drawingml/2006/main" noGrp="1"/>
          </p:cNvSpPr>
          <p:nvPr/>
        </p:nvSpPr>
        <p:spPr>
          <a:xfrm xmlns:a="http://schemas.openxmlformats.org/drawingml/2006/main">
            <a:off x="495300" y="1381125"/>
            <a:ext cx="111442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9" name="">
            <a:extLst xmlns:a="http://schemas.openxmlformats.org/drawingml/2006/main">
              <a:ext uri="{FF2B5EF4-FFF2-40B4-BE49-F238E27FC236}">
                <a16:creationId xmlns:a16="http://schemas.microsoft.com/office/drawing/2014/main" id="{5A081885-D5F4-43B7-99F1-5E8AE27B8941}"/>
              </a:ext>
            </a:extLst>
          </p:cNvPr>
          <p:cNvSpPr>
            <a:spLocks xmlns:a="http://schemas.openxmlformats.org/drawingml/2006/main" noGrp="1"/>
          </p:cNvSpPr>
          <p:nvPr/>
        </p:nvSpPr>
        <p:spPr>
          <a:xfrm xmlns:a="http://schemas.openxmlformats.org/drawingml/2006/main">
            <a:off x="495300" y="1381125"/>
            <a:ext cx="704850" cy="62865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F7295D-8F19-429B-AEE7-61334B8A0DF3}"/>
              </a:ext>
            </a:extLst>
          </p:cNvPr>
          <p:cNvSpPr>
            <a:spLocks xmlns:a="http://schemas.openxmlformats.org/drawingml/2006/main" noGrp="1"/>
          </p:cNvSpPr>
          <p:nvPr/>
        </p:nvSpPr>
        <p:spPr>
          <a:xfrm xmlns:a="http://schemas.openxmlformats.org/drawingml/2006/main">
            <a:off x="542925" y="1419225"/>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RF</a:t>
            </a:r>
          </a:p>
        </p:txBody>
      </p:sp>
      <p:sp>
        <p:nvSpPr>
          <p:cNvPr id="11" name="">
            <a:extLst xmlns:a="http://schemas.openxmlformats.org/drawingml/2006/main">
              <a:ext uri="{FF2B5EF4-FFF2-40B4-BE49-F238E27FC236}">
                <a16:creationId xmlns:a16="http://schemas.microsoft.com/office/drawing/2014/main" id="{DDD55741-3523-4744-B443-8D504D4346C5}"/>
              </a:ext>
            </a:extLst>
          </p:cNvPr>
          <p:cNvSpPr>
            <a:spLocks xmlns:a="http://schemas.openxmlformats.org/drawingml/2006/main" noGrp="1"/>
          </p:cNvSpPr>
          <p:nvPr/>
        </p:nvSpPr>
        <p:spPr>
          <a:xfrm xmlns:a="http://schemas.openxmlformats.org/drawingml/2006/main">
            <a:off x="1371600" y="1428750"/>
            <a:ext cx="10115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Vrf(t)=V₀ sin(2π·13.56 MHz·t),   solution(t+TRF)=solution(t)</a:t>
            </a:r>
          </a:p>
        </p:txBody>
      </p:sp>
      <p:graphicFrame>
        <p:nvGraphicFramePr>
          <p:cNvPr id="32" name=""/>
          <p:cNvGraphicFramePr/>
          <p:nvPr/>
        </p:nvGraphicFramePr>
        <p:xfrm>
          <a:off xmlns:a="http://schemas.openxmlformats.org/drawingml/2006/main" x="400050" y="2381250"/>
          <a:ext xmlns:a="http://schemas.openxmlformats.org/drawingml/2006/main" cx="11382375" cy="2857500"/>
        </p:xfrm>
        <a:graphic xmlns:a="http://schemas.openxmlformats.org/drawingml/2006/main">
          <a:graphicData uri="http://schemas.openxmlformats.org/drawingml/2006/table">
            <a:tbl>
              <a:tblPr firstRow="1" bandRow="0"/>
              <a:tblGrid>
                <a:gridCol w="2000250"/>
                <a:gridCol w="2190750"/>
                <a:gridCol w="2381250"/>
                <a:gridCol w="2238375"/>
                <a:gridCol w="2571750"/>
              </a:tblGrid>
              <a:tr h="476250">
                <a:tc>
                  <a:txBody>
                    <a:bodyPr lIns="57150" tIns="38100" rIns="47625" bIns="38100">
                      <a:normAutofit/>
                    </a:bodyPr>
                    <a:lstStyle/>
                    <a:p>
                      <a:pPr algn="l">
                        <a:buNone/>
                      </a:pPr>
                      <a:r>
                        <a:rPr sz="953" b="1">
                          <a:solidFill>
                            <a:srgbClr val="FFFFFF"/>
                          </a:solidFill>
                          <a:latin typeface="Noto Sans JP"/>
                          <a:ea typeface="Noto Sans JP"/>
                          <a:cs typeface="Noto Sans JP"/>
                        </a:rPr>
                        <a:t>項目</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two-term</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Monte Carlo</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propagator P1</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COMSOL側の供給元</a:t>
                      </a:r>
                    </a:p>
                  </a:txBody>
                  <a:tcPr marL="91440" marR="91440" marT="45720" marB="45720" anchor="ctr">
                    <a:solidFill>
                      <a:srgbClr val="00A6D9"/>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反応速度の与え方</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EEDF参照表</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非弾性反応速度表</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EEDF参照表</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反応機構（COMSOL）</a:t>
                      </a:r>
                    </a:p>
                  </a:txBody>
                  <a:tcPr marL="91440" marR="91440" marT="45720" marB="45720" anchor="ctr">
                    <a:solidFill>
                      <a:srgbClr val="FFFFFF"/>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電子移動度</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Swarm表から読込</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Swarm表から読込</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Swarm表から読込</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物性値補間</a:t>
                      </a:r>
                    </a:p>
                  </a:txBody>
                  <a:tcPr marL="91440" marR="91440" marT="45720" marB="45720" anchor="ctr">
                    <a:solidFill>
                      <a:srgbClr val="F1F1F1"/>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電子拡散・エネルギー輸送</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COMSOL</a:t>
                      </a:r>
                    </a:p>
                  </a:txBody>
                  <a:tcPr marL="91440" marR="91440" marT="45720" marB="45720" anchor="ctr">
                    <a:solidFill>
                      <a:srgbClr val="FFFFFF"/>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弾性衝突エネルギー損失</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手法別の外部表</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粒子軌道計算の外部表</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手法別の外部表</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変数対応を定義</a:t>
                      </a:r>
                    </a:p>
                  </a:txBody>
                  <a:tcPr marL="91440" marR="91440" marT="45720" marB="45720" anchor="ctr">
                    <a:solidFill>
                      <a:srgbClr val="F1F1F1"/>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RF周期・シース・壁境界</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COMSOL周期定常計算</a:t>
                      </a:r>
                    </a:p>
                  </a:txBody>
                  <a:tcPr marL="91440" marR="91440" marT="45720" marB="45720" anchor="ctr">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8E5593E5-4987-4C8B-8AAB-70471C97C977}"/>
              </a:ext>
            </a:extLst>
          </p:cNvPr>
          <p:cNvSpPr>
            <a:spLocks xmlns:a="http://schemas.openxmlformats.org/drawingml/2006/main" noGrp="1"/>
          </p:cNvSpPr>
          <p:nvPr/>
        </p:nvSpPr>
        <p:spPr>
          <a:xfrm xmlns:a="http://schemas.openxmlformats.org/drawingml/2006/main">
            <a:off x="666750" y="55054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8039"/>
          </a:bodyPr>
          <a:lstStyle xmlns:a="http://schemas.openxmlformats.org/drawingml/2006/main"/>
          <a:p xmlns:a="http://schemas.openxmlformats.org/drawingml/2006/main">
            <a:pPr algn="l">
              <a:lnSpc>
                <a:spcPct val="105000"/>
              </a:lnSpc>
              <a:buNone/>
              <a:defRPr sz="1275" b="1" i="0">
                <a:solidFill>
                  <a:srgbClr val="211441"/>
                </a:solidFill>
                <a:latin typeface="Noto Sans JP"/>
                <a:ea typeface="Noto Sans JP"/>
                <a:cs typeface="Noto Sans JP"/>
              </a:defRPr>
            </a:pPr>
            <a:r>
              <a:rPr sz="1275" b="1" i="0">
                <a:solidFill>
                  <a:srgbClr val="211441"/>
                </a:solidFill>
                <a:latin typeface="Noto Sans JP"/>
                <a:ea typeface="Noto Sans JP"/>
                <a:cs typeface="Noto Sans JP"/>
              </a:rPr>
              <a:t>解析条件</a:t>
            </a:r>
          </a:p>
        </p:txBody>
      </p:sp>
      <p:sp>
        <p:nvSpPr>
          <p:cNvPr id="14" name="">
            <a:extLst xmlns:a="http://schemas.openxmlformats.org/drawingml/2006/main">
              <a:ext uri="{FF2B5EF4-FFF2-40B4-BE49-F238E27FC236}">
                <a16:creationId xmlns:a16="http://schemas.microsoft.com/office/drawing/2014/main" id="{22D67941-A75F-4D58-BD3D-63706CDD8C11}"/>
              </a:ext>
            </a:extLst>
          </p:cNvPr>
          <p:cNvSpPr>
            <a:spLocks xmlns:a="http://schemas.openxmlformats.org/drawingml/2006/main" noGrp="1"/>
          </p:cNvSpPr>
          <p:nvPr/>
        </p:nvSpPr>
        <p:spPr>
          <a:xfrm xmlns:a="http://schemas.openxmlformats.org/drawingml/2006/main">
            <a:off x="2238375" y="5448300"/>
            <a:ext cx="881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13" b="1" i="0">
                <a:solidFill>
                  <a:srgbClr val="B87900"/>
                </a:solidFill>
                <a:latin typeface="Noto Sans JP"/>
                <a:ea typeface="Noto Sans JP"/>
                <a:cs typeface="Noto Sans JP"/>
              </a:defRPr>
            </a:pPr>
            <a:r>
              <a:rPr sz="1313" b="1" i="0">
                <a:solidFill>
                  <a:srgbClr val="B87900"/>
                </a:solidFill>
                <a:latin typeface="Noto Sans JP"/>
                <a:ea typeface="Noto Sans JP"/>
                <a:cs typeface="Noto Sans JP"/>
              </a:rPr>
              <a:t>13.56 MHz · 1 W </a:t>
            </a:r>
            <a:r>
              <a:rPr sz="1313" b="1" i="0">
                <a:solidFill>
                  <a:srgbClr val="B87900"/>
                </a:solidFill>
                <a:latin typeface="Noto Sans JP"/>
                <a:ea typeface="Noto Sans JP"/>
                <a:cs typeface="Noto Sans JP"/>
              </a:rPr>
              <a:t>入力電力</a:t>
            </a:r>
            <a:r>
              <a:rPr sz="1313" b="1" i="0">
                <a:solidFill>
                  <a:srgbClr val="B87900"/>
                </a:solidFill>
                <a:latin typeface="Noto Sans JP"/>
                <a:ea typeface="Noto Sans JP"/>
                <a:cs typeface="Noto Sans JP"/>
              </a:rPr>
              <a:t> · </a:t>
            </a:r>
            <a:r>
              <a:rPr sz="1313" b="1" i="0">
                <a:solidFill>
                  <a:srgbClr val="B87900"/>
                </a:solidFill>
                <a:latin typeface="Noto Sans JP"/>
                <a:ea typeface="Noto Sans JP"/>
                <a:cs typeface="Noto Sans JP"/>
              </a:rPr>
              <a:t>MPHで定義したCCP形状</a:t>
            </a:r>
            <a:r>
              <a:rPr sz="1313" b="1" i="0">
                <a:solidFill>
                  <a:srgbClr val="B87900"/>
                </a:solidFill>
                <a:latin typeface="Noto Sans JP"/>
                <a:ea typeface="Noto Sans JP"/>
                <a:cs typeface="Noto Sans JP"/>
              </a:rPr>
              <a:t> · </a:t>
            </a:r>
            <a:r>
              <a:rPr sz="1313" b="1" i="0">
                <a:solidFill>
                  <a:srgbClr val="B87900"/>
                </a:solidFill>
                <a:latin typeface="Noto Sans JP"/>
                <a:ea typeface="Noto Sans JP"/>
                <a:cs typeface="Noto Sans JP"/>
              </a:rPr>
              <a:t>周期定常判定</a:t>
            </a:r>
          </a:p>
        </p:txBody>
      </p:sp>
      <p:sp>
        <p:nvSpPr>
          <p:cNvPr id="17" name="">
            <a:extLst xmlns:a="http://schemas.openxmlformats.org/drawingml/2006/main">
              <a:ext uri="{FF2B5EF4-FFF2-40B4-BE49-F238E27FC236}">
                <a16:creationId xmlns:a16="http://schemas.microsoft.com/office/drawing/2014/main" id="{81F68C80-4374-4FCA-BA18-B77EAED21FA2}"/>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CCPでは時間平均E/NだけでRF位相依存EEDFを表せるかが主要なモデルリスク。</a:t>
            </a:r>
          </a:p>
        </p:txBody>
      </p:sp>
      <p:sp>
        <p:nvSpPr>
          <p:cNvPr id="18" name="">
            <a:extLst xmlns:a="http://schemas.openxmlformats.org/drawingml/2006/main">
              <a:ext uri="{FF2B5EF4-FFF2-40B4-BE49-F238E27FC236}">
                <a16:creationId xmlns:a16="http://schemas.microsoft.com/office/drawing/2014/main" id="{F0EBF127-94DC-48C0-A9A1-C1FF808956E6}"/>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[R14]  |  docs/comsol_gec_ccp.md; config/comsol/argon_gec_ccp_*_map.yaml</a:t>
            </a:r>
          </a:p>
        </p:txBody>
      </p:sp>
      <p:sp>
        <p:nvSpPr>
          <p:cNvPr id="21" name="title">
            <a:extLst xmlns:a="http://schemas.openxmlformats.org/drawingml/2006/main">
              <a:ext uri="{FF2B5EF4-FFF2-40B4-BE49-F238E27FC236}">
                <a16:creationId xmlns:a16="http://schemas.microsoft.com/office/drawing/2014/main" id="{57D1C75A-864A-46A3-BB28-C08DD9BD312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GEC CCP：RF周期条件と各手法の入力</a:t>
            </a:r>
          </a:p>
        </p:txBody>
      </p:sp>
      <p:sp>
        <p:nvSpPr>
          <p:cNvPr id="22" name="">
            <a:extLst xmlns:a="http://schemas.openxmlformats.org/drawingml/2006/main">
              <a:ext uri="{FF2B5EF4-FFF2-40B4-BE49-F238E27FC236}">
                <a16:creationId xmlns:a16="http://schemas.microsoft.com/office/drawing/2014/main" id="{84C38CC6-F070-43E7-9FC2-8432E4E6BC96}"/>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5" name="section">
            <a:extLst xmlns:a="http://schemas.openxmlformats.org/drawingml/2006/main">
              <a:ext uri="{FF2B5EF4-FFF2-40B4-BE49-F238E27FC236}">
                <a16:creationId xmlns:a16="http://schemas.microsoft.com/office/drawing/2014/main" id="{B7313AB8-6FFE-4348-8CAB-E1572C30403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Tree>
    <p:extLst>
      <p:ext uri="{BB962C8B-B14F-4D97-AF65-F5344CB8AC3E}">
        <p14:creationId xmlns:p14="http://schemas.microsoft.com/office/powerpoint/2010/main" val="62479495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FFD8B94-DFC5-45CE-B642-E6B7E0BCD848}"/>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GEC CCP EEDF：SwarmとCOMSOL解析分布</a:t>
            </a:r>
          </a:p>
        </p:txBody>
      </p:sp>
      <p:sp>
        <p:nvSpPr>
          <p:cNvPr id="3" name="subtitle">
            <a:extLst xmlns:a="http://schemas.openxmlformats.org/drawingml/2006/main">
              <a:ext uri="{FF2B5EF4-FFF2-40B4-BE49-F238E27FC236}">
                <a16:creationId xmlns:a16="http://schemas.microsoft.com/office/drawing/2014/main" id="{080CF8CF-87E2-445D-A34D-4B7B1F1B23E5}"/>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100 Td代表点。電子エネルギー軸は線形、縦軸は対数；解析分布は各Swarm平均エネルギーに一致</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2d86fc5daf4411e"/>
          <a:stretch xmlns:a="http://schemas.openxmlformats.org/drawingml/2006/main"/>
        </p:blipFill>
        <p:spPr>
          <a:xfrm xmlns:a="http://schemas.openxmlformats.org/drawingml/2006/main">
            <a:off x="1417195" y="1352550"/>
            <a:ext cx="9357610" cy="4324350"/>
          </a:xfrm>
          <a:prstGeom xmlns:a="http://schemas.openxmlformats.org/drawingml/2006/main" prst="rect">
            <a:avLst/>
          </a:prstGeom>
        </p:spPr>
      </p:pic>
      <p:sp>
        <p:nvSpPr>
          <p:cNvPr id="5" name="takeaway-bullet">
            <a:extLst xmlns:a="http://schemas.openxmlformats.org/drawingml/2006/main">
              <a:ext uri="{FF2B5EF4-FFF2-40B4-BE49-F238E27FC236}">
                <a16:creationId xmlns:a16="http://schemas.microsoft.com/office/drawing/2014/main" id="{0F54CB4E-58FC-41AC-9244-187AB32E02F5}"/>
              </a:ext>
            </a:extLst>
          </p:cNvPr>
          <p:cNvSpPr>
            <a:spLocks xmlns:a="http://schemas.openxmlformats.org/drawingml/2006/main" noGrp="1"/>
          </p:cNvSpPr>
          <p:nvPr/>
        </p:nvSpPr>
        <p:spPr>
          <a:xfrm xmlns:a="http://schemas.openxmlformats.org/drawingml/2006/main">
            <a:off x="457200" y="59721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568A72FC-D827-4FCF-B829-BB9F237A6BA6}"/>
              </a:ext>
            </a:extLst>
          </p:cNvPr>
          <p:cNvSpPr>
            <a:spLocks xmlns:a="http://schemas.openxmlformats.org/drawingml/2006/main" noGrp="1"/>
          </p:cNvSpPr>
          <p:nvPr/>
        </p:nvSpPr>
        <p:spPr>
          <a:xfrm xmlns:a="http://schemas.openxmlformats.org/drawingml/2006/main">
            <a:off x="647700" y="58483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100 Tdではtwo-termとMonte Carloの平均エネルギーは約0.2%差だが、Maxwellianのtail形状は大きく異なる。</a:t>
            </a:r>
          </a:p>
        </p:txBody>
      </p:sp>
      <p:sp>
        <p:nvSpPr>
          <p:cNvPr id="7" name="source">
            <a:extLst xmlns:a="http://schemas.openxmlformats.org/drawingml/2006/main">
              <a:ext uri="{FF2B5EF4-FFF2-40B4-BE49-F238E27FC236}">
                <a16:creationId xmlns:a16="http://schemas.microsoft.com/office/drawing/2014/main" id="{623C00FF-2FFC-4AE6-8E90-B39F8DAE9F94}"/>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outputs/argon_gec_ccp/plots_current_comsol_two_term_mc_spatial/eedf_comparison_0100_Td.png; commit 84afdbc</a:t>
            </a:r>
          </a:p>
        </p:txBody>
      </p:sp>
      <p:sp>
        <p:nvSpPr>
          <p:cNvPr id="8" name="section">
            <a:extLst xmlns:a="http://schemas.openxmlformats.org/drawingml/2006/main">
              <a:ext uri="{FF2B5EF4-FFF2-40B4-BE49-F238E27FC236}">
                <a16:creationId xmlns:a16="http://schemas.microsoft.com/office/drawing/2014/main" id="{7C1A0BBC-2FCC-4273-8459-9D394488D0C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9" name="footer">
            <a:extLst xmlns:a="http://schemas.openxmlformats.org/drawingml/2006/main">
              <a:ext uri="{FF2B5EF4-FFF2-40B4-BE49-F238E27FC236}">
                <a16:creationId xmlns:a16="http://schemas.microsoft.com/office/drawing/2014/main" id="{35D6CCE0-2B34-4C8C-8C5D-23E30FD1CF6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DC147153-4A61-4159-860B-FF29CBAB13C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66</a:t>
            </a:r>
          </a:p>
        </p:txBody>
      </p:sp>
    </p:spTree>
    <p:extLst>
      <p:ext uri="{BB962C8B-B14F-4D97-AF65-F5344CB8AC3E}">
        <p14:creationId xmlns:p14="http://schemas.microsoft.com/office/powerpoint/2010/main" val="93000751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BE5275D-1C9E-4846-AB1D-91093F5AF45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2550" b="0" i="0">
                <a:solidFill>
                  <a:srgbClr val="00A6D6"/>
                </a:solidFill>
                <a:latin typeface="Noto Sans JP"/>
                <a:ea typeface="Noto Sans JP"/>
                <a:cs typeface="Noto Sans JP"/>
              </a:defRPr>
            </a:pPr>
            <a:r>
              <a:rPr sz="2550" b="0" i="0">
                <a:solidFill>
                  <a:srgbClr val="00A6D6"/>
                </a:solidFill>
                <a:latin typeface="Noto Sans JP"/>
                <a:ea typeface="Noto Sans JP"/>
                <a:cs typeface="Noto Sans JP"/>
              </a:rPr>
              <a:t>GEC CCP：電子密度 nₑ</a:t>
            </a:r>
          </a:p>
        </p:txBody>
      </p:sp>
      <p:sp>
        <p:nvSpPr>
          <p:cNvPr id="3" name="subtitle">
            <a:extLst xmlns:a="http://schemas.openxmlformats.org/drawingml/2006/main">
              <a:ext uri="{FF2B5EF4-FFF2-40B4-BE49-F238E27FC236}">
                <a16:creationId xmlns:a16="http://schemas.microsoft.com/office/drawing/2014/main" id="{27C58A1E-0B07-4160-B2E8-44589A7DBF48}"/>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200" b="0" i="0">
                <a:solidFill>
                  <a:srgbClr val="008DB6"/>
                </a:solidFill>
                <a:latin typeface="Noto Sans JP"/>
                <a:ea typeface="Noto Sans JP"/>
                <a:cs typeface="Noto Sans JP"/>
              </a:defRPr>
            </a:pPr>
            <a:r>
              <a:rPr sz="1200" b="0" i="0">
                <a:solidFill>
                  <a:srgbClr val="008DB6"/>
                </a:solidFill>
                <a:latin typeface="Noto Sans JP"/>
                <a:ea typeface="Noto Sans JP"/>
                <a:cs typeface="Noto Sans JP"/>
              </a:rPr>
              <a:t>標準COMSOL・two-term・Monte Carloのperiod-average比較；入力電力1 W、共通1520節点・共通線形カラースケール</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e3ae0daeaea4cf4"/>
          <a:stretch xmlns:a="http://schemas.openxmlformats.org/drawingml/2006/main"/>
        </p:blipFill>
        <p:spPr>
          <a:xfrm xmlns:a="http://schemas.openxmlformats.org/drawingml/2006/main">
            <a:off x="428625" y="1357898"/>
            <a:ext cx="11334750" cy="360880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052239-EEBB-4087-AA92-BCDCA233B9E3}"/>
              </a:ext>
            </a:extLst>
          </p:cNvPr>
          <p:cNvSpPr>
            <a:spLocks xmlns:a="http://schemas.openxmlformats.org/drawingml/2006/main" noGrp="1"/>
          </p:cNvSpPr>
          <p:nvPr/>
        </p:nvSpPr>
        <p:spPr>
          <a:xfrm xmlns:a="http://schemas.openxmlformats.org/drawingml/2006/main">
            <a:off x="666750"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標準COMSOL比 relative L₂：two-term 0.418 / Monte Carlo 0.404</a:t>
            </a:r>
          </a:p>
        </p:txBody>
      </p:sp>
      <p:sp>
        <p:nvSpPr>
          <p:cNvPr id="6" name="">
            <a:extLst xmlns:a="http://schemas.openxmlformats.org/drawingml/2006/main">
              <a:ext uri="{FF2B5EF4-FFF2-40B4-BE49-F238E27FC236}">
                <a16:creationId xmlns:a16="http://schemas.microsoft.com/office/drawing/2014/main" id="{C119034F-02C6-45BD-A17B-1ABEA3A1BD1A}"/>
              </a:ext>
            </a:extLst>
          </p:cNvPr>
          <p:cNvSpPr>
            <a:spLocks xmlns:a="http://schemas.openxmlformats.org/drawingml/2006/main" noGrp="1"/>
          </p:cNvSpPr>
          <p:nvPr/>
        </p:nvSpPr>
        <p:spPr>
          <a:xfrm xmlns:a="http://schemas.openxmlformats.org/drawingml/2006/main">
            <a:off x="6238875"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max nₑ [m⁻³]：2.23×10¹⁵ → 1.46×10¹⁵ / 1.50×10¹⁵</a:t>
            </a:r>
          </a:p>
        </p:txBody>
      </p:sp>
      <p:sp>
        <p:nvSpPr>
          <p:cNvPr id="7" name="takeaway-bullet">
            <a:extLst xmlns:a="http://schemas.openxmlformats.org/drawingml/2006/main">
              <a:ext uri="{FF2B5EF4-FFF2-40B4-BE49-F238E27FC236}">
                <a16:creationId xmlns:a16="http://schemas.microsoft.com/office/drawing/2014/main" id="{02AB7C80-2D42-4965-A979-6D58B1D70B40}"/>
              </a:ext>
            </a:extLst>
          </p:cNvPr>
          <p:cNvSpPr>
            <a:spLocks xmlns:a="http://schemas.openxmlformats.org/drawingml/2006/main" noGrp="1"/>
          </p:cNvSpPr>
          <p:nvPr/>
        </p:nvSpPr>
        <p:spPr>
          <a:xfrm xmlns:a="http://schemas.openxmlformats.org/drawingml/2006/main">
            <a:off x="457200" y="59150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315E7554-624C-44D1-9D89-35ED1837B5B5}"/>
              </a:ext>
            </a:extLst>
          </p:cNvPr>
          <p:cNvSpPr>
            <a:spLocks xmlns:a="http://schemas.openxmlformats.org/drawingml/2006/main" noGrp="1"/>
          </p:cNvSpPr>
          <p:nvPr/>
        </p:nvSpPr>
        <p:spPr>
          <a:xfrm xmlns:a="http://schemas.openxmlformats.org/drawingml/2006/main">
            <a:off x="647700" y="57912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両Swarm入力は分布形状を概ね共有しつつ、電子密度ピークを標準COMSOL比で約33%低下させる。</a:t>
            </a:r>
          </a:p>
        </p:txBody>
      </p:sp>
      <p:sp>
        <p:nvSpPr>
          <p:cNvPr id="9" name="source">
            <a:extLst xmlns:a="http://schemas.openxmlformats.org/drawingml/2006/main">
              <a:ext uri="{FF2B5EF4-FFF2-40B4-BE49-F238E27FC236}">
                <a16:creationId xmlns:a16="http://schemas.microsoft.com/office/drawing/2014/main" id="{FC64F6FF-954A-4717-B088-66C20A8D9B95}"/>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comsol_style_electron_density_comparison.png; solver_comparison_manifest.json; commit 84afdbc</a:t>
            </a:r>
          </a:p>
        </p:txBody>
      </p:sp>
      <p:sp>
        <p:nvSpPr>
          <p:cNvPr id="10" name="section">
            <a:extLst xmlns:a="http://schemas.openxmlformats.org/drawingml/2006/main">
              <a:ext uri="{FF2B5EF4-FFF2-40B4-BE49-F238E27FC236}">
                <a16:creationId xmlns:a16="http://schemas.microsoft.com/office/drawing/2014/main" id="{772E9B8F-FC42-4A96-9AF0-93A42E082EA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11" name="footer">
            <a:extLst xmlns:a="http://schemas.openxmlformats.org/drawingml/2006/main">
              <a:ext uri="{FF2B5EF4-FFF2-40B4-BE49-F238E27FC236}">
                <a16:creationId xmlns:a16="http://schemas.microsoft.com/office/drawing/2014/main" id="{94A3665D-4C6A-47A1-B069-635258E34E3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2" name="page">
            <a:extLst xmlns:a="http://schemas.openxmlformats.org/drawingml/2006/main">
              <a:ext uri="{FF2B5EF4-FFF2-40B4-BE49-F238E27FC236}">
                <a16:creationId xmlns:a16="http://schemas.microsoft.com/office/drawing/2014/main" id="{C1B5D9F7-30F4-48D3-BFEB-338CAF88437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67</a:t>
            </a:r>
          </a:p>
        </p:txBody>
      </p:sp>
    </p:spTree>
    <p:extLst>
      <p:ext uri="{BB962C8B-B14F-4D97-AF65-F5344CB8AC3E}">
        <p14:creationId xmlns:p14="http://schemas.microsoft.com/office/powerpoint/2010/main" val="199847111"/>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5BB269F-AD32-4E96-9849-5E6BA906E72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2550" b="0" i="0">
                <a:solidFill>
                  <a:srgbClr val="00A6D6"/>
                </a:solidFill>
                <a:latin typeface="Noto Sans JP"/>
                <a:ea typeface="Noto Sans JP"/>
                <a:cs typeface="Noto Sans JP"/>
              </a:defRPr>
            </a:pPr>
            <a:r>
              <a:rPr sz="2550" b="0" i="0">
                <a:solidFill>
                  <a:srgbClr val="00A6D6"/>
                </a:solidFill>
                <a:latin typeface="Noto Sans JP"/>
                <a:ea typeface="Noto Sans JP"/>
                <a:cs typeface="Noto Sans JP"/>
              </a:rPr>
              <a:t>GEC CCP：電子温度</a:t>
            </a:r>
          </a:p>
        </p:txBody>
      </p:sp>
      <p:sp>
        <p:nvSpPr>
          <p:cNvPr id="3" name="subtitle">
            <a:extLst xmlns:a="http://schemas.openxmlformats.org/drawingml/2006/main">
              <a:ext uri="{FF2B5EF4-FFF2-40B4-BE49-F238E27FC236}">
                <a16:creationId xmlns:a16="http://schemas.microsoft.com/office/drawing/2014/main" id="{3C4F3BB0-19A9-4460-8D83-03E7CBF891A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200" b="0" i="0">
                <a:solidFill>
                  <a:srgbClr val="008DB6"/>
                </a:solidFill>
                <a:latin typeface="Noto Sans JP"/>
                <a:ea typeface="Noto Sans JP"/>
                <a:cs typeface="Noto Sans JP"/>
              </a:defRPr>
            </a:pPr>
            <a:r>
              <a:rPr sz="1200" b="0" i="0">
                <a:solidFill>
                  <a:srgbClr val="008DB6"/>
                </a:solidFill>
                <a:latin typeface="Noto Sans JP"/>
                <a:ea typeface="Noto Sans JP"/>
                <a:cs typeface="Noto Sans JP"/>
              </a:rPr>
              <a:t>標準COMSOL・two-term・Monte Carloのperiod-average比較；共通節点・共通線形カラースケール</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b9686809c464963"/>
          <a:stretch xmlns:a="http://schemas.openxmlformats.org/drawingml/2006/main"/>
        </p:blipFill>
        <p:spPr>
          <a:xfrm xmlns:a="http://schemas.openxmlformats.org/drawingml/2006/main">
            <a:off x="428625" y="1381180"/>
            <a:ext cx="11334750" cy="356223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FCB0460-18A9-4C37-8CD3-BE370ED4B69F}"/>
              </a:ext>
            </a:extLst>
          </p:cNvPr>
          <p:cNvSpPr>
            <a:spLocks xmlns:a="http://schemas.openxmlformats.org/drawingml/2006/main" noGrp="1"/>
          </p:cNvSpPr>
          <p:nvPr/>
        </p:nvSpPr>
        <p:spPr>
          <a:xfrm xmlns:a="http://schemas.openxmlformats.org/drawingml/2006/main">
            <a:off x="666750"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標準COMSOL比 relative L₂：two-term 0.239 / Monte Carlo 0.237</a:t>
            </a:r>
          </a:p>
        </p:txBody>
      </p:sp>
      <p:sp>
        <p:nvSpPr>
          <p:cNvPr id="6" name="">
            <a:extLst xmlns:a="http://schemas.openxmlformats.org/drawingml/2006/main">
              <a:ext uri="{FF2B5EF4-FFF2-40B4-BE49-F238E27FC236}">
                <a16:creationId xmlns:a16="http://schemas.microsoft.com/office/drawing/2014/main" id="{EFBBA5A7-39B5-429E-88BF-807D6444C738}"/>
              </a:ext>
            </a:extLst>
          </p:cNvPr>
          <p:cNvSpPr>
            <a:spLocks xmlns:a="http://schemas.openxmlformats.org/drawingml/2006/main" noGrp="1"/>
          </p:cNvSpPr>
          <p:nvPr/>
        </p:nvSpPr>
        <p:spPr>
          <a:xfrm xmlns:a="http://schemas.openxmlformats.org/drawingml/2006/main">
            <a:off x="6238875"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global max [eV]：18.97 → 15.16 / 15.21</a:t>
            </a:r>
          </a:p>
        </p:txBody>
      </p:sp>
      <p:sp>
        <p:nvSpPr>
          <p:cNvPr id="7" name="takeaway-bullet">
            <a:extLst xmlns:a="http://schemas.openxmlformats.org/drawingml/2006/main">
              <a:ext uri="{FF2B5EF4-FFF2-40B4-BE49-F238E27FC236}">
                <a16:creationId xmlns:a16="http://schemas.microsoft.com/office/drawing/2014/main" id="{1E39F159-EE9B-48F9-9886-20A1D43280C1}"/>
              </a:ext>
            </a:extLst>
          </p:cNvPr>
          <p:cNvSpPr>
            <a:spLocks xmlns:a="http://schemas.openxmlformats.org/drawingml/2006/main" noGrp="1"/>
          </p:cNvSpPr>
          <p:nvPr/>
        </p:nvSpPr>
        <p:spPr>
          <a:xfrm xmlns:a="http://schemas.openxmlformats.org/drawingml/2006/main">
            <a:off x="457200" y="59150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5C35FA8C-92E2-403F-AC44-CAA7BC8B745D}"/>
              </a:ext>
            </a:extLst>
          </p:cNvPr>
          <p:cNvSpPr>
            <a:spLocks xmlns:a="http://schemas.openxmlformats.org/drawingml/2006/main" noGrp="1"/>
          </p:cNvSpPr>
          <p:nvPr/>
        </p:nvSpPr>
        <p:spPr>
          <a:xfrm xmlns:a="http://schemas.openxmlformats.org/drawingml/2006/main">
            <a:off x="647700" y="57912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 2手法はほぼ同じ温度場を与え、標準解析EEDFとの差が空間差の主要因になっている。</a:t>
            </a:r>
          </a:p>
        </p:txBody>
      </p:sp>
      <p:sp>
        <p:nvSpPr>
          <p:cNvPr id="9" name="source">
            <a:extLst xmlns:a="http://schemas.openxmlformats.org/drawingml/2006/main">
              <a:ext uri="{FF2B5EF4-FFF2-40B4-BE49-F238E27FC236}">
                <a16:creationId xmlns:a16="http://schemas.microsoft.com/office/drawing/2014/main" id="{FFBE9936-C2EA-4303-BF5F-982D1F5FA9E1}"/>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comsol_style_electron_temperature_comparison.png; solver_comparison_manifest.json; commit 84afdbc</a:t>
            </a:r>
          </a:p>
        </p:txBody>
      </p:sp>
      <p:sp>
        <p:nvSpPr>
          <p:cNvPr id="10" name="section">
            <a:extLst xmlns:a="http://schemas.openxmlformats.org/drawingml/2006/main">
              <a:ext uri="{FF2B5EF4-FFF2-40B4-BE49-F238E27FC236}">
                <a16:creationId xmlns:a16="http://schemas.microsoft.com/office/drawing/2014/main" id="{4F93DDFF-CF5D-463E-BDC5-F02467A6B93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11" name="footer">
            <a:extLst xmlns:a="http://schemas.openxmlformats.org/drawingml/2006/main">
              <a:ext uri="{FF2B5EF4-FFF2-40B4-BE49-F238E27FC236}">
                <a16:creationId xmlns:a16="http://schemas.microsoft.com/office/drawing/2014/main" id="{74538229-2AC2-4A4F-A5D1-CEB87C36FD2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2" name="page">
            <a:extLst xmlns:a="http://schemas.openxmlformats.org/drawingml/2006/main">
              <a:ext uri="{FF2B5EF4-FFF2-40B4-BE49-F238E27FC236}">
                <a16:creationId xmlns:a16="http://schemas.microsoft.com/office/drawing/2014/main" id="{F2754018-869E-458C-8AEC-2E638CA0E44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68</a:t>
            </a:r>
          </a:p>
        </p:txBody>
      </p:sp>
    </p:spTree>
    <p:extLst>
      <p:ext uri="{BB962C8B-B14F-4D97-AF65-F5344CB8AC3E}">
        <p14:creationId xmlns:p14="http://schemas.microsoft.com/office/powerpoint/2010/main" val="3185997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75214514-0D77-46C2-8A01-A042C81D79E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2550" b="0" i="0">
                <a:solidFill>
                  <a:srgbClr val="00A6D6"/>
                </a:solidFill>
                <a:latin typeface="Noto Sans JP"/>
                <a:ea typeface="Noto Sans JP"/>
                <a:cs typeface="Noto Sans JP"/>
              </a:defRPr>
            </a:pPr>
            <a:r>
              <a:rPr sz="2550" b="0" i="0">
                <a:solidFill>
                  <a:srgbClr val="00A6D6"/>
                </a:solidFill>
                <a:latin typeface="Noto Sans JP"/>
                <a:ea typeface="Noto Sans JP"/>
                <a:cs typeface="Noto Sans JP"/>
              </a:rPr>
              <a:t>GEC CCP電位</a:t>
            </a:r>
          </a:p>
        </p:txBody>
      </p:sp>
      <p:sp>
        <p:nvSpPr>
          <p:cNvPr id="3" name="subtitle">
            <a:extLst xmlns:a="http://schemas.openxmlformats.org/drawingml/2006/main">
              <a:ext uri="{FF2B5EF4-FFF2-40B4-BE49-F238E27FC236}">
                <a16:creationId xmlns:a16="http://schemas.microsoft.com/office/drawing/2014/main" id="{3A37F7F9-0DC2-483F-9D15-D5A316E7EE7B}"/>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200" b="0" i="0">
                <a:solidFill>
                  <a:srgbClr val="008DB6"/>
                </a:solidFill>
                <a:latin typeface="Noto Sans JP"/>
                <a:ea typeface="Noto Sans JP"/>
                <a:cs typeface="Noto Sans JP"/>
              </a:defRPr>
            </a:pPr>
            <a:r>
              <a:rPr sz="1200" b="0" i="0">
                <a:solidFill>
                  <a:srgbClr val="008DB6"/>
                </a:solidFill>
                <a:latin typeface="Noto Sans JP"/>
                <a:ea typeface="Noto Sans JP"/>
                <a:cs typeface="Noto Sans JP"/>
              </a:rPr>
              <a:t>標準COMSOL / two-term / Monte Carlo、period-average・共通カラースケール</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1bb82e270e4241"/>
          <a:stretch xmlns:a="http://schemas.openxmlformats.org/drawingml/2006/main"/>
        </p:blipFill>
        <p:spPr>
          <a:xfrm xmlns:a="http://schemas.openxmlformats.org/drawingml/2006/main">
            <a:off x="428625" y="1381180"/>
            <a:ext cx="11334750" cy="356223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622B62-02D1-4822-B7F6-7F294676BB77}"/>
              </a:ext>
            </a:extLst>
          </p:cNvPr>
          <p:cNvSpPr>
            <a:spLocks xmlns:a="http://schemas.openxmlformats.org/drawingml/2006/main" noGrp="1"/>
          </p:cNvSpPr>
          <p:nvPr/>
        </p:nvSpPr>
        <p:spPr>
          <a:xfrm xmlns:a="http://schemas.openxmlformats.org/drawingml/2006/main">
            <a:off x="666750"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標準COMSOL比 relative L₂：two-term 0.319 / Monte Carlo 0.317</a:t>
            </a:r>
          </a:p>
        </p:txBody>
      </p:sp>
      <p:sp>
        <p:nvSpPr>
          <p:cNvPr id="6" name="">
            <a:extLst xmlns:a="http://schemas.openxmlformats.org/drawingml/2006/main">
              <a:ext uri="{FF2B5EF4-FFF2-40B4-BE49-F238E27FC236}">
                <a16:creationId xmlns:a16="http://schemas.microsoft.com/office/drawing/2014/main" id="{26AC685A-8429-4B0B-8BC8-5A35DD25ECFE}"/>
              </a:ext>
            </a:extLst>
          </p:cNvPr>
          <p:cNvSpPr>
            <a:spLocks xmlns:a="http://schemas.openxmlformats.org/drawingml/2006/main" noGrp="1"/>
          </p:cNvSpPr>
          <p:nvPr/>
        </p:nvSpPr>
        <p:spPr>
          <a:xfrm xmlns:a="http://schemas.openxmlformats.org/drawingml/2006/main">
            <a:off x="6238875" y="5067300"/>
            <a:ext cx="5286375" cy="476250"/>
          </a:xfrm>
          <a:prstGeom xmlns:a="http://schemas.openxmlformats.org/drawingml/2006/main" prst="rect">
            <a:avLst/>
          </a:prstGeom>
          <a:solidFill xmlns:a="http://schemas.openxmlformats.org/drawingml/2006/main">
            <a:srgbClr val="F2F3F4"/>
          </a:solidFill>
          <a:ln xmlns:a="http://schemas.openxmlformats.org/drawingml/2006/main" w="5715">
            <a:solidFill>
              <a:srgbClr val="C7D1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電位範囲 [V]：−75.85…27.33 → 約−52.4…35.4</a:t>
            </a:r>
          </a:p>
        </p:txBody>
      </p:sp>
      <p:sp>
        <p:nvSpPr>
          <p:cNvPr id="7" name="takeaway-bullet">
            <a:extLst xmlns:a="http://schemas.openxmlformats.org/drawingml/2006/main">
              <a:ext uri="{FF2B5EF4-FFF2-40B4-BE49-F238E27FC236}">
                <a16:creationId xmlns:a16="http://schemas.microsoft.com/office/drawing/2014/main" id="{A737E72A-6E94-4C0D-8AE5-913FAFFE39E4}"/>
              </a:ext>
            </a:extLst>
          </p:cNvPr>
          <p:cNvSpPr>
            <a:spLocks xmlns:a="http://schemas.openxmlformats.org/drawingml/2006/main" noGrp="1"/>
          </p:cNvSpPr>
          <p:nvPr/>
        </p:nvSpPr>
        <p:spPr>
          <a:xfrm xmlns:a="http://schemas.openxmlformats.org/drawingml/2006/main">
            <a:off x="457200" y="59150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8" name="takeaway">
            <a:extLst xmlns:a="http://schemas.openxmlformats.org/drawingml/2006/main">
              <a:ext uri="{FF2B5EF4-FFF2-40B4-BE49-F238E27FC236}">
                <a16:creationId xmlns:a16="http://schemas.microsoft.com/office/drawing/2014/main" id="{2684E187-8DBD-4680-87C2-2CBD3D744BDA}"/>
              </a:ext>
            </a:extLst>
          </p:cNvPr>
          <p:cNvSpPr>
            <a:spLocks xmlns:a="http://schemas.openxmlformats.org/drawingml/2006/main" noGrp="1"/>
          </p:cNvSpPr>
          <p:nvPr/>
        </p:nvSpPr>
        <p:spPr>
          <a:xfrm xmlns:a="http://schemas.openxmlformats.org/drawingml/2006/main">
            <a:off x="647700" y="579120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EEDF・輸送係数の変更は生成率だけでなく、空間電荷を介して電位構造まで変える。</a:t>
            </a:r>
          </a:p>
        </p:txBody>
      </p:sp>
      <p:sp>
        <p:nvSpPr>
          <p:cNvPr id="9" name="source">
            <a:extLst xmlns:a="http://schemas.openxmlformats.org/drawingml/2006/main">
              <a:ext uri="{FF2B5EF4-FFF2-40B4-BE49-F238E27FC236}">
                <a16:creationId xmlns:a16="http://schemas.microsoft.com/office/drawing/2014/main" id="{70102F56-0C84-499E-BC8B-D31C0AC39A85}"/>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Source figure (non-editable): comsol_style_electric_potential_comparison.png; solver_comparison_manifest.json; commit 84afdbc</a:t>
            </a:r>
          </a:p>
        </p:txBody>
      </p:sp>
      <p:sp>
        <p:nvSpPr>
          <p:cNvPr id="10" name="section">
            <a:extLst xmlns:a="http://schemas.openxmlformats.org/drawingml/2006/main">
              <a:ext uri="{FF2B5EF4-FFF2-40B4-BE49-F238E27FC236}">
                <a16:creationId xmlns:a16="http://schemas.microsoft.com/office/drawing/2014/main" id="{1EA1E98C-8C47-4C95-9F1E-0126EBBBD11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11" name="footer">
            <a:extLst xmlns:a="http://schemas.openxmlformats.org/drawingml/2006/main">
              <a:ext uri="{FF2B5EF4-FFF2-40B4-BE49-F238E27FC236}">
                <a16:creationId xmlns:a16="http://schemas.microsoft.com/office/drawing/2014/main" id="{F69B9A6D-5A72-4E5A-83A5-6B724401E3D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2" name="page">
            <a:extLst xmlns:a="http://schemas.openxmlformats.org/drawingml/2006/main">
              <a:ext uri="{FF2B5EF4-FFF2-40B4-BE49-F238E27FC236}">
                <a16:creationId xmlns:a16="http://schemas.microsoft.com/office/drawing/2014/main" id="{83DE9F20-286D-4BF0-82AF-7620920FEAE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69</a:t>
            </a:r>
          </a:p>
        </p:txBody>
      </p:sp>
    </p:spTree>
    <p:extLst>
      <p:ext uri="{BB962C8B-B14F-4D97-AF65-F5344CB8AC3E}">
        <p14:creationId xmlns:p14="http://schemas.microsoft.com/office/powerpoint/2010/main" val="947270244"/>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256F16D-7DE8-4BB3-AE01-70AF65EDE80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CCP定量評価：手法差よりEEDFモデル差が大きい</a:t>
            </a:r>
          </a:p>
        </p:txBody>
      </p:sp>
      <p:graphicFrame>
        <p:nvGraphicFramePr>
          <p:cNvPr id="13" name=""/>
          <p:cNvGraphicFramePr/>
          <p:nvPr/>
        </p:nvGraphicFramePr>
        <p:xfrm>
          <a:off xmlns:a="http://schemas.openxmlformats.org/drawingml/2006/main" x="333375" y="1333500"/>
          <a:ext xmlns:a="http://schemas.openxmlformats.org/drawingml/2006/main" cx="11525250" cy="4143375"/>
        </p:xfrm>
        <a:graphic xmlns:a="http://schemas.openxmlformats.org/drawingml/2006/main">
          <a:graphicData uri="http://schemas.openxmlformats.org/drawingml/2006/table">
            <a:tbl>
              <a:tblPr/>
              <a:tblGrid>
                <a:gridCol w="1681796"/>
                <a:gridCol w="1978584"/>
                <a:gridCol w="2324836"/>
                <a:gridCol w="2324836"/>
                <a:gridCol w="3215198"/>
              </a:tblGrid>
              <a:tr h="591911">
                <a:tc>
                  <a:txBody>
                    <a:bodyPr lIns="57150" tIns="47625" rIns="57150" bIns="47625">
                      <a:normAutofit/>
                    </a:bodyPr>
                    <a:lstStyle/>
                    <a:p>
                      <a:pPr algn="l"/>
                      <a:r>
                        <a:rPr sz="1013" b="1">
                          <a:solidFill>
                            <a:srgbClr val="FFFFFF"/>
                          </a:solidFill>
                          <a:latin typeface="Noto Sans JP"/>
                          <a:ea typeface="Noto Sans JP"/>
                          <a:cs typeface="Noto Sans JP"/>
                        </a:rPr>
                        <a:t>評価量</a:t>
                      </a:r>
                    </a:p>
                  </a:txBody>
                  <a:tcPr marL="91440" marR="91440" marT="45720" marB="45720" anchor="ctr">
                    <a:solidFill>
                      <a:srgbClr val="00A6D6"/>
                    </a:solidFill>
                  </a:tcPr>
                </a:tc>
                <a:tc>
                  <a:txBody>
                    <a:bodyPr lIns="57150" tIns="47625" rIns="57150" bIns="47625">
                      <a:normAutofit/>
                    </a:bodyPr>
                    <a:lstStyle/>
                    <a:p>
                      <a:pPr algn="ctr"/>
                      <a:r>
                        <a:rPr sz="1013" b="1">
                          <a:solidFill>
                            <a:srgbClr val="FFFFFF"/>
                          </a:solidFill>
                          <a:latin typeface="Noto Sans JP"/>
                          <a:ea typeface="Noto Sans JP"/>
                          <a:cs typeface="Noto Sans JP"/>
                        </a:rPr>
                        <a:t>標準COMSOL</a:t>
                      </a:r>
                    </a:p>
                  </a:txBody>
                  <a:tcPr marL="91440" marR="91440" marT="45720" marB="45720" anchor="ctr">
                    <a:solidFill>
                      <a:srgbClr val="00A6D6"/>
                    </a:solidFill>
                  </a:tcPr>
                </a:tc>
                <a:tc>
                  <a:txBody>
                    <a:bodyPr lIns="57150" tIns="47625" rIns="57150" bIns="47625">
                      <a:normAutofit/>
                    </a:bodyPr>
                    <a:lstStyle/>
                    <a:p>
                      <a:pPr algn="ctr"/>
                      <a:r>
                        <a:rPr sz="1013" b="1">
                          <a:solidFill>
                            <a:srgbClr val="FFFFFF"/>
                          </a:solidFill>
                          <a:latin typeface="Noto Sans JP"/>
                          <a:ea typeface="Noto Sans JP"/>
                          <a:cs typeface="Noto Sans JP"/>
                        </a:rPr>
                        <a:t>two-term</a:t>
                      </a:r>
                    </a:p>
                  </a:txBody>
                  <a:tcPr marL="91440" marR="91440" marT="45720" marB="45720" anchor="ctr">
                    <a:solidFill>
                      <a:srgbClr val="00A6D6"/>
                    </a:solidFill>
                  </a:tcPr>
                </a:tc>
                <a:tc>
                  <a:txBody>
                    <a:bodyPr lIns="57150" tIns="47625" rIns="57150" bIns="47625">
                      <a:normAutofit/>
                    </a:bodyPr>
                    <a:lstStyle/>
                    <a:p>
                      <a:pPr algn="ctr"/>
                      <a:r>
                        <a:rPr sz="1013" b="1">
                          <a:solidFill>
                            <a:srgbClr val="FFFFFF"/>
                          </a:solidFill>
                          <a:latin typeface="Noto Sans JP"/>
                          <a:ea typeface="Noto Sans JP"/>
                          <a:cs typeface="Noto Sans JP"/>
                        </a:rPr>
                        <a:t>Monte Carlo</a:t>
                      </a:r>
                    </a:p>
                  </a:txBody>
                  <a:tcPr marL="91440" marR="91440" marT="45720" marB="45720" anchor="ctr">
                    <a:solidFill>
                      <a:srgbClr val="00A6D6"/>
                    </a:solidFill>
                  </a:tcPr>
                </a:tc>
                <a:tc>
                  <a:txBody>
                    <a:bodyPr lIns="57150" tIns="47625" rIns="57150" bIns="47625">
                      <a:normAutofit/>
                    </a:bodyPr>
                    <a:lstStyle/>
                    <a:p>
                      <a:pPr algn="ctr"/>
                      <a:r>
                        <a:rPr sz="1013" b="1">
                          <a:solidFill>
                            <a:srgbClr val="FFFFFF"/>
                          </a:solidFill>
                          <a:latin typeface="Noto Sans JP"/>
                          <a:ea typeface="Noto Sans JP"/>
                          <a:cs typeface="Noto Sans JP"/>
                        </a:rPr>
                        <a:t>読取り</a:t>
                      </a:r>
                    </a:p>
                  </a:txBody>
                  <a:tcPr marL="91440" marR="91440" marT="45720" marB="45720" anchor="ctr">
                    <a:solidFill>
                      <a:srgbClr val="00A6D6"/>
                    </a:solidFill>
                  </a:tcPr>
                </a:tc>
              </a:tr>
              <a:tr h="591911">
                <a:tc>
                  <a:txBody>
                    <a:bodyPr lIns="57150" tIns="47625" rIns="57150" bIns="47625">
                      <a:normAutofit/>
                    </a:bodyPr>
                    <a:lstStyle/>
                    <a:p>
                      <a:pPr algn="l"/>
                      <a:r>
                        <a:rPr sz="938" b="1">
                          <a:solidFill>
                            <a:srgbClr val="333333"/>
                          </a:solidFill>
                          <a:latin typeface="Noto Sans JP"/>
                          <a:ea typeface="Noto Sans JP"/>
                          <a:cs typeface="Noto Sans JP"/>
                        </a:rPr>
                        <a:t>EEDF 100 Tdの〈ε〉</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解析分布</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6.931 eV</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6.919 eV</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2手法は0.2%差。解析形状との差を別に評価</a:t>
                      </a:r>
                    </a:p>
                  </a:txBody>
                  <a:tcPr marL="91440" marR="91440" marT="45720" marB="45720" anchor="ctr">
                    <a:solidFill>
                      <a:srgbClr val="FFFFFF"/>
                    </a:solidFill>
                  </a:tcPr>
                </a:tc>
              </a:tr>
              <a:tr h="591911">
                <a:tc>
                  <a:txBody>
                    <a:bodyPr lIns="57150" tIns="47625" rIns="57150" bIns="47625">
                      <a:normAutofit/>
                    </a:bodyPr>
                    <a:lstStyle/>
                    <a:p>
                      <a:pPr algn="l"/>
                      <a:r>
                        <a:rPr sz="938" b="1">
                          <a:solidFill>
                            <a:srgbClr val="333333"/>
                          </a:solidFill>
                          <a:latin typeface="Noto Sans JP"/>
                          <a:ea typeface="Noto Sans JP"/>
                          <a:cs typeface="Noto Sans JP"/>
                        </a:rPr>
                        <a:t>電子密度 nₑ</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max 2.23×10¹⁵</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L₂ 0.418 / max 1.46×10¹⁵</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L₂ 0.404 / max 1.50×10¹⁵</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密度絶対値が約33%低下</a:t>
                      </a:r>
                    </a:p>
                  </a:txBody>
                  <a:tcPr marL="91440" marR="91440" marT="45720" marB="45720" anchor="ctr">
                    <a:solidFill>
                      <a:srgbClr val="F2F3F4"/>
                    </a:solidFill>
                  </a:tcPr>
                </a:tc>
              </a:tr>
              <a:tr h="591911">
                <a:tc>
                  <a:txBody>
                    <a:bodyPr lIns="57150" tIns="47625" rIns="57150" bIns="47625">
                      <a:normAutofit/>
                    </a:bodyPr>
                    <a:lstStyle/>
                    <a:p>
                      <a:pPr algn="l"/>
                      <a:r>
                        <a:rPr sz="938" b="1">
                          <a:solidFill>
                            <a:srgbClr val="333333"/>
                          </a:solidFill>
                          <a:latin typeface="Noto Sans JP"/>
                          <a:ea typeface="Noto Sans JP"/>
                          <a:cs typeface="Noto Sans JP"/>
                        </a:rPr>
                        <a:t>電子温度</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max 18.97 eV</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L₂ 0.239 / max 15.16</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L₂ 0.237 / max 15.21</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2手法間は小、標準との差は残る</a:t>
                      </a:r>
                    </a:p>
                  </a:txBody>
                  <a:tcPr marL="91440" marR="91440" marT="45720" marB="45720" anchor="ctr">
                    <a:solidFill>
                      <a:srgbClr val="FFFFFF"/>
                    </a:solidFill>
                  </a:tcPr>
                </a:tc>
              </a:tr>
              <a:tr h="591911">
                <a:tc>
                  <a:txBody>
                    <a:bodyPr lIns="57150" tIns="47625" rIns="57150" bIns="47625">
                      <a:normAutofit/>
                    </a:bodyPr>
                    <a:lstStyle/>
                    <a:p>
                      <a:pPr algn="l"/>
                      <a:r>
                        <a:rPr sz="938" b="1">
                          <a:solidFill>
                            <a:srgbClr val="333333"/>
                          </a:solidFill>
                          <a:latin typeface="Noto Sans JP"/>
                          <a:ea typeface="Noto Sans JP"/>
                          <a:cs typeface="Noto Sans JP"/>
                        </a:rPr>
                        <a:t>電位</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−75.85…27.33 V</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L₂ 0.319</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L₂ 0.317</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空間電荷を介して電位へ波及</a:t>
                      </a:r>
                    </a:p>
                  </a:txBody>
                  <a:tcPr marL="91440" marR="91440" marT="45720" marB="45720" anchor="ctr">
                    <a:solidFill>
                      <a:srgbClr val="F2F3F4"/>
                    </a:solidFill>
                  </a:tcPr>
                </a:tc>
              </a:tr>
              <a:tr h="591911">
                <a:tc>
                  <a:txBody>
                    <a:bodyPr lIns="57150" tIns="47625" rIns="57150" bIns="47625">
                      <a:normAutofit/>
                    </a:bodyPr>
                    <a:lstStyle/>
                    <a:p>
                      <a:pPr algn="l"/>
                      <a:r>
                        <a:rPr sz="938" b="1">
                          <a:solidFill>
                            <a:srgbClr val="333333"/>
                          </a:solidFill>
                          <a:latin typeface="Noto Sans JP"/>
                          <a:ea typeface="Noto Sans JP"/>
                          <a:cs typeface="Noto Sans JP"/>
                        </a:rPr>
                        <a:t>再現性・受入れ</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baseline repeat L₂≤4.2×10⁻¹³</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physical target accepted</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physical target accepted</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同一1520節点・period-average</a:t>
                      </a:r>
                    </a:p>
                  </a:txBody>
                  <a:tcPr marL="91440" marR="91440" marT="45720" marB="45720" anchor="ctr">
                    <a:solidFill>
                      <a:srgbClr val="FFFFFF"/>
                    </a:solidFill>
                  </a:tcPr>
                </a:tc>
              </a:tr>
              <a:tr h="591911">
                <a:tc>
                  <a:txBody>
                    <a:bodyPr lIns="57150" tIns="47625" rIns="57150" bIns="47625">
                      <a:normAutofit/>
                    </a:bodyPr>
                    <a:lstStyle/>
                    <a:p>
                      <a:pPr algn="l"/>
                      <a:r>
                        <a:rPr sz="938" b="1">
                          <a:solidFill>
                            <a:srgbClr val="333333"/>
                          </a:solidFill>
                          <a:latin typeface="Noto Sans JP"/>
                          <a:ea typeface="Noto Sans JP"/>
                          <a:cs typeface="Noto Sans JP"/>
                        </a:rPr>
                        <a:t>propagator P1</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表は存在するが、当時のCCP空間solve結果には未収録</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12EAB070-A990-4DA8-B370-DA764B5213FC}"/>
              </a:ext>
            </a:extLst>
          </p:cNvPr>
          <p:cNvSpPr>
            <a:spLocks xmlns:a="http://schemas.openxmlformats.org/drawingml/2006/main" noGrp="1"/>
          </p:cNvSpPr>
          <p:nvPr/>
        </p:nvSpPr>
        <p:spPr>
          <a:xfrm xmlns:a="http://schemas.openxmlformats.org/drawingml/2006/main">
            <a:off x="857250" y="55816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次の検証</a:t>
            </a:r>
          </a:p>
        </p:txBody>
      </p:sp>
      <p:sp>
        <p:nvSpPr>
          <p:cNvPr id="5" name="">
            <a:extLst xmlns:a="http://schemas.openxmlformats.org/drawingml/2006/main">
              <a:ext uri="{FF2B5EF4-FFF2-40B4-BE49-F238E27FC236}">
                <a16:creationId xmlns:a16="http://schemas.microsoft.com/office/drawing/2014/main" id="{53A50F04-CE02-4ABB-BAD1-E931B427671A}"/>
              </a:ext>
            </a:extLst>
          </p:cNvPr>
          <p:cNvSpPr>
            <a:spLocks xmlns:a="http://schemas.openxmlformats.org/drawingml/2006/main" noGrp="1"/>
          </p:cNvSpPr>
          <p:nvPr/>
        </p:nvSpPr>
        <p:spPr>
          <a:xfrm xmlns:a="http://schemas.openxmlformats.org/drawingml/2006/main">
            <a:off x="2333625" y="54864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propagator P1のlicensed solveを同一MPH・同一周期平均条件で追加し、位相分解と周期定常性も保存する。</a:t>
            </a:r>
          </a:p>
        </p:txBody>
      </p:sp>
      <p:sp>
        <p:nvSpPr>
          <p:cNvPr id="6" name="takeaway-bullet">
            <a:extLst xmlns:a="http://schemas.openxmlformats.org/drawingml/2006/main">
              <a:ext uri="{FF2B5EF4-FFF2-40B4-BE49-F238E27FC236}">
                <a16:creationId xmlns:a16="http://schemas.microsoft.com/office/drawing/2014/main" id="{6127D06D-0A96-4929-817B-37535F388697}"/>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8E295116-3E6A-4FEF-A51D-1C164E4AC17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保存済み証拠ではtwo-termとMonte Carloは近い。標準COMSOL解析EEDFとの差がCCP空間解を支配する。</a:t>
            </a:r>
          </a:p>
        </p:txBody>
      </p:sp>
      <p:sp>
        <p:nvSpPr>
          <p:cNvPr id="8" name="source">
            <a:extLst xmlns:a="http://schemas.openxmlformats.org/drawingml/2006/main">
              <a:ext uri="{FF2B5EF4-FFF2-40B4-BE49-F238E27FC236}">
                <a16:creationId xmlns:a16="http://schemas.microsoft.com/office/drawing/2014/main" id="{B0992052-EA3C-485F-B4A4-651CB4E1AAC7}"/>
              </a:ext>
            </a:extLst>
          </p:cNvPr>
          <p:cNvSpPr>
            <a:spLocks xmlns:a="http://schemas.openxmlformats.org/drawingml/2006/main" noGrp="1"/>
          </p:cNvSpPr>
          <p:nvPr/>
        </p:nvSpPr>
        <p:spPr>
          <a:xfrm xmlns:a="http://schemas.openxmlformats.org/drawingml/2006/main">
            <a:off x="419100" y="633412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solver_comparison_manifest.json; eedf_comparison_summary.csv; recovered from commit 84afdbc</a:t>
            </a:r>
          </a:p>
        </p:txBody>
      </p:sp>
      <p:sp>
        <p:nvSpPr>
          <p:cNvPr id="9" name="section">
            <a:extLst xmlns:a="http://schemas.openxmlformats.org/drawingml/2006/main">
              <a:ext uri="{FF2B5EF4-FFF2-40B4-BE49-F238E27FC236}">
                <a16:creationId xmlns:a16="http://schemas.microsoft.com/office/drawing/2014/main" id="{44D46178-60E3-406A-8E50-5D98F64E570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10" name="footer">
            <a:extLst xmlns:a="http://schemas.openxmlformats.org/drawingml/2006/main">
              <a:ext uri="{FF2B5EF4-FFF2-40B4-BE49-F238E27FC236}">
                <a16:creationId xmlns:a16="http://schemas.microsoft.com/office/drawing/2014/main" id="{2509D9D7-77B1-465E-8B1E-7A01CB4D3BF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1" name="page">
            <a:extLst xmlns:a="http://schemas.openxmlformats.org/drawingml/2006/main">
              <a:ext uri="{FF2B5EF4-FFF2-40B4-BE49-F238E27FC236}">
                <a16:creationId xmlns:a16="http://schemas.microsoft.com/office/drawing/2014/main" id="{6A40F133-4EA1-4289-AE4F-415C1AFBE82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70</a:t>
            </a:r>
          </a:p>
        </p:txBody>
      </p:sp>
    </p:spTree>
    <p:extLst>
      <p:ext uri="{BB962C8B-B14F-4D97-AF65-F5344CB8AC3E}">
        <p14:creationId xmlns:p14="http://schemas.microsoft.com/office/powerpoint/2010/main" val="385164894"/>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8740B88-7B94-48C7-939A-F2FF64B209F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半導体装置開発でSwarm計算が支える判断</a:t>
            </a:r>
          </a:p>
        </p:txBody>
      </p:sp>
      <p:graphicFrame>
        <p:nvGraphicFramePr>
          <p:cNvPr id="12" name=""/>
          <p:cNvGraphicFramePr/>
          <p:nvPr/>
        </p:nvGraphicFramePr>
        <p:xfrm>
          <a:off xmlns:a="http://schemas.openxmlformats.org/drawingml/2006/main" x="333375" y="1333500"/>
          <a:ext xmlns:a="http://schemas.openxmlformats.org/drawingml/2006/main" cx="11525250" cy="4000500"/>
        </p:xfrm>
        <a:graphic xmlns:a="http://schemas.openxmlformats.org/drawingml/2006/main">
          <a:graphicData uri="http://schemas.openxmlformats.org/drawingml/2006/table">
            <a:tbl>
              <a:tblPr/>
              <a:tblGrid>
                <a:gridCol w="1893036"/>
                <a:gridCol w="2505489"/>
                <a:gridCol w="2449812"/>
                <a:gridCol w="2171424"/>
                <a:gridCol w="2505489"/>
              </a:tblGrid>
              <a:tr h="666750">
                <a:tc>
                  <a:txBody>
                    <a:bodyPr lIns="57150" tIns="47625" rIns="57150" bIns="47625">
                      <a:normAutofit/>
                    </a:bodyPr>
                    <a:lstStyle/>
                    <a:p>
                      <a:pPr algn="l">
                        <a:buNone/>
                      </a:pPr>
                      <a:r>
                        <a:rPr sz="1013" b="1">
                          <a:solidFill>
                            <a:srgbClr val="FFFFFF"/>
                          </a:solidFill>
                          <a:latin typeface="Noto Sans JP"/>
                          <a:ea typeface="Noto Sans JP"/>
                          <a:cs typeface="Noto Sans JP"/>
                        </a:rPr>
                        <a:t>開発課題</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感度が高い電子物理</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COMSOLで見る分布</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支える判断</a:t>
                      </a:r>
                    </a:p>
                  </a:txBody>
                  <a:tcPr marL="91440" marR="91440" marT="45720" marB="45720" anchor="ctr">
                    <a:solidFill>
                      <a:srgbClr val="00A6D6"/>
                    </a:solidFill>
                  </a:tcPr>
                </a:tc>
                <a:tc>
                  <a:txBody>
                    <a:bodyPr lIns="57150" tIns="47625" rIns="57150" bIns="47625">
                      <a:normAutofit/>
                    </a:bodyPr>
                    <a:lstStyle/>
                    <a:p>
                      <a:pPr algn="ctr">
                        <a:buNone/>
                      </a:pPr>
                      <a:r>
                        <a:rPr sz="1013" b="1">
                          <a:solidFill>
                            <a:srgbClr val="FFFFFF"/>
                          </a:solidFill>
                          <a:latin typeface="Noto Sans JP"/>
                          <a:ea typeface="Noto Sans JP"/>
                          <a:cs typeface="Noto Sans JP"/>
                        </a:rPr>
                        <a:t>単独では言えないこと</a:t>
                      </a:r>
                    </a:p>
                  </a:txBody>
                  <a:tcPr marL="91440" marR="91440" marT="45720" marB="45720" anchor="ctr">
                    <a:solidFill>
                      <a:srgbClr val="00A6D6"/>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誘電体エッチ</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電離・励起の高エネルギー尾部</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nₑ、Ar*、RF吸収</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電力・圧力の条件窓</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エッチ速度・形状</a:t>
                      </a:r>
                    </a:p>
                  </a:txBody>
                  <a:tcPr marL="91440" marR="91440" marT="45720" marB="45720" anchor="ctr">
                    <a:solidFill>
                      <a:srgbClr val="FFFFFF"/>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ラジカルエッチ／洗浄</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解離・付着</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ラジカル生成源、電気陰性度</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ガス比・滞留時間</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表面反応を含む清浄化速度</a:t>
                      </a:r>
                    </a:p>
                  </a:txBody>
                  <a:tcPr marL="91440" marR="91440" marT="45720" marB="45720" anchor="ctr">
                    <a:solidFill>
                      <a:srgbClr val="F2F3F4"/>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PECVD / ALD</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振動・電子励起、前駆体活性化</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活性種生成源</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投入量・プラズマ時間</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膜質・組成</a:t>
                      </a:r>
                    </a:p>
                  </a:txBody>
                  <a:tcPr marL="91440" marR="91440" marT="45720" marB="45720" anchor="ctr">
                    <a:solidFill>
                      <a:srgbClr val="FFFFFF"/>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均一性調整</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移動度、拡散、局所反応速度</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径方向・高さ方向勾配</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コイル・電極・圧力設計</a:t>
                      </a:r>
                    </a:p>
                  </a:txBody>
                  <a:tcPr marL="91440" marR="91440" marT="45720" marB="45720" anchor="ctr">
                    <a:solidFill>
                      <a:srgbClr val="F2F3F4"/>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非局所性が強い場合の精度</a:t>
                      </a:r>
                    </a:p>
                  </a:txBody>
                  <a:tcPr marL="91440" marR="91440" marT="45720" marB="45720" anchor="ctr">
                    <a:solidFill>
                      <a:srgbClr val="F2F3F4"/>
                    </a:solidFill>
                  </a:tcPr>
                </a:tc>
              </a:tr>
              <a:tr h="666750">
                <a:tc>
                  <a:txBody>
                    <a:bodyPr lIns="57150" tIns="47625" rIns="57150" bIns="47625">
                      <a:normAutofit/>
                    </a:bodyPr>
                    <a:lstStyle/>
                    <a:p>
                      <a:pPr algn="l">
                        <a:buNone/>
                      </a:pPr>
                      <a:r>
                        <a:rPr sz="938" b="1">
                          <a:solidFill>
                            <a:srgbClr val="333333"/>
                          </a:solidFill>
                          <a:latin typeface="Noto Sans JP"/>
                          <a:ea typeface="Noto Sans JP"/>
                          <a:cs typeface="Noto Sans JP"/>
                        </a:rPr>
                        <a:t>損傷抑制</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高エネルギー電子、電離源</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シース結合の代理指標、種粒子束</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バイアス・パルス条件</a:t>
                      </a:r>
                    </a:p>
                  </a:txBody>
                  <a:tcPr marL="91440" marR="91440" marT="45720" marB="45720" anchor="ctr">
                    <a:solidFill>
                      <a:srgbClr val="FFFFFF"/>
                    </a:solidFill>
                  </a:tcPr>
                </a:tc>
                <a:tc>
                  <a:txBody>
                    <a:bodyPr lIns="57150" tIns="47625" rIns="57150" bIns="47625">
                      <a:normAutofit/>
                    </a:bodyPr>
                    <a:lstStyle/>
                    <a:p>
                      <a:pPr algn="ctr">
                        <a:buNone/>
                      </a:pPr>
                      <a:r>
                        <a:rPr sz="938" b="0">
                          <a:solidFill>
                            <a:srgbClr val="333333"/>
                          </a:solidFill>
                          <a:latin typeface="Noto Sans JP"/>
                          <a:ea typeface="Noto Sans JP"/>
                          <a:cs typeface="Noto Sans JP"/>
                        </a:rPr>
                        <a:t>イオンエネルギー分布・損傷量</a:t>
                      </a:r>
                    </a:p>
                  </a:txBody>
                  <a:tcPr marL="91440" marR="91440" marT="45720" marB="45720" anchor="ctr">
                    <a:solidFill>
                      <a:srgbClr val="FFFFFF"/>
                    </a:solidFill>
                  </a:tcPr>
                </a:tc>
              </a:tr>
            </a:tbl>
          </a:graphicData>
        </a:graphic>
      </p:graphicFrame>
      <p:sp>
        <p:nvSpPr>
          <p:cNvPr id="4" name="takeaway-bullet">
            <a:extLst xmlns:a="http://schemas.openxmlformats.org/drawingml/2006/main">
              <a:ext uri="{FF2B5EF4-FFF2-40B4-BE49-F238E27FC236}">
                <a16:creationId xmlns:a16="http://schemas.microsoft.com/office/drawing/2014/main" id="{83D1A2F1-231B-4212-8BED-96F6AE6FB7B5}"/>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takeaway">
            <a:extLst xmlns:a="http://schemas.openxmlformats.org/drawingml/2006/main">
              <a:ext uri="{FF2B5EF4-FFF2-40B4-BE49-F238E27FC236}">
                <a16:creationId xmlns:a16="http://schemas.microsoft.com/office/drawing/2014/main" id="{6551CD80-1FE6-49AA-BEFF-53FAA0F2E0DB}"/>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EEDF差を良い／悪いで評価せず、対象反応と空間KPIへ写像して</a:t>
            </a:r>
            <a:r>
              <a:rPr sz="1350" b="1" i="0">
                <a:solidFill>
                  <a:srgbClr val="6DBB20"/>
                </a:solidFill>
                <a:latin typeface="Noto Sans JP"/>
                <a:ea typeface="Noto Sans JP"/>
                <a:cs typeface="Noto Sans JP"/>
              </a:rPr>
              <a:t>プロセス条件判断</a:t>
            </a:r>
            <a:r>
              <a:rPr sz="1350" b="1" i="0">
                <a:solidFill>
                  <a:srgbClr val="6DBB20"/>
                </a:solidFill>
                <a:latin typeface="Noto Sans JP"/>
                <a:ea typeface="Noto Sans JP"/>
                <a:cs typeface="Noto Sans JP"/>
              </a:rPr>
              <a:t>に使う。</a:t>
            </a:r>
          </a:p>
        </p:txBody>
      </p:sp>
      <p:sp>
        <p:nvSpPr>
          <p:cNvPr id="7" name="footer">
            <a:extLst xmlns:a="http://schemas.openxmlformats.org/drawingml/2006/main">
              <a:ext uri="{FF2B5EF4-FFF2-40B4-BE49-F238E27FC236}">
                <a16:creationId xmlns:a16="http://schemas.microsoft.com/office/drawing/2014/main" id="{4A912811-F72C-4F30-BFF6-F98E7746B66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page">
            <a:extLst xmlns:a="http://schemas.openxmlformats.org/drawingml/2006/main">
              <a:ext uri="{FF2B5EF4-FFF2-40B4-BE49-F238E27FC236}">
                <a16:creationId xmlns:a16="http://schemas.microsoft.com/office/drawing/2014/main" id="{4EADED02-9625-4ABC-8B15-E773F90D6C6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71</a:t>
            </a:r>
          </a:p>
        </p:txBody>
      </p:sp>
      <p:sp>
        <p:nvSpPr>
          <p:cNvPr id="10" name="section">
            <a:extLst xmlns:a="http://schemas.openxmlformats.org/drawingml/2006/main">
              <a:ext uri="{FF2B5EF4-FFF2-40B4-BE49-F238E27FC236}">
                <a16:creationId xmlns:a16="http://schemas.microsoft.com/office/drawing/2014/main" id="{8FFFEFBE-F10E-4A06-93D7-D22BC5397EB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VIII. 装置開発への適用</a:t>
            </a:r>
          </a:p>
        </p:txBody>
      </p:sp>
    </p:spTree>
    <p:extLst>
      <p:ext uri="{BB962C8B-B14F-4D97-AF65-F5344CB8AC3E}">
        <p14:creationId xmlns:p14="http://schemas.microsoft.com/office/powerpoint/2010/main" val="129102406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64D8130-FC99-46B6-A381-623D4CE6F3C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適用限界を先に判定する</a:t>
            </a:r>
          </a:p>
        </p:txBody>
      </p:sp>
      <p:sp>
        <p:nvSpPr>
          <p:cNvPr id="3" name="subtitle">
            <a:extLst xmlns:a="http://schemas.openxmlformats.org/drawingml/2006/main">
              <a:ext uri="{FF2B5EF4-FFF2-40B4-BE49-F238E27FC236}">
                <a16:creationId xmlns:a16="http://schemas.microsoft.com/office/drawing/2014/main" id="{04F9515C-E0EE-41ED-A769-A0D385CEE705}"/>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局所Swarm表を使う前に、空間・時間・磁場・角度・</a:t>
            </a:r>
            <a:r>
              <a:rPr sz="1275" b="0" i="0">
                <a:solidFill>
                  <a:srgbClr val="008DB6"/>
                </a:solidFill>
                <a:latin typeface="Noto Sans JP"/>
                <a:ea typeface="Noto Sans JP"/>
                <a:cs typeface="Noto Sans JP"/>
              </a:rPr>
              <a:t>高エネルギー尾部の尺度</a:t>
            </a:r>
            <a:r>
              <a:rPr sz="1275" b="0" i="0">
                <a:solidFill>
                  <a:srgbClr val="008DB6"/>
                </a:solidFill>
                <a:latin typeface="Noto Sans JP"/>
                <a:ea typeface="Noto Sans JP"/>
                <a:cs typeface="Noto Sans JP"/>
              </a:rPr>
              <a:t>を確認</a:t>
            </a:r>
          </a:p>
        </p:txBody>
      </p:sp>
      <p:graphicFrame>
        <p:nvGraphicFramePr>
          <p:cNvPr id="14" name=""/>
          <p:cNvGraphicFramePr/>
          <p:nvPr/>
        </p:nvGraphicFramePr>
        <p:xfrm>
          <a:off xmlns:a="http://schemas.openxmlformats.org/drawingml/2006/main" x="381000" y="1381125"/>
          <a:ext xmlns:a="http://schemas.openxmlformats.org/drawingml/2006/main" cx="11430000" cy="3905250"/>
        </p:xfrm>
        <a:graphic xmlns:a="http://schemas.openxmlformats.org/drawingml/2006/main">
          <a:graphicData uri="http://schemas.openxmlformats.org/drawingml/2006/table">
            <a:tbl>
              <a:tblPr/>
              <a:tblGrid>
                <a:gridCol w="1154545"/>
                <a:gridCol w="1905000"/>
                <a:gridCol w="2597727"/>
                <a:gridCol w="2713182"/>
                <a:gridCol w="3059545"/>
              </a:tblGrid>
              <a:tr h="650875">
                <a:tc>
                  <a:txBody>
                    <a:bodyPr lIns="57150" tIns="47625" rIns="57150" bIns="47625">
                      <a:normAutofit/>
                    </a:bodyPr>
                    <a:lstStyle/>
                    <a:p>
                      <a:pPr algn="l">
                        <a:buNone/>
                      </a:pPr>
                      <a:r>
                        <a:rPr sz="1050" b="1">
                          <a:solidFill>
                            <a:srgbClr val="FFFFFF"/>
                          </a:solidFill>
                          <a:latin typeface="Noto Sans JP"/>
                          <a:ea typeface="Noto Sans JP"/>
                          <a:cs typeface="Noto Sans JP"/>
                        </a:rPr>
                        <a:t>指標</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定義</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≪1なら</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大きい場合のリスク</a:t>
                      </a:r>
                    </a:p>
                  </a:txBody>
                  <a:tcPr marL="91440" marR="91440" marT="45720" marB="45720" anchor="ctr">
                    <a:solidFill>
                      <a:srgbClr val="00A6D6"/>
                    </a:solidFill>
                  </a:tcPr>
                </a:tc>
                <a:tc>
                  <a:txBody>
                    <a:bodyPr lIns="57150" tIns="47625" rIns="57150" bIns="47625">
                      <a:normAutofit/>
                    </a:bodyPr>
                    <a:lstStyle/>
                    <a:p>
                      <a:pPr algn="ctr">
                        <a:buNone/>
                      </a:pPr>
                      <a:r>
                        <a:rPr sz="1050" b="1">
                          <a:solidFill>
                            <a:srgbClr val="FFFFFF"/>
                          </a:solidFill>
                          <a:latin typeface="Noto Sans JP"/>
                          <a:ea typeface="Noto Sans JP"/>
                          <a:cs typeface="Noto Sans JP"/>
                        </a:rPr>
                        <a:t>推奨する対応</a:t>
                      </a:r>
                    </a:p>
                  </a:txBody>
                  <a:tcPr marL="91440" marR="91440" marT="45720" marB="45720" anchor="ctr">
                    <a:solidFill>
                      <a:srgbClr val="00A6D6"/>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Knₑ</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λₑ / L</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局所場・局所平均エネルギーが妥当</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非局所電子輸送</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非局所電子輸送モデル／実験診断</a:t>
                      </a:r>
                    </a:p>
                  </a:txBody>
                  <a:tcPr marL="91440" marR="91440" marT="45720" marB="45720" anchor="ctr">
                    <a:solidFill>
                      <a:srgbClr val="FFFFFF"/>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Ω</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ω_RF / ν_m</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電子緩和がRFより速い</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位相依存EEDF</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周期BoltzmannまたはMonte Carlo</a:t>
                      </a:r>
                    </a:p>
                  </a:txBody>
                  <a:tcPr marL="91440" marR="91440" marT="45720" marB="45720" anchor="ctr">
                    <a:solidFill>
                      <a:srgbClr val="F2F3F4"/>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β</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ω_ce / ν_m</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磁化が弱い</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交差E–B異方性</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全Yℓm展開または軌道Monte Carlo</a:t>
                      </a:r>
                    </a:p>
                  </a:txBody>
                  <a:tcPr marL="91440" marR="91440" marT="45720" marB="45720" anchor="ctr">
                    <a:solidFill>
                      <a:srgbClr val="FFFFFF"/>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A</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|F₂/F₀|</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two-term切断が小さい</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高次角度成分</a:t>
                      </a:r>
                    </a:p>
                  </a:txBody>
                  <a:tcPr marL="91440" marR="91440" marT="45720" marB="45720" anchor="ctr">
                    <a:solidFill>
                      <a:srgbClr val="F2F3F4"/>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multi-termのLmax収束</a:t>
                      </a:r>
                    </a:p>
                  </a:txBody>
                  <a:tcPr marL="91440" marR="91440" marT="45720" marB="45720" anchor="ctr">
                    <a:solidFill>
                      <a:srgbClr val="F2F3F4"/>
                    </a:solidFill>
                  </a:tcPr>
                </a:tc>
              </a:tr>
              <a:tr h="650875">
                <a:tc>
                  <a:txBody>
                    <a:bodyPr lIns="57150" tIns="47625" rIns="57150" bIns="47625">
                      <a:normAutofit/>
                    </a:bodyPr>
                    <a:lstStyle/>
                    <a:p>
                      <a:pPr algn="l">
                        <a:buNone/>
                      </a:pPr>
                      <a:r>
                        <a:rPr sz="975" b="1">
                          <a:solidFill>
                            <a:srgbClr val="333333"/>
                          </a:solidFill>
                          <a:latin typeface="Noto Sans JP"/>
                          <a:ea typeface="Noto Sans JP"/>
                          <a:cs typeface="Noto Sans JP"/>
                        </a:rPr>
                        <a:t>高エネルギー範囲</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ε_max / 反応閾値</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必要な高エネルギー尾部を含む</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閾値反応の過小評価</a:t>
                      </a:r>
                    </a:p>
                  </a:txBody>
                  <a:tcPr marL="91440" marR="91440" marT="45720" marB="45720" anchor="ctr">
                    <a:solidFill>
                      <a:srgbClr val="FFFFFF"/>
                    </a:solidFill>
                  </a:tcPr>
                </a:tc>
                <a:tc>
                  <a:txBody>
                    <a:bodyPr lIns="57150" tIns="47625" rIns="57150" bIns="47625">
                      <a:normAutofit/>
                    </a:bodyPr>
                    <a:lstStyle/>
                    <a:p>
                      <a:pPr algn="ctr">
                        <a:buNone/>
                      </a:pPr>
                      <a:r>
                        <a:rPr sz="975" b="0">
                          <a:solidFill>
                            <a:srgbClr val="333333"/>
                          </a:solidFill>
                          <a:latin typeface="Noto Sans JP"/>
                          <a:ea typeface="Noto Sans JP"/>
                          <a:cs typeface="Noto Sans JP"/>
                        </a:rPr>
                        <a:t>エネルギー上限延長・希少反応の標本確認</a:t>
                      </a:r>
                    </a:p>
                  </a:txBody>
                  <a:tcPr marL="91440" marR="91440" marT="45720" marB="45720" anchor="ctr">
                    <a:solidFill>
                      <a:srgbClr val="FFFFFF"/>
                    </a:solidFill>
                  </a:tcPr>
                </a:tc>
              </a:tr>
            </a:tbl>
          </a:graphicData>
        </a:graphic>
      </p:graphicFrame>
      <p:sp>
        <p:nvSpPr>
          <p:cNvPr id="5" name="takeaway-bullet">
            <a:extLst xmlns:a="http://schemas.openxmlformats.org/drawingml/2006/main">
              <a:ext uri="{FF2B5EF4-FFF2-40B4-BE49-F238E27FC236}">
                <a16:creationId xmlns:a16="http://schemas.microsoft.com/office/drawing/2014/main" id="{9A4DE031-01EB-44C2-B814-EFFAF5B4ED22}"/>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A76B716A-9CCE-4745-8F97-27F6B9F89B7F}"/>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KnₑやΩが大きい領域では、局所EEDF表そのものが主要誤差源になる。計算法を高級化するだけでは解決しない。</a:t>
            </a:r>
          </a:p>
        </p:txBody>
      </p:sp>
      <p:sp>
        <p:nvSpPr>
          <p:cNvPr id="8" name="footer">
            <a:extLst xmlns:a="http://schemas.openxmlformats.org/drawingml/2006/main">
              <a:ext uri="{FF2B5EF4-FFF2-40B4-BE49-F238E27FC236}">
                <a16:creationId xmlns:a16="http://schemas.microsoft.com/office/drawing/2014/main" id="{E13D57EF-803A-4467-92EB-434EFFD20C0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9" name="page">
            <a:extLst xmlns:a="http://schemas.openxmlformats.org/drawingml/2006/main">
              <a:ext uri="{FF2B5EF4-FFF2-40B4-BE49-F238E27FC236}">
                <a16:creationId xmlns:a16="http://schemas.microsoft.com/office/drawing/2014/main" id="{ADF209AF-C656-4C22-8528-EBD62C087B67}"/>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72</a:t>
            </a:r>
          </a:p>
        </p:txBody>
      </p:sp>
      <p:sp>
        <p:nvSpPr>
          <p:cNvPr id="11" name="section">
            <a:extLst xmlns:a="http://schemas.openxmlformats.org/drawingml/2006/main">
              <a:ext uri="{FF2B5EF4-FFF2-40B4-BE49-F238E27FC236}">
                <a16:creationId xmlns:a16="http://schemas.microsoft.com/office/drawing/2014/main" id="{45BC7F60-29DC-4CD5-8920-A2E51ABEB98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VIII. 装置開発への適用</a:t>
            </a:r>
          </a:p>
        </p:txBody>
      </p:sp>
    </p:spTree>
    <p:extLst>
      <p:ext uri="{BB962C8B-B14F-4D97-AF65-F5344CB8AC3E}">
        <p14:creationId xmlns:p14="http://schemas.microsoft.com/office/powerpoint/2010/main" val="842290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30341A5-030A-4214-8A6A-5E90116CB65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推奨ワークフロー：探索から重点検証へ</a:t>
            </a:r>
          </a:p>
        </p:txBody>
      </p:sp>
      <p:sp>
        <p:nvSpPr>
          <p:cNvPr id="3" name="">
            <a:extLst xmlns:a="http://schemas.openxmlformats.org/drawingml/2006/main">
              <a:ext uri="{FF2B5EF4-FFF2-40B4-BE49-F238E27FC236}">
                <a16:creationId xmlns:a16="http://schemas.microsoft.com/office/drawing/2014/main" id="{FF5BCDD6-0F06-4E46-A5A9-D31268493432}"/>
              </a:ext>
            </a:extLst>
          </p:cNvPr>
          <p:cNvSpPr>
            <a:spLocks xmlns:a="http://schemas.openxmlformats.org/drawingml/2006/main" noGrp="1"/>
          </p:cNvSpPr>
          <p:nvPr/>
        </p:nvSpPr>
        <p:spPr>
          <a:xfrm xmlns:a="http://schemas.openxmlformats.org/drawingml/2006/main">
            <a:off x="590550" y="12858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01</a:t>
            </a:r>
          </a:p>
        </p:txBody>
      </p:sp>
      <p:sp>
        <p:nvSpPr>
          <p:cNvPr id="4" name="">
            <a:extLst xmlns:a="http://schemas.openxmlformats.org/drawingml/2006/main">
              <a:ext uri="{FF2B5EF4-FFF2-40B4-BE49-F238E27FC236}">
                <a16:creationId xmlns:a16="http://schemas.microsoft.com/office/drawing/2014/main" id="{68B0C0CC-8A5D-4976-9E9C-38667EFADF99}"/>
              </a:ext>
            </a:extLst>
          </p:cNvPr>
          <p:cNvSpPr>
            <a:spLocks xmlns:a="http://schemas.openxmlformats.org/drawingml/2006/main" noGrp="1"/>
          </p:cNvSpPr>
          <p:nvPr/>
        </p:nvSpPr>
        <p:spPr>
          <a:xfrm xmlns:a="http://schemas.openxmlformats.org/drawingml/2006/main">
            <a:off x="1238250" y="12668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反応とKPIを決める</a:t>
            </a:r>
          </a:p>
        </p:txBody>
      </p:sp>
      <p:sp>
        <p:nvSpPr>
          <p:cNvPr id="5" name="">
            <a:extLst xmlns:a="http://schemas.openxmlformats.org/drawingml/2006/main">
              <a:ext uri="{FF2B5EF4-FFF2-40B4-BE49-F238E27FC236}">
                <a16:creationId xmlns:a16="http://schemas.microsoft.com/office/drawing/2014/main" id="{B27B0536-33C8-4C00-B1FC-3C96374DCA76}"/>
              </a:ext>
            </a:extLst>
          </p:cNvPr>
          <p:cNvSpPr>
            <a:spLocks xmlns:a="http://schemas.openxmlformats.org/drawingml/2006/main" noGrp="1"/>
          </p:cNvSpPr>
          <p:nvPr/>
        </p:nvSpPr>
        <p:spPr>
          <a:xfrm xmlns:a="http://schemas.openxmlformats.org/drawingml/2006/main">
            <a:off x="4524375" y="12668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対象反応の閾値と、見る空間量・ウエハ指標を先に定義する。</a:t>
            </a:r>
          </a:p>
        </p:txBody>
      </p:sp>
      <p:sp>
        <p:nvSpPr>
          <p:cNvPr id="6" name="">
            <a:extLst xmlns:a="http://schemas.openxmlformats.org/drawingml/2006/main">
              <a:ext uri="{FF2B5EF4-FFF2-40B4-BE49-F238E27FC236}">
                <a16:creationId xmlns:a16="http://schemas.microsoft.com/office/drawing/2014/main" id="{C781D6A8-750A-449A-90FD-D8E84F10875A}"/>
              </a:ext>
            </a:extLst>
          </p:cNvPr>
          <p:cNvSpPr>
            <a:spLocks xmlns:a="http://schemas.openxmlformats.org/drawingml/2006/main" noGrp="1"/>
          </p:cNvSpPr>
          <p:nvPr/>
        </p:nvSpPr>
        <p:spPr>
          <a:xfrm xmlns:a="http://schemas.openxmlformats.org/drawingml/2006/main">
            <a:off x="1238250" y="17907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7" name="">
            <a:extLst xmlns:a="http://schemas.openxmlformats.org/drawingml/2006/main">
              <a:ext uri="{FF2B5EF4-FFF2-40B4-BE49-F238E27FC236}">
                <a16:creationId xmlns:a16="http://schemas.microsoft.com/office/drawing/2014/main" id="{61759EBE-1B81-4375-A3D8-1027F8AB79DF}"/>
              </a:ext>
            </a:extLst>
          </p:cNvPr>
          <p:cNvSpPr>
            <a:spLocks xmlns:a="http://schemas.openxmlformats.org/drawingml/2006/main" noGrp="1"/>
          </p:cNvSpPr>
          <p:nvPr/>
        </p:nvSpPr>
        <p:spPr>
          <a:xfrm xmlns:a="http://schemas.openxmlformats.org/drawingml/2006/main">
            <a:off x="590550" y="19812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02</a:t>
            </a:r>
          </a:p>
        </p:txBody>
      </p:sp>
      <p:sp>
        <p:nvSpPr>
          <p:cNvPr id="8" name="">
            <a:extLst xmlns:a="http://schemas.openxmlformats.org/drawingml/2006/main">
              <a:ext uri="{FF2B5EF4-FFF2-40B4-BE49-F238E27FC236}">
                <a16:creationId xmlns:a16="http://schemas.microsoft.com/office/drawing/2014/main" id="{34B0BC3D-8A8F-4C25-B50F-D7CCB2F38819}"/>
              </a:ext>
            </a:extLst>
          </p:cNvPr>
          <p:cNvSpPr>
            <a:spLocks xmlns:a="http://schemas.openxmlformats.org/drawingml/2006/main" noGrp="1"/>
          </p:cNvSpPr>
          <p:nvPr/>
        </p:nvSpPr>
        <p:spPr>
          <a:xfrm xmlns:a="http://schemas.openxmlformats.org/drawingml/2006/main">
            <a:off x="1238250" y="19621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断面積を監査</a:t>
            </a:r>
          </a:p>
        </p:txBody>
      </p:sp>
      <p:sp>
        <p:nvSpPr>
          <p:cNvPr id="9" name="">
            <a:extLst xmlns:a="http://schemas.openxmlformats.org/drawingml/2006/main">
              <a:ext uri="{FF2B5EF4-FFF2-40B4-BE49-F238E27FC236}">
                <a16:creationId xmlns:a16="http://schemas.microsoft.com/office/drawing/2014/main" id="{9C69B431-A7E8-4CB3-A4B6-79610699542F}"/>
              </a:ext>
            </a:extLst>
          </p:cNvPr>
          <p:cNvSpPr>
            <a:spLocks xmlns:a="http://schemas.openxmlformats.org/drawingml/2006/main" noGrp="1"/>
          </p:cNvSpPr>
          <p:nvPr/>
        </p:nvSpPr>
        <p:spPr>
          <a:xfrm xmlns:a="http://schemas.openxmlformats.org/drawingml/2006/main">
            <a:off x="4524375" y="19621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過程、閾値、角度情報、付着・超弾性・状態分解の有無を確認する。</a:t>
            </a:r>
          </a:p>
        </p:txBody>
      </p:sp>
      <p:sp>
        <p:nvSpPr>
          <p:cNvPr id="10" name="">
            <a:extLst xmlns:a="http://schemas.openxmlformats.org/drawingml/2006/main">
              <a:ext uri="{FF2B5EF4-FFF2-40B4-BE49-F238E27FC236}">
                <a16:creationId xmlns:a16="http://schemas.microsoft.com/office/drawing/2014/main" id="{305D79BC-E84C-4FAB-8D7C-DF889A5FF85B}"/>
              </a:ext>
            </a:extLst>
          </p:cNvPr>
          <p:cNvSpPr>
            <a:spLocks xmlns:a="http://schemas.openxmlformats.org/drawingml/2006/main" noGrp="1"/>
          </p:cNvSpPr>
          <p:nvPr/>
        </p:nvSpPr>
        <p:spPr>
          <a:xfrm xmlns:a="http://schemas.openxmlformats.org/drawingml/2006/main">
            <a:off x="1238250" y="248602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1" name="">
            <a:extLst xmlns:a="http://schemas.openxmlformats.org/drawingml/2006/main">
              <a:ext uri="{FF2B5EF4-FFF2-40B4-BE49-F238E27FC236}">
                <a16:creationId xmlns:a16="http://schemas.microsoft.com/office/drawing/2014/main" id="{A0C99C11-8E0D-46E0-BAD3-50EB4F7D06FC}"/>
              </a:ext>
            </a:extLst>
          </p:cNvPr>
          <p:cNvSpPr>
            <a:spLocks xmlns:a="http://schemas.openxmlformats.org/drawingml/2006/main" noGrp="1"/>
          </p:cNvSpPr>
          <p:nvPr/>
        </p:nvSpPr>
        <p:spPr>
          <a:xfrm xmlns:a="http://schemas.openxmlformats.org/drawingml/2006/main">
            <a:off x="590550" y="26765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03</a:t>
            </a:r>
          </a:p>
        </p:txBody>
      </p:sp>
      <p:sp>
        <p:nvSpPr>
          <p:cNvPr id="12" name="">
            <a:extLst xmlns:a="http://schemas.openxmlformats.org/drawingml/2006/main">
              <a:ext uri="{FF2B5EF4-FFF2-40B4-BE49-F238E27FC236}">
                <a16:creationId xmlns:a16="http://schemas.microsoft.com/office/drawing/2014/main" id="{BC1312AA-4E28-4F90-8C1E-D7F659F66E48}"/>
              </a:ext>
            </a:extLst>
          </p:cNvPr>
          <p:cNvSpPr>
            <a:spLocks xmlns:a="http://schemas.openxmlformats.org/drawingml/2006/main" noGrp="1"/>
          </p:cNvSpPr>
          <p:nvPr/>
        </p:nvSpPr>
        <p:spPr>
          <a:xfrm xmlns:a="http://schemas.openxmlformats.org/drawingml/2006/main">
            <a:off x="1238250" y="26574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two-termで広く掃引</a:t>
            </a:r>
          </a:p>
        </p:txBody>
      </p:sp>
      <p:sp>
        <p:nvSpPr>
          <p:cNvPr id="13" name="">
            <a:extLst xmlns:a="http://schemas.openxmlformats.org/drawingml/2006/main">
              <a:ext uri="{FF2B5EF4-FFF2-40B4-BE49-F238E27FC236}">
                <a16:creationId xmlns:a16="http://schemas.microsoft.com/office/drawing/2014/main" id="{87F45140-3308-4C40-8E79-AA3809A76FFA}"/>
              </a:ext>
            </a:extLst>
          </p:cNvPr>
          <p:cNvSpPr>
            <a:spLocks xmlns:a="http://schemas.openxmlformats.org/drawingml/2006/main" noGrp="1"/>
          </p:cNvSpPr>
          <p:nvPr/>
        </p:nvSpPr>
        <p:spPr>
          <a:xfrm xmlns:a="http://schemas.openxmlformats.org/drawingml/2006/main">
            <a:off x="4524375" y="26574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E/N・混合比・温度を広く走査し、感度の高い領域を特定する。</a:t>
            </a:r>
          </a:p>
        </p:txBody>
      </p:sp>
      <p:sp>
        <p:nvSpPr>
          <p:cNvPr id="14" name="">
            <a:extLst xmlns:a="http://schemas.openxmlformats.org/drawingml/2006/main">
              <a:ext uri="{FF2B5EF4-FFF2-40B4-BE49-F238E27FC236}">
                <a16:creationId xmlns:a16="http://schemas.microsoft.com/office/drawing/2014/main" id="{DD25685A-4E38-47C5-B7F3-F2302FF5D730}"/>
              </a:ext>
            </a:extLst>
          </p:cNvPr>
          <p:cNvSpPr>
            <a:spLocks xmlns:a="http://schemas.openxmlformats.org/drawingml/2006/main" noGrp="1"/>
          </p:cNvSpPr>
          <p:nvPr/>
        </p:nvSpPr>
        <p:spPr>
          <a:xfrm xmlns:a="http://schemas.openxmlformats.org/drawingml/2006/main">
            <a:off x="1238250" y="318135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5" name="">
            <a:extLst xmlns:a="http://schemas.openxmlformats.org/drawingml/2006/main">
              <a:ext uri="{FF2B5EF4-FFF2-40B4-BE49-F238E27FC236}">
                <a16:creationId xmlns:a16="http://schemas.microsoft.com/office/drawing/2014/main" id="{F03F62B3-4C56-4976-BBA1-EDE87B5CC77A}"/>
              </a:ext>
            </a:extLst>
          </p:cNvPr>
          <p:cNvSpPr>
            <a:spLocks xmlns:a="http://schemas.openxmlformats.org/drawingml/2006/main" noGrp="1"/>
          </p:cNvSpPr>
          <p:nvPr/>
        </p:nvSpPr>
        <p:spPr>
          <a:xfrm xmlns:a="http://schemas.openxmlformats.org/drawingml/2006/main">
            <a:off x="590550" y="33718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04</a:t>
            </a:r>
          </a:p>
        </p:txBody>
      </p:sp>
      <p:sp>
        <p:nvSpPr>
          <p:cNvPr id="16" name="">
            <a:extLst xmlns:a="http://schemas.openxmlformats.org/drawingml/2006/main">
              <a:ext uri="{FF2B5EF4-FFF2-40B4-BE49-F238E27FC236}">
                <a16:creationId xmlns:a16="http://schemas.microsoft.com/office/drawing/2014/main" id="{64388A97-4DFE-4F5D-9A1E-3ED18A4F7080}"/>
              </a:ext>
            </a:extLst>
          </p:cNvPr>
          <p:cNvSpPr>
            <a:spLocks xmlns:a="http://schemas.openxmlformats.org/drawingml/2006/main" noGrp="1"/>
          </p:cNvSpPr>
          <p:nvPr/>
        </p:nvSpPr>
        <p:spPr>
          <a:xfrm xmlns:a="http://schemas.openxmlformats.org/drawingml/2006/main">
            <a:off x="1238250" y="33528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PN・P1で差を分解</a:t>
            </a:r>
          </a:p>
        </p:txBody>
      </p:sp>
      <p:sp>
        <p:nvSpPr>
          <p:cNvPr id="17" name="">
            <a:extLst xmlns:a="http://schemas.openxmlformats.org/drawingml/2006/main">
              <a:ext uri="{FF2B5EF4-FFF2-40B4-BE49-F238E27FC236}">
                <a16:creationId xmlns:a16="http://schemas.microsoft.com/office/drawing/2014/main" id="{624A0D16-951E-4B16-A7EB-9B1434210282}"/>
              </a:ext>
            </a:extLst>
          </p:cNvPr>
          <p:cNvSpPr>
            <a:spLocks xmlns:a="http://schemas.openxmlformats.org/drawingml/2006/main" noGrp="1"/>
          </p:cNvSpPr>
          <p:nvPr/>
        </p:nvSpPr>
        <p:spPr>
          <a:xfrm xmlns:a="http://schemas.openxmlformats.org/drawingml/2006/main">
            <a:off x="4524375" y="33528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角度切断と離散化に対する独立な収束確認を行う。</a:t>
            </a:r>
          </a:p>
        </p:txBody>
      </p:sp>
      <p:sp>
        <p:nvSpPr>
          <p:cNvPr id="18" name="">
            <a:extLst xmlns:a="http://schemas.openxmlformats.org/drawingml/2006/main">
              <a:ext uri="{FF2B5EF4-FFF2-40B4-BE49-F238E27FC236}">
                <a16:creationId xmlns:a16="http://schemas.microsoft.com/office/drawing/2014/main" id="{BEB4C897-94C7-46C0-89A0-7A2D0F742A63}"/>
              </a:ext>
            </a:extLst>
          </p:cNvPr>
          <p:cNvSpPr>
            <a:spLocks xmlns:a="http://schemas.openxmlformats.org/drawingml/2006/main" noGrp="1"/>
          </p:cNvSpPr>
          <p:nvPr/>
        </p:nvSpPr>
        <p:spPr>
          <a:xfrm xmlns:a="http://schemas.openxmlformats.org/drawingml/2006/main">
            <a:off x="1238250" y="38766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9" name="">
            <a:extLst xmlns:a="http://schemas.openxmlformats.org/drawingml/2006/main">
              <a:ext uri="{FF2B5EF4-FFF2-40B4-BE49-F238E27FC236}">
                <a16:creationId xmlns:a16="http://schemas.microsoft.com/office/drawing/2014/main" id="{2F99C06C-7E84-4BD4-A890-0EA1AA6C6629}"/>
              </a:ext>
            </a:extLst>
          </p:cNvPr>
          <p:cNvSpPr>
            <a:spLocks xmlns:a="http://schemas.openxmlformats.org/drawingml/2006/main" noGrp="1"/>
          </p:cNvSpPr>
          <p:nvPr/>
        </p:nvSpPr>
        <p:spPr>
          <a:xfrm xmlns:a="http://schemas.openxmlformats.org/drawingml/2006/main">
            <a:off x="590550" y="40671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05</a:t>
            </a:r>
          </a:p>
        </p:txBody>
      </p:sp>
      <p:sp>
        <p:nvSpPr>
          <p:cNvPr id="20" name="">
            <a:extLst xmlns:a="http://schemas.openxmlformats.org/drawingml/2006/main">
              <a:ext uri="{FF2B5EF4-FFF2-40B4-BE49-F238E27FC236}">
                <a16:creationId xmlns:a16="http://schemas.microsoft.com/office/drawing/2014/main" id="{0932F3B6-EFCF-48F3-8488-759CB8C08DC3}"/>
              </a:ext>
            </a:extLst>
          </p:cNvPr>
          <p:cNvSpPr>
            <a:spLocks xmlns:a="http://schemas.openxmlformats.org/drawingml/2006/main" noGrp="1"/>
          </p:cNvSpPr>
          <p:nvPr/>
        </p:nvSpPr>
        <p:spPr>
          <a:xfrm xmlns:a="http://schemas.openxmlformats.org/drawingml/2006/main">
            <a:off x="1238250" y="40481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Monte Carloで選択点を検算</a:t>
            </a:r>
          </a:p>
        </p:txBody>
      </p:sp>
      <p:sp>
        <p:nvSpPr>
          <p:cNvPr id="21" name="">
            <a:extLst xmlns:a="http://schemas.openxmlformats.org/drawingml/2006/main">
              <a:ext uri="{FF2B5EF4-FFF2-40B4-BE49-F238E27FC236}">
                <a16:creationId xmlns:a16="http://schemas.microsoft.com/office/drawing/2014/main" id="{7E9D7E4E-E102-44A8-B433-CE30681D7CD9}"/>
              </a:ext>
            </a:extLst>
          </p:cNvPr>
          <p:cNvSpPr>
            <a:spLocks xmlns:a="http://schemas.openxmlformats.org/drawingml/2006/main" noGrp="1"/>
          </p:cNvSpPr>
          <p:nvPr/>
        </p:nvSpPr>
        <p:spPr>
          <a:xfrm xmlns:a="http://schemas.openxmlformats.org/drawingml/2006/main">
            <a:off x="4524375" y="40481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統計誤差を定量化し、軌道・B場・</a:t>
            </a:r>
            <a:r>
              <a:rPr sz="1275" b="0" i="0">
                <a:solidFill>
                  <a:srgbClr val="333333"/>
                </a:solidFill>
                <a:latin typeface="Noto Sans JP"/>
                <a:ea typeface="Noto Sans JP"/>
                <a:cs typeface="Noto Sans JP"/>
              </a:rPr>
              <a:t>高エネルギー尾部が重要</a:t>
            </a:r>
            <a:r>
              <a:rPr sz="1275" b="0" i="0">
                <a:solidFill>
                  <a:srgbClr val="333333"/>
                </a:solidFill>
                <a:latin typeface="Noto Sans JP"/>
                <a:ea typeface="Noto Sans JP"/>
                <a:cs typeface="Noto Sans JP"/>
              </a:rPr>
              <a:t>な点を確認する。</a:t>
            </a:r>
          </a:p>
        </p:txBody>
      </p:sp>
      <p:sp>
        <p:nvSpPr>
          <p:cNvPr id="22" name="">
            <a:extLst xmlns:a="http://schemas.openxmlformats.org/drawingml/2006/main">
              <a:ext uri="{FF2B5EF4-FFF2-40B4-BE49-F238E27FC236}">
                <a16:creationId xmlns:a16="http://schemas.microsoft.com/office/drawing/2014/main" id="{BD53A416-AB29-4388-AA91-6A781601C4C9}"/>
              </a:ext>
            </a:extLst>
          </p:cNvPr>
          <p:cNvSpPr>
            <a:spLocks xmlns:a="http://schemas.openxmlformats.org/drawingml/2006/main" noGrp="1"/>
          </p:cNvSpPr>
          <p:nvPr/>
        </p:nvSpPr>
        <p:spPr>
          <a:xfrm xmlns:a="http://schemas.openxmlformats.org/drawingml/2006/main">
            <a:off x="1238250" y="45720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3" name="">
            <a:extLst xmlns:a="http://schemas.openxmlformats.org/drawingml/2006/main">
              <a:ext uri="{FF2B5EF4-FFF2-40B4-BE49-F238E27FC236}">
                <a16:creationId xmlns:a16="http://schemas.microsoft.com/office/drawing/2014/main" id="{8267A43C-8369-47E1-81C4-4FE817A66A6E}"/>
              </a:ext>
            </a:extLst>
          </p:cNvPr>
          <p:cNvSpPr>
            <a:spLocks xmlns:a="http://schemas.openxmlformats.org/drawingml/2006/main" noGrp="1"/>
          </p:cNvSpPr>
          <p:nvPr/>
        </p:nvSpPr>
        <p:spPr>
          <a:xfrm xmlns:a="http://schemas.openxmlformats.org/drawingml/2006/main">
            <a:off x="590550" y="47625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06</a:t>
            </a:r>
          </a:p>
        </p:txBody>
      </p:sp>
      <p:sp>
        <p:nvSpPr>
          <p:cNvPr id="24" name="">
            <a:extLst xmlns:a="http://schemas.openxmlformats.org/drawingml/2006/main">
              <a:ext uri="{FF2B5EF4-FFF2-40B4-BE49-F238E27FC236}">
                <a16:creationId xmlns:a16="http://schemas.microsoft.com/office/drawing/2014/main" id="{E2A8CAF5-DEAF-4088-AD36-3F8115B21765}"/>
              </a:ext>
            </a:extLst>
          </p:cNvPr>
          <p:cNvSpPr>
            <a:spLocks xmlns:a="http://schemas.openxmlformats.org/drawingml/2006/main" noGrp="1"/>
          </p:cNvSpPr>
          <p:nvPr/>
        </p:nvSpPr>
        <p:spPr>
          <a:xfrm xmlns:a="http://schemas.openxmlformats.org/drawingml/2006/main">
            <a:off x="1238250" y="47434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COMSOLと実験へ接続</a:t>
            </a:r>
          </a:p>
        </p:txBody>
      </p:sp>
      <p:sp>
        <p:nvSpPr>
          <p:cNvPr id="25" name="">
            <a:extLst xmlns:a="http://schemas.openxmlformats.org/drawingml/2006/main">
              <a:ext uri="{FF2B5EF4-FFF2-40B4-BE49-F238E27FC236}">
                <a16:creationId xmlns:a16="http://schemas.microsoft.com/office/drawing/2014/main" id="{6AFC9D02-2233-4A3F-A65D-7B0EC7CA48E8}"/>
              </a:ext>
            </a:extLst>
          </p:cNvPr>
          <p:cNvSpPr>
            <a:spLocks xmlns:a="http://schemas.openxmlformats.org/drawingml/2006/main" noGrp="1"/>
          </p:cNvSpPr>
          <p:nvPr/>
        </p:nvSpPr>
        <p:spPr>
          <a:xfrm xmlns:a="http://schemas.openxmlformats.org/drawingml/2006/main">
            <a:off x="4524375" y="47434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同一MPHで空間分布を比較し、診断・ウエハKPIとの差から仮定を更新する。</a:t>
            </a:r>
          </a:p>
        </p:txBody>
      </p:sp>
      <p:sp>
        <p:nvSpPr>
          <p:cNvPr id="26" name="takeaway-bullet">
            <a:extLst xmlns:a="http://schemas.openxmlformats.org/drawingml/2006/main">
              <a:ext uri="{FF2B5EF4-FFF2-40B4-BE49-F238E27FC236}">
                <a16:creationId xmlns:a16="http://schemas.microsoft.com/office/drawing/2014/main" id="{B50E2C95-7945-4CF5-9E30-CD10F4721802}"/>
              </a:ext>
            </a:extLst>
          </p:cNvPr>
          <p:cNvSpPr>
            <a:spLocks xmlns:a="http://schemas.openxmlformats.org/drawingml/2006/main" noGrp="1"/>
          </p:cNvSpPr>
          <p:nvPr/>
        </p:nvSpPr>
        <p:spPr>
          <a:xfrm xmlns:a="http://schemas.openxmlformats.org/drawingml/2006/main">
            <a:off x="457200" y="60864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7" name="takeaway">
            <a:extLst xmlns:a="http://schemas.openxmlformats.org/drawingml/2006/main">
              <a:ext uri="{FF2B5EF4-FFF2-40B4-BE49-F238E27FC236}">
                <a16:creationId xmlns:a16="http://schemas.microsoft.com/office/drawing/2014/main" id="{9CE5679D-AFC9-44ED-B488-386070F2CA59}"/>
              </a:ext>
            </a:extLst>
          </p:cNvPr>
          <p:cNvSpPr>
            <a:spLocks xmlns:a="http://schemas.openxmlformats.org/drawingml/2006/main" noGrp="1"/>
          </p:cNvSpPr>
          <p:nvPr/>
        </p:nvSpPr>
        <p:spPr>
          <a:xfrm xmlns:a="http://schemas.openxmlformats.org/drawingml/2006/main">
            <a:off x="647700" y="59626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全条件を高コスト手法で解かず、KPI感度と証拠不足に応じて計算資源を配分する。</a:t>
            </a:r>
          </a:p>
        </p:txBody>
      </p:sp>
      <p:sp>
        <p:nvSpPr>
          <p:cNvPr id="29" name="footer">
            <a:extLst xmlns:a="http://schemas.openxmlformats.org/drawingml/2006/main">
              <a:ext uri="{FF2B5EF4-FFF2-40B4-BE49-F238E27FC236}">
                <a16:creationId xmlns:a16="http://schemas.microsoft.com/office/drawing/2014/main" id="{E500AA74-C71D-4F9A-8A0C-12D5EB35217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0" name="page">
            <a:extLst xmlns:a="http://schemas.openxmlformats.org/drawingml/2006/main">
              <a:ext uri="{FF2B5EF4-FFF2-40B4-BE49-F238E27FC236}">
                <a16:creationId xmlns:a16="http://schemas.microsoft.com/office/drawing/2014/main" id="{5CC3C795-46A0-4304-9EAC-33E32A65E55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73</a:t>
            </a:r>
          </a:p>
        </p:txBody>
      </p:sp>
      <p:sp>
        <p:nvSpPr>
          <p:cNvPr id="31" name="section">
            <a:extLst xmlns:a="http://schemas.openxmlformats.org/drawingml/2006/main">
              <a:ext uri="{FF2B5EF4-FFF2-40B4-BE49-F238E27FC236}">
                <a16:creationId xmlns:a16="http://schemas.microsoft.com/office/drawing/2014/main" id="{7C0B78B1-15CA-4ADD-9E62-A85647C2E01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VIII. 装置開発への適用</a:t>
            </a:r>
          </a:p>
        </p:txBody>
      </p:sp>
    </p:spTree>
    <p:extLst>
      <p:ext uri="{BB962C8B-B14F-4D97-AF65-F5344CB8AC3E}">
        <p14:creationId xmlns:p14="http://schemas.microsoft.com/office/powerpoint/2010/main" val="1571796258"/>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14B2068-B8EC-49A1-B66C-873508C7361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Swarm結果を装置設計に使うための結論</a:t>
            </a:r>
          </a:p>
        </p:txBody>
      </p:sp>
      <p:graphicFrame>
        <p:nvGraphicFramePr>
          <p:cNvPr id="12" name=""/>
          <p:cNvGraphicFramePr/>
          <p:nvPr/>
        </p:nvGraphicFramePr>
        <p:xfrm>
          <a:off xmlns:a="http://schemas.openxmlformats.org/drawingml/2006/main" x="428625" y="1333500"/>
          <a:ext xmlns:a="http://schemas.openxmlformats.org/drawingml/2006/main" cx="11334750" cy="4048125"/>
        </p:xfrm>
        <a:graphic xmlns:a="http://schemas.openxmlformats.org/drawingml/2006/main">
          <a:graphicData uri="http://schemas.openxmlformats.org/drawingml/2006/table">
            <a:tbl>
              <a:tblPr/>
              <a:tblGrid>
                <a:gridCol w="2785110"/>
                <a:gridCol w="4210050"/>
                <a:gridCol w="4339590"/>
              </a:tblGrid>
              <a:tr h="578304">
                <a:tc>
                  <a:txBody>
                    <a:bodyPr lIns="57150" tIns="47625" rIns="57150" bIns="47625">
                      <a:normAutofit/>
                    </a:bodyPr>
                    <a:lstStyle/>
                    <a:p>
                      <a:pPr algn="l"/>
                      <a:r>
                        <a:rPr sz="1125" b="1">
                          <a:solidFill>
                            <a:srgbClr val="FFFFFF"/>
                          </a:solidFill>
                          <a:latin typeface="Noto Sans JP"/>
                          <a:ea typeface="Noto Sans JP"/>
                          <a:cs typeface="Noto Sans JP"/>
                        </a:rPr>
                        <a:t>確認できたこと</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本データの定量結果</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装置開発での意味</a:t>
                      </a:r>
                    </a:p>
                  </a:txBody>
                  <a:tcPr marL="91440" marR="91440" marT="45720" marB="45720" anchor="ctr">
                    <a:solidFill>
                      <a:srgbClr val="00A6D6"/>
                    </a:solidFill>
                  </a:tcPr>
                </a:tc>
              </a:tr>
              <a:tr h="578304">
                <a:tc>
                  <a:txBody>
                    <a:bodyPr lIns="57150" tIns="47625" rIns="57150" bIns="47625">
                      <a:normAutofit/>
                    </a:bodyPr>
                    <a:lstStyle/>
                    <a:p>
                      <a:pPr algn="l"/>
                      <a:r>
                        <a:rPr sz="1013" b="1">
                          <a:solidFill>
                            <a:srgbClr val="333333"/>
                          </a:solidFill>
                          <a:latin typeface="Noto Sans JP"/>
                          <a:ea typeface="Noto Sans JP"/>
                          <a:cs typeface="Noto Sans JP"/>
                        </a:rPr>
                        <a:t>4手法の役割</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決定論3手法＋粒子Monte Carlo</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近似・離散化・統計を別方向から検算</a:t>
                      </a:r>
                    </a:p>
                  </a:txBody>
                  <a:tcPr marL="91440" marR="91440" marT="45720" marB="45720" anchor="ctr">
                    <a:solidFill>
                      <a:srgbClr val="FFFFFF"/>
                    </a:solidFill>
                  </a:tcPr>
                </a:tc>
              </a:tr>
              <a:tr h="578304">
                <a:tc>
                  <a:txBody>
                    <a:bodyPr lIns="57150" tIns="47625" rIns="57150" bIns="47625">
                      <a:normAutofit/>
                    </a:bodyPr>
                    <a:lstStyle/>
                    <a:p>
                      <a:pPr algn="l"/>
                      <a:r>
                        <a:rPr sz="1013" b="1">
                          <a:solidFill>
                            <a:srgbClr val="333333"/>
                          </a:solidFill>
                          <a:latin typeface="Noto Sans JP"/>
                          <a:ea typeface="Noto Sans JP"/>
                          <a:cs typeface="Noto Sans JP"/>
                        </a:rPr>
                        <a:t>EEDF比較</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横軸を線形化し、Maxwellian / Druyvesteynを同一〈ε〉で比較</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反応閾値とtailの絶対エネルギーを直接読む</a:t>
                      </a:r>
                    </a:p>
                  </a:txBody>
                  <a:tcPr marL="91440" marR="91440" marT="45720" marB="45720" anchor="ctr">
                    <a:solidFill>
                      <a:srgbClr val="F2F3F4"/>
                    </a:solidFill>
                  </a:tcPr>
                </a:tc>
              </a:tr>
              <a:tr h="578304">
                <a:tc>
                  <a:txBody>
                    <a:bodyPr lIns="57150" tIns="47625" rIns="57150" bIns="47625">
                      <a:normAutofit/>
                    </a:bodyPr>
                    <a:lstStyle/>
                    <a:p>
                      <a:pPr algn="l"/>
                      <a:r>
                        <a:rPr sz="1013" b="1">
                          <a:solidFill>
                            <a:srgbClr val="333333"/>
                          </a:solidFill>
                          <a:latin typeface="Noto Sans JP"/>
                          <a:ea typeface="Noto Sans JP"/>
                          <a:cs typeface="Noto Sans JP"/>
                        </a:rPr>
                        <a:t>純ArのEEDF</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Swarm 3手法は広い条件で同じ物理枝</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広域探索には高速手法、選択点は独立検算</a:t>
                      </a:r>
                    </a:p>
                  </a:txBody>
                  <a:tcPr marL="91440" marR="91440" marT="45720" marB="45720" anchor="ctr">
                    <a:solidFill>
                      <a:srgbClr val="FFFFFF"/>
                    </a:solidFill>
                  </a:tcPr>
                </a:tc>
              </a:tr>
              <a:tr h="578304">
                <a:tc>
                  <a:txBody>
                    <a:bodyPr lIns="57150" tIns="47625" rIns="57150" bIns="47625">
                      <a:normAutofit/>
                    </a:bodyPr>
                    <a:lstStyle/>
                    <a:p>
                      <a:pPr algn="l"/>
                      <a:r>
                        <a:rPr sz="1013" b="1">
                          <a:solidFill>
                            <a:srgbClr val="333333"/>
                          </a:solidFill>
                          <a:latin typeface="Noto Sans JP"/>
                          <a:ea typeface="Noto Sans JP"/>
                          <a:cs typeface="Noto Sans JP"/>
                        </a:rPr>
                        <a:t>ICPのSwarm 3入力</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積分量の手法間差は概ね1.1%以下</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標準COMSOLのEEDF表現との差が支配的</a:t>
                      </a:r>
                    </a:p>
                  </a:txBody>
                  <a:tcPr marL="91440" marR="91440" marT="45720" marB="45720" anchor="ctr">
                    <a:solidFill>
                      <a:srgbClr val="F2F3F4"/>
                    </a:solidFill>
                  </a:tcPr>
                </a:tc>
              </a:tr>
              <a:tr h="578304">
                <a:tc>
                  <a:txBody>
                    <a:bodyPr lIns="57150" tIns="47625" rIns="57150" bIns="47625">
                      <a:normAutofit/>
                    </a:bodyPr>
                    <a:lstStyle/>
                    <a:p>
                      <a:pPr algn="l"/>
                      <a:r>
                        <a:rPr sz="1013" b="1">
                          <a:solidFill>
                            <a:srgbClr val="333333"/>
                          </a:solidFill>
                          <a:latin typeface="Noto Sans JP"/>
                          <a:ea typeface="Noto Sans JP"/>
                          <a:cs typeface="Noto Sans JP"/>
                        </a:rPr>
                        <a:t>CCPの2入力</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nₑ L₂ 0.40–0.42、電子温度L₂ 0.237–0.239</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two-termとMCは近いが標準COMSOLとの差は大きい</a:t>
                      </a:r>
                    </a:p>
                  </a:txBody>
                  <a:tcPr marL="91440" marR="91440" marT="45720" marB="45720" anchor="ctr">
                    <a:solidFill>
                      <a:srgbClr val="FFFFFF"/>
                    </a:solidFill>
                  </a:tcPr>
                </a:tc>
              </a:tr>
              <a:tr h="578304">
                <a:tc>
                  <a:txBody>
                    <a:bodyPr lIns="57150" tIns="47625" rIns="57150" bIns="47625">
                      <a:normAutofit/>
                    </a:bodyPr>
                    <a:lstStyle/>
                    <a:p>
                      <a:pPr algn="l"/>
                      <a:r>
                        <a:rPr sz="1013" b="1">
                          <a:solidFill>
                            <a:srgbClr val="333333"/>
                          </a:solidFill>
                          <a:latin typeface="Noto Sans JP"/>
                          <a:ea typeface="Noto Sans JP"/>
                          <a:cs typeface="Noto Sans JP"/>
                        </a:rPr>
                        <a:t>CCPの証拠範囲</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標準COMSOL＋two-term＋MCの周期平均2D結果</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P1空間結果は追加solveが必要</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2DDF7CDB-FFCD-4D0A-992C-7A6551F1EFA5}"/>
              </a:ext>
            </a:extLst>
          </p:cNvPr>
          <p:cNvSpPr>
            <a:spLocks xmlns:a="http://schemas.openxmlformats.org/drawingml/2006/main" noGrp="1"/>
          </p:cNvSpPr>
          <p:nvPr/>
        </p:nvSpPr>
        <p:spPr>
          <a:xfrm xmlns:a="http://schemas.openxmlformats.org/drawingml/2006/main">
            <a:off x="857250" y="55245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次の決定的検証</a:t>
            </a:r>
          </a:p>
        </p:txBody>
      </p:sp>
      <p:sp>
        <p:nvSpPr>
          <p:cNvPr id="5" name="">
            <a:extLst xmlns:a="http://schemas.openxmlformats.org/drawingml/2006/main">
              <a:ext uri="{FF2B5EF4-FFF2-40B4-BE49-F238E27FC236}">
                <a16:creationId xmlns:a16="http://schemas.microsoft.com/office/drawing/2014/main" id="{C4E2FC08-2B86-4E9E-8369-5EBA920250A4}"/>
              </a:ext>
            </a:extLst>
          </p:cNvPr>
          <p:cNvSpPr>
            <a:spLocks xmlns:a="http://schemas.openxmlformats.org/drawingml/2006/main" noGrp="1"/>
          </p:cNvSpPr>
          <p:nvPr/>
        </p:nvSpPr>
        <p:spPr>
          <a:xfrm xmlns:a="http://schemas.openxmlformats.org/drawingml/2006/main">
            <a:off x="2857500" y="5400675"/>
            <a:ext cx="828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CCPのpropagator P1を同一MPH・同一周期平均で追加し、RF位相分解・周期間差・共通メッシュ出力を揃える。</a:t>
            </a:r>
          </a:p>
        </p:txBody>
      </p:sp>
      <p:sp>
        <p:nvSpPr>
          <p:cNvPr id="6" name="takeaway-bullet">
            <a:extLst xmlns:a="http://schemas.openxmlformats.org/drawingml/2006/main">
              <a:ext uri="{FF2B5EF4-FFF2-40B4-BE49-F238E27FC236}">
                <a16:creationId xmlns:a16="http://schemas.microsoft.com/office/drawing/2014/main" id="{085FDB65-4E6A-446B-8A61-B4DF781A89C8}"/>
              </a:ext>
            </a:extLst>
          </p:cNvPr>
          <p:cNvSpPr>
            <a:spLocks xmlns:a="http://schemas.openxmlformats.org/drawingml/2006/main" noGrp="1"/>
          </p:cNvSpPr>
          <p:nvPr/>
        </p:nvSpPr>
        <p:spPr>
          <a:xfrm xmlns:a="http://schemas.openxmlformats.org/drawingml/2006/main">
            <a:off x="457200" y="60769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F42C9E56-8777-4E8B-AFC4-3013DC251ADF}"/>
              </a:ext>
            </a:extLst>
          </p:cNvPr>
          <p:cNvSpPr>
            <a:spLocks xmlns:a="http://schemas.openxmlformats.org/drawingml/2006/main" noGrp="1"/>
          </p:cNvSpPr>
          <p:nvPr/>
        </p:nvSpPr>
        <p:spPr>
          <a:xfrm xmlns:a="http://schemas.openxmlformats.org/drawingml/2006/main">
            <a:off x="647700" y="59531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仮定 → 数値収束 → 採用判定 → COMSOL入力 → 空間KPIの因果鎖を切らない。</a:t>
            </a:r>
          </a:p>
        </p:txBody>
      </p:sp>
      <p:sp>
        <p:nvSpPr>
          <p:cNvPr id="8" name="section">
            <a:extLst xmlns:a="http://schemas.openxmlformats.org/drawingml/2006/main">
              <a:ext uri="{FF2B5EF4-FFF2-40B4-BE49-F238E27FC236}">
                <a16:creationId xmlns:a16="http://schemas.microsoft.com/office/drawing/2014/main" id="{7633E1E3-BA2D-49E8-A8BF-C8861DEEABB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IX. 結論</a:t>
            </a:r>
          </a:p>
        </p:txBody>
      </p:sp>
      <p:sp>
        <p:nvSpPr>
          <p:cNvPr id="9" name="footer">
            <a:extLst xmlns:a="http://schemas.openxmlformats.org/drawingml/2006/main">
              <a:ext uri="{FF2B5EF4-FFF2-40B4-BE49-F238E27FC236}">
                <a16:creationId xmlns:a16="http://schemas.microsoft.com/office/drawing/2014/main" id="{1CE15108-6B1D-48FC-9717-3BDCED946F6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8D2CECAE-6310-40DC-AB19-6D044E19778C}"/>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74</a:t>
            </a:r>
          </a:p>
        </p:txBody>
      </p:sp>
    </p:spTree>
    <p:extLst>
      <p:ext uri="{BB962C8B-B14F-4D97-AF65-F5344CB8AC3E}">
        <p14:creationId xmlns:p14="http://schemas.microsoft.com/office/powerpoint/2010/main" val="3106271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C29C0D-EAEC-4E24-8BDE-81C019C6C88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7C33BCA2-7A20-4306-9C9B-EA1AB3019C2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75</a:t>
            </a:r>
          </a:p>
        </p:txBody>
      </p:sp>
      <p:sp>
        <p:nvSpPr>
          <p:cNvPr id="8" name="">
            <a:extLst xmlns:a="http://schemas.openxmlformats.org/drawingml/2006/main">
              <a:ext uri="{FF2B5EF4-FFF2-40B4-BE49-F238E27FC236}">
                <a16:creationId xmlns:a16="http://schemas.microsoft.com/office/drawing/2014/main" id="{3E5BD455-D444-45A9-9F89-60E245FD8755}"/>
              </a:ext>
            </a:extLst>
          </p:cNvPr>
          <p:cNvSpPr>
            <a:spLocks xmlns:a="http://schemas.openxmlformats.org/drawingml/2006/main" noGrp="1"/>
          </p:cNvSpPr>
          <p:nvPr/>
        </p:nvSpPr>
        <p:spPr>
          <a:xfrm xmlns:a="http://schemas.openxmlformats.org/drawingml/2006/main">
            <a:off x="523875" y="13811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[R1]</a:t>
            </a:r>
          </a:p>
        </p:txBody>
      </p:sp>
      <p:sp>
        <p:nvSpPr>
          <p:cNvPr id="9" name="">
            <a:extLst xmlns:a="http://schemas.openxmlformats.org/drawingml/2006/main">
              <a:ext uri="{FF2B5EF4-FFF2-40B4-BE49-F238E27FC236}">
                <a16:creationId xmlns:a16="http://schemas.microsoft.com/office/drawing/2014/main" id="{3C3E1078-54FB-4911-8CEE-858946BC7191}"/>
              </a:ext>
            </a:extLst>
          </p:cNvPr>
          <p:cNvSpPr>
            <a:spLocks xmlns:a="http://schemas.openxmlformats.org/drawingml/2006/main" noGrp="1"/>
          </p:cNvSpPr>
          <p:nvPr/>
        </p:nvSpPr>
        <p:spPr>
          <a:xfrm xmlns:a="http://schemas.openxmlformats.org/drawingml/2006/main">
            <a:off x="1095375" y="1343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Hagelaar &amp; Pitchford, Plasma Sources Sci. Technol. 14 (2005) 722–733. DOI:10.1088/0963-0252/14/4/011</a:t>
            </a:r>
          </a:p>
        </p:txBody>
      </p:sp>
      <p:sp>
        <p:nvSpPr>
          <p:cNvPr id="10" name="">
            <a:extLst xmlns:a="http://schemas.openxmlformats.org/drawingml/2006/main">
              <a:ext uri="{FF2B5EF4-FFF2-40B4-BE49-F238E27FC236}">
                <a16:creationId xmlns:a16="http://schemas.microsoft.com/office/drawing/2014/main" id="{F528BC2C-9B74-4D70-8D0B-3F1642A1C664}"/>
              </a:ext>
            </a:extLst>
          </p:cNvPr>
          <p:cNvSpPr>
            <a:spLocks xmlns:a="http://schemas.openxmlformats.org/drawingml/2006/main" noGrp="1"/>
          </p:cNvSpPr>
          <p:nvPr/>
        </p:nvSpPr>
        <p:spPr>
          <a:xfrm xmlns:a="http://schemas.openxmlformats.org/drawingml/2006/main">
            <a:off x="1095375" y="188595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11" name="">
            <a:extLst xmlns:a="http://schemas.openxmlformats.org/drawingml/2006/main">
              <a:ext uri="{FF2B5EF4-FFF2-40B4-BE49-F238E27FC236}">
                <a16:creationId xmlns:a16="http://schemas.microsoft.com/office/drawing/2014/main" id="{CA934A21-BE48-4B35-ABD1-605C32685212}"/>
              </a:ext>
            </a:extLst>
          </p:cNvPr>
          <p:cNvSpPr>
            <a:spLocks xmlns:a="http://schemas.openxmlformats.org/drawingml/2006/main" noGrp="1"/>
          </p:cNvSpPr>
          <p:nvPr/>
        </p:nvSpPr>
        <p:spPr>
          <a:xfrm xmlns:a="http://schemas.openxmlformats.org/drawingml/2006/main">
            <a:off x="523875" y="20097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[R2]</a:t>
            </a:r>
          </a:p>
        </p:txBody>
      </p:sp>
      <p:sp>
        <p:nvSpPr>
          <p:cNvPr id="12" name="">
            <a:extLst xmlns:a="http://schemas.openxmlformats.org/drawingml/2006/main">
              <a:ext uri="{FF2B5EF4-FFF2-40B4-BE49-F238E27FC236}">
                <a16:creationId xmlns:a16="http://schemas.microsoft.com/office/drawing/2014/main" id="{8DE1DA1C-5948-41DA-97E3-91D2B8D79490}"/>
              </a:ext>
            </a:extLst>
          </p:cNvPr>
          <p:cNvSpPr>
            <a:spLocks xmlns:a="http://schemas.openxmlformats.org/drawingml/2006/main" noGrp="1"/>
          </p:cNvSpPr>
          <p:nvPr/>
        </p:nvSpPr>
        <p:spPr>
          <a:xfrm xmlns:a="http://schemas.openxmlformats.org/drawingml/2006/main">
            <a:off x="1095375" y="19716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Pitchford et al., Plasma Process. Polym. 14 (2017) 1600098. DOI:10.1002/ppap.201600098</a:t>
            </a:r>
          </a:p>
        </p:txBody>
      </p:sp>
      <p:sp>
        <p:nvSpPr>
          <p:cNvPr id="13" name="">
            <a:extLst xmlns:a="http://schemas.openxmlformats.org/drawingml/2006/main">
              <a:ext uri="{FF2B5EF4-FFF2-40B4-BE49-F238E27FC236}">
                <a16:creationId xmlns:a16="http://schemas.microsoft.com/office/drawing/2014/main" id="{1C33245A-9DA4-4815-B56C-ACCA4CC84BA3}"/>
              </a:ext>
            </a:extLst>
          </p:cNvPr>
          <p:cNvSpPr>
            <a:spLocks xmlns:a="http://schemas.openxmlformats.org/drawingml/2006/main" noGrp="1"/>
          </p:cNvSpPr>
          <p:nvPr/>
        </p:nvSpPr>
        <p:spPr>
          <a:xfrm xmlns:a="http://schemas.openxmlformats.org/drawingml/2006/main">
            <a:off x="1095375" y="251460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14" name="">
            <a:extLst xmlns:a="http://schemas.openxmlformats.org/drawingml/2006/main">
              <a:ext uri="{FF2B5EF4-FFF2-40B4-BE49-F238E27FC236}">
                <a16:creationId xmlns:a16="http://schemas.microsoft.com/office/drawing/2014/main" id="{E09731DF-32DF-4355-A623-56AA689E41DB}"/>
              </a:ext>
            </a:extLst>
          </p:cNvPr>
          <p:cNvSpPr>
            <a:spLocks xmlns:a="http://schemas.openxmlformats.org/drawingml/2006/main" noGrp="1"/>
          </p:cNvSpPr>
          <p:nvPr/>
        </p:nvSpPr>
        <p:spPr>
          <a:xfrm xmlns:a="http://schemas.openxmlformats.org/drawingml/2006/main">
            <a:off x="523875" y="26384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[R3]</a:t>
            </a:r>
          </a:p>
        </p:txBody>
      </p:sp>
      <p:sp>
        <p:nvSpPr>
          <p:cNvPr id="15" name="">
            <a:extLst xmlns:a="http://schemas.openxmlformats.org/drawingml/2006/main">
              <a:ext uri="{FF2B5EF4-FFF2-40B4-BE49-F238E27FC236}">
                <a16:creationId xmlns:a16="http://schemas.microsoft.com/office/drawing/2014/main" id="{9D09507F-1F94-4D51-9774-8913F434D81B}"/>
              </a:ext>
            </a:extLst>
          </p:cNvPr>
          <p:cNvSpPr>
            <a:spLocks xmlns:a="http://schemas.openxmlformats.org/drawingml/2006/main" noGrp="1"/>
          </p:cNvSpPr>
          <p:nvPr/>
        </p:nvSpPr>
        <p:spPr>
          <a:xfrm xmlns:a="http://schemas.openxmlformats.org/drawingml/2006/main">
            <a:off x="1095375" y="26003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Leyh, Loffhagen &amp; Winkler, Comput. Phys. Commun. 113 (1998) 33–48. DOI:10.1016/S0010-4655(98)00062-9</a:t>
            </a:r>
          </a:p>
        </p:txBody>
      </p:sp>
      <p:sp>
        <p:nvSpPr>
          <p:cNvPr id="16" name="">
            <a:extLst xmlns:a="http://schemas.openxmlformats.org/drawingml/2006/main">
              <a:ext uri="{FF2B5EF4-FFF2-40B4-BE49-F238E27FC236}">
                <a16:creationId xmlns:a16="http://schemas.microsoft.com/office/drawing/2014/main" id="{1F2985FB-5F85-4DD9-8453-4E7E16039C86}"/>
              </a:ext>
            </a:extLst>
          </p:cNvPr>
          <p:cNvSpPr>
            <a:spLocks xmlns:a="http://schemas.openxmlformats.org/drawingml/2006/main" noGrp="1"/>
          </p:cNvSpPr>
          <p:nvPr/>
        </p:nvSpPr>
        <p:spPr>
          <a:xfrm xmlns:a="http://schemas.openxmlformats.org/drawingml/2006/main">
            <a:off x="1095375" y="314325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17" name="">
            <a:extLst xmlns:a="http://schemas.openxmlformats.org/drawingml/2006/main">
              <a:ext uri="{FF2B5EF4-FFF2-40B4-BE49-F238E27FC236}">
                <a16:creationId xmlns:a16="http://schemas.microsoft.com/office/drawing/2014/main" id="{9E70B3E5-FC7F-4D2C-8288-782A3AB7D10E}"/>
              </a:ext>
            </a:extLst>
          </p:cNvPr>
          <p:cNvSpPr>
            <a:spLocks xmlns:a="http://schemas.openxmlformats.org/drawingml/2006/main" noGrp="1"/>
          </p:cNvSpPr>
          <p:nvPr/>
        </p:nvSpPr>
        <p:spPr>
          <a:xfrm xmlns:a="http://schemas.openxmlformats.org/drawingml/2006/main">
            <a:off x="523875" y="32670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[R4]</a:t>
            </a:r>
          </a:p>
        </p:txBody>
      </p:sp>
      <p:sp>
        <p:nvSpPr>
          <p:cNvPr id="18" name="">
            <a:extLst xmlns:a="http://schemas.openxmlformats.org/drawingml/2006/main">
              <a:ext uri="{FF2B5EF4-FFF2-40B4-BE49-F238E27FC236}">
                <a16:creationId xmlns:a16="http://schemas.microsoft.com/office/drawing/2014/main" id="{3BB9977A-2046-41C2-A568-40494A76095F}"/>
              </a:ext>
            </a:extLst>
          </p:cNvPr>
          <p:cNvSpPr>
            <a:spLocks xmlns:a="http://schemas.openxmlformats.org/drawingml/2006/main" noGrp="1"/>
          </p:cNvSpPr>
          <p:nvPr/>
        </p:nvSpPr>
        <p:spPr>
          <a:xfrm xmlns:a="http://schemas.openxmlformats.org/drawingml/2006/main">
            <a:off x="1095375" y="32289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White, Robson &amp; Ness, Phys. Rev. E 60 (1999) 7457. DOI:10.1103/PhysRevE.60.7457</a:t>
            </a:r>
          </a:p>
        </p:txBody>
      </p:sp>
      <p:sp>
        <p:nvSpPr>
          <p:cNvPr id="19" name="">
            <a:extLst xmlns:a="http://schemas.openxmlformats.org/drawingml/2006/main">
              <a:ext uri="{FF2B5EF4-FFF2-40B4-BE49-F238E27FC236}">
                <a16:creationId xmlns:a16="http://schemas.microsoft.com/office/drawing/2014/main" id="{D1458B18-DC36-4AD1-806D-2D8D61E6B1CC}"/>
              </a:ext>
            </a:extLst>
          </p:cNvPr>
          <p:cNvSpPr>
            <a:spLocks xmlns:a="http://schemas.openxmlformats.org/drawingml/2006/main" noGrp="1"/>
          </p:cNvSpPr>
          <p:nvPr/>
        </p:nvSpPr>
        <p:spPr>
          <a:xfrm xmlns:a="http://schemas.openxmlformats.org/drawingml/2006/main">
            <a:off x="1095375" y="377190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20" name="">
            <a:extLst xmlns:a="http://schemas.openxmlformats.org/drawingml/2006/main">
              <a:ext uri="{FF2B5EF4-FFF2-40B4-BE49-F238E27FC236}">
                <a16:creationId xmlns:a16="http://schemas.microsoft.com/office/drawing/2014/main" id="{67B78BE1-FFE1-40D1-AE2A-BC39160B6329}"/>
              </a:ext>
            </a:extLst>
          </p:cNvPr>
          <p:cNvSpPr>
            <a:spLocks xmlns:a="http://schemas.openxmlformats.org/drawingml/2006/main" noGrp="1"/>
          </p:cNvSpPr>
          <p:nvPr/>
        </p:nvSpPr>
        <p:spPr>
          <a:xfrm xmlns:a="http://schemas.openxmlformats.org/drawingml/2006/main">
            <a:off x="523875" y="38957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[R5]</a:t>
            </a:r>
          </a:p>
        </p:txBody>
      </p:sp>
      <p:sp>
        <p:nvSpPr>
          <p:cNvPr id="21" name="">
            <a:extLst xmlns:a="http://schemas.openxmlformats.org/drawingml/2006/main">
              <a:ext uri="{FF2B5EF4-FFF2-40B4-BE49-F238E27FC236}">
                <a16:creationId xmlns:a16="http://schemas.microsoft.com/office/drawing/2014/main" id="{01112EF7-78FC-4D5B-B9EE-9890B619524A}"/>
              </a:ext>
            </a:extLst>
          </p:cNvPr>
          <p:cNvSpPr>
            <a:spLocks xmlns:a="http://schemas.openxmlformats.org/drawingml/2006/main" noGrp="1"/>
          </p:cNvSpPr>
          <p:nvPr/>
        </p:nvSpPr>
        <p:spPr>
          <a:xfrm xmlns:a="http://schemas.openxmlformats.org/drawingml/2006/main">
            <a:off x="1095375" y="38576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Longo, Plasma Sources Sci. Technol. 15 (2006) S181–S188. DOI:10.1088/0963-0252/15/4/S04</a:t>
            </a:r>
          </a:p>
        </p:txBody>
      </p:sp>
      <p:sp>
        <p:nvSpPr>
          <p:cNvPr id="22" name="">
            <a:extLst xmlns:a="http://schemas.openxmlformats.org/drawingml/2006/main">
              <a:ext uri="{FF2B5EF4-FFF2-40B4-BE49-F238E27FC236}">
                <a16:creationId xmlns:a16="http://schemas.microsoft.com/office/drawing/2014/main" id="{C8E9C1FC-6270-45C5-90C0-C3F1196C5821}"/>
              </a:ext>
            </a:extLst>
          </p:cNvPr>
          <p:cNvSpPr>
            <a:spLocks xmlns:a="http://schemas.openxmlformats.org/drawingml/2006/main" noGrp="1"/>
          </p:cNvSpPr>
          <p:nvPr/>
        </p:nvSpPr>
        <p:spPr>
          <a:xfrm xmlns:a="http://schemas.openxmlformats.org/drawingml/2006/main">
            <a:off x="1095375" y="440055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23" name="">
            <a:extLst xmlns:a="http://schemas.openxmlformats.org/drawingml/2006/main">
              <a:ext uri="{FF2B5EF4-FFF2-40B4-BE49-F238E27FC236}">
                <a16:creationId xmlns:a16="http://schemas.microsoft.com/office/drawing/2014/main" id="{A0A2B19E-2543-4400-A2CE-5391C2D4C66D}"/>
              </a:ext>
            </a:extLst>
          </p:cNvPr>
          <p:cNvSpPr>
            <a:spLocks xmlns:a="http://schemas.openxmlformats.org/drawingml/2006/main" noGrp="1"/>
          </p:cNvSpPr>
          <p:nvPr/>
        </p:nvSpPr>
        <p:spPr>
          <a:xfrm xmlns:a="http://schemas.openxmlformats.org/drawingml/2006/main">
            <a:off x="523875" y="45243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[R6]</a:t>
            </a:r>
          </a:p>
        </p:txBody>
      </p:sp>
      <p:sp>
        <p:nvSpPr>
          <p:cNvPr id="24" name="">
            <a:extLst xmlns:a="http://schemas.openxmlformats.org/drawingml/2006/main">
              <a:ext uri="{FF2B5EF4-FFF2-40B4-BE49-F238E27FC236}">
                <a16:creationId xmlns:a16="http://schemas.microsoft.com/office/drawing/2014/main" id="{90CF01FE-D2B1-4980-9EA5-BBCD52579FF7}"/>
              </a:ext>
            </a:extLst>
          </p:cNvPr>
          <p:cNvSpPr>
            <a:spLocks xmlns:a="http://schemas.openxmlformats.org/drawingml/2006/main" noGrp="1"/>
          </p:cNvSpPr>
          <p:nvPr/>
        </p:nvSpPr>
        <p:spPr>
          <a:xfrm xmlns:a="http://schemas.openxmlformats.org/drawingml/2006/main">
            <a:off x="1095375" y="44862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Longo &amp; Diomede, Eur. Phys. J. Appl. Phys. 26 (2004). DOI:10.1051/epjap:2004030</a:t>
            </a:r>
          </a:p>
        </p:txBody>
      </p:sp>
      <p:sp>
        <p:nvSpPr>
          <p:cNvPr id="25" name="">
            <a:extLst xmlns:a="http://schemas.openxmlformats.org/drawingml/2006/main">
              <a:ext uri="{FF2B5EF4-FFF2-40B4-BE49-F238E27FC236}">
                <a16:creationId xmlns:a16="http://schemas.microsoft.com/office/drawing/2014/main" id="{A7116A08-4BD6-473E-AAA9-B119CFF428A0}"/>
              </a:ext>
            </a:extLst>
          </p:cNvPr>
          <p:cNvSpPr>
            <a:spLocks xmlns:a="http://schemas.openxmlformats.org/drawingml/2006/main" noGrp="1"/>
          </p:cNvSpPr>
          <p:nvPr/>
        </p:nvSpPr>
        <p:spPr>
          <a:xfrm xmlns:a="http://schemas.openxmlformats.org/drawingml/2006/main">
            <a:off x="1095375" y="502920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26" name="">
            <a:extLst xmlns:a="http://schemas.openxmlformats.org/drawingml/2006/main">
              <a:ext uri="{FF2B5EF4-FFF2-40B4-BE49-F238E27FC236}">
                <a16:creationId xmlns:a16="http://schemas.microsoft.com/office/drawing/2014/main" id="{7F7C17CA-24F8-4E3F-A74A-BAC4A4E5B578}"/>
              </a:ext>
            </a:extLst>
          </p:cNvPr>
          <p:cNvSpPr>
            <a:spLocks xmlns:a="http://schemas.openxmlformats.org/drawingml/2006/main" noGrp="1"/>
          </p:cNvSpPr>
          <p:nvPr/>
        </p:nvSpPr>
        <p:spPr>
          <a:xfrm xmlns:a="http://schemas.openxmlformats.org/drawingml/2006/main">
            <a:off x="523875" y="5153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[R7]</a:t>
            </a:r>
          </a:p>
        </p:txBody>
      </p:sp>
      <p:sp>
        <p:nvSpPr>
          <p:cNvPr id="27" name="">
            <a:extLst xmlns:a="http://schemas.openxmlformats.org/drawingml/2006/main">
              <a:ext uri="{FF2B5EF4-FFF2-40B4-BE49-F238E27FC236}">
                <a16:creationId xmlns:a16="http://schemas.microsoft.com/office/drawing/2014/main" id="{274D3AD0-7EB7-4664-B444-1B9167A71FEC}"/>
              </a:ext>
            </a:extLst>
          </p:cNvPr>
          <p:cNvSpPr>
            <a:spLocks xmlns:a="http://schemas.openxmlformats.org/drawingml/2006/main" noGrp="1"/>
          </p:cNvSpPr>
          <p:nvPr/>
        </p:nvSpPr>
        <p:spPr>
          <a:xfrm xmlns:a="http://schemas.openxmlformats.org/drawingml/2006/main">
            <a:off x="1095375" y="5114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Scharfetter &amp; Gummel, IEEE Trans. Electron Devices 16 (1969) 64–77. DOI:10.1109/T-ED.1969.16566</a:t>
            </a:r>
          </a:p>
        </p:txBody>
      </p:sp>
      <p:sp>
        <p:nvSpPr>
          <p:cNvPr id="28" name="">
            <a:extLst xmlns:a="http://schemas.openxmlformats.org/drawingml/2006/main">
              <a:ext uri="{FF2B5EF4-FFF2-40B4-BE49-F238E27FC236}">
                <a16:creationId xmlns:a16="http://schemas.microsoft.com/office/drawing/2014/main" id="{BBB41381-447F-4564-AFB9-88FCAB2D5967}"/>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DOIs are included for direct retrieval.</a:t>
            </a:r>
          </a:p>
        </p:txBody>
      </p:sp>
      <p:sp>
        <p:nvSpPr>
          <p:cNvPr id="30" name="title">
            <a:extLst xmlns:a="http://schemas.openxmlformats.org/drawingml/2006/main">
              <a:ext uri="{FF2B5EF4-FFF2-40B4-BE49-F238E27FC236}">
                <a16:creationId xmlns:a16="http://schemas.microsoft.com/office/drawing/2014/main" id="{66453372-91ED-4846-A784-56ACE7F3162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参考文献 I：電子Boltzmann・Swarm数値法</a:t>
            </a:r>
          </a:p>
        </p:txBody>
      </p:sp>
      <p:sp>
        <p:nvSpPr>
          <p:cNvPr id="31" name="section">
            <a:extLst xmlns:a="http://schemas.openxmlformats.org/drawingml/2006/main">
              <a:ext uri="{FF2B5EF4-FFF2-40B4-BE49-F238E27FC236}">
                <a16:creationId xmlns:a16="http://schemas.microsoft.com/office/drawing/2014/main" id="{9B24E7AE-8DD8-4BF2-A44C-3CA255ED884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REFERENCES</a:t>
            </a:r>
          </a:p>
        </p:txBody>
      </p:sp>
    </p:spTree>
    <p:extLst>
      <p:ext uri="{BB962C8B-B14F-4D97-AF65-F5344CB8AC3E}">
        <p14:creationId xmlns:p14="http://schemas.microsoft.com/office/powerpoint/2010/main" val="1540649486"/>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729046-D4DD-4EF9-A242-57094C13FC80}"/>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B79CBBDD-50F1-437D-B0C7-665C09BD1BB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76</a:t>
            </a:r>
          </a:p>
        </p:txBody>
      </p:sp>
      <p:sp>
        <p:nvSpPr>
          <p:cNvPr id="8" name="">
            <a:extLst xmlns:a="http://schemas.openxmlformats.org/drawingml/2006/main">
              <a:ext uri="{FF2B5EF4-FFF2-40B4-BE49-F238E27FC236}">
                <a16:creationId xmlns:a16="http://schemas.microsoft.com/office/drawing/2014/main" id="{51BF4DDA-FF06-410B-BC01-B57E4E93470E}"/>
              </a:ext>
            </a:extLst>
          </p:cNvPr>
          <p:cNvSpPr>
            <a:spLocks xmlns:a="http://schemas.openxmlformats.org/drawingml/2006/main" noGrp="1"/>
          </p:cNvSpPr>
          <p:nvPr/>
        </p:nvSpPr>
        <p:spPr>
          <a:xfrm xmlns:a="http://schemas.openxmlformats.org/drawingml/2006/main">
            <a:off x="523875" y="133350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[R8]</a:t>
            </a:r>
          </a:p>
        </p:txBody>
      </p:sp>
      <p:sp>
        <p:nvSpPr>
          <p:cNvPr id="9" name="">
            <a:extLst xmlns:a="http://schemas.openxmlformats.org/drawingml/2006/main">
              <a:ext uri="{FF2B5EF4-FFF2-40B4-BE49-F238E27FC236}">
                <a16:creationId xmlns:a16="http://schemas.microsoft.com/office/drawing/2014/main" id="{2B561BC0-A5B6-406E-AEF4-62A4DCF7E170}"/>
              </a:ext>
            </a:extLst>
          </p:cNvPr>
          <p:cNvSpPr>
            <a:spLocks xmlns:a="http://schemas.openxmlformats.org/drawingml/2006/main" noGrp="1"/>
          </p:cNvSpPr>
          <p:nvPr/>
        </p:nvSpPr>
        <p:spPr>
          <a:xfrm xmlns:a="http://schemas.openxmlformats.org/drawingml/2006/main">
            <a:off x="1190625" y="130492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Hargis et al., Rev. Sci. Instrum. 65 (1994) 140–154. DOI:10.1063/1.1144770</a:t>
            </a:r>
          </a:p>
        </p:txBody>
      </p:sp>
      <p:sp>
        <p:nvSpPr>
          <p:cNvPr id="10" name="">
            <a:extLst xmlns:a="http://schemas.openxmlformats.org/drawingml/2006/main">
              <a:ext uri="{FF2B5EF4-FFF2-40B4-BE49-F238E27FC236}">
                <a16:creationId xmlns:a16="http://schemas.microsoft.com/office/drawing/2014/main" id="{ED4F9A0A-C2AB-4226-8006-8565FE932BFC}"/>
              </a:ext>
            </a:extLst>
          </p:cNvPr>
          <p:cNvSpPr>
            <a:spLocks xmlns:a="http://schemas.openxmlformats.org/drawingml/2006/main" noGrp="1"/>
          </p:cNvSpPr>
          <p:nvPr/>
        </p:nvSpPr>
        <p:spPr>
          <a:xfrm xmlns:a="http://schemas.openxmlformats.org/drawingml/2006/main">
            <a:off x="523875" y="191452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[R9]</a:t>
            </a:r>
          </a:p>
        </p:txBody>
      </p:sp>
      <p:sp>
        <p:nvSpPr>
          <p:cNvPr id="11" name="">
            <a:extLst xmlns:a="http://schemas.openxmlformats.org/drawingml/2006/main">
              <a:ext uri="{FF2B5EF4-FFF2-40B4-BE49-F238E27FC236}">
                <a16:creationId xmlns:a16="http://schemas.microsoft.com/office/drawing/2014/main" id="{023C96A5-3287-43BE-AA3A-0A5993960D8C}"/>
              </a:ext>
            </a:extLst>
          </p:cNvPr>
          <p:cNvSpPr>
            <a:spLocks xmlns:a="http://schemas.openxmlformats.org/drawingml/2006/main" noGrp="1"/>
          </p:cNvSpPr>
          <p:nvPr/>
        </p:nvSpPr>
        <p:spPr>
          <a:xfrm xmlns:a="http://schemas.openxmlformats.org/drawingml/2006/main">
            <a:off x="1190625" y="1885950"/>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Miller et al., J. Res. NIST 100 (1995) 427–439. DOI:10.6028/jres.100.032</a:t>
            </a:r>
          </a:p>
        </p:txBody>
      </p:sp>
      <p:sp>
        <p:nvSpPr>
          <p:cNvPr id="12" name="">
            <a:extLst xmlns:a="http://schemas.openxmlformats.org/drawingml/2006/main">
              <a:ext uri="{FF2B5EF4-FFF2-40B4-BE49-F238E27FC236}">
                <a16:creationId xmlns:a16="http://schemas.microsoft.com/office/drawing/2014/main" id="{C77833AE-4615-43EF-8F0D-9E6AE1D5A53E}"/>
              </a:ext>
            </a:extLst>
          </p:cNvPr>
          <p:cNvSpPr>
            <a:spLocks xmlns:a="http://schemas.openxmlformats.org/drawingml/2006/main" noGrp="1"/>
          </p:cNvSpPr>
          <p:nvPr/>
        </p:nvSpPr>
        <p:spPr>
          <a:xfrm xmlns:a="http://schemas.openxmlformats.org/drawingml/2006/main">
            <a:off x="523875" y="249555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[R10]</a:t>
            </a:r>
          </a:p>
        </p:txBody>
      </p:sp>
      <p:sp>
        <p:nvSpPr>
          <p:cNvPr id="13" name="">
            <a:extLst xmlns:a="http://schemas.openxmlformats.org/drawingml/2006/main">
              <a:ext uri="{FF2B5EF4-FFF2-40B4-BE49-F238E27FC236}">
                <a16:creationId xmlns:a16="http://schemas.microsoft.com/office/drawing/2014/main" id="{CED5D925-E569-4396-9D61-6F91FB5B79E3}"/>
              </a:ext>
            </a:extLst>
          </p:cNvPr>
          <p:cNvSpPr>
            <a:spLocks xmlns:a="http://schemas.openxmlformats.org/drawingml/2006/main" noGrp="1"/>
          </p:cNvSpPr>
          <p:nvPr/>
        </p:nvSpPr>
        <p:spPr>
          <a:xfrm xmlns:a="http://schemas.openxmlformats.org/drawingml/2006/main">
            <a:off x="1190625" y="246697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Godyak, Piejak &amp; Alexandrovich, Plasma Sources Sci. Technol. 11 (2002) 525–543. DOI:10.1088/0963-0252/11/4/320</a:t>
            </a:r>
          </a:p>
        </p:txBody>
      </p:sp>
      <p:sp>
        <p:nvSpPr>
          <p:cNvPr id="14" name="">
            <a:extLst xmlns:a="http://schemas.openxmlformats.org/drawingml/2006/main">
              <a:ext uri="{FF2B5EF4-FFF2-40B4-BE49-F238E27FC236}">
                <a16:creationId xmlns:a16="http://schemas.microsoft.com/office/drawing/2014/main" id="{9345C60C-BBDE-4418-A366-07FFA958D505}"/>
              </a:ext>
            </a:extLst>
          </p:cNvPr>
          <p:cNvSpPr>
            <a:spLocks xmlns:a="http://schemas.openxmlformats.org/drawingml/2006/main" noGrp="1"/>
          </p:cNvSpPr>
          <p:nvPr/>
        </p:nvSpPr>
        <p:spPr>
          <a:xfrm xmlns:a="http://schemas.openxmlformats.org/drawingml/2006/main">
            <a:off x="523875" y="307657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[R11]</a:t>
            </a:r>
          </a:p>
        </p:txBody>
      </p:sp>
      <p:sp>
        <p:nvSpPr>
          <p:cNvPr id="15" name="">
            <a:extLst xmlns:a="http://schemas.openxmlformats.org/drawingml/2006/main">
              <a:ext uri="{FF2B5EF4-FFF2-40B4-BE49-F238E27FC236}">
                <a16:creationId xmlns:a16="http://schemas.microsoft.com/office/drawing/2014/main" id="{A7824158-1869-4369-8FA2-38428EFE07CE}"/>
              </a:ext>
            </a:extLst>
          </p:cNvPr>
          <p:cNvSpPr>
            <a:spLocks xmlns:a="http://schemas.openxmlformats.org/drawingml/2006/main" noGrp="1"/>
          </p:cNvSpPr>
          <p:nvPr/>
        </p:nvSpPr>
        <p:spPr>
          <a:xfrm xmlns:a="http://schemas.openxmlformats.org/drawingml/2006/main">
            <a:off x="1190625" y="3048000"/>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Godyak &amp; Kolobov, Phys. Rev. Lett. 81 (1998) 369. DOI:10.1103/PhysRevLett.81.369</a:t>
            </a:r>
          </a:p>
        </p:txBody>
      </p:sp>
      <p:sp>
        <p:nvSpPr>
          <p:cNvPr id="16" name="">
            <a:extLst xmlns:a="http://schemas.openxmlformats.org/drawingml/2006/main">
              <a:ext uri="{FF2B5EF4-FFF2-40B4-BE49-F238E27FC236}">
                <a16:creationId xmlns:a16="http://schemas.microsoft.com/office/drawing/2014/main" id="{D88DB595-0448-4D62-B48F-97CB90CE6934}"/>
              </a:ext>
            </a:extLst>
          </p:cNvPr>
          <p:cNvSpPr>
            <a:spLocks xmlns:a="http://schemas.openxmlformats.org/drawingml/2006/main" noGrp="1"/>
          </p:cNvSpPr>
          <p:nvPr/>
        </p:nvSpPr>
        <p:spPr>
          <a:xfrm xmlns:a="http://schemas.openxmlformats.org/drawingml/2006/main">
            <a:off x="523875" y="365760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[R12]</a:t>
            </a:r>
          </a:p>
        </p:txBody>
      </p:sp>
      <p:sp>
        <p:nvSpPr>
          <p:cNvPr id="17" name="">
            <a:extLst xmlns:a="http://schemas.openxmlformats.org/drawingml/2006/main">
              <a:ext uri="{FF2B5EF4-FFF2-40B4-BE49-F238E27FC236}">
                <a16:creationId xmlns:a16="http://schemas.microsoft.com/office/drawing/2014/main" id="{780B271D-7279-47AF-8ADF-27CA0FD7C415}"/>
              </a:ext>
            </a:extLst>
          </p:cNvPr>
          <p:cNvSpPr>
            <a:spLocks xmlns:a="http://schemas.openxmlformats.org/drawingml/2006/main" noGrp="1"/>
          </p:cNvSpPr>
          <p:nvPr/>
        </p:nvSpPr>
        <p:spPr>
          <a:xfrm xmlns:a="http://schemas.openxmlformats.org/drawingml/2006/main">
            <a:off x="1190625" y="362902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Godyak et al., Phys. Rev. E 64 (2001) 026406. DOI:10.1103/PhysRevE.64.026406</a:t>
            </a:r>
          </a:p>
        </p:txBody>
      </p:sp>
      <p:sp>
        <p:nvSpPr>
          <p:cNvPr id="18" name="">
            <a:extLst xmlns:a="http://schemas.openxmlformats.org/drawingml/2006/main">
              <a:ext uri="{FF2B5EF4-FFF2-40B4-BE49-F238E27FC236}">
                <a16:creationId xmlns:a16="http://schemas.microsoft.com/office/drawing/2014/main" id="{F7D1706F-AEDC-42B9-A3F8-3CACF517DC4C}"/>
              </a:ext>
            </a:extLst>
          </p:cNvPr>
          <p:cNvSpPr>
            <a:spLocks xmlns:a="http://schemas.openxmlformats.org/drawingml/2006/main" noGrp="1"/>
          </p:cNvSpPr>
          <p:nvPr/>
        </p:nvSpPr>
        <p:spPr>
          <a:xfrm xmlns:a="http://schemas.openxmlformats.org/drawingml/2006/main">
            <a:off x="523875" y="423862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[R13]</a:t>
            </a:r>
          </a:p>
        </p:txBody>
      </p:sp>
      <p:sp>
        <p:nvSpPr>
          <p:cNvPr id="19" name="">
            <a:extLst xmlns:a="http://schemas.openxmlformats.org/drawingml/2006/main">
              <a:ext uri="{FF2B5EF4-FFF2-40B4-BE49-F238E27FC236}">
                <a16:creationId xmlns:a16="http://schemas.microsoft.com/office/drawing/2014/main" id="{3AE72F61-0390-49F4-ABD6-B136B0093D16}"/>
              </a:ext>
            </a:extLst>
          </p:cNvPr>
          <p:cNvSpPr>
            <a:spLocks xmlns:a="http://schemas.openxmlformats.org/drawingml/2006/main" noGrp="1"/>
          </p:cNvSpPr>
          <p:nvPr/>
        </p:nvSpPr>
        <p:spPr>
          <a:xfrm xmlns:a="http://schemas.openxmlformats.org/drawingml/2006/main">
            <a:off x="1190625" y="4210050"/>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COMSOL 6.4 Application Library: Argon GEC ICP, argon_gec_icp.html</a:t>
            </a:r>
          </a:p>
        </p:txBody>
      </p:sp>
      <p:sp>
        <p:nvSpPr>
          <p:cNvPr id="20" name="">
            <a:extLst xmlns:a="http://schemas.openxmlformats.org/drawingml/2006/main">
              <a:ext uri="{FF2B5EF4-FFF2-40B4-BE49-F238E27FC236}">
                <a16:creationId xmlns:a16="http://schemas.microsoft.com/office/drawing/2014/main" id="{AF6505D7-C6F1-421F-B581-25E38F00C0E0}"/>
              </a:ext>
            </a:extLst>
          </p:cNvPr>
          <p:cNvSpPr>
            <a:spLocks xmlns:a="http://schemas.openxmlformats.org/drawingml/2006/main" noGrp="1"/>
          </p:cNvSpPr>
          <p:nvPr/>
        </p:nvSpPr>
        <p:spPr>
          <a:xfrm xmlns:a="http://schemas.openxmlformats.org/drawingml/2006/main">
            <a:off x="523875" y="481965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[R14]</a:t>
            </a:r>
          </a:p>
        </p:txBody>
      </p:sp>
      <p:sp>
        <p:nvSpPr>
          <p:cNvPr id="21" name="">
            <a:extLst xmlns:a="http://schemas.openxmlformats.org/drawingml/2006/main">
              <a:ext uri="{FF2B5EF4-FFF2-40B4-BE49-F238E27FC236}">
                <a16:creationId xmlns:a16="http://schemas.microsoft.com/office/drawing/2014/main" id="{F618CAAB-3E8D-465B-B679-22F40237EA8C}"/>
              </a:ext>
            </a:extLst>
          </p:cNvPr>
          <p:cNvSpPr>
            <a:spLocks xmlns:a="http://schemas.openxmlformats.org/drawingml/2006/main" noGrp="1"/>
          </p:cNvSpPr>
          <p:nvPr/>
        </p:nvSpPr>
        <p:spPr>
          <a:xfrm xmlns:a="http://schemas.openxmlformats.org/drawingml/2006/main">
            <a:off x="1190625" y="479107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COMSOL 6.4 Application Library: GEC CCP Reactor, argon_gec_ccp.html</a:t>
            </a:r>
          </a:p>
        </p:txBody>
      </p:sp>
      <p:sp>
        <p:nvSpPr>
          <p:cNvPr id="22" name="">
            <a:extLst xmlns:a="http://schemas.openxmlformats.org/drawingml/2006/main">
              <a:ext uri="{FF2B5EF4-FFF2-40B4-BE49-F238E27FC236}">
                <a16:creationId xmlns:a16="http://schemas.microsoft.com/office/drawing/2014/main" id="{87F77CC7-9554-4C56-AFA1-6BB45C598DE9}"/>
              </a:ext>
            </a:extLst>
          </p:cNvPr>
          <p:cNvSpPr>
            <a:spLocks xmlns:a="http://schemas.openxmlformats.org/drawingml/2006/main" noGrp="1"/>
          </p:cNvSpPr>
          <p:nvPr/>
        </p:nvSpPr>
        <p:spPr>
          <a:xfrm xmlns:a="http://schemas.openxmlformats.org/drawingml/2006/main">
            <a:off x="523875" y="5476875"/>
            <a:ext cx="10763250" cy="0"/>
          </a:xfrm>
          <a:prstGeom xmlns:a="http://schemas.openxmlformats.org/drawingml/2006/main" prst="line">
            <a:avLst/>
          </a:prstGeom>
          <a:noFill xmlns:a="http://schemas.openxmlformats.org/drawingml/2006/main"/>
          <a:ln xmlns:a="http://schemas.openxmlformats.org/drawingml/2006/main" w="9525">
            <a:solidFill>
              <a:srgbClr val="D5D5D5"/>
            </a:solidFill>
            <a:prstDash val="solid"/>
          </a:ln>
        </p:spPr>
      </p:sp>
      <p:sp>
        <p:nvSpPr>
          <p:cNvPr id="23" name="">
            <a:extLst xmlns:a="http://schemas.openxmlformats.org/drawingml/2006/main">
              <a:ext uri="{FF2B5EF4-FFF2-40B4-BE49-F238E27FC236}">
                <a16:creationId xmlns:a16="http://schemas.microsoft.com/office/drawing/2014/main" id="{16E2205A-8CFC-46FF-995F-703F74FEE9D8}"/>
              </a:ext>
            </a:extLst>
          </p:cNvPr>
          <p:cNvSpPr>
            <a:spLocks xmlns:a="http://schemas.openxmlformats.org/drawingml/2006/main" noGrp="1"/>
          </p:cNvSpPr>
          <p:nvPr/>
        </p:nvSpPr>
        <p:spPr>
          <a:xfrm xmlns:a="http://schemas.openxmlformats.org/drawingml/2006/main">
            <a:off x="523875" y="56197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00" b="1" i="0">
                <a:solidFill>
                  <a:srgbClr val="211441"/>
                </a:solidFill>
                <a:latin typeface="Noto Sans JP"/>
                <a:ea typeface="Noto Sans JP"/>
                <a:cs typeface="Noto Sans JP"/>
              </a:defRPr>
            </a:pPr>
            <a:r>
              <a:rPr sz="1200" b="1" i="0">
                <a:solidFill>
                  <a:srgbClr val="211441"/>
                </a:solidFill>
                <a:latin typeface="Noto Sans JP"/>
                <a:ea typeface="Noto Sans JP"/>
                <a:cs typeface="Noto Sans JP"/>
              </a:rPr>
              <a:t>Repository sources</a:t>
            </a:r>
          </a:p>
        </p:txBody>
      </p:sp>
      <p:sp>
        <p:nvSpPr>
          <p:cNvPr id="24" name="">
            <a:extLst xmlns:a="http://schemas.openxmlformats.org/drawingml/2006/main">
              <a:ext uri="{FF2B5EF4-FFF2-40B4-BE49-F238E27FC236}">
                <a16:creationId xmlns:a16="http://schemas.microsoft.com/office/drawing/2014/main" id="{6CDF1CB3-6F36-4299-978B-52C67F7702E0}"/>
              </a:ext>
            </a:extLst>
          </p:cNvPr>
          <p:cNvSpPr>
            <a:spLocks xmlns:a="http://schemas.openxmlformats.org/drawingml/2006/main" noGrp="1"/>
          </p:cNvSpPr>
          <p:nvPr/>
        </p:nvSpPr>
        <p:spPr>
          <a:xfrm xmlns:a="http://schemas.openxmlformats.org/drawingml/2006/main">
            <a:off x="2381250" y="5553075"/>
            <a:ext cx="885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333333"/>
                </a:solidFill>
                <a:latin typeface="Noto Sans JP"/>
                <a:ea typeface="Noto Sans JP"/>
                <a:cs typeface="Noto Sans JP"/>
              </a:defRPr>
            </a:pPr>
            <a:r>
              <a:rPr sz="750" b="0" i="0">
                <a:solidFill>
                  <a:srgbClr val="333333"/>
                </a:solidFill>
                <a:latin typeface="Noto Sans JP"/>
                <a:ea typeface="Noto Sans JP"/>
                <a:cs typeface="Noto Sans JP"/>
              </a:rPr>
              <a:t>docs/{product_schema_v2,physics_limitations,comsol_workflow,comsol_gec_icp,comsol_gec_ccp}.md</a:t>
            </a:r>
          </a:p>
          <a:p xmlns:a="http://schemas.openxmlformats.org/drawingml/2006/main">
            <a:pPr algn="l">
              <a:lnSpc>
                <a:spcPct val="105000"/>
              </a:lnSpc>
              <a:buNone/>
              <a:defRPr sz="750" b="0" i="0">
                <a:solidFill>
                  <a:srgbClr val="333333"/>
                </a:solidFill>
                <a:latin typeface="Noto Sans JP"/>
                <a:ea typeface="Noto Sans JP"/>
                <a:cs typeface="Noto Sans JP"/>
              </a:defRPr>
            </a:pPr>
            <a:r>
              <a:rPr sz="750" b="0" i="0">
                <a:solidFill>
                  <a:srgbClr val="333333"/>
                </a:solidFill>
                <a:latin typeface="Noto Sans JP"/>
                <a:ea typeface="Noto Sans JP"/>
                <a:cs typeface="Noto Sans JP"/>
              </a:rPr>
              <a:t>outputs/argon_gec_icp/* · lxcat_swarm_validation/{mc_refinement_v7,mc_core_v8} · electron_swarm/solvers/*</a:t>
            </a:r>
          </a:p>
        </p:txBody>
      </p:sp>
      <p:sp>
        <p:nvSpPr>
          <p:cNvPr id="25" name="">
            <a:extLst xmlns:a="http://schemas.openxmlformats.org/drawingml/2006/main">
              <a:ext uri="{FF2B5EF4-FFF2-40B4-BE49-F238E27FC236}">
                <a16:creationId xmlns:a16="http://schemas.microsoft.com/office/drawing/2014/main" id="{667448B4-D439-4470-ACB7-667686B7613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Official COMSOL pages: doc.comsol.com/6.4/.../argon_gec_{icp,ccp}.html</a:t>
            </a:r>
          </a:p>
        </p:txBody>
      </p:sp>
      <p:sp>
        <p:nvSpPr>
          <p:cNvPr id="27" name="title">
            <a:extLst xmlns:a="http://schemas.openxmlformats.org/drawingml/2006/main">
              <a:ext uri="{FF2B5EF4-FFF2-40B4-BE49-F238E27FC236}">
                <a16:creationId xmlns:a16="http://schemas.microsoft.com/office/drawing/2014/main" id="{3FC68337-0737-4EC8-AAAE-9A5D59D5DBA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参考文献 II：GEC装置・非局所動力学・実装資料</a:t>
            </a:r>
          </a:p>
        </p:txBody>
      </p:sp>
      <p:sp>
        <p:nvSpPr>
          <p:cNvPr id="28" name="section">
            <a:extLst xmlns:a="http://schemas.openxmlformats.org/drawingml/2006/main">
              <a:ext uri="{FF2B5EF4-FFF2-40B4-BE49-F238E27FC236}">
                <a16:creationId xmlns:a16="http://schemas.microsoft.com/office/drawing/2014/main" id="{EA0353FA-9052-478B-90C1-31B8B9D5A05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REFERENCES</a:t>
            </a:r>
          </a:p>
        </p:txBody>
      </p:sp>
    </p:spTree>
    <p:extLst>
      <p:ext uri="{BB962C8B-B14F-4D97-AF65-F5344CB8AC3E}">
        <p14:creationId xmlns:p14="http://schemas.microsoft.com/office/powerpoint/2010/main" val="1494545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2026-09-18T00:26:21.1700000Z</dcterms:created>
  <dcterms:modified xsi:type="dcterms:W3CDTF">2026-09-18T00:26:21.1700000Z</dcterms:modified>
</coreProperties>
</file>